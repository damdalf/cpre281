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gif" ContentType="image/gif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ink/ink1.xml" ContentType="application/inkml+xml"/>
  <Override PartName="/ppt/notesSlides/notesSlide4.xml" ContentType="application/vnd.openxmlformats-officedocument.presentationml.notesSlide+xml"/>
  <Override PartName="/ppt/ink/ink2.xml" ContentType="application/inkml+xml"/>
  <Override PartName="/ppt/notesSlides/notesSlide5.xml" ContentType="application/vnd.openxmlformats-officedocument.presentationml.notesSlide+xml"/>
  <Override PartName="/ppt/ink/ink3.xml" ContentType="application/inkml+xml"/>
  <Override PartName="/ppt/ink/ink4.xml" ContentType="application/inkml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ink/ink5.xml" ContentType="application/inkml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ink/ink6.xml" ContentType="application/inkml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ink/ink7.xml" ContentType="application/inkml+xml"/>
  <Override PartName="/ppt/notesSlides/notesSlide14.xml" ContentType="application/vnd.openxmlformats-officedocument.presentationml.notesSlide+xml"/>
  <Override PartName="/ppt/ink/ink8.xml" ContentType="application/inkml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ink/ink9.xml" ContentType="application/inkml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ink/ink10.xml" ContentType="application/inkml+xml"/>
  <Override PartName="/ppt/ink/ink11.xml" ContentType="application/inkml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ink/ink12.xml" ContentType="application/inkml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ink/ink13.xml" ContentType="application/inkml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ink/ink14.xml" ContentType="application/inkml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ink/ink15.xml" ContentType="application/inkml+xml"/>
  <Override PartName="/ppt/notesSlides/notesSlide53.xml" ContentType="application/vnd.openxmlformats-officedocument.presentationml.notesSlide+xml"/>
  <Override PartName="/ppt/ink/ink16.xml" ContentType="application/inkml+xml"/>
  <Override PartName="/ppt/ink/ink17.xml" ContentType="application/inkml+xml"/>
  <Override PartName="/ppt/notesSlides/notesSlide54.xml" ContentType="application/vnd.openxmlformats-officedocument.presentationml.notesSlide+xml"/>
  <Override PartName="/ppt/ink/ink18.xml" ContentType="application/inkml+xml"/>
  <Override PartName="/ppt/changesInfos/changesInfo1.xml" ContentType="application/vnd.ms-powerpoint.changes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trictFirstAndLastChars="0" saveSubsetFonts="1" autoCompressPictures="0">
  <p:sldMasterIdLst>
    <p:sldMasterId id="2147483660" r:id="rId4"/>
  </p:sldMasterIdLst>
  <p:notesMasterIdLst>
    <p:notesMasterId r:id="rId107"/>
  </p:notesMasterIdLst>
  <p:handoutMasterIdLst>
    <p:handoutMasterId r:id="rId108"/>
  </p:handoutMasterIdLst>
  <p:sldIdLst>
    <p:sldId id="788" r:id="rId5"/>
    <p:sldId id="773" r:id="rId6"/>
    <p:sldId id="774" r:id="rId7"/>
    <p:sldId id="1915" r:id="rId8"/>
    <p:sldId id="325" r:id="rId9"/>
    <p:sldId id="1899" r:id="rId10"/>
    <p:sldId id="336" r:id="rId11"/>
    <p:sldId id="353" r:id="rId12"/>
    <p:sldId id="2149" r:id="rId13"/>
    <p:sldId id="354" r:id="rId14"/>
    <p:sldId id="291" r:id="rId15"/>
    <p:sldId id="292" r:id="rId16"/>
    <p:sldId id="2154" r:id="rId17"/>
    <p:sldId id="356" r:id="rId18"/>
    <p:sldId id="295" r:id="rId19"/>
    <p:sldId id="2150" r:id="rId20"/>
    <p:sldId id="357" r:id="rId21"/>
    <p:sldId id="358" r:id="rId22"/>
    <p:sldId id="359" r:id="rId23"/>
    <p:sldId id="361" r:id="rId24"/>
    <p:sldId id="297" r:id="rId25"/>
    <p:sldId id="367" r:id="rId26"/>
    <p:sldId id="366" r:id="rId27"/>
    <p:sldId id="368" r:id="rId28"/>
    <p:sldId id="369" r:id="rId29"/>
    <p:sldId id="384" r:id="rId30"/>
    <p:sldId id="385" r:id="rId31"/>
    <p:sldId id="387" r:id="rId32"/>
    <p:sldId id="388" r:id="rId33"/>
    <p:sldId id="569" r:id="rId34"/>
    <p:sldId id="572" r:id="rId35"/>
    <p:sldId id="570" r:id="rId36"/>
    <p:sldId id="573" r:id="rId37"/>
    <p:sldId id="567" r:id="rId38"/>
    <p:sldId id="364" r:id="rId39"/>
    <p:sldId id="300" r:id="rId40"/>
    <p:sldId id="372" r:id="rId41"/>
    <p:sldId id="373" r:id="rId42"/>
    <p:sldId id="374" r:id="rId43"/>
    <p:sldId id="376" r:id="rId44"/>
    <p:sldId id="382" r:id="rId45"/>
    <p:sldId id="381" r:id="rId46"/>
    <p:sldId id="380" r:id="rId47"/>
    <p:sldId id="379" r:id="rId48"/>
    <p:sldId id="389" r:id="rId49"/>
    <p:sldId id="390" r:id="rId50"/>
    <p:sldId id="391" r:id="rId51"/>
    <p:sldId id="392" r:id="rId52"/>
    <p:sldId id="393" r:id="rId53"/>
    <p:sldId id="394" r:id="rId54"/>
    <p:sldId id="526" r:id="rId55"/>
    <p:sldId id="365" r:id="rId56"/>
    <p:sldId id="2151" r:id="rId57"/>
    <p:sldId id="335" r:id="rId58"/>
    <p:sldId id="455" r:id="rId59"/>
    <p:sldId id="456" r:id="rId60"/>
    <p:sldId id="457" r:id="rId61"/>
    <p:sldId id="458" r:id="rId62"/>
    <p:sldId id="312" r:id="rId63"/>
    <p:sldId id="313" r:id="rId64"/>
    <p:sldId id="314" r:id="rId65"/>
    <p:sldId id="395" r:id="rId66"/>
    <p:sldId id="396" r:id="rId67"/>
    <p:sldId id="397" r:id="rId68"/>
    <p:sldId id="316" r:id="rId69"/>
    <p:sldId id="398" r:id="rId70"/>
    <p:sldId id="518" r:id="rId71"/>
    <p:sldId id="401" r:id="rId72"/>
    <p:sldId id="400" r:id="rId73"/>
    <p:sldId id="403" r:id="rId74"/>
    <p:sldId id="404" r:id="rId75"/>
    <p:sldId id="517" r:id="rId76"/>
    <p:sldId id="519" r:id="rId77"/>
    <p:sldId id="2152" r:id="rId78"/>
    <p:sldId id="577" r:id="rId79"/>
    <p:sldId id="608" r:id="rId80"/>
    <p:sldId id="2191" r:id="rId81"/>
    <p:sldId id="615" r:id="rId82"/>
    <p:sldId id="583" r:id="rId83"/>
    <p:sldId id="582" r:id="rId84"/>
    <p:sldId id="587" r:id="rId85"/>
    <p:sldId id="579" r:id="rId86"/>
    <p:sldId id="585" r:id="rId87"/>
    <p:sldId id="592" r:id="rId88"/>
    <p:sldId id="591" r:id="rId89"/>
    <p:sldId id="593" r:id="rId90"/>
    <p:sldId id="594" r:id="rId91"/>
    <p:sldId id="595" r:id="rId92"/>
    <p:sldId id="596" r:id="rId93"/>
    <p:sldId id="597" r:id="rId94"/>
    <p:sldId id="598" r:id="rId95"/>
    <p:sldId id="599" r:id="rId96"/>
    <p:sldId id="600" r:id="rId97"/>
    <p:sldId id="601" r:id="rId98"/>
    <p:sldId id="602" r:id="rId99"/>
    <p:sldId id="603" r:id="rId100"/>
    <p:sldId id="604" r:id="rId101"/>
    <p:sldId id="605" r:id="rId102"/>
    <p:sldId id="606" r:id="rId103"/>
    <p:sldId id="607" r:id="rId104"/>
    <p:sldId id="2153" r:id="rId105"/>
    <p:sldId id="2146" r:id="rId106"/>
  </p:sldIdLst>
  <p:sldSz cx="9144000" cy="6858000" type="screen4x3"/>
  <p:notesSz cx="6858000" cy="9144000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5pPr>
    <a:lvl6pPr marL="2286000" algn="l" defTabSz="914400" rtl="0" eaLnBrk="1" latinLnBrk="0" hangingPunct="1"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6pPr>
    <a:lvl7pPr marL="2743200" algn="l" defTabSz="914400" rtl="0" eaLnBrk="1" latinLnBrk="0" hangingPunct="1"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7pPr>
    <a:lvl8pPr marL="3200400" algn="l" defTabSz="914400" rtl="0" eaLnBrk="1" latinLnBrk="0" hangingPunct="1"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8pPr>
    <a:lvl9pPr marL="3657600" algn="l" defTabSz="914400" rtl="0" eaLnBrk="1" latinLnBrk="0" hangingPunct="1"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912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00FF"/>
    <a:srgbClr val="0066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69012ECD-51FC-41F1-AA8D-1B2483CD663E}" styleName="Light Style 2 - Accent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376" autoAdjust="0"/>
    <p:restoredTop sz="94690"/>
  </p:normalViewPr>
  <p:slideViewPr>
    <p:cSldViewPr>
      <p:cViewPr varScale="1">
        <p:scale>
          <a:sx n="83" d="100"/>
          <a:sy n="83" d="100"/>
        </p:scale>
        <p:origin x="981" y="51"/>
      </p:cViewPr>
      <p:guideLst>
        <p:guide orient="horz" pos="912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2.xml"/><Relationship Id="rId21" Type="http://schemas.openxmlformats.org/officeDocument/2006/relationships/slide" Target="slides/slide17.xml"/><Relationship Id="rId42" Type="http://schemas.openxmlformats.org/officeDocument/2006/relationships/slide" Target="slides/slide38.xml"/><Relationship Id="rId47" Type="http://schemas.openxmlformats.org/officeDocument/2006/relationships/slide" Target="slides/slide43.xml"/><Relationship Id="rId63" Type="http://schemas.openxmlformats.org/officeDocument/2006/relationships/slide" Target="slides/slide59.xml"/><Relationship Id="rId68" Type="http://schemas.openxmlformats.org/officeDocument/2006/relationships/slide" Target="slides/slide64.xml"/><Relationship Id="rId84" Type="http://schemas.openxmlformats.org/officeDocument/2006/relationships/slide" Target="slides/slide80.xml"/><Relationship Id="rId89" Type="http://schemas.openxmlformats.org/officeDocument/2006/relationships/slide" Target="slides/slide85.xml"/><Relationship Id="rId112" Type="http://schemas.openxmlformats.org/officeDocument/2006/relationships/tableStyles" Target="tableStyles.xml"/><Relationship Id="rId16" Type="http://schemas.openxmlformats.org/officeDocument/2006/relationships/slide" Target="slides/slide12.xml"/><Relationship Id="rId107" Type="http://schemas.openxmlformats.org/officeDocument/2006/relationships/notesMaster" Target="notesMasters/notesMaster1.xml"/><Relationship Id="rId11" Type="http://schemas.openxmlformats.org/officeDocument/2006/relationships/slide" Target="slides/slide7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53" Type="http://schemas.openxmlformats.org/officeDocument/2006/relationships/slide" Target="slides/slide49.xml"/><Relationship Id="rId58" Type="http://schemas.openxmlformats.org/officeDocument/2006/relationships/slide" Target="slides/slide54.xml"/><Relationship Id="rId74" Type="http://schemas.openxmlformats.org/officeDocument/2006/relationships/slide" Target="slides/slide70.xml"/><Relationship Id="rId79" Type="http://schemas.openxmlformats.org/officeDocument/2006/relationships/slide" Target="slides/slide75.xml"/><Relationship Id="rId102" Type="http://schemas.openxmlformats.org/officeDocument/2006/relationships/slide" Target="slides/slide98.xml"/><Relationship Id="rId5" Type="http://schemas.openxmlformats.org/officeDocument/2006/relationships/slide" Target="slides/slide1.xml"/><Relationship Id="rId90" Type="http://schemas.openxmlformats.org/officeDocument/2006/relationships/slide" Target="slides/slide86.xml"/><Relationship Id="rId95" Type="http://schemas.openxmlformats.org/officeDocument/2006/relationships/slide" Target="slides/slide91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43" Type="http://schemas.openxmlformats.org/officeDocument/2006/relationships/slide" Target="slides/slide39.xml"/><Relationship Id="rId48" Type="http://schemas.openxmlformats.org/officeDocument/2006/relationships/slide" Target="slides/slide44.xml"/><Relationship Id="rId64" Type="http://schemas.openxmlformats.org/officeDocument/2006/relationships/slide" Target="slides/slide60.xml"/><Relationship Id="rId69" Type="http://schemas.openxmlformats.org/officeDocument/2006/relationships/slide" Target="slides/slide65.xml"/><Relationship Id="rId113" Type="http://schemas.microsoft.com/office/2016/11/relationships/changesInfo" Target="changesInfos/changesInfo1.xml"/><Relationship Id="rId80" Type="http://schemas.openxmlformats.org/officeDocument/2006/relationships/slide" Target="slides/slide76.xml"/><Relationship Id="rId85" Type="http://schemas.openxmlformats.org/officeDocument/2006/relationships/slide" Target="slides/slide81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59" Type="http://schemas.openxmlformats.org/officeDocument/2006/relationships/slide" Target="slides/slide55.xml"/><Relationship Id="rId103" Type="http://schemas.openxmlformats.org/officeDocument/2006/relationships/slide" Target="slides/slide99.xml"/><Relationship Id="rId108" Type="http://schemas.openxmlformats.org/officeDocument/2006/relationships/handoutMaster" Target="handoutMasters/handoutMaster1.xml"/><Relationship Id="rId54" Type="http://schemas.openxmlformats.org/officeDocument/2006/relationships/slide" Target="slides/slide50.xml"/><Relationship Id="rId70" Type="http://schemas.openxmlformats.org/officeDocument/2006/relationships/slide" Target="slides/slide66.xml"/><Relationship Id="rId75" Type="http://schemas.openxmlformats.org/officeDocument/2006/relationships/slide" Target="slides/slide71.xml"/><Relationship Id="rId91" Type="http://schemas.openxmlformats.org/officeDocument/2006/relationships/slide" Target="slides/slide87.xml"/><Relationship Id="rId96" Type="http://schemas.openxmlformats.org/officeDocument/2006/relationships/slide" Target="slides/slide92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slide" Target="slides/slide32.xml"/><Relationship Id="rId49" Type="http://schemas.openxmlformats.org/officeDocument/2006/relationships/slide" Target="slides/slide45.xml"/><Relationship Id="rId57" Type="http://schemas.openxmlformats.org/officeDocument/2006/relationships/slide" Target="slides/slide53.xml"/><Relationship Id="rId106" Type="http://schemas.openxmlformats.org/officeDocument/2006/relationships/slide" Target="slides/slide102.xml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44" Type="http://schemas.openxmlformats.org/officeDocument/2006/relationships/slide" Target="slides/slide40.xml"/><Relationship Id="rId52" Type="http://schemas.openxmlformats.org/officeDocument/2006/relationships/slide" Target="slides/slide48.xml"/><Relationship Id="rId60" Type="http://schemas.openxmlformats.org/officeDocument/2006/relationships/slide" Target="slides/slide56.xml"/><Relationship Id="rId65" Type="http://schemas.openxmlformats.org/officeDocument/2006/relationships/slide" Target="slides/slide61.xml"/><Relationship Id="rId73" Type="http://schemas.openxmlformats.org/officeDocument/2006/relationships/slide" Target="slides/slide69.xml"/><Relationship Id="rId78" Type="http://schemas.openxmlformats.org/officeDocument/2006/relationships/slide" Target="slides/slide74.xml"/><Relationship Id="rId81" Type="http://schemas.openxmlformats.org/officeDocument/2006/relationships/slide" Target="slides/slide77.xml"/><Relationship Id="rId86" Type="http://schemas.openxmlformats.org/officeDocument/2006/relationships/slide" Target="slides/slide82.xml"/><Relationship Id="rId94" Type="http://schemas.openxmlformats.org/officeDocument/2006/relationships/slide" Target="slides/slide90.xml"/><Relationship Id="rId99" Type="http://schemas.openxmlformats.org/officeDocument/2006/relationships/slide" Target="slides/slide95.xml"/><Relationship Id="rId101" Type="http://schemas.openxmlformats.org/officeDocument/2006/relationships/slide" Target="slides/slide97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39" Type="http://schemas.openxmlformats.org/officeDocument/2006/relationships/slide" Target="slides/slide35.xml"/><Relationship Id="rId109" Type="http://schemas.openxmlformats.org/officeDocument/2006/relationships/presProps" Target="presProps.xml"/><Relationship Id="rId34" Type="http://schemas.openxmlformats.org/officeDocument/2006/relationships/slide" Target="slides/slide30.xml"/><Relationship Id="rId50" Type="http://schemas.openxmlformats.org/officeDocument/2006/relationships/slide" Target="slides/slide46.xml"/><Relationship Id="rId55" Type="http://schemas.openxmlformats.org/officeDocument/2006/relationships/slide" Target="slides/slide51.xml"/><Relationship Id="rId76" Type="http://schemas.openxmlformats.org/officeDocument/2006/relationships/slide" Target="slides/slide72.xml"/><Relationship Id="rId97" Type="http://schemas.openxmlformats.org/officeDocument/2006/relationships/slide" Target="slides/slide93.xml"/><Relationship Id="rId104" Type="http://schemas.openxmlformats.org/officeDocument/2006/relationships/slide" Target="slides/slide100.xml"/><Relationship Id="rId7" Type="http://schemas.openxmlformats.org/officeDocument/2006/relationships/slide" Target="slides/slide3.xml"/><Relationship Id="rId71" Type="http://schemas.openxmlformats.org/officeDocument/2006/relationships/slide" Target="slides/slide67.xml"/><Relationship Id="rId92" Type="http://schemas.openxmlformats.org/officeDocument/2006/relationships/slide" Target="slides/slide88.xml"/><Relationship Id="rId2" Type="http://schemas.openxmlformats.org/officeDocument/2006/relationships/customXml" Target="../customXml/item2.xml"/><Relationship Id="rId29" Type="http://schemas.openxmlformats.org/officeDocument/2006/relationships/slide" Target="slides/slide25.xml"/><Relationship Id="rId24" Type="http://schemas.openxmlformats.org/officeDocument/2006/relationships/slide" Target="slides/slide20.xml"/><Relationship Id="rId40" Type="http://schemas.openxmlformats.org/officeDocument/2006/relationships/slide" Target="slides/slide36.xml"/><Relationship Id="rId45" Type="http://schemas.openxmlformats.org/officeDocument/2006/relationships/slide" Target="slides/slide41.xml"/><Relationship Id="rId66" Type="http://schemas.openxmlformats.org/officeDocument/2006/relationships/slide" Target="slides/slide62.xml"/><Relationship Id="rId87" Type="http://schemas.openxmlformats.org/officeDocument/2006/relationships/slide" Target="slides/slide83.xml"/><Relationship Id="rId110" Type="http://schemas.openxmlformats.org/officeDocument/2006/relationships/viewProps" Target="viewProps.xml"/><Relationship Id="rId61" Type="http://schemas.openxmlformats.org/officeDocument/2006/relationships/slide" Target="slides/slide57.xml"/><Relationship Id="rId82" Type="http://schemas.openxmlformats.org/officeDocument/2006/relationships/slide" Target="slides/slide78.xml"/><Relationship Id="rId19" Type="http://schemas.openxmlformats.org/officeDocument/2006/relationships/slide" Target="slides/slide15.xml"/><Relationship Id="rId14" Type="http://schemas.openxmlformats.org/officeDocument/2006/relationships/slide" Target="slides/slide10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56" Type="http://schemas.openxmlformats.org/officeDocument/2006/relationships/slide" Target="slides/slide52.xml"/><Relationship Id="rId77" Type="http://schemas.openxmlformats.org/officeDocument/2006/relationships/slide" Target="slides/slide73.xml"/><Relationship Id="rId100" Type="http://schemas.openxmlformats.org/officeDocument/2006/relationships/slide" Target="slides/slide96.xml"/><Relationship Id="rId105" Type="http://schemas.openxmlformats.org/officeDocument/2006/relationships/slide" Target="slides/slide101.xml"/><Relationship Id="rId8" Type="http://schemas.openxmlformats.org/officeDocument/2006/relationships/slide" Target="slides/slide4.xml"/><Relationship Id="rId51" Type="http://schemas.openxmlformats.org/officeDocument/2006/relationships/slide" Target="slides/slide47.xml"/><Relationship Id="rId72" Type="http://schemas.openxmlformats.org/officeDocument/2006/relationships/slide" Target="slides/slide68.xml"/><Relationship Id="rId93" Type="http://schemas.openxmlformats.org/officeDocument/2006/relationships/slide" Target="slides/slide89.xml"/><Relationship Id="rId98" Type="http://schemas.openxmlformats.org/officeDocument/2006/relationships/slide" Target="slides/slide94.xml"/><Relationship Id="rId3" Type="http://schemas.openxmlformats.org/officeDocument/2006/relationships/customXml" Target="../customXml/item3.xml"/><Relationship Id="rId25" Type="http://schemas.openxmlformats.org/officeDocument/2006/relationships/slide" Target="slides/slide21.xml"/><Relationship Id="rId46" Type="http://schemas.openxmlformats.org/officeDocument/2006/relationships/slide" Target="slides/slide42.xml"/><Relationship Id="rId67" Type="http://schemas.openxmlformats.org/officeDocument/2006/relationships/slide" Target="slides/slide63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62" Type="http://schemas.openxmlformats.org/officeDocument/2006/relationships/slide" Target="slides/slide58.xml"/><Relationship Id="rId83" Type="http://schemas.openxmlformats.org/officeDocument/2006/relationships/slide" Target="slides/slide79.xml"/><Relationship Id="rId88" Type="http://schemas.openxmlformats.org/officeDocument/2006/relationships/slide" Target="slides/slide84.xml"/><Relationship Id="rId111" Type="http://schemas.openxmlformats.org/officeDocument/2006/relationships/theme" Target="theme/theme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Ahamed, Md Maruf [E CPE]" userId="6f647de5-aeca-43cd-b76c-e84c6089bcf4" providerId="ADAL" clId="{0C428C04-9B22-40B4-A915-74DB28599772}"/>
  </pc:docChgLst>
  <pc:docChgLst>
    <pc:chgData name="Ahamed, Md Maruf [E CPE]" userId="6f647de5-aeca-43cd-b76c-e84c6089bcf4" providerId="ADAL" clId="{6095F42C-9AD6-40B3-9BEA-A89DB28ED079}"/>
    <pc:docChg chg="undo custSel addSld delSld modSld">
      <pc:chgData name="Ahamed, Md Maruf [E CPE]" userId="6f647de5-aeca-43cd-b76c-e84c6089bcf4" providerId="ADAL" clId="{6095F42C-9AD6-40B3-9BEA-A89DB28ED079}" dt="2022-04-08T22:11:23.428" v="142"/>
      <pc:docMkLst>
        <pc:docMk/>
      </pc:docMkLst>
      <pc:sldChg chg="modSp del">
        <pc:chgData name="Ahamed, Md Maruf [E CPE]" userId="6f647de5-aeca-43cd-b76c-e84c6089bcf4" providerId="ADAL" clId="{6095F42C-9AD6-40B3-9BEA-A89DB28ED079}" dt="2022-04-08T16:23:48.779" v="93" actId="2696"/>
        <pc:sldMkLst>
          <pc:docMk/>
          <pc:sldMk cId="0" sldId="293"/>
        </pc:sldMkLst>
        <pc:grpChg chg="mod">
          <ac:chgData name="Ahamed, Md Maruf [E CPE]" userId="6f647de5-aeca-43cd-b76c-e84c6089bcf4" providerId="ADAL" clId="{6095F42C-9AD6-40B3-9BEA-A89DB28ED079}" dt="2022-04-08T16:22:12.143" v="91" actId="14100"/>
          <ac:grpSpMkLst>
            <pc:docMk/>
            <pc:sldMk cId="0" sldId="293"/>
            <ac:grpSpMk id="267265" creationId="{4017D5FB-25BF-455D-ADEE-BFBD3E8A5B70}"/>
          </ac:grpSpMkLst>
        </pc:grpChg>
      </pc:sldChg>
      <pc:sldChg chg="addSp delSp">
        <pc:chgData name="Ahamed, Md Maruf [E CPE]" userId="6f647de5-aeca-43cd-b76c-e84c6089bcf4" providerId="ADAL" clId="{6095F42C-9AD6-40B3-9BEA-A89DB28ED079}" dt="2022-04-08T22:11:23.428" v="142"/>
        <pc:sldMkLst>
          <pc:docMk/>
          <pc:sldMk cId="0" sldId="297"/>
        </pc:sldMkLst>
        <pc:inkChg chg="add">
          <ac:chgData name="Ahamed, Md Maruf [E CPE]" userId="6f647de5-aeca-43cd-b76c-e84c6089bcf4" providerId="ADAL" clId="{6095F42C-9AD6-40B3-9BEA-A89DB28ED079}" dt="2022-04-08T22:11:23.428" v="142"/>
          <ac:inkMkLst>
            <pc:docMk/>
            <pc:sldMk cId="0" sldId="297"/>
            <ac:inkMk id="2" creationId="{6D4D458D-0428-40B1-AC56-1BB54DEE9FDF}"/>
          </ac:inkMkLst>
        </pc:inkChg>
        <pc:inkChg chg="del">
          <ac:chgData name="Ahamed, Md Maruf [E CPE]" userId="6f647de5-aeca-43cd-b76c-e84c6089bcf4" providerId="ADAL" clId="{6095F42C-9AD6-40B3-9BEA-A89DB28ED079}" dt="2022-04-07T20:59:17.548" v="5" actId="478"/>
          <ac:inkMkLst>
            <pc:docMk/>
            <pc:sldMk cId="0" sldId="297"/>
            <ac:inkMk id="2" creationId="{D24B0F65-F774-4E7E-B900-8724C24AB1DD}"/>
          </ac:inkMkLst>
        </pc:inkChg>
      </pc:sldChg>
      <pc:sldChg chg="delSp">
        <pc:chgData name="Ahamed, Md Maruf [E CPE]" userId="6f647de5-aeca-43cd-b76c-e84c6089bcf4" providerId="ADAL" clId="{6095F42C-9AD6-40B3-9BEA-A89DB28ED079}" dt="2022-04-07T21:00:23.894" v="21" actId="478"/>
        <pc:sldMkLst>
          <pc:docMk/>
          <pc:sldMk cId="0" sldId="300"/>
        </pc:sldMkLst>
        <pc:inkChg chg="del">
          <ac:chgData name="Ahamed, Md Maruf [E CPE]" userId="6f647de5-aeca-43cd-b76c-e84c6089bcf4" providerId="ADAL" clId="{6095F42C-9AD6-40B3-9BEA-A89DB28ED079}" dt="2022-04-07T21:00:23.894" v="21" actId="478"/>
          <ac:inkMkLst>
            <pc:docMk/>
            <pc:sldMk cId="0" sldId="300"/>
            <ac:inkMk id="2" creationId="{9984E9CA-D971-4CF6-8999-AEC034596EFF}"/>
          </ac:inkMkLst>
        </pc:inkChg>
      </pc:sldChg>
      <pc:sldChg chg="delSp modSp">
        <pc:chgData name="Ahamed, Md Maruf [E CPE]" userId="6f647de5-aeca-43cd-b76c-e84c6089bcf4" providerId="ADAL" clId="{6095F42C-9AD6-40B3-9BEA-A89DB28ED079}" dt="2022-04-07T21:01:25.282" v="27" actId="1035"/>
        <pc:sldMkLst>
          <pc:docMk/>
          <pc:sldMk cId="0" sldId="313"/>
        </pc:sldMkLst>
        <pc:spChg chg="mod">
          <ac:chgData name="Ahamed, Md Maruf [E CPE]" userId="6f647de5-aeca-43cd-b76c-e84c6089bcf4" providerId="ADAL" clId="{6095F42C-9AD6-40B3-9BEA-A89DB28ED079}" dt="2022-04-07T21:01:25.282" v="27" actId="1035"/>
          <ac:spMkLst>
            <pc:docMk/>
            <pc:sldMk cId="0" sldId="313"/>
            <ac:spMk id="365651" creationId="{E3C33443-6E42-436C-804D-AFEBB6EB5603}"/>
          </ac:spMkLst>
        </pc:spChg>
        <pc:inkChg chg="del">
          <ac:chgData name="Ahamed, Md Maruf [E CPE]" userId="6f647de5-aeca-43cd-b76c-e84c6089bcf4" providerId="ADAL" clId="{6095F42C-9AD6-40B3-9BEA-A89DB28ED079}" dt="2022-04-07T21:01:22.370" v="24" actId="478"/>
          <ac:inkMkLst>
            <pc:docMk/>
            <pc:sldMk cId="0" sldId="313"/>
            <ac:inkMk id="2" creationId="{66E23F0D-923E-4C88-824B-EF6CC08EE70B}"/>
          </ac:inkMkLst>
        </pc:inkChg>
      </pc:sldChg>
      <pc:sldChg chg="modSp">
        <pc:chgData name="Ahamed, Md Maruf [E CPE]" userId="6f647de5-aeca-43cd-b76c-e84c6089bcf4" providerId="ADAL" clId="{6095F42C-9AD6-40B3-9BEA-A89DB28ED079}" dt="2022-04-08T20:52:50.016" v="141" actId="207"/>
        <pc:sldMkLst>
          <pc:docMk/>
          <pc:sldMk cId="0" sldId="325"/>
        </pc:sldMkLst>
        <pc:spChg chg="mod">
          <ac:chgData name="Ahamed, Md Maruf [E CPE]" userId="6f647de5-aeca-43cd-b76c-e84c6089bcf4" providerId="ADAL" clId="{6095F42C-9AD6-40B3-9BEA-A89DB28ED079}" dt="2022-04-08T20:52:50.016" v="141" actId="207"/>
          <ac:spMkLst>
            <pc:docMk/>
            <pc:sldMk cId="0" sldId="325"/>
            <ac:spMk id="15387" creationId="{4D954CD0-CB15-4CD4-B7A3-621965281292}"/>
          </ac:spMkLst>
        </pc:spChg>
      </pc:sldChg>
      <pc:sldChg chg="modSp">
        <pc:chgData name="Ahamed, Md Maruf [E CPE]" userId="6f647de5-aeca-43cd-b76c-e84c6089bcf4" providerId="ADAL" clId="{6095F42C-9AD6-40B3-9BEA-A89DB28ED079}" dt="2022-04-08T16:37:20.748" v="104" actId="1038"/>
        <pc:sldMkLst>
          <pc:docMk/>
          <pc:sldMk cId="0" sldId="358"/>
        </pc:sldMkLst>
        <pc:spChg chg="mod">
          <ac:chgData name="Ahamed, Md Maruf [E CPE]" userId="6f647de5-aeca-43cd-b76c-e84c6089bcf4" providerId="ADAL" clId="{6095F42C-9AD6-40B3-9BEA-A89DB28ED079}" dt="2022-04-08T16:37:20.748" v="104" actId="1038"/>
          <ac:spMkLst>
            <pc:docMk/>
            <pc:sldMk cId="0" sldId="358"/>
            <ac:spMk id="2" creationId="{AE2B4043-C3F6-7149-ADC4-1C23941FD9E6}"/>
          </ac:spMkLst>
        </pc:spChg>
        <pc:spChg chg="mod">
          <ac:chgData name="Ahamed, Md Maruf [E CPE]" userId="6f647de5-aeca-43cd-b76c-e84c6089bcf4" providerId="ADAL" clId="{6095F42C-9AD6-40B3-9BEA-A89DB28ED079}" dt="2022-04-08T16:37:20.748" v="104" actId="1038"/>
          <ac:spMkLst>
            <pc:docMk/>
            <pc:sldMk cId="0" sldId="358"/>
            <ac:spMk id="191" creationId="{4F3B6AD7-004A-F140-9E34-F43F4711DD71}"/>
          </ac:spMkLst>
        </pc:spChg>
        <pc:spChg chg="mod">
          <ac:chgData name="Ahamed, Md Maruf [E CPE]" userId="6f647de5-aeca-43cd-b76c-e84c6089bcf4" providerId="ADAL" clId="{6095F42C-9AD6-40B3-9BEA-A89DB28ED079}" dt="2022-04-08T16:37:20.748" v="104" actId="1038"/>
          <ac:spMkLst>
            <pc:docMk/>
            <pc:sldMk cId="0" sldId="358"/>
            <ac:spMk id="192" creationId="{2F66949E-1F32-C54E-8486-D69FC4547884}"/>
          </ac:spMkLst>
        </pc:spChg>
        <pc:grpChg chg="mod">
          <ac:chgData name="Ahamed, Md Maruf [E CPE]" userId="6f647de5-aeca-43cd-b76c-e84c6089bcf4" providerId="ADAL" clId="{6095F42C-9AD6-40B3-9BEA-A89DB28ED079}" dt="2022-04-08T16:37:20.748" v="104" actId="1038"/>
          <ac:grpSpMkLst>
            <pc:docMk/>
            <pc:sldMk cId="0" sldId="358"/>
            <ac:grpSpMk id="274433" creationId="{41396E75-04A5-47BE-BD96-494CAE6369F4}"/>
          </ac:grpSpMkLst>
        </pc:grpChg>
      </pc:sldChg>
      <pc:sldChg chg="modSp">
        <pc:chgData name="Ahamed, Md Maruf [E CPE]" userId="6f647de5-aeca-43cd-b76c-e84c6089bcf4" providerId="ADAL" clId="{6095F42C-9AD6-40B3-9BEA-A89DB28ED079}" dt="2022-04-08T16:37:51.022" v="115" actId="1038"/>
        <pc:sldMkLst>
          <pc:docMk/>
          <pc:sldMk cId="0" sldId="359"/>
        </pc:sldMkLst>
        <pc:grpChg chg="mod">
          <ac:chgData name="Ahamed, Md Maruf [E CPE]" userId="6f647de5-aeca-43cd-b76c-e84c6089bcf4" providerId="ADAL" clId="{6095F42C-9AD6-40B3-9BEA-A89DB28ED079}" dt="2022-04-08T16:37:51.022" v="115" actId="1038"/>
          <ac:grpSpMkLst>
            <pc:docMk/>
            <pc:sldMk cId="0" sldId="359"/>
            <ac:grpSpMk id="276485" creationId="{00CC3A69-BE18-41F4-BE3B-E2F69E5E14C5}"/>
          </ac:grpSpMkLst>
        </pc:grpChg>
      </pc:sldChg>
      <pc:sldChg chg="addSp delSp">
        <pc:chgData name="Ahamed, Md Maruf [E CPE]" userId="6f647de5-aeca-43cd-b76c-e84c6089bcf4" providerId="ADAL" clId="{6095F42C-9AD6-40B3-9BEA-A89DB28ED079}" dt="2022-04-08T22:11:23.428" v="142"/>
        <pc:sldMkLst>
          <pc:docMk/>
          <pc:sldMk cId="0" sldId="361"/>
        </pc:sldMkLst>
        <pc:inkChg chg="add">
          <ac:chgData name="Ahamed, Md Maruf [E CPE]" userId="6f647de5-aeca-43cd-b76c-e84c6089bcf4" providerId="ADAL" clId="{6095F42C-9AD6-40B3-9BEA-A89DB28ED079}" dt="2022-04-08T22:11:23.428" v="142"/>
          <ac:inkMkLst>
            <pc:docMk/>
            <pc:sldMk cId="0" sldId="361"/>
            <ac:inkMk id="2" creationId="{3BC7696D-04C9-4871-850E-E07F4F3BF634}"/>
          </ac:inkMkLst>
        </pc:inkChg>
        <pc:inkChg chg="del">
          <ac:chgData name="Ahamed, Md Maruf [E CPE]" userId="6f647de5-aeca-43cd-b76c-e84c6089bcf4" providerId="ADAL" clId="{6095F42C-9AD6-40B3-9BEA-A89DB28ED079}" dt="2022-04-07T20:59:14.658" v="4" actId="478"/>
          <ac:inkMkLst>
            <pc:docMk/>
            <pc:sldMk cId="0" sldId="361"/>
            <ac:inkMk id="2" creationId="{4ACFD3C9-154A-401B-B04D-1CA2C23A094D}"/>
          </ac:inkMkLst>
        </pc:inkChg>
      </pc:sldChg>
      <pc:sldChg chg="delSp">
        <pc:chgData name="Ahamed, Md Maruf [E CPE]" userId="6f647de5-aeca-43cd-b76c-e84c6089bcf4" providerId="ADAL" clId="{6095F42C-9AD6-40B3-9BEA-A89DB28ED079}" dt="2022-04-07T21:00:15.482" v="20" actId="478"/>
        <pc:sldMkLst>
          <pc:docMk/>
          <pc:sldMk cId="0" sldId="364"/>
        </pc:sldMkLst>
        <pc:inkChg chg="del">
          <ac:chgData name="Ahamed, Md Maruf [E CPE]" userId="6f647de5-aeca-43cd-b76c-e84c6089bcf4" providerId="ADAL" clId="{6095F42C-9AD6-40B3-9BEA-A89DB28ED079}" dt="2022-04-07T21:00:15.482" v="20" actId="478"/>
          <ac:inkMkLst>
            <pc:docMk/>
            <pc:sldMk cId="0" sldId="364"/>
            <ac:inkMk id="2" creationId="{6DC6804A-0BF2-42F0-9FB2-337B57C17C04}"/>
          </ac:inkMkLst>
        </pc:inkChg>
      </pc:sldChg>
      <pc:sldChg chg="delSp">
        <pc:chgData name="Ahamed, Md Maruf [E CPE]" userId="6f647de5-aeca-43cd-b76c-e84c6089bcf4" providerId="ADAL" clId="{6095F42C-9AD6-40B3-9BEA-A89DB28ED079}" dt="2022-04-07T20:59:21.434" v="6" actId="478"/>
        <pc:sldMkLst>
          <pc:docMk/>
          <pc:sldMk cId="0" sldId="368"/>
        </pc:sldMkLst>
        <pc:inkChg chg="del">
          <ac:chgData name="Ahamed, Md Maruf [E CPE]" userId="6f647de5-aeca-43cd-b76c-e84c6089bcf4" providerId="ADAL" clId="{6095F42C-9AD6-40B3-9BEA-A89DB28ED079}" dt="2022-04-07T20:59:21.434" v="6" actId="478"/>
          <ac:inkMkLst>
            <pc:docMk/>
            <pc:sldMk cId="0" sldId="368"/>
            <ac:inkMk id="2" creationId="{CFE4FE9A-E1CC-4120-83B3-09D67B282D10}"/>
          </ac:inkMkLst>
        </pc:inkChg>
      </pc:sldChg>
      <pc:sldChg chg="del">
        <pc:chgData name="Ahamed, Md Maruf [E CPE]" userId="6f647de5-aeca-43cd-b76c-e84c6089bcf4" providerId="ADAL" clId="{6095F42C-9AD6-40B3-9BEA-A89DB28ED079}" dt="2022-04-07T20:59:32.603" v="7" actId="2696"/>
        <pc:sldMkLst>
          <pc:docMk/>
          <pc:sldMk cId="0" sldId="370"/>
        </pc:sldMkLst>
      </pc:sldChg>
      <pc:sldChg chg="del">
        <pc:chgData name="Ahamed, Md Maruf [E CPE]" userId="6f647de5-aeca-43cd-b76c-e84c6089bcf4" providerId="ADAL" clId="{6095F42C-9AD6-40B3-9BEA-A89DB28ED079}" dt="2022-04-07T21:01:02.762" v="23" actId="2696"/>
        <pc:sldMkLst>
          <pc:docMk/>
          <pc:sldMk cId="0" sldId="378"/>
        </pc:sldMkLst>
      </pc:sldChg>
      <pc:sldChg chg="delSp">
        <pc:chgData name="Ahamed, Md Maruf [E CPE]" userId="6f647de5-aeca-43cd-b76c-e84c6089bcf4" providerId="ADAL" clId="{6095F42C-9AD6-40B3-9BEA-A89DB28ED079}" dt="2022-04-07T21:00:30.809" v="22" actId="478"/>
        <pc:sldMkLst>
          <pc:docMk/>
          <pc:sldMk cId="0" sldId="380"/>
        </pc:sldMkLst>
        <pc:inkChg chg="del">
          <ac:chgData name="Ahamed, Md Maruf [E CPE]" userId="6f647de5-aeca-43cd-b76c-e84c6089bcf4" providerId="ADAL" clId="{6095F42C-9AD6-40B3-9BEA-A89DB28ED079}" dt="2022-04-07T21:00:30.809" v="22" actId="478"/>
          <ac:inkMkLst>
            <pc:docMk/>
            <pc:sldMk cId="0" sldId="380"/>
            <ac:inkMk id="2" creationId="{D6D51A5E-E094-486B-BA10-BEEB6BA45BF4}"/>
          </ac:inkMkLst>
        </pc:inkChg>
      </pc:sldChg>
      <pc:sldChg chg="addSp delSp modSp">
        <pc:chgData name="Ahamed, Md Maruf [E CPE]" userId="6f647de5-aeca-43cd-b76c-e84c6089bcf4" providerId="ADAL" clId="{6095F42C-9AD6-40B3-9BEA-A89DB28ED079}" dt="2022-04-08T22:11:23.428" v="142"/>
        <pc:sldMkLst>
          <pc:docMk/>
          <pc:sldMk cId="0" sldId="384"/>
        </pc:sldMkLst>
        <pc:spChg chg="mod">
          <ac:chgData name="Ahamed, Md Maruf [E CPE]" userId="6f647de5-aeca-43cd-b76c-e84c6089bcf4" providerId="ADAL" clId="{6095F42C-9AD6-40B3-9BEA-A89DB28ED079}" dt="2022-04-07T20:59:47.311" v="16" actId="1076"/>
          <ac:spMkLst>
            <pc:docMk/>
            <pc:sldMk cId="0" sldId="384"/>
            <ac:spMk id="294986" creationId="{352EAB4E-7111-4181-827D-1AD441A4C31E}"/>
          </ac:spMkLst>
        </pc:spChg>
        <pc:graphicFrameChg chg="mod">
          <ac:chgData name="Ahamed, Md Maruf [E CPE]" userId="6f647de5-aeca-43cd-b76c-e84c6089bcf4" providerId="ADAL" clId="{6095F42C-9AD6-40B3-9BEA-A89DB28ED079}" dt="2022-04-08T16:41:10.008" v="121" actId="1037"/>
          <ac:graphicFrameMkLst>
            <pc:docMk/>
            <pc:sldMk cId="0" sldId="384"/>
            <ac:graphicFrameMk id="106" creationId="{A340E021-C710-4342-846E-A5E0C132AB85}"/>
          </ac:graphicFrameMkLst>
        </pc:graphicFrameChg>
        <pc:inkChg chg="add">
          <ac:chgData name="Ahamed, Md Maruf [E CPE]" userId="6f647de5-aeca-43cd-b76c-e84c6089bcf4" providerId="ADAL" clId="{6095F42C-9AD6-40B3-9BEA-A89DB28ED079}" dt="2022-04-08T22:11:23.428" v="142"/>
          <ac:inkMkLst>
            <pc:docMk/>
            <pc:sldMk cId="0" sldId="384"/>
            <ac:inkMk id="2" creationId="{376AB75F-B39B-4DC5-8D5B-EAC85A12FA5E}"/>
          </ac:inkMkLst>
        </pc:inkChg>
        <pc:inkChg chg="del">
          <ac:chgData name="Ahamed, Md Maruf [E CPE]" userId="6f647de5-aeca-43cd-b76c-e84c6089bcf4" providerId="ADAL" clId="{6095F42C-9AD6-40B3-9BEA-A89DB28ED079}" dt="2022-04-07T20:59:38.395" v="8" actId="478"/>
          <ac:inkMkLst>
            <pc:docMk/>
            <pc:sldMk cId="0" sldId="384"/>
            <ac:inkMk id="2" creationId="{7DB99410-BBC7-4449-A718-78C169EB7142}"/>
          </ac:inkMkLst>
        </pc:inkChg>
      </pc:sldChg>
      <pc:sldChg chg="addSp">
        <pc:chgData name="Ahamed, Md Maruf [E CPE]" userId="6f647de5-aeca-43cd-b76c-e84c6089bcf4" providerId="ADAL" clId="{6095F42C-9AD6-40B3-9BEA-A89DB28ED079}" dt="2022-04-08T22:11:23.428" v="142"/>
        <pc:sldMkLst>
          <pc:docMk/>
          <pc:sldMk cId="0" sldId="388"/>
        </pc:sldMkLst>
        <pc:inkChg chg="add">
          <ac:chgData name="Ahamed, Md Maruf [E CPE]" userId="6f647de5-aeca-43cd-b76c-e84c6089bcf4" providerId="ADAL" clId="{6095F42C-9AD6-40B3-9BEA-A89DB28ED079}" dt="2022-04-08T22:11:23.428" v="142"/>
          <ac:inkMkLst>
            <pc:docMk/>
            <pc:sldMk cId="0" sldId="388"/>
            <ac:inkMk id="3" creationId="{ED9506F7-DD59-4782-9014-9DD967DE6B65}"/>
          </ac:inkMkLst>
        </pc:inkChg>
      </pc:sldChg>
      <pc:sldChg chg="delSp">
        <pc:chgData name="Ahamed, Md Maruf [E CPE]" userId="6f647de5-aeca-43cd-b76c-e84c6089bcf4" providerId="ADAL" clId="{6095F42C-9AD6-40B3-9BEA-A89DB28ED079}" dt="2022-04-07T21:01:29.667" v="28" actId="478"/>
        <pc:sldMkLst>
          <pc:docMk/>
          <pc:sldMk cId="0" sldId="395"/>
        </pc:sldMkLst>
        <pc:inkChg chg="del">
          <ac:chgData name="Ahamed, Md Maruf [E CPE]" userId="6f647de5-aeca-43cd-b76c-e84c6089bcf4" providerId="ADAL" clId="{6095F42C-9AD6-40B3-9BEA-A89DB28ED079}" dt="2022-04-07T21:01:29.667" v="28" actId="478"/>
          <ac:inkMkLst>
            <pc:docMk/>
            <pc:sldMk cId="0" sldId="395"/>
            <ac:inkMk id="2" creationId="{F9801718-1247-4815-9CB0-B2B8353700C5}"/>
          </ac:inkMkLst>
        </pc:inkChg>
      </pc:sldChg>
      <pc:sldChg chg="addSp">
        <pc:chgData name="Ahamed, Md Maruf [E CPE]" userId="6f647de5-aeca-43cd-b76c-e84c6089bcf4" providerId="ADAL" clId="{6095F42C-9AD6-40B3-9BEA-A89DB28ED079}" dt="2022-04-08T22:11:23.428" v="142"/>
        <pc:sldMkLst>
          <pc:docMk/>
          <pc:sldMk cId="0" sldId="397"/>
        </pc:sldMkLst>
        <pc:inkChg chg="add">
          <ac:chgData name="Ahamed, Md Maruf [E CPE]" userId="6f647de5-aeca-43cd-b76c-e84c6089bcf4" providerId="ADAL" clId="{6095F42C-9AD6-40B3-9BEA-A89DB28ED079}" dt="2022-04-08T22:11:23.428" v="142"/>
          <ac:inkMkLst>
            <pc:docMk/>
            <pc:sldMk cId="0" sldId="397"/>
            <ac:inkMk id="2" creationId="{4112AF76-CB26-4986-9465-2FC7A1267ECA}"/>
          </ac:inkMkLst>
        </pc:inkChg>
      </pc:sldChg>
      <pc:sldChg chg="addSp delSp">
        <pc:chgData name="Ahamed, Md Maruf [E CPE]" userId="6f647de5-aeca-43cd-b76c-e84c6089bcf4" providerId="ADAL" clId="{6095F42C-9AD6-40B3-9BEA-A89DB28ED079}" dt="2022-04-08T22:11:23.428" v="142"/>
        <pc:sldMkLst>
          <pc:docMk/>
          <pc:sldMk cId="0" sldId="398"/>
        </pc:sldMkLst>
        <pc:grpChg chg="add">
          <ac:chgData name="Ahamed, Md Maruf [E CPE]" userId="6f647de5-aeca-43cd-b76c-e84c6089bcf4" providerId="ADAL" clId="{6095F42C-9AD6-40B3-9BEA-A89DB28ED079}" dt="2022-04-08T20:38:46.613" v="135"/>
          <ac:grpSpMkLst>
            <pc:docMk/>
            <pc:sldMk cId="0" sldId="398"/>
            <ac:grpSpMk id="107" creationId="{66CC2745-2069-43EB-B844-5E626E88A5E8}"/>
          </ac:grpSpMkLst>
        </pc:grpChg>
        <pc:grpChg chg="del">
          <ac:chgData name="Ahamed, Md Maruf [E CPE]" userId="6f647de5-aeca-43cd-b76c-e84c6089bcf4" providerId="ADAL" clId="{6095F42C-9AD6-40B3-9BEA-A89DB28ED079}" dt="2022-04-08T20:38:45.287" v="134" actId="478"/>
          <ac:grpSpMkLst>
            <pc:docMk/>
            <pc:sldMk cId="0" sldId="398"/>
            <ac:grpSpMk id="377857" creationId="{4CA29D28-8E05-4541-AB66-BCA5A60901B7}"/>
          </ac:grpSpMkLst>
        </pc:grpChg>
        <pc:inkChg chg="del">
          <ac:chgData name="Ahamed, Md Maruf [E CPE]" userId="6f647de5-aeca-43cd-b76c-e84c6089bcf4" providerId="ADAL" clId="{6095F42C-9AD6-40B3-9BEA-A89DB28ED079}" dt="2022-04-07T21:01:41.034" v="29" actId="478"/>
          <ac:inkMkLst>
            <pc:docMk/>
            <pc:sldMk cId="0" sldId="398"/>
            <ac:inkMk id="2" creationId="{42EFA85A-E4D0-477D-AF33-C04C4C1F606F}"/>
          </ac:inkMkLst>
        </pc:inkChg>
        <pc:inkChg chg="add">
          <ac:chgData name="Ahamed, Md Maruf [E CPE]" userId="6f647de5-aeca-43cd-b76c-e84c6089bcf4" providerId="ADAL" clId="{6095F42C-9AD6-40B3-9BEA-A89DB28ED079}" dt="2022-04-08T22:11:23.428" v="142"/>
          <ac:inkMkLst>
            <pc:docMk/>
            <pc:sldMk cId="0" sldId="398"/>
            <ac:inkMk id="2" creationId="{585F606F-75B5-4176-9E7E-5904E98CD4DC}"/>
          </ac:inkMkLst>
        </pc:inkChg>
      </pc:sldChg>
      <pc:sldChg chg="addSp delSp">
        <pc:chgData name="Ahamed, Md Maruf [E CPE]" userId="6f647de5-aeca-43cd-b76c-e84c6089bcf4" providerId="ADAL" clId="{6095F42C-9AD6-40B3-9BEA-A89DB28ED079}" dt="2022-04-08T22:11:23.428" v="142"/>
        <pc:sldMkLst>
          <pc:docMk/>
          <pc:sldMk cId="0" sldId="400"/>
        </pc:sldMkLst>
        <pc:grpChg chg="add">
          <ac:chgData name="Ahamed, Md Maruf [E CPE]" userId="6f647de5-aeca-43cd-b76c-e84c6089bcf4" providerId="ADAL" clId="{6095F42C-9AD6-40B3-9BEA-A89DB28ED079}" dt="2022-04-08T20:41:08.772" v="137"/>
          <ac:grpSpMkLst>
            <pc:docMk/>
            <pc:sldMk cId="0" sldId="400"/>
            <ac:grpSpMk id="107" creationId="{3D54ABA8-1FCC-4F3C-A942-E3CBCC55263C}"/>
          </ac:grpSpMkLst>
        </pc:grpChg>
        <pc:grpChg chg="del">
          <ac:chgData name="Ahamed, Md Maruf [E CPE]" userId="6f647de5-aeca-43cd-b76c-e84c6089bcf4" providerId="ADAL" clId="{6095F42C-9AD6-40B3-9BEA-A89DB28ED079}" dt="2022-04-08T20:41:04.060" v="136" actId="478"/>
          <ac:grpSpMkLst>
            <pc:docMk/>
            <pc:sldMk cId="0" sldId="400"/>
            <ac:grpSpMk id="386049" creationId="{7B458BA5-740C-45DF-BC8F-714EFBAD81D0}"/>
          </ac:grpSpMkLst>
        </pc:grpChg>
        <pc:inkChg chg="del">
          <ac:chgData name="Ahamed, Md Maruf [E CPE]" userId="6f647de5-aeca-43cd-b76c-e84c6089bcf4" providerId="ADAL" clId="{6095F42C-9AD6-40B3-9BEA-A89DB28ED079}" dt="2022-04-07T21:01:46.600" v="30" actId="478"/>
          <ac:inkMkLst>
            <pc:docMk/>
            <pc:sldMk cId="0" sldId="400"/>
            <ac:inkMk id="2" creationId="{D8ACAEBB-4FA9-4B8B-89FB-72633A992709}"/>
          </ac:inkMkLst>
        </pc:inkChg>
        <pc:inkChg chg="add">
          <ac:chgData name="Ahamed, Md Maruf [E CPE]" userId="6f647de5-aeca-43cd-b76c-e84c6089bcf4" providerId="ADAL" clId="{6095F42C-9AD6-40B3-9BEA-A89DB28ED079}" dt="2022-04-08T22:11:23.428" v="142"/>
          <ac:inkMkLst>
            <pc:docMk/>
            <pc:sldMk cId="0" sldId="400"/>
            <ac:inkMk id="2" creationId="{FB272997-FD5F-46AC-805C-3D1FC5E2E51F}"/>
          </ac:inkMkLst>
        </pc:inkChg>
      </pc:sldChg>
      <pc:sldChg chg="del">
        <pc:chgData name="Ahamed, Md Maruf [E CPE]" userId="6f647de5-aeca-43cd-b76c-e84c6089bcf4" providerId="ADAL" clId="{6095F42C-9AD6-40B3-9BEA-A89DB28ED079}" dt="2022-04-07T21:02:02.189" v="31" actId="2696"/>
        <pc:sldMkLst>
          <pc:docMk/>
          <pc:sldMk cId="0" sldId="481"/>
        </pc:sldMkLst>
      </pc:sldChg>
      <pc:sldChg chg="addSp">
        <pc:chgData name="Ahamed, Md Maruf [E CPE]" userId="6f647de5-aeca-43cd-b76c-e84c6089bcf4" providerId="ADAL" clId="{6095F42C-9AD6-40B3-9BEA-A89DB28ED079}" dt="2022-04-08T22:11:23.428" v="142"/>
        <pc:sldMkLst>
          <pc:docMk/>
          <pc:sldMk cId="0" sldId="519"/>
        </pc:sldMkLst>
        <pc:inkChg chg="add">
          <ac:chgData name="Ahamed, Md Maruf [E CPE]" userId="6f647de5-aeca-43cd-b76c-e84c6089bcf4" providerId="ADAL" clId="{6095F42C-9AD6-40B3-9BEA-A89DB28ED079}" dt="2022-04-08T22:11:23.428" v="142"/>
          <ac:inkMkLst>
            <pc:docMk/>
            <pc:sldMk cId="0" sldId="519"/>
            <ac:inkMk id="2" creationId="{B511193A-CA9C-4791-93F9-FA7084254B56}"/>
          </ac:inkMkLst>
        </pc:inkChg>
      </pc:sldChg>
      <pc:sldChg chg="addSp delSp">
        <pc:chgData name="Ahamed, Md Maruf [E CPE]" userId="6f647de5-aeca-43cd-b76c-e84c6089bcf4" providerId="ADAL" clId="{6095F42C-9AD6-40B3-9BEA-A89DB28ED079}" dt="2022-04-07T21:00:09.237" v="19" actId="478"/>
        <pc:sldMkLst>
          <pc:docMk/>
          <pc:sldMk cId="0" sldId="573"/>
        </pc:sldMkLst>
        <pc:inkChg chg="add del">
          <ac:chgData name="Ahamed, Md Maruf [E CPE]" userId="6f647de5-aeca-43cd-b76c-e84c6089bcf4" providerId="ADAL" clId="{6095F42C-9AD6-40B3-9BEA-A89DB28ED079}" dt="2022-04-07T21:00:09.237" v="19" actId="478"/>
          <ac:inkMkLst>
            <pc:docMk/>
            <pc:sldMk cId="0" sldId="573"/>
            <ac:inkMk id="2" creationId="{2D69C9F6-1355-47B4-8F1A-C25F740F997E}"/>
          </ac:inkMkLst>
        </pc:inkChg>
      </pc:sldChg>
      <pc:sldChg chg="del">
        <pc:chgData name="Ahamed, Md Maruf [E CPE]" userId="6f647de5-aeca-43cd-b76c-e84c6089bcf4" providerId="ADAL" clId="{6095F42C-9AD6-40B3-9BEA-A89DB28ED079}" dt="2022-04-08T16:53:53.259" v="122" actId="2696"/>
        <pc:sldMkLst>
          <pc:docMk/>
          <pc:sldMk cId="0" sldId="574"/>
        </pc:sldMkLst>
      </pc:sldChg>
      <pc:sldChg chg="addSp">
        <pc:chgData name="Ahamed, Md Maruf [E CPE]" userId="6f647de5-aeca-43cd-b76c-e84c6089bcf4" providerId="ADAL" clId="{6095F42C-9AD6-40B3-9BEA-A89DB28ED079}" dt="2022-04-08T22:11:23.428" v="142"/>
        <pc:sldMkLst>
          <pc:docMk/>
          <pc:sldMk cId="0" sldId="577"/>
        </pc:sldMkLst>
        <pc:inkChg chg="add">
          <ac:chgData name="Ahamed, Md Maruf [E CPE]" userId="6f647de5-aeca-43cd-b76c-e84c6089bcf4" providerId="ADAL" clId="{6095F42C-9AD6-40B3-9BEA-A89DB28ED079}" dt="2022-04-08T22:11:23.428" v="142"/>
          <ac:inkMkLst>
            <pc:docMk/>
            <pc:sldMk cId="0" sldId="577"/>
            <ac:inkMk id="2" creationId="{3CB43E9E-21A4-475E-BF3A-7FD8784521B5}"/>
          </ac:inkMkLst>
        </pc:inkChg>
      </pc:sldChg>
      <pc:sldChg chg="delSp">
        <pc:chgData name="Ahamed, Md Maruf [E CPE]" userId="6f647de5-aeca-43cd-b76c-e84c6089bcf4" providerId="ADAL" clId="{6095F42C-9AD6-40B3-9BEA-A89DB28ED079}" dt="2022-04-07T21:04:16.083" v="33" actId="478"/>
        <pc:sldMkLst>
          <pc:docMk/>
          <pc:sldMk cId="0" sldId="583"/>
        </pc:sldMkLst>
        <pc:inkChg chg="del">
          <ac:chgData name="Ahamed, Md Maruf [E CPE]" userId="6f647de5-aeca-43cd-b76c-e84c6089bcf4" providerId="ADAL" clId="{6095F42C-9AD6-40B3-9BEA-A89DB28ED079}" dt="2022-04-07T21:04:16.083" v="33" actId="478"/>
          <ac:inkMkLst>
            <pc:docMk/>
            <pc:sldMk cId="0" sldId="583"/>
            <ac:inkMk id="2" creationId="{2D4DF1B3-84AA-4F12-9D00-F2649DC2E912}"/>
          </ac:inkMkLst>
        </pc:inkChg>
      </pc:sldChg>
      <pc:sldChg chg="delSp del">
        <pc:chgData name="Ahamed, Md Maruf [E CPE]" userId="6f647de5-aeca-43cd-b76c-e84c6089bcf4" providerId="ADAL" clId="{6095F42C-9AD6-40B3-9BEA-A89DB28ED079}" dt="2022-04-08T16:53:57.093" v="123" actId="2696"/>
        <pc:sldMkLst>
          <pc:docMk/>
          <pc:sldMk cId="0" sldId="584"/>
        </pc:sldMkLst>
        <pc:inkChg chg="del">
          <ac:chgData name="Ahamed, Md Maruf [E CPE]" userId="6f647de5-aeca-43cd-b76c-e84c6089bcf4" providerId="ADAL" clId="{6095F42C-9AD6-40B3-9BEA-A89DB28ED079}" dt="2022-04-07T21:03:58.139" v="32" actId="478"/>
          <ac:inkMkLst>
            <pc:docMk/>
            <pc:sldMk cId="0" sldId="584"/>
            <ac:inkMk id="2" creationId="{01911BBA-E362-4A7F-B55C-D2DA042EAAE7}"/>
          </ac:inkMkLst>
        </pc:inkChg>
      </pc:sldChg>
      <pc:sldChg chg="del">
        <pc:chgData name="Ahamed, Md Maruf [E CPE]" userId="6f647de5-aeca-43cd-b76c-e84c6089bcf4" providerId="ADAL" clId="{6095F42C-9AD6-40B3-9BEA-A89DB28ED079}" dt="2022-04-08T16:53:58.752" v="124" actId="2696"/>
        <pc:sldMkLst>
          <pc:docMk/>
          <pc:sldMk cId="0" sldId="588"/>
        </pc:sldMkLst>
      </pc:sldChg>
      <pc:sldChg chg="add del">
        <pc:chgData name="Ahamed, Md Maruf [E CPE]" userId="6f647de5-aeca-43cd-b76c-e84c6089bcf4" providerId="ADAL" clId="{6095F42C-9AD6-40B3-9BEA-A89DB28ED079}" dt="2022-04-08T16:54:13.903" v="129" actId="2696"/>
        <pc:sldMkLst>
          <pc:docMk/>
          <pc:sldMk cId="0" sldId="615"/>
        </pc:sldMkLst>
      </pc:sldChg>
      <pc:sldChg chg="del">
        <pc:chgData name="Ahamed, Md Maruf [E CPE]" userId="6f647de5-aeca-43cd-b76c-e84c6089bcf4" providerId="ADAL" clId="{6095F42C-9AD6-40B3-9BEA-A89DB28ED079}" dt="2022-04-08T16:54:04.742" v="127" actId="2696"/>
        <pc:sldMkLst>
          <pc:docMk/>
          <pc:sldMk cId="0" sldId="616"/>
        </pc:sldMkLst>
      </pc:sldChg>
      <pc:sldChg chg="del">
        <pc:chgData name="Ahamed, Md Maruf [E CPE]" userId="6f647de5-aeca-43cd-b76c-e84c6089bcf4" providerId="ADAL" clId="{6095F42C-9AD6-40B3-9BEA-A89DB28ED079}" dt="2022-04-08T16:54:01.036" v="125" actId="2696"/>
        <pc:sldMkLst>
          <pc:docMk/>
          <pc:sldMk cId="0" sldId="617"/>
        </pc:sldMkLst>
      </pc:sldChg>
      <pc:sldChg chg="del">
        <pc:chgData name="Ahamed, Md Maruf [E CPE]" userId="6f647de5-aeca-43cd-b76c-e84c6089bcf4" providerId="ADAL" clId="{6095F42C-9AD6-40B3-9BEA-A89DB28ED079}" dt="2022-04-08T16:54:02.718" v="126" actId="2696"/>
        <pc:sldMkLst>
          <pc:docMk/>
          <pc:sldMk cId="0" sldId="620"/>
        </pc:sldMkLst>
      </pc:sldChg>
      <pc:sldChg chg="modSp">
        <pc:chgData name="Ahamed, Md Maruf [E CPE]" userId="6f647de5-aeca-43cd-b76c-e84c6089bcf4" providerId="ADAL" clId="{6095F42C-9AD6-40B3-9BEA-A89DB28ED079}" dt="2022-04-07T20:57:52.747" v="3" actId="6549"/>
        <pc:sldMkLst>
          <pc:docMk/>
          <pc:sldMk cId="1865281566" sldId="774"/>
        </pc:sldMkLst>
        <pc:spChg chg="mod">
          <ac:chgData name="Ahamed, Md Maruf [E CPE]" userId="6f647de5-aeca-43cd-b76c-e84c6089bcf4" providerId="ADAL" clId="{6095F42C-9AD6-40B3-9BEA-A89DB28ED079}" dt="2022-04-07T20:57:52.747" v="3" actId="6549"/>
          <ac:spMkLst>
            <pc:docMk/>
            <pc:sldMk cId="1865281566" sldId="774"/>
            <ac:spMk id="207875" creationId="{D583FDE5-0A59-BD41-A182-AC71C16B0812}"/>
          </ac:spMkLst>
        </pc:spChg>
      </pc:sldChg>
      <pc:sldChg chg="addSp">
        <pc:chgData name="Ahamed, Md Maruf [E CPE]" userId="6f647de5-aeca-43cd-b76c-e84c6089bcf4" providerId="ADAL" clId="{6095F42C-9AD6-40B3-9BEA-A89DB28ED079}" dt="2022-04-08T22:11:23.428" v="142"/>
        <pc:sldMkLst>
          <pc:docMk/>
          <pc:sldMk cId="0" sldId="2150"/>
        </pc:sldMkLst>
        <pc:inkChg chg="add">
          <ac:chgData name="Ahamed, Md Maruf [E CPE]" userId="6f647de5-aeca-43cd-b76c-e84c6089bcf4" providerId="ADAL" clId="{6095F42C-9AD6-40B3-9BEA-A89DB28ED079}" dt="2022-04-08T22:11:23.428" v="142"/>
          <ac:inkMkLst>
            <pc:docMk/>
            <pc:sldMk cId="0" sldId="2150"/>
            <ac:inkMk id="2" creationId="{846A9675-1368-40AD-80FF-3D132B2DDF2D}"/>
          </ac:inkMkLst>
        </pc:inkChg>
      </pc:sldChg>
      <pc:sldChg chg="addSp delSp modSp add">
        <pc:chgData name="Ahamed, Md Maruf [E CPE]" userId="6f647de5-aeca-43cd-b76c-e84c6089bcf4" providerId="ADAL" clId="{6095F42C-9AD6-40B3-9BEA-A89DB28ED079}" dt="2022-04-08T22:11:23.428" v="142"/>
        <pc:sldMkLst>
          <pc:docMk/>
          <pc:sldMk cId="2067744010" sldId="2153"/>
        </pc:sldMkLst>
        <pc:spChg chg="add mod">
          <ac:chgData name="Ahamed, Md Maruf [E CPE]" userId="6f647de5-aeca-43cd-b76c-e84c6089bcf4" providerId="ADAL" clId="{6095F42C-9AD6-40B3-9BEA-A89DB28ED079}" dt="2022-04-08T20:42:53.970" v="140" actId="113"/>
          <ac:spMkLst>
            <pc:docMk/>
            <pc:sldMk cId="2067744010" sldId="2153"/>
            <ac:spMk id="3" creationId="{8C2E00B8-C4C4-49FE-B289-9BE6D7993676}"/>
          </ac:spMkLst>
        </pc:spChg>
        <pc:spChg chg="add del mod">
          <ac:chgData name="Ahamed, Md Maruf [E CPE]" userId="6f647de5-aeca-43cd-b76c-e84c6089bcf4" providerId="ADAL" clId="{6095F42C-9AD6-40B3-9BEA-A89DB28ED079}" dt="2022-04-08T16:17:59.855" v="72" actId="478"/>
          <ac:spMkLst>
            <pc:docMk/>
            <pc:sldMk cId="2067744010" sldId="2153"/>
            <ac:spMk id="4" creationId="{DB604A1C-B21B-4B9A-BAD6-861B1F41A557}"/>
          </ac:spMkLst>
        </pc:spChg>
        <pc:inkChg chg="add">
          <ac:chgData name="Ahamed, Md Maruf [E CPE]" userId="6f647de5-aeca-43cd-b76c-e84c6089bcf4" providerId="ADAL" clId="{6095F42C-9AD6-40B3-9BEA-A89DB28ED079}" dt="2022-04-08T22:11:23.428" v="142"/>
          <ac:inkMkLst>
            <pc:docMk/>
            <pc:sldMk cId="2067744010" sldId="2153"/>
            <ac:inkMk id="4" creationId="{5D6C39D0-81CA-4113-8CB0-935A1C6E0C6F}"/>
          </ac:inkMkLst>
        </pc:inkChg>
      </pc:sldChg>
      <pc:sldChg chg="addSp delSp">
        <pc:chgData name="Ahamed, Md Maruf [E CPE]" userId="6f647de5-aeca-43cd-b76c-e84c6089bcf4" providerId="ADAL" clId="{6095F42C-9AD6-40B3-9BEA-A89DB28ED079}" dt="2022-04-08T22:11:23.428" v="142"/>
        <pc:sldMkLst>
          <pc:docMk/>
          <pc:sldMk cId="0" sldId="2154"/>
        </pc:sldMkLst>
        <pc:inkChg chg="del">
          <ac:chgData name="Ahamed, Md Maruf [E CPE]" userId="6f647de5-aeca-43cd-b76c-e84c6089bcf4" providerId="ADAL" clId="{6095F42C-9AD6-40B3-9BEA-A89DB28ED079}" dt="2022-04-08T16:23:41.594" v="92" actId="478"/>
          <ac:inkMkLst>
            <pc:docMk/>
            <pc:sldMk cId="0" sldId="2154"/>
            <ac:inkMk id="3" creationId="{7F920D29-C24C-4B27-B2E5-D9BC576CD57C}"/>
          </ac:inkMkLst>
        </pc:inkChg>
        <pc:inkChg chg="add">
          <ac:chgData name="Ahamed, Md Maruf [E CPE]" userId="6f647de5-aeca-43cd-b76c-e84c6089bcf4" providerId="ADAL" clId="{6095F42C-9AD6-40B3-9BEA-A89DB28ED079}" dt="2022-04-08T22:11:23.428" v="142"/>
          <ac:inkMkLst>
            <pc:docMk/>
            <pc:sldMk cId="0" sldId="2154"/>
            <ac:inkMk id="3" creationId="{BF063C06-FB36-4A43-B7A7-DC503997CFF2}"/>
          </ac:inkMkLst>
        </pc:inkChg>
      </pc:sldChg>
    </pc:docChg>
  </pc:docChgLst>
  <pc:docChgLst>
    <pc:chgData name="Md Maruf Ahamed" userId="6f647de5-aeca-43cd-b76c-e84c6089bcf4" providerId="ADAL" clId="{253453E0-2887-4C8D-B97F-BBA4D13D9AD8}"/>
  </pc:docChgLst>
  <pc:docChgLst>
    <pc:chgData name="Ahamed, Md Maruf [E CPE]" userId="6f647de5-aeca-43cd-b76c-e84c6089bcf4" providerId="ADAL" clId="{82AD8304-1107-457F-B1AD-2304496650E2}"/>
  </pc:docChgLst>
</pc:chgInfo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2">
            <a:extLst>
              <a:ext uri="{FF2B5EF4-FFF2-40B4-BE49-F238E27FC236}">
                <a16:creationId xmlns:a16="http://schemas.microsoft.com/office/drawing/2014/main" id="{F16A246E-1165-E245-A7EB-0772963E03CB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7283" name="Rectangle 3">
            <a:extLst>
              <a:ext uri="{FF2B5EF4-FFF2-40B4-BE49-F238E27FC236}">
                <a16:creationId xmlns:a16="http://schemas.microsoft.com/office/drawing/2014/main" id="{2440F699-AA4E-4A4F-915B-4E190BCFD039}"/>
              </a:ext>
            </a:extLst>
          </p:cNvPr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884613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7284" name="Rectangle 4">
            <a:extLst>
              <a:ext uri="{FF2B5EF4-FFF2-40B4-BE49-F238E27FC236}">
                <a16:creationId xmlns:a16="http://schemas.microsoft.com/office/drawing/2014/main" id="{EA62CF11-F0EA-0848-BA90-DDCC4F4E76E9}"/>
              </a:ext>
            </a:extLst>
          </p:cNvPr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7285" name="Rectangle 5">
            <a:extLst>
              <a:ext uri="{FF2B5EF4-FFF2-40B4-BE49-F238E27FC236}">
                <a16:creationId xmlns:a16="http://schemas.microsoft.com/office/drawing/2014/main" id="{ABB4707E-3172-FE4D-BE44-CD82F8236D0E}"/>
              </a:ext>
            </a:extLst>
          </p:cNvPr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ＭＳ Ｐゴシック" charset="-128"/>
              </a:defRPr>
            </a:lvl1pPr>
          </a:lstStyle>
          <a:p>
            <a:pPr>
              <a:defRPr/>
            </a:pPr>
            <a:fld id="{F85064E9-D108-4958-BC0A-32345D0A6B4B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04-05T22:09:13.486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22282 4985 1355 0,'0'0'28'0,"0"0"8"0,0 8-36 0,3 3 0 0,-3 2 0 0,0 0 0 31,0 3 71-31,0 2 7 0,0 1 2 0,0 5 0 0,0-3-32 0,-3 5-7 0,0-4-1 0,0 4 0 16,0-2-26-16,0 0-6 0,-3-1 0 0,3 1-8 16,1 0 8-16,-1 0-8 0,0 0 0 0,0 0 0 31,0-1 8-31,0 1-8 0,0-3 0 0,0 1 0 16,3-4 0-16,-3 1 0 0,0-4-12 0,3 1 3 0,-3-5 9 15,0 2 0-15,3-8 0 0,-3 3 0 0,0 0 49 0,3-8 12 0,0 0 3 0,0 0 0 16,0 0 0-16,0 0 0 0,0 0 0 0,-3-8 0 15,3-2-36-15,-3-3-8 0,3-3 0 16,0-3-1-16,0-2 1 0,0-3 0 0,3-5 0 0,0 3 0 16,0-4 2-16,0 4 1 0,3-3 0 0,0-3 0 15,0 3 2-15,0-5 1 16,0 2 0-16,-1 0 0 0,4 0 2 0,0-2 0 0,0 0 0 0,0 2 0 16,0 5-2-16,0 1 0 0,3 2 0 0,0 0 0 15,0 6-2-15,0 2-1 0,0 3 0 0,0-1 0 16,-1 1-12-16,4 3-3 0,-3-1 0 0,3 3 0 15,0 0-8-15,-3 6 0 0,3-1 0 0,0-2 8 16,-3 5-8-16,-4 0 0 0,4 5 0 0,-3-2 0 0,0 4-15 16,0 1 5-16,-3 0 1 0,0 3 0 31,-3 2-23-31,-3 0-4 0,0 3 0 0,-3 0-1 0,-3 3-8 0,0 2-2 0,-3 0 0 0,-3 0 0 16,-3 0 7-16,1 3 0 0,-4-3 1 0,-3 0 0 15,3 1 23-15,-3-4 4 0,0 1 0 0,-2-3 1 0,5-1 11 0,0-1 0 0,0-1 0 0,3 0 0 31,0-2 0-31,3-1 0 0,0 1 10 0,3-3-10 16,3 0 18-16,1 0-2 0,2 0-1 0,0-3 0 0,0 0 1 0,3-5 0 0,3 6 0 0,0-1 0 16,3 0 2-1,2-2 1-15,1-1 0 0,3-2 0 0,0 3-3 0,3-3-1 0,0 3 0 0,0-3 0 16,3 2-15-16,0-2 11 16,-1 0-11-16,4 3 10 0,-6-3-10 0,6 3 0 0,-3-1-12 0,0-2 12 15,3 0-125-15,-4 3-18 16,1-3-3-16</inkml:trace>
  <inkml:trace contextRef="#ctx0" brushRef="#br0" timeOffset="231.08">22765 5268 2062 0,'0'0'43'0,"0"0"10"0,-6 0-42 0,6 0-11 15,-3-2 0-15,3 2 0 0,0 0 105 0,0 0 19 16,0 0 4-16,0 0 1 0,0 0-52 0,0 0-10 0,0 0-3 0,0 0 0 15,0 0-51-15,0 5-13 0,0 3 0 0,0 0 0 16,0 2 54-16,0 1 8 0,0 2 2 0,0 3 0 16,0 0-52-16,-3 5-12 0,3 3 0 0,-3-6 0 15,3 6-12 1,-3-3-6-16,0 3-1 0,0 3 0 0,0-6 31 0,0 0 5 0,0 0 2 0,0-2 0 16,0-1-67-16,-3 1-12 0,3-3-4 0,0-3 0 15,0 3 28-15,0-3 6 16,0 0 1-16,-3 0 0 0,3-2-159 0,-3 0-31 0</inkml:trace>
  <inkml:trace contextRef="#ctx0" brushRef="#br0" timeOffset="1275.72">23277 5289 1576 0,'0'0'32'0,"0"0"9"0,0 0-33 0,0 0-8 0,0 0 0 0,0 0 0 15,2-2 89-15,4 2 16 0,0-3 3 0,0 3 1 16,3 0-37-16,0 0-7 0,0 0-1 0,3 0-1 31,3 0-20-31,0 0-4 0,0 0-1 0,3 0 0 0,2 0-6 0,1-3-2 0,3 3 0 0,3-2 0 16,3 2-3-16,2 0-1 0,1-3 0 0,3 3 0 15,-3-3-9-15,2 3-1 0,1 0-1 0,-3-2 0 16,-1 2-31-16,-2-3-7 0,0 1-1 0,3-1 0 16,-6 3 71-16,-1-3 13 0,4 3 4 0,-3 0 0 31,-3-2-52-31,-3 2-12 0,-1 0 0 0,1 0 0 0,-3 0 0 0,-6 0 0 0,3 0 0 15,-6 0 0-15,0 0-48 0,0 0-13 16,-3-6-3-16,0 6 0 0,-6 0 0 0,0 0 0 16,0 0 0-16,0 0 0 0,0 0 0 0,0 0 0 0,0 0 0 0</inkml:trace>
  <inkml:trace contextRef="#ctx0" brushRef="#br0" timeOffset="1717.09">23422 5543 1199 0,'0'0'24'0,"0"0"8"0,0 0-32 0,0 0 0 0,0 0 0 0,0 0 0 31,0 0 91-31,0 0 11 0,0 0 2 0,3 6 1 0,3-6 0 0,-3 2 0 0,3-2 0 0,3 3 0 16,0-3-18-16,0 0-4 0,3 0-1 0,0 0 0 16,0 0-14-16,3-3-4 0,2 1 0 0,1 2 0 15,0-3 0-15,3 0 0 0,3 1 0 0,0-1 0 16,-1 0-51-16,1-2-13 0,0 2 0 0,3-2 0 15,-6 3-9-15,3-4-5 0,-1 4-1 0,-2-1 0 16,3-2 24-16,-3 2 5 0,3-2 1 0,-1 2 0 16,-2 0-15-1,0 1 0-15,3-1 0 0,-3 1 0 0,-3-1-48 0,-3 0-13 0,-1 1-3 0,1 2 0 0,-6 0 52 16,3-3 12-16,-6 3 0 0,3 0 0 16,-3 0-54-1,0 3-8-15,-6-3-2 0,0 0 0 16,0 0-51-16,0 0-10 0,0 0-3 0,0 0 0 0,0 0-51 0,-3 5-10 0</inkml:trace>
  <inkml:trace contextRef="#ctx0" brushRef="#br0" timeOffset="2279.17">23440 5149 2032 0,'0'0'42'0,"0"-5"10"16,3 0-41-16,0-1-11 0,0 4 0 0,-3 2 0 15,0 0 78-15,0-6 14 0,0 6 2 0,0 0 1 16,0 0-60-16,0 0-12 0,0 0-3 0,0 0 0 0,0 0-20 0,0 0 0 0,3 6 0 16,0-1 0-16,-3 3 0 0,3 2 0 15,-3 1 0-15,-3 0 0 16,0 4-12-16,0-4 4 0,0 5 0 15,-6 0 0 1,3 0-21-16,-6 0-4 0,3-1-1 0,-5 1 0 0,2 3-18 0,-3-1-4 0,-3 1-1 16,0 2 0-16,3-2 9 15,0-1 3-15,0 6 0 0,1-6 0 16,-1-2 36-16,3 3 9 0,3-1 0 0,-3-2 0 0,3-3 0 0,3 3 0 0,3-2 8 16,0-1-8-16,0-3 26 0,6-2 1 0,-3 3 0 0,6-1 0 0,0-2-9 0,3 0-2 0,3-2 0 0,0 2 0 31,3-3 16-31,-1 0 4 0,4 0 0 0,3 1 0 0,0-4 6 0,0 1 2 0,3 0 0 0,-3-3 0 15,2 0-21-15,4 0-4 0,-3-3-1 0,3 3 0 32,-3-3-18-32,2 3 0 0,1 0-11 0,3-2 11 15,-6 2-85-15,2 0-11 0,1-3-1 0</inkml:trace>
  <inkml:trace contextRef="#ctx0" brushRef="#br0" timeOffset="3074.55">23976 5014 1538 0,'-6'-5'32'0,"0"2"8"0,0 1-32 0,6 2-8 0,-3 0 0 0,3 0 0 16,0 0 105-16,0 0 20 0,0 0 4 0,0 0 1 15,0 0-50-15,0 0-9 0,0 0-3 0,0 0 0 16,0 0-33-16,3 5-7 0,3 0-2 0,0 3 0 16,3 0-4-16,3 3-1 0,0 2 0 0,0 0 0 15,3 0-9-15,-1 1-1 0,4 1-1 0,0 1 0 16,0 3-10-16,0-3 0 0,0 2 0 0,0 1 8 0,-3-3-8 0,2-1 0 15,-2 1 0-15,0 0 0 16,-3-3 0-16,0 1 0 16,0-1 0-16,-3 0 0 0,0-2 10 0,-3 2 0 0,0 0 0 0,-3 0 0 15,0 1-10-15,0-1 0 0,-3 3 0 0,-3-3 0 16,0 3 0-16,0 0 0 0,-3 0 0 0,-3 0 0 0,3-1-18 0,-3-1-6 0,0 1 0 0,-3 1-1 16,0-2-11-1,-3-4-3-15,3 3 0 0,-6 1 0 16,4-4 39-16,-1 1 0 0,0-3 0 0,0 2 0 0,0-2 0 0,0-2 0 0,0 1 0 15,0 1 0-15,4-2 0 0,2-1 0 16,-3 0 0-16,3 1 0 0,3-1-63 0,0-2-5 0,0-1 0 16</inkml:trace>
  <inkml:trace contextRef="#ctx0" brushRef="#br0" timeOffset="4041.75">24690 5305 1824 0,'0'0'38'0,"-3"-5"8"0,3 5-37 0,0-3-9 0,0 3 0 0,0 0 0 16,0 0 53-16,-6-2 9 0,6 2 2 0,0 0 0 15,-5 2 0-15,-1 1 0 0,0 2 0 0,3 3 0 16,0 3-103-16,0-1-20 0,0 1-4 0,0 2-1 0,0 0 52 0,3 3 12 15,-3 0 0-15,3 0 0 16,-3 3 48-16,3-4 13 0,0 1 3 0,0 3 0 16,-3-3-52-16,3 0-12 0,0-3 0 0,0 0 0 0,-3-2 0 0,0-1 0 0,3-2 0 0,-3 0 0 31,0-3 0-31,0 1 0 0,3-6 0 0,0 0 0 16,0 0 0-16,0 0 0 0,0 0 0 0,-3-3 0 15,-3-2 54-15,3-1 8 0,0-4 2 16,0-3 0-16,3-1 0 0,-3-4 0 0,3-1 0 0,0-4 0 0,0 1-52 15,3-4-12-15,0-1 0 0,-3 1 0 0,6 0 0 16,0-1 0-16,0 1 0 0,0-1 0 0,0 1 0 0,0-1 0 0,0 1 0 0,0-3 0 16,0 2 54-16,3 3 8 0,-1-5 2 0,-2 3 0 15,6 5-52 1,-3-1-12-16,6 7 0 0,-3-4 0 0,0 6 0 0,0 0 0 0,0 2 0 0,0 3 0 16,0 0 0-16,0 3-10 0,-1 2 2 0,1 1 0 15,-3 2 8 1,0 0 0-16,0 2 0 0,-3 1 0 0,0 2-11 0,0 3 11 0,0-3-13 0,-3 3 5 15,0 6-11-15,-3-1-1 0,3 0-1 0,-6 8 0 16,0-8-2-16,-3 11 0 0,0-5 0 0,0 2 0 31,-3-3-3-31,-3 4-1 0,0-7 0 0,-3 4 0 16,1 0-11-16,-1-6-2 0,0 3-1 0,0-3 0 0,3 0 33 16,-3 0 8-16,3-2 0 0,-3 2 0 0,6-5 0 0,-3 3 0 0,7-3 0 0,-4 0 0 15,3-1 0-15,3 1 0 0,0 0 0 0,0-2 0 16,3-1 0-16,3 3 0 0,0-3 0 0,0 0 0 0,0 1 0 0,3-1 0 15,2 0 0-15,-2 1 0 16,6-1 0-16,-3 3 0 0,6-8 0 0,-3 5 0 16,0 0 0-16,3-2 0 0,-3 2 0 0,3 1 0 15,-3-1-21-15,-1 3-3 0,4-5 0 0,-3 2 0 16,0 0-4-16,-3 0-2 16,3 1 0-16,-6-1 0 0,3 0 6 0,-3 1 0 0,0-4 1 0,0 4 0 0,-3-4 12 15,-3-2 3-15,6 0 0 0,-6 0 0 16,0 0 8-16,0 0 8 0,0 0-8 0,0 0 11 0,0 0 18 0,3-2 4 15,0-4 1-15,-3 4 0 0,0-4 7 0,3 1 2 0,-3 0 0 0,3-1 0 32,-3-2-10-32,3 1-1 0,0 4-1 0,2-8 0 0,-2 3-8 15,0 3-2-15,3-3 0 0,-3 3 0 0,3-3-1 0,3 3-1 0,-3-1 0 16,3 1 0-16,-3 2-7 0,3-2-2 0,0 2 0 0,-3 1 0 16,0-1 5-16,3 3 1 0,-3 0 0 15,0 0 0-15,0 0-7 0,-6 0-1 16,3 3 0-16,0 2 0 0,0 0-8 0,0 1 0 0,-3-1 0 0,0 6 0 15,0-1 0-15,0 1-12 0,-3-1 2 0,0 6 1 16,0-3-11-16,0 1-3 0,-3 2 0 0,0-1 0 16,0-1-1-16,0 1 0 0,0 1 0 0,-3 0 0 15,3 0 15-15,0-3 9 0,-3 1-12 0,3-1 12 16,0-3-15-16,3 1 4 0,-3 0 1 0,3-4 0 16,3 1 10-16,-3 0 0 0,3 0 0 0,3-2 0 15,0 2 10-15,0-3 1 0,0-3 0 0,3 4 0 16,0-4 12-16,0 1 2 0,3 2 1 0,0-2 0 15,0-3-9-15,0 0-1 0,0 3-1 0,0-3 0 0,0 0-7 16,0 0-8-16,-1 0 11 0,-2 0-11 0,3 0 0 0,0 0 0 16,0 0 0-16,0 0 0 15,0-3-40-15,0 3-8 0,0 0-1 16</inkml:trace>
  <inkml:trace contextRef="#ctx0" brushRef="#br0" timeOffset="23635.328">21663 7149 1728 0,'0'0'36'0,"0"0"8"0,0 0-35 0,0 0-9 0,0 0 0 16,0 0 0-16,3 8 36 0,0 0 6 0,-3 3 1 0,0 0 0 15,0 4-11-15,-3 1-1 0,3 0-1 0,-3 5 0 16,0-2-22-1,0 2-8-15,-3-2 0 0,3 4 9 0,-3-1-9 0,3 1 0 0,-3 4 0 0,3-3 8 16,-3-1-8 0,4 1 0-16,2-3 0 0,-3 1 0 15,3-1 0-15,0-5 0 0,-3-3 0 0,3 0 8 16,0-2 13-16,0-1 3 0,0-2 0 0,0 0 0 0,0-8 8 0,0 0 1 0,0 0 1 0,0 0 0 16,0 0 10-16,0 0 1 0,0-8 1 0,-3 0 0 15,3-5-6-15,-3 0 0 0,3-6-1 0,0-2 0 16,0-3-13-16,3-2-2 0,-3-1-1 0,3-2 0 15,3 3-5-15,-4 2-1 0,7-2 0 0,-3-1 0 16,3 3-1-16,-3-5 0 0,0 3 0 0,3-3 0 16,-3-1 12-16,0 1 1 0,3 0 1 0,-3 3 0 15,0-1-11-15,3 4-3 0,-3 1 0 0,3 1 0 16,3 3-6 0,-3 2-2-16,5 3 0 0,-2-1 0 0,0 4-8 0,0-1 0 0,0 3 0 0,3 0 0 15,0 0 0 1,0 3 0-16,0 0 0 0,-1-1 0 0,1 4 0 0,0 2 0 0,0 0 0 0,-3 0 0 15,0 2-11-15,0 4 11 0,-3-1-8 0,0 3 8 16,-6 0-25-16,0 0 0 0,0 2 0 0,-6 4 0 16,0 2-12-16,-3-1-3 0,0 4 0 0,-6 2 0 15,0-2 5-15,-3 2 1 0,0 0 0 16,0 3 0-16,-3-6 12 0,4 1 2 0,-4-1 1 16,3 1 0-16,-3-1 19 0,3-2-8 0,-3 0 8 0,3-3 0 15,0 1-8-15,4-1 8 0,-1-3 0 0,0-2 0 0,3 3 0 16,3 0 0-16,0-4 0 0,3 1 0 15,0 0 0-15,3-2-10 0,3 2 2 0,0 0 0 0,0-1 8 0,6 1 0 16,0-2-9-16,0 2 9 0,3 0 0 0,-1-3 0 0,1 0 0 0,0 0 0 16,0 1 0-16,0-1 0 0,0 0 0 0,3-2 0 15,-3 2 0 1,0-2 0-16,3 0-9 0,-1-1 9 0,1 1 0 0,-3-1-10 0,3 1 10 0,0 0-8 16,-3-3-2-16,0 0 0 15,0 2 0-15,0-2 0 0,-3 0-2 0,0 0 0 0,-1 0 0 0,1-2 0 16,-3 2 12-16,0-3 0 0,-3 0 0 15,3 1 0 1,-3-1 0-16,0-2 14 0,-3 0-3 0,3-1-1 0,0 4 18 0,-3-6 4 0,3 2 1 16,0 1 0-1,0-3-1-15,0 6-1 0,3-6 0 0,-3 2 0 0,3 4-11 16,3-4-3-16,-3 1 0 0,3 2 0 0,0 1-1 0,0-1-1 16,2 1 0-16,-2-1 0 0,0 3 0 0,0 0 0 0,0-3 0 15,0 3 0-15,0 3-15 0,-3 0 9 16,0-1-9-16,-3 1 8 0,3 2-8 0,-3 0 0 0,0 3 0 0,0 0 0 15,-3 3-20-15,0 2 0 0,0 0 0 0,-3 1 0 16,3 1-11-16,-3 1-1 0,-3 3-1 0,3 2 0 16,-3-2-3-16,0 2-1 0,0 0 0 0,-3 0 0 15,0 0-3-15,3-2 0 0,-3-1 0 0,3 1 0 16,0-3 20-16,0-3 3 16,1 0 1-16,2-2 0 0,3-1 16 0,0-2 9 0,0 0-1 0,3 0 0 0,2 0 6 0,1-3 1 0,0 1 0 15,0-1 0-15,3-2 0 16,0-1 0-16,3 1 0 0,-3-3 0 0,3 0-15 0,0 0 8 15,0-3-8-15,0 1 0 32,3-1-28-32,-1-2-11 0,4-1-2 0</inkml:trace>
  <inkml:trace contextRef="#ctx0" brushRef="#br0" timeOffset="24567.9">22622 7351 1234 0,'-6'0'25'0,"0"0"7"0,6 0-32 15,-6 2 0-15,0-2 0 0,6 0 0 0,-6 3 80 0,6-3 10 0,0 0 2 0,-6 3 0 16,6-3-24-16,0 0-4 0,0 0 0 0,0 0-1 16,0 0-8-16,3 7-2 0,0-4 0 0,3 2 0 15,0-2 7-15,3 0 0 0,0-1 1 0,0 1 0 16,2-3-12-16,4 0-2 0,0 0-1 15,0 0 0-15,6 0-13 0,0 0-2 0,0-3-1 16,2 3 0-16,1 0-10 0,3 3-3 0,0-3 0 0,0 3 0 31,-1-1-6-31,1-2-2 0,-3 0 0 0,3 3 0 0,-3-3-9 0,2 0 0 16,-2-3 0-16,0 3 8 0,0 0-8 0,3 0 0 16,-1 0 0-16,1 0 0 0,-3 0 0 0,0 0 0 0,0 0 0 0,-1 3 0 15,-5-3 0-15,3 0-11 0,-6 3 11 0,3-3-8 16,-6 0-3-1,0 0 0-15,0-3 0 0,-3 0 0 0,-3 3 1 0,-1-2 0 0,1-1 0 0,-6 3 0 16,0 0 10-16,0 0 0 0,-3-5 0 0,3-1 0 16,-5 1 0-16,2 2 0 0,-3-2 0 0,-3-3 0 15,0 3 0-15,0 0 0 16,-3-6 0-16,-3 3 0 0,3 0 0 0,-3 0 0 0,0-2 0 0,0-1 0 31,1 3 13-31,-1-2-1 0,0-1-1 0,0 3 0 0,3 0 6 0,0 0 2 0,0 3 0 0,3-3 0 16,0 5-1-16,0-2 0 0,3 2 0 0,1 1 0 0,5 2-4 0,0 0-1 15,0 0 0-15,0 0 0 16,0 0-5-16,0 0-8 0,0 0 11 0,2 5-11 16,4-2 12-16,3-1-4 0,0 4 0 0,3-1-8 0,3 0 16 0,-3 0-3 15,6 1-1-15,-3 2 0 16,3-3-1-16,-4 3-1 0,1-3 0 0,0 3 0 0,0-3-10 0,0 3 12 0,-3 0-12 16,0-2 12-16,-3 2-12 0,0-1 0 15,-3-1 0-15,0 2 8 16,0 0-8-16,-3 0 0 0,-1 0 0 0,1-1 0 0,-6 1 0 0,3 3 8 0,-2 0-8 0,-4-3 8 15,0 2-8-15,-3 1 0 0,0-1 0 0,0 1 8 16,-3-3-8-16,-3 2 0 0,0 1 0 0,0 0 0 16,0-1 16-16,0 1 0 0,1-3 1 0,-1 2 0 31,-3-2-65-31,3 3-12 0,3-3-4 0,-3 0 0 16,3 0-51-16,0-1-10 0,3 4-3 0</inkml:trace>
  <inkml:trace contextRef="#ctx0" brushRef="#br0" timeOffset="26301.05">23821 7136 1824 0,'0'0'76'0,"0"0"-60"16,0 0 31-16,0 0 6 0,0 0 2 0,0 0 0 15,0 0-37-15,0 8-7 0,0 0-2 0,0 3 0 16,0 2-9-16,0 0 0 0,0 3 0 0,0 5 0 16,0-5 0-16,0 3 0 0,0-1 0 0,0 1 0 15,-3-1 0-15,3 3 0 0,0-2 0 0,0 2 0 16,-3-2 24-16,3-4 2 0,-3 1 1 0,3 3 0 15,-3-6-27 1,0 0 0-16,0 1 0 0,0-7 0 0,0 1 0 0,0 0 10 0,0-2-10 0,3-6 10 16,0 0 10-16,0 0 1 0,0 0 1 0,0-6 0 0,-3-4 22 15,3-1 5-15,0-5 1 0,3 0 0 16,-3-2-22-16,3-1-4 0,3-2 0 0,-3 0-1 0,3-5-23 0,-3-1 8 16,3-2-8-16,0-3 0 0,0 1 56 0,0-4 6 0,3 1 2 0,0-3 0 15,0 5-52-15,0 0-12 0,3 3 0 16,0 3 0-16,-3 4 30 0,2 4 3 0,1 2 1 0,3 0 0 15,-3 3-22-15,0 2-12 0,3 3 12 0,-3 0-12 16,0 1 0 0,3 4 0-16,-3-2 0 0,-1 2 0 15,1 0 0-15,-3 6 0 0,3 0 0 0,-3-1 0 0,0 4-14 0,-3 1 3 0,0 1 1 16,-3 3 0 0,0 0-13-16,-3 2-2 0,0 0-1 0,-3 0 0 15,-3 6-8-15,-3 2-2 0,-3 0 0 0,-3 0 0 0,0 3-5 0,-2 0-2 0,-1 0 0 16,-3 0 0-16,0-3-5 0,0 0 0 0,0-3-1 0,1 1 0 15,2-1 39-15,0-2 10 0,3-2 0 0,0 1 0 16,3-4 10-16,3 2 4 0,0-5 1 0,3 3 0 16,0-3-15-16,3 0 0 0,0-3 0 0,3 0 0 15,3 1 0-15,0-4 0 0,3 3 0 0,0-2 0 16,0-3 0-16,3 3 0 0,3-3 0 0,-3 2 0 16,6-2 0-16,0 0 0 0,0 0 0 0,0 0 0 15,-1 3-12-15,4-3-1 0,-3 3-1 0,3-1 0 16,-3 1-22-16,0 2-5 0,0 1-1 0,0-4 0 15,-4 4-3 1,1-1-1-16,0 3 0 0,0-3 0 0,-3 0 13 0,0 1 2 0,0-1 1 0,-3 0 0 0,0-2 16 0,0-1 3 16,-3 4 1-16,3-6 0 15,-6 0 43-15,3 2 9 0,-3-2 2 0,6-2 0 0,0 2 30 0,-3-3 6 16,0 0 2-16,3 1 0 0,-3-3-13 0,2-3-2 0,4 2-1 0,-3-2 0 31,3 0-2-31,0-2 0 0,0 2 0 0,0-3 0 16,0 3-51-16,3 0-13 0,0-2 0 0,0 2 0 0,0 0 54 0,2 0 8 0,-2 3 2 0,3-1 0 15,-3 1-52-15,3 3-12 0,-3-4 0 16,0 6 0-16,-3-2 0 0,0 2 0 0,0 0 0 0,-3 2 0 16,0 1 0-16,0 0 0 15,-1-1 0-15,-2 6 0 0,-3-3 0 0,0 3 0 0,0 0 0 0,-3 0 0 16,-2 0 0-16,-1 5 0 0,0-2 0 16,-3 2 0-1,0-2-11-15,0 2-5 0,-3 0 0 0,3 0-1 0,-3 1 27 0,3-4 6 0,-3 1 0 16,3-1 1-16,0 1-33 15,3-3-8-15,0 0 0 0,4 0-1 0,-4-3 25 0,6-5 0 0,0 5 0 0,0-5 0 16,3 6 0-16,2-1 0 0,1-2 10 0,0-3-10 16,3 2 14-16,3 1-3 0,0-3-1 0,3 0 0 31,-3 3-1-31,0-3 0 0,3 0 0 0,-3 2 0 0,0 1-9 0,-1 0 0 0,1-1 0 16,-3 3 0-16,0 1 53 0,0-1 9 0,0-2 2 0,-3 5 0 15,0-3-52-15,-3 3-12 0,0-3 0 0,0 3 0 16,0 0 0-16,-3 0 0 0,0-3 0 0,-3 3 0 15,0 0 0-15,-3 0 0 0,0 0 0 0,-3 0 0 16,-3 0 0-16,0 0 0 0,-3 0 0 0,1 0 0 16,-4 2-10-16,0-2-5 0,-3 3-1 0,0-1 0 15,-3 4-76-15,3-4-16 0,-2 3-4 16</inkml:trace>
  <inkml:trace contextRef="#ctx0" brushRef="#br0" timeOffset="27824.97">21690 8599 1364 0,'0'0'57'0,"0"0"-45"15,0 0 84-15,0 0 18 0,0 0 3 0,0 0 1 16,0 0-32-16,0 0-6 0,0 0-2 0,0 0 0 16,0 0-37-16,0 0-7 0,3 6-2 0,0 2 0 15,0 0-8-15,-3 2-1 0,3 3-1 0,-3 1 0 16,3 2-11-16,-3 5-3 0,0-3 0 0,3 3 0 16,-3 3-8-16,0-3 0 0,3 3 0 0,0 0 0 15,-3-5 0-15,0 2 0 0,0 0 0 16,0 0 0-16,0-5 0 0,0 2-12 0,0-2 2 0,0 0 1 15,0-3 9-15,-3 3 0 0,3-5 0 0,0 2 0 16,0 0 0-16,-3-2 0 0,3 0 0 0,0-1 0 16,0-2 0-16,0-3 0 0,0 1 0 0,0-6 0 0,0 0 0 15,0 0 0-15,0 0 0 0,0 0 0 16,0-8 0-16,0-3 0 0,0-2 0 0,0 0 0 0,0-3 49 0,3 0 12 16,0-3 3-16,0-2 0 0,0 0-52 0,3-3-12 0,0-2 0 15,0-3 0 1,0 0 43-16,2-3 5 0,1-3 2 0,0 4 0 0,-3-1-15 15,3 3-3-15,0 2-1 0,0 1 0 0,-3 2 13 0,3 6 2 0,0-1 1 16,-3 1 0-16,3 4-47 0,0-2-18 0,3 3 1 0,-3 0 0 16,-1 2 17-16,4 1 0 0,-3 2 0 0,0 0 0 15,3 3 0 1,-3-1 0-16,0 1 0 0,0 5 0 0,0-3 0 16,0 3-8-16,0 3 8 0,-3 2 0 0,0-2-26 0,0 5 2 0,-3 0 0 15,0 2 0 1,-3 1-28-16,0 0-4 0,-3 2-2 0,0 3 0 0,-3 0-18 15,-3-1-4-15,0 4-1 0,-3 2 0 0,0-2 6 16,0 2 2-16,-3 0 0 0,0 0 0 0,3-2 7 0,-2 2 2 0,2-5 0 0,-6 2 0 31,6-2 56-31,-3 0 8 0,3-3 8 0,-3 0-8 0,3 1 24 0,0-4 0 0,3 1-1 0,-2-3 0 16,5 0 11-16,0 0 2 0,0 0 1 0,3-3 0 16,3 0-3-16,3 3-1 0,0-5 0 0,0 2 0 15,6 0 1-15,-1 1 0 0,4-1 0 0,-3 0 0 16,3-2 9-16,0 2 1 15,3-2 1-15,-3 2 0 0,3-2-10 0,0 2-3 0,3-2 0 0,-1 2 0 16,1-2-15-16,-3 2-3 0,3 0-1 0,0 3 0 16,0-3-13-16,-3 3 9 0,-1-2-9 0,1 2 8 15,0-3-8-15,-3 3 0 0,3-3 0 0,-3 3 0 16,0 0-26-16,0-3-7 0,-3 3-2 0,0-2 0 16,0-1-125-1,-1 0-26-15</inkml:trace>
  <inkml:trace contextRef="#ctx0" brushRef="#br0" timeOffset="28432.17">22440 8880 2024 0,'0'0'42'0,"0"0"10"0,0 0-41 0,0 0-11 0,0 0 0 0,0 0 0 31,0 0 97-31,0 0 18 0,0 0 3 0,0 0 1 16,-6 5-56-16,3 1-11 0,0-1-3 0,-3 3 0 0,3 2-23 0,0 1-5 0,0 2-1 0,0 3 0 16,-3 0-8-16,3 2-1 0,0 4-1 0,0 1 0 31,0 4-10-31,0-1 0 0,1 3 0 0,-1 1 8 0,3-1-8 0,0-6 0 0,-3 1 0 0,3-3 0 16,0 1 0-16,0-4 0 0,0 1 0 0,0-3 0 15,0-3 0 1,0 3-9-16,3-3 9 0,-3-3 0 0,0 4-52 0,3-6-3 0,-1 2-1 0,1-2 0 15,0-3-79-15,0 3-16 0,0-5-3 0</inkml:trace>
  <inkml:trace contextRef="#ctx0" brushRef="#br0" timeOffset="29091.08">22854 9028 1792 0,'0'0'51'0,"0"0"10"0,0 0-49 0,0 0-12 0,0 0 0 0,0 0 0 0,0 0 105 0,6 0 19 16,0-2 3-16,3-1 1 0,3 3-103 15,-1 3-25-15,1-3 0 0,6 2 0 16,-3 1 45-16,3-1 4 0,3-2 1 0,0 3 0 15,2 0-29-15,4-1-5 0,0-2-2 0,0 3 0 0,6-3 40 0,-4 5 8 0,4-2 2 0,0 0 0 32,0 2-73-32,-1 0-15 0,-2 0-2 0,6-2-1 15,-6 2 27-15,-1-2 0 0,4-3 0 0,-3 3 0 0,3-1 19 0,-7-2 5 0,4 0 2 0,-3 3 0 16,-3-3-26-16,-3 0 0 0,-1 0 0 0,-2 0 0 31,-6 0-16-31,0 0-9 16,-3 0-2-16,-3 0 0 0,0-3-8 0,-6 3-1 0,0 0-1 0,0 0 0 0,-3-2 37 0,3-4 0 0,-3 1 0 0,-3 0 0 15,0 0 0-15,0-1 0 0,-3-2 0 0,0 3 0 16,0-3 0-16,0 0 0 0,0 0 0 0,-2 0 0 31,-1 0 0-31,0 0 0 0,3 0 0 0,-3 3 0 0,0-3 0 0,3 0 0 0,-3 0 0 0,3 0 0 16,-3 0 44-16,3 1 16 0,0-1 3 0,1 0 1 31,-1 2-52-31,0-2-12 0,3 3 0 0,0-3 0 0,0 3 0 0,0 0 0 0,0 2 0 0,3 0 0 16,3 3 16-16,0 0 0 0,0 0 0 0,0 0 0 15,0 0-16-15,0 0 11 16,0 0-11-16,0 0 10 0,0 0-10 0,3 3 0 0,3 0 9 0,3-1-9 16,0 4 36-16,0-4 4 0,3 3 0 0,-1 1 0 15,1-1-32-15,3 0-8 0,0 1 0 0,0 2 0 16,0 0 0-16,0-3 0 0,-3 3 0 0,3 0 0 16,-4 0 10-16,-2 0 1 0,0 0 0 0,0-1 0 0,-3 4-11 0,0-3-16 15,0 0 4-15,-3 3 1 16,0-4 11-16,-3 4 0 0,0 0 0 0,0-1 0 0,-3-2 0 0,-3 3 0 0,0-1 0 15,-3 1 0 1,0-1 0-16,0-2 0 0,-5 6 0 16,2-6 0-16,-3 2 0 0,0-2 0 0,0 3 0 0,-3-3 0 15,3 0 0-15,0-1 0 16,0 1 0-16,1-2 0 0,-1-1 0 0,3 0 0 16,0-2 0-16,0 2 0 0,0-2-48 0,3 0-7 0,0-1-1 0,3 3-1 0,3-2-125 0,3-3-25 15,0 0-5-15</inkml:trace>
  <inkml:trace contextRef="#ctx0" brushRef="#br0" timeOffset="30322.45">24074 8901 1592 0,'0'0'67'0,"0"0"-54"31,6 3 65-31,-6-3 13 0,6 2 2 0,-3 4 1 0,0-1-43 0,0 0-9 0,-3 3-2 0,3 0 0 16,-3 3-27-16,0-1-5 0,3 1-8 15,-3 5 11-15,0-3-11 16,0 3 0-16,0 2 0 0,-3 1 0 0,3-1 0 0,0 4 0 0,-3-1 0 0,3-3-11 16,-3 1 0-1,0-3 0-15,0 0 0 0,-3-3 0 0,3-3 11 0,0 1 0 0,3-3 0 0,-3 0 0 16,3-3 16-16,0-5 4 0,0 0 2 0,0 0 0 16,0 0 26-16,0 0 4 0,0-8 2 0,0 0 0 15,0-2-5-15,0-4-1 0,0-1 0 0,3-4 0 16,-3 1-7-16,3-4-1 0,0-1-1 0,0-1 0 15,0 0-17-15,3 3-3 0,-3-3-1 0,3 0 0 16,0 0-5-16,0-2-1 0,3 2 0 0,0-5 0 16,0 5 8-16,0-2 2 0,0-3 0 0,0 2 0 15,-1 3-5-15,1 1-1 0,3 1 0 0,-3 4 0 16,0-1 0-16,0 3 0 0,0 3 0 0,0 0 0 16,0 2-16-16,0 3 8 15,0 0-8-15,0 1 0 0,0 4 0 0,0 0 0 0,-1 1 0 0,1-1 0 0,0 3 0 16,-3 3 0-16,0-3 0 0,0 5 0 15,0 0-12-15,0 3 0 0,0 3 0 0,-3-1 0 16,0 4-15-16,-3 1-2 0,0 1-1 0,-3 3 0 16,0-3-10-16,0 2-3 0,-3 1 0 0,-3 2 0 15,3-5-2-15,-6 2-1 0,3-4 0 0,-3 4 0 16,1-5 14 0,-1 3 4-16,0-5 0 0,-3 2 0 0,3 0 18 0,0-2 10 15,-3-3-10-15,3 2 10 0,3-2 0 0,-3 0-9 0,1-3 9 0,2 1 0 0,3 2 0 16,0-3-8-16,3 0 8 0,3-5 0 0,0 3 0 0,0-3 0 0,0 8 0 0,3-3 0 15,3 0 0-15,0 1 0 16,3-1 0-16,-1 0-8 0,1-2 8 0,3 2 0 0,0 1 0 0,0-4 0 16,0 4 0-16,0-4 0 0,3 1 0 0,-3-1 0 15,3 4 0-15,-1-4 0 0,1 1 0 0,0 0 0 16,-3-1-13-16,3 1-1 16,-3-3 0-16,0 3 0 15,-3-1 14-15,3-2 0 0,-6 0 0 0,3 0 0 16,-3 0 0-16,-4 0 0 0,1 3 0 0,-3-3 0 0,0 0 0 0,0 0 0 0,0 0 0 0,0 0 0 15,0 0 48-15,0-5 13 0,0-1 3 0,0 1 0 16,0-3-52-16,0 3-12 0,0 0 0 0,0-3 0 16,0 2 54-16,3-2 8 0,0 0 2 0,0 3 0 15,3-3-52-15,3 3-12 0,-3 0 0 0,3-1 0 16,0 1 0-16,3 0 0 0,-3 2 0 0,3 0 0 0,0 1 0 16,0 2 0-16,-3-3 0 0,0 3 0 0,2 0 0 15,-2 3 0-15,-3-3 0 0,3 2 0 16,-3 1 0-16,0 0 0 0,-3 2 0 0,0 0 0 15,0 3 0-15,-3 0 0 0,0 0 0 0,-3 3 0 16,0 2 0-16,-3-2 0 0,0 2 0 0,-3 0 0 0,0 3 0 16,0 0 0-16,-2 2 0 0,-1-2 0 15,0 3-48-15,0-1-13 16,3 3-3-16,-3-5 0 0,3 3 52 0,0-3 12 0,3-3 0 16,0 3 0-16,0-6 0 0,6 4 0 0,0-1 0 0,0-3 0 15,3-2 48-15,3 0 13 16,0 0 3-16,3-3 0 0,0 3-52 0,3-2-12 15,0-1 0-15,3 0 0 0,-3-2 0 16,2 0 0-16,1-3 0 0,3 2 0 0,-3 1 0 0,3-3 0 16,-3 0 0-16,3 0 0 0,-3-3 0 0,2 3 0 15,-2-2 0-15,3 2 0 0,0 0 0 0,0-3 0 0,0 0 0 0,0 1 0 0,-1 2-202 16,-2 0-43-16,3-3-9 0</inkml:trace>
  <inkml:trace contextRef="#ctx0" brushRef="#br0" timeOffset="32107.38">21788 10184 2086 0,'-3'-7'59'0,"0"1"13"15,0 1-57-15,3 0-15 0,-3-1 0 0,3 6 0 16,0 0 85-16,0 0 15 0,-3-2 2 0,3 2 1 0,0 0-47 0,0 0-10 0,0 0-2 16,-3 8 0-1,-3 2-35-15,3 1-9 16,0 2 0-16,0 6 0 0,3 2 26 0,-3 3 3 0,1 2 1 0,2 0 0 16,-3 4-59-16,3-1-12 0,0 0-3 0,-3 0 0 0,3-3 21 0,0 1 4 0,0-3 1 15,0-3 0-15,0-3 7 0,0 1 2 16,0-3 0-16,0-3 0 15,0-2 9-15,-3-4 0 0,3 4 0 0,0-6 0 16,0-5 0-16,0 0 8 0,0 0-8 0,0 0 8 0,0 0 4 0,0 0 2 0,0 0 0 0,0-8 0 16,0-2 4-16,3-3 1 0,0-1 0 0,0-2 0 15,-1-2-1-15,1-3 0 16,0-3 0-16,3 0 0 0,0-2 6 0,0-3 0 16,0-3 1-16,0 0 0 0,0 3-3 0,0 0-1 0,3 2 0 0,0 1 0 15,-3 2 2-15,3 6 0 0,0-1 0 0,0 3 0 16,0 0-11-16,3 3-1 0,-4 0-1 0,4 2 0 15,0 1-10-15,0 2 0 0,0-3 0 0,0 6 0 16,0 0 0-16,0 2 0 0,0-2 0 0,0 5 0 16,-3 2 0-16,0 1 0 0,-1 2 0 15,-5 1 0-15,0 4 0 0,0 1 0 0,-3-1 0 0,-3 6 0 16,-3-3-49-16,-2 1-12 0,-1 2-3 0,-3-1 0 16,0 4 52-16,-3-3 12 0,0 5 0 0,-3-3 0 15,3 4 0-15,3-4 0 0,-3 1 0 0,4-1 0 16,-4-2-9-16,6 0 1 0,0-3 0 0,0 0 0 0,3-2 8 0,3 0-8 15,-3-3 8-15,3 2-8 16,3-5 8-16,0 3 0 0,3-2 0 0,0-1-8 16,0-2 8-16,3 2-8 0,0-2 8 0,3-1-8 15,3 1 8-15,0-1 0 0,2 1-9 0,1 0 9 0,3-3 12 0,-3 0 8 0,3 2 0 16,3-2 1-16,-6 0-21 16,3 0 0-16,-1 0 0 0,-2 0 0 0,0 0 0 0,0 0 0 15,-3 0 0-15,0 0 0 0,-3 0 0 0,-3 0 0 0,0 0 0 16,0 0 0-16,-6 0 0 0,0 0 0 15,0 0 0-15,3 0 0 0,-3 0 0 0,0 0-20 16,0 0 4-16,3-5 1 0,-3 5 37 0,3-5 7 0,-3 0 2 0,3-1 0 16,0 4 1-16,3-4 1 0,-4-2 0 0,4 3 0 15,3 0-6 1,-3-3-2-16,3 0 0 0,0 0 0 0,0 3-25 0,0-1-11 0,3 1 1 0,0 2 0 31,-3-2 59-31,3 2 12 0,0 1 3 0,-3 2 0 0,-1 0-52 0,1 0-12 16,0 2 0-16,0 1 0 0,-3 2 0 0,-3 1 0 0,3-4 0 0,-3 6 0 31,0-2-48-31,-3 2-13 0,-3-1-3 0,0 4 0 0,0-3 52 0,-3 3 12 0,0-1 0 0,-3 1 0 16,0-1 0-16,3 1 0 0,-3-1 0 0,1 4 0 15,2-6 0-15,0 0 0 0,0 0 0 0,0-1 0 16,3-1-16-16,3-6-1 0,-3 8 0 0,3-8 0 16,0 0 17-16,3 2 0 0,3 1 0 0,0 0 0 15,3-3 12-15,0 0 4 16,2 0 0-16,4 0 0 0,0 0-16 0,0 0 0 0,0 0 0 0,0 0 0 0,0 0 0 15,0 0 0-15,-3 0 0 0,2 2 0 16,-2 1 0-16,-3-3 0 0,-3 3 0 0,0 2 0 16,0-2 0-16,-6 2 0 0,0-5 0 0,0 8 0 0,-3 0 0 0,-3 0 0 0,-3 0 0 15,-3 2 0 1,0 1 0-16,-2 2 0 0,-4-2 0 0,-3 2 0 0,3 0 0 0,0-2 0 0,-3 2 0 16,0 0 0-16,4 0-51 15,-4-2-9-15,3-1-3 0,0 1 0 16,-3-3-89-16,3 0-17 0,1-3-4 0</inkml:trace>
  <inkml:trace contextRef="#ctx0" brushRef="#br0" timeOffset="32799.759">22937 10565 2017 0,'0'0'42'0,"0"0"10"16,0 0-42-16,0 0-10 0,6-2 0 0,0-1 0 15,3 1 64-15,0 2 10 0,3-3 2 0,0 0 1 16,0 1-10-16,3 2-3 0,2-3 0 0,4 0 0 16,0 1-51-16,0 2-13 0,6-3 0 0,0 0 0 15,-1 3 28-15,4 3 4 0,3-3 0 0,0 3 0 16,-4-3-20-16,1 2-3 0,3-2-1 0,0 3 0 16,-1-3 13-16,1 3 3 0,0-3 0 0,3 0 0 15,-4 0-36-15,4 2-8 0,-3 1 0 0,-1-3-1 16,-2 3 21-16,-3-3 0 0,-3 0 0 0,-3-3 0 0,-3 3-14 0,-7 0 2 15,1-3 0-15,-6 1 0 16,0-1-16-16,-3 0-2 0,-3 3-1 0,0 0 0 16,-3-5 31-16,-6 0 0 0,3-1 0 0,-6 4 0 0,-2-6 0 15,-4 3 0-15,-3-1 0 0,0-2 0 0,-3 3 0 0,0 0 0 0,-2-3 0 0,-1 0 0 16,3 3 22-16,3-3 10 0,0 0 3 0,1 2 0 16,5 1-5-16,0-3-1 0,3 3 0 0,3 0 0 15,3-1 28-15,3 1 6 0,3 5 1 0,0 0 0 16,0 0-52-16,0 0-12 0,3-3 0 15,0 1 0-15,6 2 0 0,0 0 0 0,3 0 0 0,0 2 0 32,2-2 0-32,4 6 0 0,0-4 0 0,3 4 0 0,-3-1 10 0,0 0-1 0,3 0 0 15,-1 3 0-15,-2 0-9 0,-3 0 0 0,3 0 0 0,-6 3 0 16,0-1 0-16,0-2 8 0,-3 6-8 0,0-4 0 16,-6 1 8-16,0-1-8 0,-3 1 0 0,-3-1 8 15,0 1-18-15,-6 0-4 0,-3-3-1 0,0 2 0 16,-3 1 15-16,-3-1 0 0,0-2 0 0,-3 3 0 15,1-1-23-15,-1 1-1 0,-3-3-1 16,0 3 0-16,3-1-33 0,0-2-6 0,1 0-2 0,2 0 0 16,0 0-182-16,0-3-36 0</inkml:trace>
  <inkml:trace contextRef="#ctx0" brushRef="#br0" timeOffset="33576.87">24244 10417 1337 0,'0'0'28'0,"0"0"6"0,-6 6-34 0,0-4 0 0,3 1 0 0,-3 2 0 0,3 0 109 0,-3 1 15 0,3 2 4 0,-3 0 0 16,0 0-52-16,3 5-9 0,-3-3-3 0,3 4 0 16,-3-1 0-16,3 3 0 15,0-3 0-15,3 3 0 0,-3-3-51 0,3 3-13 0,-2-3 0 0,2 3 0 16,0 0 0-16,0-3 0 0,0 3 0 16,0 0 0-16,0 0 0 0,0 0 0 15,0-3 0-15,0 3 0 0,-3-3 0 0,3 0 0 0,0-2 0 0,-3-1 0 31,0 1 0-31,3-6 0 0,-3 1 0 0,3-6 0 0,0 0 54 16,0 0 8-16,0 0 2 0,0 0 0 0,0 0-52 0,0 0-12 0,-6-3 0 0,3-5 0 16,-3 0 54-16,3-3 8 0,0-2 2 0,0-3 0 15,-3 0-52-15,3-2-12 0,3-1 0 0,-3 1 0 16,3-3 54-16,-3 0 8 0,3 2 2 0,3-2 0 16,-3 0-52-16,3-3-12 0,0 0 0 0,0 0 0 15,3 0 0-15,-3 1 0 0,3-4 0 0,0 3 0 0,3 3 0 0,-3 0 0 16,2 2 0-16,-2 1 0 15,3-1 24-15,0 6 1 0,0-3 1 0,0 3 0 16,0 3-18-16,0-1-8 0,0 3 0 0,0 0 8 0,3 3-8 0,-3-1 0 0,0 1 0 0,3 3 0 16,-1-1 0-16,1 0 0 0,0 3 0 0,0 0 0 15,0 0 0-15,0 3 0 0,-3 0 0 0,3 2 0 16,0 0 0-16,-3 0 0 0,3 3 0 0,-4 0 0 16,-2 0-12-1,3 3 12-15,-3-1-12 0,-3 1 12 0,0 2-18 0,0 0 4 0,-3-2 1 16,0 5 0-1,-3-3-6-15,-3 3-1 0,0-3 0 0,0 3 0 0,-3-3-3 0,1 1-1 16,-1-1 0-16,-3-3 0 0,0 4-2 16,0-4-1-16,-3 1 0 0,3-1 0 0,-3 1 27 0,0 0 0 0,0-1 0 0,1 1 0 15,-1-3-56 1,3 2-7-16,0-2-1 0,0 0 0 0,0 0 52 16,0-3 12-16,3 1 0 0,0 2 0 0,3-3 0 15,-3-2 0-15,6 2 0 0,3-5 0 0,0 2 0 0,0 4 0 0,3-1 0 16,0 0 0-16,6 1 48 15,-3-4 13-15,3 4 3 0,3-4 0 16,0 3-52-16,0-2-12 0,3 0 0 0,0-3 0 0,0 2 0 0,2 1 0 16,1-3 0-16,-3 3 0 0,3-1 20 0,-3 1 2 0,3-3 0 0,0 3 0 0,-6-1-22 15,2 1 0-15,-2-3 0 0,0 3 0 16,0-1-22-16,-3 1-2 0,0-3-1 16,0 3 0-16,0-1-105 0,0 1-21 0,-3-3-4 0</inkml:trace>
  <inkml:trace contextRef="#ctx0" brushRef="#br0" timeOffset="33903.43">24664 10626 2066 0,'3'-5'43'0,"0"0"10"0,-3 2-42 0,3-2-11 15,0 2 0-15,-3 3 0 16,0 0 104-16,0 0 20 0,2-2 3 0,-2 2 1 16,0 0-52-16,0 0-9 0,0 0-3 0,0 0 0 15,3 5 0-15,0 3 0 0,0 0 0 0,-3 5 0 0,3-3-51 0,-3 6-13 0,0 0 0 0,0 3 0 32,0 2 0-32,-3 0 0 0,3 0 0 0,-3 3 0 0,0 0 0 0,0-3 0 0,1 3 0 15,-4 0 0-15,3-3 0 0,0-3 0 0,-3 4 0 0,3-7 0 31,-3 1-48-31,0 0-13 0,3-3-3 0</inkml:trace>
  <inkml:trace contextRef="#ctx0" brushRef="#br0" timeOffset="52395.34">21574 6763 1094 0,'-21'0'23'0,"12"0"5"16,3 0-28-16,6 0 0 0,-6 0 0 0,6 0 0 15,-6 0 56-15,6 0 7 0,0 0 1 0,-9 0 0 0,9 0-20 0,0 0-4 16,0 0-1-16,0 0 0 16,0 0-11-16,0 0-3 0,0 0 0 0,0 0 0 0,0 0 11 0,0 0 3 0,-6-2 0 15,6 2 0-15,0 0-11 0,0 0-3 0,0 0 0 0,0-6 0 32,0 6-25-32,0-5 0 0,0 0 0 0,3-1 0 0,0 1 0 0,0 2 0 0,3 1 0 0,-3-1 0 15,3 3 25-15,0-3 0 0,3 3 0 0,-3-2 0 16,6 2-25-16,-3-3 0 0,6 3 0 0,0 0 0 15,0-2 0-15,5 2 0 0,1-3 0 16,3 3 0 0,0-3 0-16,6 1 0 0,-1 2 0 0,4-3 0 0,6 0 0 0,2-2 0 15,4 2-9-15,3 1 9 0,-1-4 0 16,4 4 0-16,-3-4 0 0,8 4 0 16,-2-3 0-16,5 2 0 0,1-2 0 0,2-1 0 15,-2 4 0-15,-1-4 0 0,1 1 0 0,2 0 0 0,1 2 0 0,-1 1 0 0,1 2 0 0,5 0 0 31,-5 0 0-31,2-3 0 0,-2 3 0 0,2 0 0 0,-5 0 0 0,-1 3 0 0,-2-3 0 0,3 2 0 16,-4 1 0-16,1-1 0 0,2 1 0 0,1 2 0 16,-7-2 0-16,1 2 0 0,-4-2 0 0,4 5 0 15,0-3 0-15,-4 0 0 0,1 1 0 0,-1-1 0 16,1 3 0-16,-6 0 0 0,2-3 0 0,1 3 0 16,-3 0 0-16,-1 0 0 0,-2-3 0 0,3 3 0 15,-10 0 9-15,4-2-9 0,-3-1 8 0,-4 3-8 16,-2-6 14-16,0 4-2 0,-3-1-1 0,-3 0 0 0,2 1 5 15,19-1 0-15,-12 0 1 0,-21-2 0 16,3-3 3-16,-4 0 0 0,4 2 0 0,0 1 0 16,-3-3-9-16,0 3-2 0,0-3 0 0,0 2 0 15,0-2-1-15,-3 0-8 0,3 0 12 0,-3 0-4 16,-1 0 0-16,1 0 0 0,0 0 0 0,0 0 0 0,0 0 0 0,-3 0 0 0,0-2 0 16,3 2 0-16,-3 0-8 0,-3 0 8 0,3 0-8 0,-3 0 8 31,-3 0-8-31,0 0 0 0,6 2 9 0,-6-2-9 0,0 0 8 0,3 0-8 0,-3 0 8 0,3 6-8 31,-3-6 0-31,3 2 9 0,3 4-9 0,-3-1 0 0,-3 0 8 0,0 0-8 16,0-5 0-16,0 6 0 0,0 2 0 0,0 0 0 0,0-3 0 0,0 3 0 15,0 0 0-15,0 2 0 0,0 1 0 16,0-3 0-16,-3 3 0 16,3 2 0-16,-3-3 0 0,0 1 0 15,3 2 0-15,0 0 0 0,-3 1 0 0,3 1 0 0,0-1 0 0,-3 2 0 0,3-1 0 0,-3 1 0 16,3 0 0-16,0 3 0 0,-3-3 0 0,3 2 0 15,0 1 0-15,0-1 0 0,0-2 0 16,0 5 0-16,-3-5 0 0,3 0 0 0,0 2 0 0,0 1 0 16,-3-3 0-1,3 2 0-15,0-2 0 0,-3 5 0 0,3-2 0 0,0 0 0 0,-3 2 0 0,3 0 0 16,0-3 0-16,0 4 0 0,0-1 0 0,0 3 0 16,0-3 0-16,0 0 0 0,3-3 0 0,-3 4 0 15,0-4 0-15,3 1 0 0,-3 2 0 0,0-3 0 16,3 1 0-16,-3-1 0 0,0 1 0 0,3-1 0 15,-3 4 0-15,0-1 0 0,3 0 0 0,-3 3 0 16,3-1 0-16,-3 1 0 0,0 0 10 0,3 3-10 16,-3-4 8-16,0 4-8 0,0-3 0 0,3-1 8 15,-3 1-8-15,0-3 0 0,3 1 0 0,0-1 8 16,-3 3-8-16,0-3 0 0,3 3 9 0,-3 2-9 16,0-2 0-16,3 2 8 0,-3 1-8 0,3 2 0 0,0-3 8 0,-3-2-8 15,3 3 10-15,0-4-10 0,-3 1 12 0,3-3-4 16,-3 1-8-16,3 1 12 0,-3 1-4 0,2 0 0 15,-2 2-8-15,3-2 12 0,0 3-12 16,0-3 11-16,0 2-11 0,0 1 10 0,0-1-10 0,0 0 0 16,3-2 9-16,-3 3-9 15,0-3 0-15,3-3 9 0,-3 0-9 0,0 3 0 16,0-3 11-16,0 3-11 0,0-1 10 0,0 4-10 0,-3-1 12 0,0 3-3 16,0 1-1-16,3 1 0 0,-3-2 4 0,0-2 1 0,0-1 0 0,0 1 0 31,3-3-2-31,-6-1-1 0,3-1 0 0,0-1 0 0,-3 3-10 0,3-3 12 0,0 3-12 0,0 2 12 15,0-2-12-15,0 2 10 0,0 3-10 0,0-2 10 16,0-1-10-16,0 1 0 0,3-1 9 0,-3-2-9 16,0 0 0-16,3 0 9 0,-3-3-9 0,0 3 0 31,0 0 8-31,0-1-8 0,0 1 0 0,0 3 0 0,0-1 8 0,0 3-8 0,0 0 0 16,0 0 0-16,0 0 0 0,0-2 0 0,0-1 8 0,0 1-8 15,0-3 0-15,0-1 0 0,0 1 0 0,0 0 0 16,-3 0 9-16,3 0-9 0,-3 2 0 0,3 1 9 15,-3-1-9-15,3 6 12 0,-3-3-12 0,3 5 12 32,0-5-12-32,-3 1 10 0,3-4-10 0,0 1 10 0,0-4-10 0,0 1 8 0,0-3-8 15,0 0 8-15,0 1-8 0,0 1 0 0,0-1 9 0,3 4-9 0,-3-2 0 16,0 0 8-16,3 2-8 0,-3 3 0 16,0-5 0-16,0-3 0 0,0 3 0 0,0-3 8 15,0 0-8-15,0-2 0 0,0-1 8 0,0 1-8 16,0-1 0-16,-3-2 0 0,0 3 0 0,3-1 0 15,-3-2 0-15,3 0 8 0,-3 3-8 0,3-1 0 0,0 1 0 0,-3-1 0 0,3 3 0 16,0-2 8 0,0-1-8-16,0 4 0 0,0-4 0 0,0 1 8 0,0-1-8 15,0-2 0-15,0-3 0 0,0 1 0 0,0-1 0 16,0 0 0-16,0 0 0 0,0 0 0 0,0-2 0 0,0 0 0 0,0-3 0 16,0 0 0-1,0-1 0-15,-3 1 9 0,3 0-9 0,0-2 0 16,0-1 8-16,-3 3-8 0,0-3 0 0,3 0 0 0,-3 1 11 0,0-1-11 15,3-5 10-15,-6 5-10 0,3-2 15 0,0 2-3 0,-3-2-1 0,3 2 0 32,-2-2 4-32,-1-1 1 0,6-2 0 0,-6 3 0 0,-3 0 0 0,0-1 0 0,0-2 0 15,0 0 0-15,-3 0-4 0,0 0 0 0,0 0 0 0,0 0 0 32,-3-2-3-32,-2 2-1 0,-1-3 0 0,-3 3 0 0,0-3-8 0,0 3 10 0,-6-2-10 0,1 2 10 15,-1 0-10-15,0 0 8 0,-3 2-8 0,0-2 8 16,-2 0-8-16,2 0 0 0,-6-2 0 0,1 2 0 15,-1 0 0-15,0 0 0 16,-3 0 8-16,-2 0-8 0,2 0 0 0,0 2 0 0,-2 1 0 0,-1 0 8 16,0-1-8-16,-2-2 0 0,2 0 0 0,-3 3 0 15,1 0 0-15,2-1 0 0,-3 1 0 0,-2 2 0 16,-1-2 0-16,3 0 0 0,-5-1 0 0,-1 1 0 16,4 0 0-16,2 2 0 0,-3-3 0 0,-2 4 0 0,5-1 0 15,-3-2 0-15,1-1 0 0,-1 1 0 0,1 0 0 16,2 2 0-16,0 0 8 0,-2 0-8 0,5 1 0 15,0-1 0-15,4 0 0 0,-7 1 0 16,6-1 0-16,-2 0 0 0,-1 1 0 0,-3-1 0 16,10 0 0-1,-1 0 0-15,0 1 9 0,3-4-9 0,1 4 0 0,-1-4 0 16,0 4 0-16,0-4 0 0,1 4 0 0,-1-4 0 0,3 3 0 16,-3-2 8-16,4 0-8 0,-1-1 0 0,3-2 0 0,-3 6 0 0,4-6 0 0,2 2 8 15,-3 1-8-15,0 0 8 16,0-3-8-16,1 2 0 0,-1 1 0 0,-3 0 0 15,3-1 0-15,0 1 0 0,-2-1 0 0,-1-2 0 16,3 3 0-16,3 0 0 0,0-1 0 0,1-2 0 0,-1 3 0 16,3 0 0-16,-3-3 0 0,3 2 0 0,1-2 0 0,-1 3 0 0,0-3 0 15,0 3 0-15,0-3 0 0,3 0 0 0,-3 0 0 16,4 2 0-16,2-2 0 0,0 0 0 0,0-2 0 0,0 2 8 16,0-3-8-16,3 0 0 0,0 1 8 0,1-1-8 15,2 0 0-15,0 1 9 0,0-4-9 0,3 1 0 16,-3 3 11-16,3-4-11 0,0-2 10 0,0 3-10 15,0-3 10-15,3 3-10 0,-3-3 10 0,0 0-10 16,3 0 9-16,0-3-9 0,0 1 8 0,0-1-8 16,0-2 8-16,3 0-8 0,-3 0 0 0,0-1 8 15,0 1-8-15,3 0 0 0,-3-3 0 0,0 0 8 0,0 3-8 16,0-3 0-16,0 0 0 0,0 0 0 16,0 0 0-16,1-2 0 0,-1 2 0 0,0-5 0 15,0 0 0-15,-3-1 0 0,3-1 8 0,0-1-8 0,-3 0 0 16,3-2 0-16,0-4 0 0,0 4 0 15,-3 0 0-15,3 2 0 0,3-3 0 16,-3 3 0-16,0-2 0 0,3 2 0 0,-3-2 0 0,3-1 0 16,0 1 0-16,-3-3 0 0,3-3 0 0,-3 3 0 0,3-3 0 15,0 0 0-15,0 1 0 0,0-1 0 16,0 3 0-16,0 2 0 0,0-2 0 0,0 3 0 16,0-3 0-16,0-1 0 0,0 1 0 0,0-2 0 15,0-1 0-15,0-3 0 0,0 1 0 0,0-3 0 0,0 5 0 0,-3 3 0 16,3 0 0-16,0-3 0 0,-3 3 0 0,3 0 0 15,0-3 0-15,-3 1 0 0,3-1 0 0,-3-5 0 16,3 2 0-16,-3-2 0 0,3 3 0 0,-3 0 0 0,0 2 0 0,3 0 0 16,-3 3 0-16,3 0 0 0,-3 0 0 0,3-3 0 15,0 0 0-15,-3-2 0 0,3-3 0 0,-3 2 0 16,3 1 0-16,-3 2 0 0,3 1 0 0,-3-1 0 16,3 3 0-16,-3 0 0 0,0-1 0 15,0-1 0-15,0 2 0 0,0-6 0 0,0 1 0 0,-3-3 0 16,3 2 0-16,1 4 0 0,-1-4 0 0,0 3 0 15,0 3 0-15,0 0 0 0,-3 0 0 0,3 0 0 16,0 0 0 0,0 0 0-16,3-3 0 0,-3 0 0 0,3 1 0 0,-3-4 0 0,3 3 0 0,0-2 0 15,-3 5 0-15,3 2 0 0,0 1 0 0,0 0 0 16,3 2 0-16,-3-3 0 0,0 3 0 0,3-2 0 0,-3 0 0 0,0-4 0 16,0 1 0-16,3 0 0 0,-3 0 0 15,0 0 0-15,3 3-9 0,-3-1 9 0,0 6 0 0,3-3 0 0,-3 6 0 16,0-4 0-16,3 4 0 15,-3-3 0-15,3 0 0 0,-3-1 0 0,0 1 0 16,3 0-8-16,-3-3 8 0,0 0 0 16,3 3 0-16,-3-3 0 0,0-2-8 0,0 2 8 0,3 3 0 15,-3 0 0-15,0 0 0 0,3 2 0 0,-3 1 0 16,0 2-8-16,3 0 8 0,-3-3 0 0,2 6 0 16,-2-3-8-16,0 0 8 0,3 0 0 0,-3 1 0 0,0-1 0 0,0-3-8 15,0 3 8 1,0-2 0-16,0 2 0 0,3-3-8 15,-3 1 8-15,0-3 0 0,0 2 0 0,3 1 0 0,-3-1 0 0,0 1 0 0,0 2-8 0,3 0 8 16,-3 0 0-16,0 3 0 0,3 0 0 0,-3-1 0 0,0 1 0 16,3 2 0-16,-3-2 0 15,0 3 0-15,3-1 0 0,-3 0-8 0,0-2 8 0,3 3 0 16,-3-4 0-16,0 4 0 16,3-1 0-16,-3 1 0 0,3-1 0 15,0-2 0-15,0 2-8 0,0 1 8 0,0-1 0 0,0 3 0 0,3-2 0 16,-3-1 0-16,3 0 0 0,-3 1 0 15,3 2-8-15,3 0 8 0,-3-3 0 0,3 3 0 0,-3 1-8 0,3-1 8 16,0 0 0-16,-3 0 0 0,-1 0-8 0,4 0 8 0,-3 0 0 16,3 3 0-16,-3-3 0 0,0 0 0 0,3 0 0 15,-3 2 0-15,0-1 0 0,0 1 0 0,0 1 0 0,0-3 0 16,0 3 0-16,0-1 0 0,0 1 0 16,0 0 0-16,0 0 0 0,-3-1 0 0,3 1 0 0,-3-3-17 15,0 3 3-15,3-3 1 0,-4 0 0 16,4-3-21-16,0 1-4 15,3-4-1-15,-3 4 0 0,3-3-55 0,3-1-11 16,-3-1-3-16,0-1 0 0,6-3-149 0,-3 3-31 0</inkml:trace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04-07T21:32:01.020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13975 3294 1807 0,'0'0'40'0,"0"0"8"0,0 0 1 0,0 0 2 0,0 0-41 0,0 0-10 16,0 0 0-16,0-5 0 0,0 5 94 0,0 0 17 15,-3-3 3-15,3 3 1 16,0 0-43-16,0 0-9 0,0 0-2 0,0 0 0 0,0 0-29 0,0 0-5 15,0 0-2-15,3 8 0 16,-3 0-12-16,0 3-2 0,3 7-1 0,-3-4 0 16,3 4-10-16,-3 1 0 0,0 4 9 0,0-1-9 0,3-1 0 0,-3 3 8 15,0-3-8-15,0 0 0 16,0 3 0-16,0-3 0 0,0-3 0 0,0 4 0 0,0-7 14 0,0 1 5 0,-3 3 1 16,3-6 0-16,0 3-20 0,-3 0 0 0,3-3 0 15,-3 3 0 1,3-5-17-16,-3 2-7 0,3-3-2 0,-3-2 0 0,3 3 26 0,-3-6 0 0,3-5 0 0,0 0 0 15,0 0 20-15,0 0 4 0,-3 0 0 0,0-10 0 16,0 2-24-16,0-3 0 16,3-2 0-16,-3-3 0 0,3 0 0 0,-3-2 0 0,3-1 0 0,0-2 0 15,0-8 0-15,3 2 0 0,0-4 0 16,3-1 0-16,0-5 0 0,0-3 0 0,3 6 0 0,-1 5 0 16,1-1 0-16,0 4 0 0,0 5 9 15,3 2-9-15,-3 1 22 0,-3 2-2 0,3 5-1 0,0-5 0 16,0 6 2-16,0-1 1 0,-3 1 0 15,3-1 0-15,-3 3-2 0,3 3 0 0,-3-3 0 0,-1 3 0 16,1 2-7-16,0 3-1 0,3 0-1 0,-3 3 0 16,0-1-11-16,0 6 0 0,0 0 0 0,0 0 0 15,0 3 0-15,3-1 0 0,-3 6 0 0,0-5 0 16,3 7 0-16,-3-5 0 0,0 6 0 0,0 5 0 0,0 0 0 0,0 7 0 16,0-2 0-16,-4 1 0 15,1-4-14-15,0 0 5 0,0 4 1 0,-3-7 0 0,0 1 8 0,0-3 0 16,0 1 0-16,-3-1 0 15,0 0-53 1,3-5-9-16,-3 5-2 0,1-5 0 0,-1 0-20 0,-3 0-4 0,3 2 0 0,0-7-1 16,0 2-127-16,0 0-26 0,-12 8-5 0,6-5-1 15</inkml:trace>
  <inkml:trace contextRef="#ctx0" brushRef="#br0" timeOffset="229.805">13924 3493 1638 0,'0'0'36'15,"-6"0"7"-15,3-8 1 0,3 8 3 0,0 0-38 0,0-6-9 0,6 1 0 0,0 3 0 16,0-6 89-16,3 2 16 0,3-2 3 0,0 3 1 16,0 2-31-16,2-2-6 0,4 3-2 0,0-4 0 31,-3 4-26-31,3 2-6 0,-3-6-1 0,3 6 0 0,-3-2-21 0,-4-1-5 0,7 0-1 0,-3 3 0 15,0-2-10-15,3 2 0 16,-3 0-10-16,3-3 10 0,0 3-200 0,-1 0-35 0</inkml:trace>
  <inkml:trace contextRef="#ctx0" brushRef="#br0" timeOffset="609.656">14606 3323 1594 0,'0'0'45'0,"0"0"10"0,0 0-44 0,0 0-11 0,0 0 0 15,-6-8 0-15,6 8 152 0,0-5 29 0,0 0 6 0,0 5 1 32,0-3-65-32,3-2-13 0,-3 2-2 0,0 3-1 0,3-8-36 0,-3 8-7 0,0-5-2 0,0 5 0 15,3-3-38-15,-3 3-8 0,0 0-2 0,3-2 0 16,-3 2-14-16,0 0 0 0,0 0 0 0,0 0 0 15,0 0-17-15,0 0-7 0,3 0 0 0,-3 0-1 16,3 5-139-16,0 3-27 0,-3-3-5 0</inkml:trace>
  <inkml:trace contextRef="#ctx0" brushRef="#br0" timeOffset="851.512">14603 3662 1998 0,'0'0'44'0,"0"0"8"0,0 0 3 0,0 0 1 16,0 0-44-16,0 0-12 0,0 0 0 0,0 0 0 0,0 0 95 0,0 8 17 0,0-5 3 0,0-3 1 31,0 0-41-31,0 0-8 0,0 8-2 0,0-8 0 16,0 5-21-16,0-5-5 0,0 0-1 0,0 5 0 0,0-5-23 0,0 5-5 0,0-5-1 0,3 6 0 31,-3-6-29-31,0 5-5 0,3 3-2 0,-3-8-1199 0</inkml:trace>
  <inkml:trace contextRef="#ctx0" brushRef="#br0" timeOffset="32585.095">14978 3405 1263 0,'0'0'28'0,"0"0"5"0,0 0 2 0,0 0 1 0,0 0-36 0,3 0 0 0,-3-8 0 0,0 8 0 15,0 0 90-15,0 0 11 0,6 0 3 0,-6 0 0 32,0 0-46-32,0 0-9 0,0 0-1 0,3 0-1 15,3 0-15-15,0 3-2 0,-3 2-1 0,-1 1 0 0,4 2-6 0,-3 0-2 0,0 0 0 0,0 2 0 16,0 3-11-16,0 1-2 0,0-4-8 0,0 3 12 15,0 1-12-15,-3-4 0 0,3 1 0 0,-3-1 0 16,3 1 0-16,-3-3 0 0,0 2 8 0,0-2-8 16,0-2 0-16,0 2 0 0,0-3 0 0,0 3 0 15,0-8 8-15,0 2-8 0,0-2 0 0,0 6 0 16,0-6 9-16,0 0-9 0,0 0 8 0,0 0-8 16,0 0 22-16,0 0-1 0,0 0 0 0,0 0 0 15,0 0 12-15,0 0 3 0,-6-6 0 0,3-1 0 16,3-1-5-16,-3 0-1 0,3 0 0 0,0 0 0 15,3-5-7-15,-3 5-2 0,3-6 0 16,0 1 0-16,3 3-4 0,-3-4-1 0,0 1 0 0,3 3 0 0,-3-4-1 0,3 4-1 16,0-1 0-16,0 1 0 0,0-1-1 15,0 0 0-15,0 3 0 16,3 1 0-16,-3 1-3 0,0 1-1 0,3 0 0 16,-1-1 0-16,-2 6-9 0,3 0 12 0,-3-5-12 0,3 10 12 15,-3-5-3-15,3 3 0 0,-3 0 0 0,0 5 0 0,0 0-9 0,0 2 0 0,-3 1 0 16,3 5 0-1,-3-6 0-15,0 6 0 0,0 3 0 0,-3-9 0 0,3 9 0 0,-3-9-9 0,0 3 9 0,0 1-10 32,-3-1-17-32,3-2-3 0,-3 2-1 0,3-3 0 15,0-2-32-15,0 3-6 0,0-3-2 0,0-3 0 16,3 0-20-16,0 1-4 0,-3-6-1 0,6 2 0 0,0-2 32 16,3 0 5-16,-3-2 2 0,3-1 0 0,2-2 41 0,-2-1 16 15,0-2-11-15,3 1 11 16,-3-4 27-16,0 0 11 0,0 1 2 0,-3-3 1 0,3-1 33 0,-6 4 6 0,3-3 2 0,-3 5 0 15,0-6-11-15,0 6-3 0,0 0 0 0,-3 1 0 16,3 1-20 0,-3 4-5-16,0 2-1 0,0 0 0 0,0 0-17 0,0 0-3 0,0 0-1 0,-3 8 0 15,3-3-21-15,0 3 9 0,0 2-9 0,0 4 0 16,0-6 0-16,0 5 0 16,0-3 0-16,0 1 0 0,3 5 0 0,0-8 0 0,0 2 0 0,3-2 0 0,0 3-10 15,-1-3 1-15,1-6 0 0,3 4 0 0,0-1 9 0,-3-5-13 31,3 3 5-31,0-3 8 0,3 0 0 0,-3-3 0 0,3 3 0 0,-3-3 0 16,3-2 0-16,0 2 21 0,-1 1-2 0,-2-6-1 0,0 0 13 16,0 0 2-16,0 3 1 0,0-3 0 15,-6 0-1-15,3-5 0 0,-3 5 0 0,0-6 0 16,-3 4-14-16,0-3-3 0,-3 5-1 16,0-8 0-16,-3 5-15 0,0 1 9 0,-3-1-9 0,0 6 8 0,0-1-8 0,-3-1-11 15,1 7 3-15,-4 0 0 16,3-6-24-16,-3 12-4 15,0-6 0-15,3 0-1 0,-3 2-110 0,3 3-21 0,0-2-5 0,-2 2-1 0</inkml:trace>
  <inkml:trace contextRef="#ctx0" brushRef="#br0" timeOffset="33177.159">16064 3199 1874 0,'-3'-13'53'0,"3"10"11"0,0-5-51 0,0 0-13 0,-3 3 0 0,3-3 0 15,0 0 111-15,0 0 19 16,0 0 4-16,0 3 1 0,0 0-45 0,0 2-9 0,0-2-1 0,0 5-1 16,0 0-29-16,0 0-6 15,0 0 0-15,0 0-1 0,0 0-35 0,3 8-8 0,-3 2 0 0,0 6 0 31,3-5 0-31,-3 7 0 0,0-2 0 0,3 0 0 0,-3 0 0 0,0 2 0 0,0 6 0 0,0-3 0 16,0 0 0-16,0 3-11 0,-3 5 3 0,3-5 0 31,-3 3-27-31,3-3-5 0,-3-1 0 0,0-2-1 16,0 1-43-16,-3-4-9 16,3 1-2-16,0-6-605 0,-3 3-122 0</inkml:trace>
  <inkml:trace contextRef="#ctx0" brushRef="#br0" timeOffset="33509.156">16002 3522 1396 0,'-6'-11'40'0,"3"9"8"16,0-6-39-16,-3-6-9 0,3 6 0 0,0 1 0 16,3-7 113-16,-3 4 21 0,3 4 4 0,0-7 1 0,3 3-39 0,-3 2-8 15,6-3-2-15,-3 3 0 0,3 6-25 0,3-9-5 16,-3 6 0-16,3 2-1 16,-1 0-15-16,1-2-2 0,3 5-1 0,0 0 0 15,-3 0-16-15,3 5-3 16,0-2-1-16,-3 0 0 0,3 5-21 0,-3 2 0 0,0-2 0 0,0 3 8 0,0 5-8 0,-1-8 0 15,-2 5-8-15,3 3 8 16,0-6-24-16,-3 1 1 0,-3 5 0 0,3-8 0 16,-3 2-10-16,0 1-3 0,0-3 0 0,0 0 0 15,-3-3 15-15,0 0 2 0,0-5 1 0,0 0 0 0,0 0 18 0,0 0 0 16,0 0 0-16,0 0 0 0,0 0 11 0,0 0 5 0,0 0 2 0,0-8 0 16,0 6 12-16,0-6 2 0,0-6 1 15,3 4 0-15,-3-1-12 16,6 1-2-16,0-9-1 0,0 3 0 15,0 3-18-15,3-3 0 0,0 3 8 0,0 2-8 0,0 3-17 16,-3-5-7-16,2 5-2 0,-2 3-721 0,3 2-144 0</inkml:trace>
  <inkml:trace contextRef="#ctx0" brushRef="#br0" timeOffset="34727.501">16502 3464 1688 0,'3'-6'37'0,"3"4"8"0,-3-4 2 0,3 4 0 0,0-4-38 0,0 1-9 0,-1-3 0 0,-2 6 0 15,3-6 85-15,-3 0 15 0,0 2 4 0,0 1 0 0,0 2-28 0,-3-4-6 16,3-1-1-16,-3 2 0 16,3 1-10-16,-3-3-3 0,-3 5 0 0,3 3 0 15,-3-5-8-15,0 2-3 0,0-2 0 0,-3 3 0 0,0-1-23 0,-2 0-5 16,2 1-1-16,-3 2 0 15,0-3-6-15,0 3-2 0,0 3 0 0,0-1 0 0,0 1-8 0,0 2 0 16,3 0 0-16,-3 3-11 0,3 0 3 0,3 3 0 0,-3 0 0 16,3-4 0-1,0 4-21 1,3 0-4-16,0 5-1 0,0-9 0 0,3 4-34 0,0 0-6 0,0-3-2 0,3-3 0 16,3 0 5-16,-3 0 1 0,3 1 0 0,0-6 0 0,0 2 40 0,-3-2 8 15,0 0 2-15,3 0 0 0,-3-2 20 16,-3 2 0-16,3-6 0 0,-3 4 8 0,0-4 23 0,3 4 4 15,-4-3 1-15,1-1 0 0,0 4 4 0,0-4 2 0,3 1 0 0,-3 0 0 16,0 2-19-16,3 0-4 16,0-2-1-16,0 5 0 0,-3-2-18 0,3 2 8 15,0 2-8-15,0-2 0 0,0 5 0 0,0-2 0 16,0 2 0-16,-3 1 0 0,3 2 16 0,-3 0-1 0,3-3 0 0,-3 5 0 16,0-2-63-16,0 0-13 15,0 3-3-15,0-3 0 0,-3 2 52 0,0-2 12 16,0-2 0-16,0 2 0 0,-3 0 0 0,3-3 0 0,-3 3 0 0,3 0 0 15,0-8 0-15,0 0 0 0,-3 2 0 0,3-2 0 16,0 0 22-16,0 0 7 0,0 0 2 16,0 0 0-16,0 0 1 0,0 0 1 0,-6-2 0 0,3-6 0 0,0 2-33 0,0-1 0 15,3-1 0-15,-3 0 0 16,3 0 0-16,0 0 0 0,0-5 0 16,0 5 0-16,3-6 58 0,-3 1 5 0,3 3 1 0,0-4 0 0,0 1-52 15,0 3-12-15,0 2 0 0,0-8 0 0,3 10 0 16,0-2 0-16,-3 1 0 0,3-1 0 0,-1 2 0 0,4 4 0 15,-3-4 0-15,3 6 0 0,-3 0 0 0,0 0 0 16,0 0 0-16,0 0 0 0,0 3 0 0,0 0 0 16,0 2-12-16,0 6 12 15,0-4 0-15,0 1 0 0,0 0 0 0,-3 6 0 0,3-4 0 16,-3 1 0-16,3-1 0 0,-3 4 0 16,0-4 0-16,0 1 0 0,0-1 0 0,-3-2 0 0,3 0-9 0,-3 3 9 0,2-3 0 15,-2-6-9 1,0 4 9-16,0-1 0 0,0-5-9 0,0 0 9 0,0 0 0 0,0 0 0 15,0 0 0-15,0 0 0 0,0 0 0 0,0 0 0 0,0 0 0 0,0 0 0 16,0 0 0-16,0 0 0 0,-2-5 8 0,-1-3-8 16,3 0 8-16,0 0 0 15,0 0 0-15,0 3 0 0,3-9-8 0,-3 4 0 0,2 2-10 0,1-3 10 16,3 1 0-16,-3-1 0 0,3 3 0 16,-3-2 0-16,3-1 0 0,0 3 0 0,0 0 10 0,0 5-10 15,0-4 8-15,0-1-8 0,0 5 0 16,0-2 8-16,0 2 1 0,0 3 0 15,0-3 0-15,0 3 0 0,0 0-9 0,0 0 0 0,0 0 0 0,0 0 0 0,0 3 0 16,-3 0 0-16,2-1 0 0,-2 4 0 0,0 2 0 0,0-1-17 16,0-4 2-16,0 8 1 15,0-3 14-15,-3 2 0 0,3 3 0 0,0-5 0 0,-3 6 0 0,0-4 0 16,3 3 0-16,-3 1 0 16,3-4 0-16,-3 1 0 0,0-1 0 0,3 4 0 15,-3-9-54-15,0 3-8 0,3 0-2 0,-3 0 0 16,3-6 52-16,-3-2 12 0,3 6 0 0,-3-6 0 0,6 0 0 0,0-6 0 15,3 4 0-15,0 2 0 16,0-8 0-16,0 0 0 0,0 0 0 0,3 3 0 0,2-9 0 16,-2 1 0-16,3 3 0 0,0-6 0 0,0-3 44 15,0 3 12-15,0 0 3 0,0 1 0 16,-3-1-19-16,-3 2-4 0,-1-1-1 0,-2 4 0 0,0 0-4 0,-3 3-1 16,-3 1 0-16,0-1 0 0,-3 2-7 0,0 1-2 15,-3 2 0-15,0-2 0 0,-2 2-13 16,2 3-8-16,-3 0 8 0,3 3-8 0,0 2 0 0,0-2 0 15,0 2 0-15,3 3 0 0,3 5-15 0,-3-5-4 0,6 3-1 0,-3 2 0 16,6 3 20-16,-3 0 17 16,6 3-3-16,-3-1-1 0,3 1-13 0,0-6 0 0,-4 3 0 0,4 0 0 15,0-1 0-15,-3-1 0 0,0-1 0 16,-3 3 0 0,0-8 0-16,0 2 0 0,-3 1 0 0,0-3 0 0,-3-3 0 0,0 0 9 15,-3 1-9-15,0-4 8 0,-3 4-8 16,0-1 0-16,1-5 0 0,-4 3 8 0,0-3-21 15,0 5-5-15,0-5-1 0,3 0 0 0,-3 0-36 0,3 2-7 16,0-2-2-16,0 0-751 0,3-2-150 0</inkml:trace>
  <inkml:trace contextRef="#ctx0" brushRef="#br0" timeOffset="38308.37">17508 2919 1890 0,'0'0'41'0,"0"-6"9"0,0 4 2 0,0-6 1 0,0 2-42 0,0-2-11 0,0 3 0 0,-3 2 0 15,0-2 68-15,3 5 12 16,-6-2 3-16,0 2 0 16,0 0-16-16,0 0-3 0,-3 2-1 0,3 3 0 0,-3 1-50 0,3 2-13 0,0 0 0 0,-3 8 0 31,3-3 0-31,1 3 0 0,2 5 0 0,-3-3 0 0,3 9 0 0,0-6 0 0,3 3 0 0,0 5 0 0,0-5 0 16,0 0 0-1,3 2 0-15,-3-2 0 0,6 2 0 0,-3-5 0 0,0 6 0 0,-3-1 0 16,3 1 0-16,-3 2 0 0,0 0 0 0,2 0 0 15,-4-2 0-15,2-4 0 0,-3 1 0 0,0-3 0 16,0 1 0-16,-3-1 0 16,3-8 0-16,-3 5 0 0,3-4-46 15,-3-4-14-15,3 1-4 0,-3-3 0 0,3 0-64 16,0-3-14-16,3-5-2 0,0 0-684 0</inkml:trace>
  <inkml:trace contextRef="#ctx0" brushRef="#br0" timeOffset="38933.259">17297 3392 1450 0,'0'0'32'0,"0"0"6"0,-3-2 2 0,3 2 1 0,0-8-33 0,0 8-8 0,0 0 0 0,0 0 0 16,0-6 92-16,3 4 16 0,2-1 3 0,-2 0 1 15,6 3-36-15,-3 0-8 0,3 0 0 0,0 0-1 32,0 0-26-32,0 0-5 0,0 3 0 0,3-3-1 0,3 0-19 0,0 0-3 15,0 0-1-15,2 0 0 0,1 3-12 0,3-3 11 0,-3 0-11 0,0 0 10 31,3-3-10-31,-6 3 0 0,2-3 0 0,-5 3 0 0,0-5 9 0,0 2-9 16,-3 3 10-16,-3-8-10 0,3 8 30 0,-6-7 0 0,3 1 0 0,-6 1 0 16,0 2 21-16,0 3 4 0,-3-5 1 0,0 2 0 31,-3-2-21-31,0 2-4 0,0 1-1 0,-3-1 0 0,0 6-18 0,0-3-4 0,0 5-8 0,-3 0 12 16,6 3-12-16,-2-5 0 0,2 5 0 15,0 2 0-15,0 1 0 16,6 2-13-16,0 1 2 0,0-4 1 0,6 3-18 0,-3 1-3 0,6-4-1 0,-1 1 0 31,1-1-14-31,3 4-3 0,0-9-1 0,0 0 0 0,0-2-5 16,0 5-1-16,0-8 0 0,0 2 0 0,0-2 30 0,-3 0 6 15,2-2 0-15,-2 2 1 0,-3-6 19 0,3 4 0 0,-3-1 0 16,-3-2 0-16,3 0 17 0,-3-1 7 0,3-2 2 0,-3 0 0 16,3 0 10-16,-3 1 1 0,3-7 1 0,0 4 0 15,-3 4-18-15,3-7-3 0,3 3-1 0,-3 2 0 16,3 2-16-16,0-2 0 0,-3 0 0 0,2 3-9 0,1 3 9 0,0-1 0 15,0 3 0-15,-3 0 0 16,3 3 0-16,-3-1 0 0,3 3 0 0,-3 3 0 0,0 0 0 16,-3-2 0-16,3 4 0 0,-3 3 0 15,0-2-53 1,0 2-9-16,0 1-2 0,-3-4 0 0,0 3 36 0,0 1 8 0,0-9 0 0,-3 5 1 16,0-2-21-16,0-2-4 0,0 2 0 0,3-8-1 15,0 0 118-15,-6 0 24 0,6 0 5 0,0 0 1 0,0 0-19 16,-6 0-4-16,0-8-1 0,3 0 0 0,0 0-4 0,3-3-1 0,0 1 0 15,3-6 0-15,3 3-59 0,0-9-15 0,3 6 0 0,0-7 0 32,3 4 0-32,0-2 0 0,2 5 0 0,4 0 0 0,-3 0 13 15,0 0 0-15,0 6 0 0,-3-1 0 0,3 3-43 0,-6 0-9 16,3 3-1-16,-3-3-803 16,-1 0-160-16</inkml:trace>
  <inkml:trace contextRef="#ctx0" brushRef="#br0" timeOffset="41234.387">18323 2762 1389 0,'0'0'30'0,"0"0"6"0,0 0 2 0,-3-5 2 0,0 2-32 0,1-2-8 0,-1 3 0 0,-3-4 0 16,0 1 72-16,3 2 12 0,-3-2 2 0,0 2 1 15,0-5-22-15,0 3-4 16,0 0-1-16,0 2 0 0,0-5-1 0,0 3-1 0,0 2 0 0,0-2 0 16,0 0-15-16,0-1-3 0,0 1-1 0,-3 5 0 15,3-8-15-15,0 3-4 0,-3 2 0 0,1 3 0 31,2-8-8-31,-3 6-1 0,-3-1-1 0,0-5 0 0,0 8-2 0,-3-8 0 0,3 8 0 0,-3-8 0 16,-3 8-8-16,-2-8 12 0,-4 6-12 16,-3-1 12-16,0-2-12 0,-3 2 8 0,-2-2-8 15,-1 2 8-15,0-2-8 0,-3 2 0 0,-2-5-12 16,-7 3 12-16,0-3 0 0,1 3 0 16,-4 2 0-16,1-2 0 0,2 2 0 0,3-2 0 15,-2 2 0-15,-4-2 0 0,0 0 0 16,-2 2 0-16,2-2 0 0,-5 2 0 0,5 3 0 0,3 0 0 15,-2-5 0-15,-1 2 0 0,0-2 0 16,1 5 0-16,2-5 0 0,-5 2 0 0,2 3 0 16,6 0 0-16,-2 0 0 0,2 0 0 0,-3-5 0 0,4 2 0 0,-4-2 0 15,0 2 0-15,1 3 0 0,2 0 0 0,0 0 0 0,4 0 0 16,2 0 0-16,0 0 0 0,0 0 0 0,-2-5 12 16,2 2-12-16,-3 0 0 0,1 3-12 0,-1 0 12 0,0 0 0 0,4 0 0 15,-1 3 0-15,0-3 0 16,0 0 0-16,1 0 0 0,-1-3 9 0,-6 3-1 0,4-2-8 0,-4 2-10 31,3 0 10-31,-2 2-13 0,2-2 13 0,3 6 8 0,-3-1 0 0,1-5-8 0,-1 0 0 16,-3 0 0-16,1 3 0 0,-4-3 0 15,3 5 0-15,1 3 0 0,-1-5-11 0,3 2 11 0,1 3 0 16,-1-3 0-16,0-2 8 0,-5 2-8 16,5 3 0-16,-6-3 0 0,4 3-8 0,-4 3 8 0,6-3 0 15,1 2 0-15,-1 1 0 0,-3 2 0 0,6-5 0 0,-2 5 9 16,-4-5 1-16,0 8 0 0,4-8-10 15,-1 5-14-15,3-2 3 0,1-1 1 0,5 1 19 0,-3-3 4 16,0 3 1-16,-2-1 0 0,2 3-14 0,-3-5 0 16,-3 5 0-16,4-5 0 0,2 3-8 0,-3-3-5 0,6 3-1 0,1-1 0 15,-1 1 14 1,3-1 0-16,0 4 0 0,-2-7 0 0,2-1 0 0,0 4 0 0,-3-2 0 0,3 0 0 16,-2 3 0-16,2 5 0 0,0-6 0 0,0 3 0 15,1 3 0-15,2 0 0 0,0 3 0 0,3-6 0 16,0 6 0-16,3-4 13 15,1 4-2-15,-1-3-1 0,3 0-10 0,-3 0 0 0,0 2 0 0,3-2 0 16,-3 0 0-16,3-3 0 16,1 3 0-16,-1 0 0 0,3-3 0 0,-3 3 0 0,0-3 0 0,0 3 0 15,3 0-13-15,-3 0 5 0,3 2 8 0,3 1-13 16,-2 2 13-16,2 0 0 0,-3 3 0 0,3 2 0 16,3-4 0-16,-3-1 0 0,6 3 0 0,-3-1 0 0,3-4 0 0,-3 5 0 15,3-6 0-15,0 1 0 0,3-1 0 16,-3 1 0-16,6-6 0 0,-3 3 0 15,3 0 0-15,0 5 0 0,0-8 0 0,3 6 0 0,3-1 0 0,-3 6 0 16,3-5 0-16,0 2 0 16,3 0 0-16,3-3 0 0,-4 6 0 0,7-8-9 0,-3 5 9 0,3-5 0 15,-3 0 0-15,6 0 0 0,-3 2 0 0,2-7 0 0,1 8 0 16,0-9 0-16,0 1 0 0,-3 5 0 16,3-8 0-16,2-1 0 15,1 1 0-15,6 0 0 0,-3 0 0 0,6 0 0 0,-1 0 0 0,1 3 0 16,3-1 0-16,0-2 8 0,-4 3-8 0,-2-3 0 0,3 0 0 15,5-6 0-15,-2 4 0 0,6-1 0 0,0 0 0 0,2 6 0 16,1-9 0 0,-4 6 14-16,1-2-3 0,0-1-1 0,0 0-10 0,2-2 0 0,1 5 0 15,5-6 8-15,-5 4-8 0,3-4 0 16,-4 4 0-16,4-1 0 0,-6-2 0 0,2 2-17 0,4-2 4 0,3 2 1 16,-1-2 21-16,-2 2 5 15,2 0 1-15,1 0 0 0,-6-2-24 0,5 2-5 16,-2 1-1-16,8 2 0 0,-2-6 24 0,0 4 5 15,-4-1 1-15,4 0 0 0,-4 3-24 0,1 0-5 0,3-5-1 16,2 5 0-16,1-6 26 0,-4 6 5 0,1 0 0 0,2-5 1 16,-5 2-27-16,5 0-6 0,4 1 0 15,3-1-1-15,-7 0 34 0,1 3 7 0,-1-5 2 0,4 2 0 0,-1-5 10 16,4 3 1-16,-1-1 1 0,1 4 0 16,-7-6-30-16,4 2-8 0,-4-2 0 0,7 0 0 15,-1 3-20-15,-2 0-4 0,0-3-2 0,-1 0 0 0,-2-3 42 0,-1 0 8 16,4 1 1-1,5 2 1-15,-5-3-26 0,-1-2-12 0,-5 5 0 0,5-3 1 0,-2-5 11 0,2 3 16 32,1 0-4-32,-1-1-1 0,-2 1-11 0,-3-3 0 0,-1 3 0 0,7-3 0 0,-1 0 0 0,1 0 0 15,-4 0 0-15,4-5 0 0,-7 2 9 16,1 1 0-16,3-4 0 0,2-2 0 0,1 6-9 0,-7-6-12 0,4 5 2 0,-4 1 1 31,-2-9 9-31,-3 9 0 0,5-9 0 0,4 6 0 0,-7 2 0 0,1-2 0 0,-3 5 0 0,-1-2 0 31,-5-6 23-31,-3 5 6 0,-1 1 2 0,7-9 0 0,-6 9 1 0,-1-6 1 0,1 0 0 0,0 3 0 16,-4-9-33-16,-2 6 0 16,-3-2 0-16,0-3 0 0,-4 2 0 0,-2-7 0 15,0 7 0-15,0-7 0 0,0 5 0 0,0-3 0 0,-1 3 0 0,-2 0 0 16,-3 2 0-16,3 0 0 0,-6 4 0 0,0-4 0 16,0 6 0-16,-1-8 0 15,-5 5 0-15,3-8 0 0,-6 5 0 0,3 1 0 0,-3-3 0 0,-3 0 0 16,0-9 0-16,0 7 0 0,-3 2 0 0,0-9 0 15,0 7 0-15,0 1 0 16,-3 1 0-16,0 0 0 0,0 5 0 0,0-5 0 16,-3 5 0-16,0 0 0 0,0-2 0 0,0 2 0 0,-3 0 0 15,0 0 0-15,1 0 0 0,-4 3 0 0,3-5 0 0,-6-1 0 16,3 3 0-16,0-2 0 0,-3 2 0 0,3 0 0 16,0 0 0-16,0-3 0 0,0 4 0 0,1-1 0 0,-1 2 0 0,0 1 0 15,-3 3 0-15,3-6 0 0,-3 5 0 0,3 1 0 16,-3 2 0-16,0-6 0 15,1 6 0-15,-1 1 0 0,0-1 0 0,-3 0 0 0,3-3 0 0,-3 3 0 16,0 0 0-16,0 0 0 0,1 3 0 0,-1-3 0 16,0 5 0-16,0-5 0 15,0 3 0-15,-3 3 0 0,3-6 0 0,1 2 0 0,2 1 20 16,-3 2-2-16,0-5-1 0,0 0 0 0,3 3-17 0,-3 0 0 0,1 2 0 0,-1-5 0 16,-3 3 0-16,0 2 8 15,0-2-8-15,0 2 0 0,-2-4 0 16,2 1 0-16,-3 1 0 0,0-3 0 0,0 5 0 0,0-5 0 0,4 0 0 0,-4 3 0 15,3 0 0-15,0 2 0 0,0-5 0 0,0 3 0 16,1 0 8-16,-4-3-8 16,3 5 0-16,-3-5 0 0,-3 3 0 0,4-3 0 0,-4 3 0 0,0 2 0 31,-3-5 0-31,3 8 0 0,4-5 0 0,-4 2 0 0,3 3 0 0,0 0 0 0,3-5 0 16,-2 5 0-16,2-3 0 0,-3 3 0 15,3 0 0-15,-3 0 0 0,0 0 0 0,1 0 0 0,-1 0 0 16,0 3 0-16,3 2-14 0,0-2-3 0,-3 2-1 0,4 3 0 31,2-5-115-31,-3 2-23 0,3 0-5 0</inkml:trace>
  <inkml:trace contextRef="#ctx0" brushRef="#br0" timeOffset="66882.867">22607 1220 1616 0,'0'0'36'0,"-3"-5"7"0,0-3 1 0,0 5 1 0,3-2-36 0,-3-3-9 0,3 0 0 0,0 0 0 16,0-5 128-16,0 5 23 0,0 0 5 0,3 2 0 15,-3-2-64-15,3 6-12 16,-3-9-4-16,0 11 0 0,0-2-22 0,0 2-5 0,0 0-1 0,0 0 0 15,0 0-26-15,0 0-6 0,3 8 0 0,0-1-1 16,-3 7-15-16,3-4 0 0,-3 4 0 0,3 1 0 16,-3 4 0-16,0-3 0 0,3 5 0 0,-3-3 0 15,0 4-20-15,3 4-1 0,0-7 0 16,0 2 0 0,0 0-19-16,3-5-3 0,-3 5-1 0,2-8 0 15,1-2 13-15,0 2 3 0,0-5 0 0,3 0 0 0,-3-3 17 0,0-2 11 0,3-3-12 0,-3 0 12 0,0-3 0 16,3-2 0-16,-3-3 0 0,3 0 0 15,-3 0 13-15,3-8 7 0,-3 3 0 0,3-3 1 0,-3 3 9 16,0-3 2-16,-1-5 0 16,-2 5 0-16,3 0-2 0,0-2 0 0,-3 2 0 0,0 2 0 15,0 4-7-15,0 2-2 0,0-3 0 0,-3 9 0 0,0 2-11 0,0 0-2 16,0 0-8-16,0 0 12 16,0 0-12-16,0 0 0 0,0 0 0 0,3 2 0 0,3 9 0 0,-3-3 0 15,3 0 0-15,0 8 0 0,-3-3-12 16,3 3 4-16,3 0 8 0,-3 0-13 0,3 2-5 15,-3-2-1-15,3 0 0 0,3-3 0 0,-3 3-1 0,-1-8 0 0,4 5 0 16,0-5 0-16,-3-3 20 0,0-2 0 0,0 2 0 16,0-5 0-16,0 0 0 0,0 0 9 0,-3-5 1 0,3 2 0 15,-3-2 22-15,0-3 4 16,0-5 0-16,0 5 1 0,-1-8 10 16,-2 0 1-16,3 3 1 0,0-3 0 0,-3-5-9 0,3 5-3 0,-3-5 0 0,3 5 0 15,-3-5-16-15,3 5-3 0,-3 3-1 0,0-3 0 16,0 3-17-1,0-1 0-15,0 4 0 0,0-3 0 0,-3 5 0 0,3 0-16 0,-3 0 2 0,0 2 0 32,0 6-82-32,0 0-16 0,0 0-3 15,0 0-1117-15</inkml:trace>
  <inkml:trace contextRef="#ctx0" brushRef="#br0" timeOffset="67379.491">23256 1281 1353 0,'0'0'29'0,"0"0"7"0,0 0 0 0,0 0 4 0,0 0-32 0,0 0-8 0,0 0 0 0,0 0 0 16,0 0 109-16,0 0 21 0,0 0 4 0,0 0 1 15,3-3-44 1,3-2-9-16,-3 5-2 0,3-3 0 0,2 3-20 0,-2-5-5 16,3 5-1-16,0 0 0 0,0 0-17 0,3 0-3 0,3-6-1 0,-3 4 0 15,0 2-15-15,0 0-3 0,3-5-1 0,-3 2 0 16,2 3-14-16,-2-5 8 0,3 2-8 0,0 3 0 15,-3-5 0-15,3 5 0 0,0 0 0 0,-3-6-10 16,0 6-16-16,-1 0-3 0,-2 0-1 0,3 0 0 31,-6 6-47-31,0-6-10 0,0 5-1 0,-6-5-880 0</inkml:trace>
  <inkml:trace contextRef="#ctx0" brushRef="#br0" timeOffset="67596.269">23253 1508 1710 0,'0'0'37'0,"0"0"8"0,0 0 2 0,0 0 1 0,0 0-38 0,0 0-10 0,6 0 0 0,3 0 0 15,-3 0 85-15,2 0 15 0,1-5 4 0,0 2 0 16,3 3-32-16,0 0-5 16,0-5-2-16,3 2 0 15,-3-2-20-15,0 2-4 0,0 3-1 0,0-5 0 0,-1 0-19 0,1 2-4 0,0-2-1 0,3 2 0 16,0-2-16-16,0 2 0 0,0-2 0 0,3 2 0 31,0-2-19-31,-4 0-7 0,4 2-2 0</inkml:trace>
  <inkml:trace contextRef="#ctx0" brushRef="#br0" timeOffset="68252.828">23878 1230 1724 0,'0'0'38'0,"0"0"8"0,0 0 2 0,0 0 0 0,0 0-39 16,0 0-9-16,0 0 0 0,0 0 0 0,0 0 88 0,-6 0 15 0,6 0 3 0,0 0 1 16,0 0-53-16,-9 6-10 0,6-6-3 0,-3 5 0 15,3-2-18-15,-3 5-4 0,3-3-1 0,0 3 0 16,0 5-10-16,3-5-8 0,-3 0 9 16,3 5-9-16,-3-2 8 0,3 2-8 15,3-5 0-15,-3 5 0 0,3-5 0 0,0 3 8 0,0-1-8 0,0 1 0 16,3 2 0-16,0-5 0 0,0 0 0 0,3 0 0 15,0-3 0-15,0 3 0 16,3-3 0-16,-3-5 0 0,2 0 0 0,1 0 8 0,0-5-8 0,0 0 9 16,3 2 4-16,-3-5 1 0,0 0 0 0,0-5 0 15,0 5 15-15,0-5 3 0,-3 0 1 0,-1 2 0 16,1-5 11-16,-3 3 1 0,0 0 1 0,-3 2 0 0,0-2 2 16,0-3 1-16,-3 3 0 0,-3 0 0 0,3 2-15 0,-6 0-3 15,3 1-1-15,-3 2 0 16,-3 0-19-16,3 3-11 0,-2-3 12 0,-4 0-12 0,0 2 0 15,0 4-9-15,0 2-1 0,0-5 0 16,-3 5-92-16,0 5-18 0,0-5-4 0,-3 2-1072 0</inkml:trace>
  <inkml:trace contextRef="#ctx0" brushRef="#br0" timeOffset="69056.357">22753 2024 1571 0,'0'0'44'0,"0"0"11"0,0 0-44 0,0 0-11 0,0 0 0 15,0-8 0-15,0 8 138 0,0-5 26 0,0 5 4 0,0 0 2 32,0 0-59-32,0 0-12 0,0 0-3 0,0 0 0 0,0 0-40 0,0 0-8 15,0 0-1-15,0 0-1 0,0 0-29 0,0 0-5 0,-3 8-2 0,0 0 0 16,0 0-10-16,3 2 0 15,0 1 0-15,0 2 0 0,0 0 0 0,0 3 0 0,3-5 0 0,0 7-11 32,0-7-17-32,0 7-4 0,3-10-1 0,0 8 0 15,-1-2-16-15,1-7-3 0,3 1-1 0,0-5 0 0,0 2 23 0,0 1 5 16,3-6 1-16,-3 0 0 0,0-6 24 0,0 1 0 0,0-3 0 16,0 5 0-16,0-10 12 0,-3 5 7 0,3 0 1 0,-4-5 1 15,-2 3 18-15,3-1 3 16,0 0 1-16,0-2 0 0,-3 5-3 0,-3-5 0 15,3 2 0-15,-3 6 0 0,3-3-13 0,-3 0-3 0,0 3-1 0,0 5 0 16,0 0-23-16,0 0 8 0,0 0-8 0,0 0 0 0,0 0 0 0,0 0 0 31,0 13 0-31,0-5 8 0,0 5-20 0,0-2-4 0,3 2-1 0,0 3 0 16,0-3-22-16,3 3-4 0,3-3-1 0,-3 1 0 16,3-4-11-16,0 3-2 15,0-5-1-15,0 6 0 0,0-12 33 0,0 4 6 0,0 1 2 0,-1-7 0 0,1 3 27 0,0-3 6 16,0-3 0-16,0 3 1 15,0-7 12-15,-3 1 3 16,3-2 0-16,-3 0 0 0,0 0 25 0,0 0 6 0,-3-5 1 16,3 0 0-16,0 2 0 0,-3-2 0 0,3 0 0 0,-3 2 0 15,0-2-52-15,3-3-12 0,-3 8 0 0,0-5 0 16,2 5-24-16,1 0-8 0,0 0-2 0,0 0 0 16,0 3-150-1,3 0-31-15</inkml:trace>
  <inkml:trace contextRef="#ctx0" brushRef="#br0" timeOffset="69344.59">23381 2172 1284 0,'0'0'36'0,"0"0"8"0,0 0-35 15,0 0-9-15,3-5 0 0,0 2 0 0,3-2 119 0,0 2 21 0,0 3 5 0,-1-7 1 16,4 4-47-16,0 0-10 0,0-2-1 0,0 2-1 16,3-2-45-16,0 2-9 15,3-5-1-15,0 3-1 0,0 0 26 0,3 2 6 16,-4-5 1-16,7 8 0 0,-3-8-52 0,0 8-12 0,0-5 0 0,0 2 0 16,2 3 28-16,-5 0 2 0,3 0 1 15,-3-5 0-15,-3 5-31 0,3 0 0 0,-3 0 0 0,-3 0 0 16,0 0-24-16,-3 0-4 0,0 5 0 0,-6-5-1 31,0 0-91-31,0 3-17 0,0 2-4 0,-3 3-1 0</inkml:trace>
  <inkml:trace contextRef="#ctx0" brushRef="#br0" timeOffset="69566.384">23419 2366 1422 0,'0'0'31'0,"0"0"6"0,0 0 2 0,0 0 1 0,0 0-32 0,0 0-8 15,0 0 0-15,0 0 0 0,0 0 110 0,3 0 20 0,3-3 4 0,3 0 1 16,-3 1-48-16,3 2-10 0,0-6-1 16,3 4-1-16,-3-4-19 0,3 4-3 0,0-4-1 15,0 4 0-15,0-4-29 0,2 4-7 0,1-3 0 0,3 5-1 16,-3-8-15-16,3 8 0 0,0-6 0 0,0 4 0 16,-1-6 11-16,1 8-1 0,0-8 0 0,0 5 0 31,0 0-111-31,0-4-23 0,0 1-4 0</inkml:trace>
  <inkml:trace contextRef="#ctx0" brushRef="#br0" timeOffset="69828.642">24116 2019 2084 0,'0'0'46'0,"-3"-3"10"0,3-5 1 0,-3 3 1 0,3 0-46 0,0 2-12 0,0-5 0 0,-3 3 0 15,3 5 128-15,0-3 23 0,0 3 5 0,0 0 0 0,0 0-124 0,0 0-32 16,0 0 0-16,0 0 0 0,0 0 57 0,0 0 6 0,0 0 1 0,0 0 0 0,3 8-52 0,0 0-12 16,0 0 0-16,0 0 0 0,0 5 0 15,-3-2 0-15,3 2 0 0,0 3 0 0,-3 2 0 16,3 6 0-16,-3-3 0 0,0 3 0 16,0 0 0-16,0 5 0 0,3-2 0 0,-3 2 0 15,0-3 0-15,3 1 0 0,-3-4 0 0,0 1 0 16,0-3-99-16,0 1-22 0,3-1-5 0,-3 0-651 0,3-5-131 0</inkml:trace>
  <inkml:trace contextRef="#ctx0" brushRef="#br0" timeOffset="85821.483">13094 3723 1256 0,'0'0'28'0,"0"0"5"0,0 0 2 0,0 0 0 0,0 0-35 0,0 0 0 16,-6 3 0-16,0-1 0 0,6-2 95 0,-6 3 12 0,-3 2 2 15,3-2 1 1,0 2-34-16,0-2-8 0,0 2 0 0,0-2-1 0,0 2-18 0,-3-2-3 16,3 2-1-16,0 0 0 0,0-2-12 0,-3 2-2 0,3-2-1 0,-3 2 0 15,3 0-9-15,-2 1-1 16,2-4-1-16,-3 6 0 0,3-5-10 0,-3 2-1 0,0-2-8 0,0 2 12 16,-3 0-12-16,0 1 8 0,0-4-8 0,-3 6 0 15,0-5 0-15,1 2 0 16,-1-5 0-16,0 3 0 0,-3 2 9 15,3-5-9-15,-3 0 8 0,0 3-8 0,0-3 8 0,1 0-8 0,-1 0 0 16,0-3 8 0,3 3-29-16,-3-5-7 0,0 2 0 0,0 3-1 15,4-8 74-15,-4 3 15 0,3 0 4 0,0-1 0 0,0 1-52 0,0-3-12 0,-3 0 0 0,3-2 0 16,-2-1 0-16,-1 3 0 16,0-8 0-16,0 6 0 0,0-1 54 0,0-5 8 0,0 3 2 0,-2-3 0 15,5 3-52-15,-3 0-12 16,3 2 0-16,-3-2 0 0,3-3 0 0,0 0 0 15,0-2 0-15,4 2 0 0,-1-5 0 16,0-1 0-16,0 1 0 0,3-3 0 0,0 1 14 0,3-4 0 0,0 3 0 0,0 0 0 0,0-5-14 16,3 6 0-16,0 1 0 0,-3-4 0 15,6 5 0-15,0-3 11 16,0 0-11-16,0 0 10 0,0-2-10 0,3 2 8 0,0-5-8 16,0 2 8-16,0 1-24 0,0-3-6 0,3 0-1 15,0 0 0-15,0 0 23 0,3 5 0 0,0-3 0 16,0 3 0-16,3 3 0 0,0 0 0 0,2 0 0 0,1-3 0 0,0 3 16 0,3 2 8 15,0-7 2-15,0 2 0 0,3-2-26 0,2-1 0 16,-2 6 8 0,0-5-8-16,0 7 0 0,0-2 0 0,3 0 9 0,-7 5-9 15,4 0 0-15,-3-2 9 0,3 2-9 0,3 2 0 0,-3 4 32 16,5-3-1-16,-2 2 0 0,6 0 0 31,-3 4-47-31,3-1-8 0,-4 0-3 0,7 2 0 0,-6-2 27 0,0 6 0 16,-1-6 0-16,1 3 0 0,0-1 0 0,-3 4 0 0,3-4 0 0,2 4 0 0,-5 2 16 15,3 0 9-15,0 0 2 0,0 0 0 16,-1 2-43-16,-2 4-8 0,0-6-1 0,0 5-1 0,-3 3 26 0,-1-6 0 0,-2 6 0 0,0 0 0 16,-3-2 0-16,0 2 0 15,-3 0 0-15,0-1 0 0,0 1 0 0,3 3 9 0,-6-3-9 0,2 2 10 16,4-2-10-16,-3 6 0 0,3-1 0 0,0 3 0 16,0 0 17-16,0 2 2 0,0-2 0 0,2 5 0 15,-2-2-19 1,0 2 0-16,3 0 0 0,-3-5 0 0,0 2-9 15,0 1-6-15,0-3-1 0,0 2 0 0,-4-7 16 0,1 7 0 0,0-2 0 16,-3-8 0-16,3 6 0 0,-3-7 0 0,0 1 8 0,-3-2-8 16,0 4 0-16,0-4 8 0,0 2-8 0,0-6 0 15,0 3 0-15,-3-2-20 16,0-3 2-16,3 3 1 0,0-3-171 16,-1 0-33-1,1 0-7-15,0-3-2 0</inkml:trace>
  <inkml:trace contextRef="#ctx0" brushRef="#br0" timeOffset="86552.668">13418 2810 1074 0,'0'0'30'0,"0"0"8"0,0 0-30 0,0 0-8 0,0 0 0 0,0 0 0 16,0 0 104-16,0 0 19 0,-6 3 4 0,6-3 1 15,-6 0-24-15,6 0-4 0,0 0 0 0,0 0-1 16,-3 0-22-16,3 0-4 0,0 0-1 0,0 0 0 0,0 0-40 0,0 0-9 16,0 0-2-16,0 0 0 15,0 0 23-15,0 0 4 0,0 0 0 0,0 0 1 16,0 0-27-16,0 0-6 0,0 0 0 0,3 2-1 0,3 1-15 0,0-3 0 15,0 3 0-15,0-1 0 0,3 4 0 0,-3-6 0 16,3 0 0-16,0 2 0 16,0-2 54-16,-1 6 8 0,4-6 2 0,0 0 0 15,0 2-80-15,-3 3-15 0,3-5-3 0,-3 0-1 0,3 3 56 0,-3-3 11 16,0 0 3-16,0 3 0 0,3-3-35 0,-3 0-22 16,-4 0 3-16,4 0 1 15,0 0 18-15,-3 0 12 0,3 0-1 0,0-3-1 0,-3 3-2 0,3 0 0 0,-3-3 0 0,0 3 0 16,0 0-8-16,0 0 12 0,0-5-12 0,-3 5 12 15,3-2-2-15,-3 2 0 16,3-6 0-16,-3 4 0 0,0-4 3 0,0 4 1 0,0-4 0 16,0 4 0-1,-3-4 7-15,3 1 2 0,-3 2 0 0,2-4 0 0,-2-1-4 0,0-3-1 16,3 3 0-16,-3-3 0 0,0 1-2 0,0-1 0 16,3 3 0-16,0-7 0 0,-3 1-16 0,3 1 0 0,0 0 8 0,0 2-8 15,0-2 0-15,0 5 0 0,0-5-8 16,0 2 8-1,3 1-84-15,-3 2-12 0,3 0-1 0,0 0-719 0,3 0-143 16</inkml:trace>
  <inkml:trace contextRef="#ctx0" brushRef="#br0" timeOffset="89571.815">11677 2736 1958 0,'-3'-3'43'0,"-3"-5"9"0,3 0 1 0,-3-2 3 0,3-1-45 0,-3-2-11 0,3-3 0 0,-3 0 0 16,3 3 104-16,0-3 20 0,0 0 3 0,0 3 1 16,0-3-44-16,0 3-9 0,3 0-2 0,-3 2 0 15,3 1-28-15,-3 2-5 0,3 5-2 0,0-5 0 16,0 8-18-16,0 0-4 0,0 0-1 0,0 0 0 0,0 0-15 16,0 0 0-16,0 8 0 0,3 0 0 15,0 5 0-15,3-2 0 0,0 5 0 0,0 2 0 16,3-2-20-16,-3 0 4 0,3 5 0 0,0-5 0 15,0 0-26-15,3 2-5 0,-4-2-1 0,4-3 0 16,-3-5-8-16,3 0-3 16,-3 0 0-16,3-2 0 15,-3-4-55-15,0 3-11 0,0-5-3 0,0 0 0 0,-3 0 103 0,3 0 25 16,-3-7 0-16,-3 4 0 0,0 0 49 0,0-5 15 0,0 3 4 0,-3-3 0 16,0-2-7-16,0 4-1 0,0-2 0 15,-3-5 0-15,0 0 6 0,3 2 1 0,-3-2 0 0,0-3 0 16,3 3-56-16,-3 0-11 0,0 2 0 0,3-2 0 0,-3 2 37 0,3 6 13 0,0-3 2 15,0 0 1 1,0 8-33-16,0 0-8 0,0 0 0 0,0 0-1 0,0 0-11 0,6 8-16 0,0-5 4 16,-3 7 1-16,3 1 11 15,-1 2-12-15,4-2 12 0,-3 2-12 16,3 0-15-16,3 0-3 0,-3-2-1 0,3 2 0 16,0-2-12-16,3-1-2 0,-3-7-1 0,0 5 0 0,-3-3 10 15,2-2 1-15,-2 0 1 0,0-3 0 0,-3 0 34 0,0 0 0 0,0-3 8 0,0 0-8 16,-3 3 38-16,0-8 2 0,0 3 0 15,-3-3 0-15,0-3 20 0,0 1 5 16,3-1 1-16,-6-7 0 0,3 2-17 0,-3 0-3 0,0-5-1 16,3 0 0-16,-3 2-21 0,3-2-4 0,0 2 0 0,-3 4-1 15,3-1-19-15,-3 0 0 0,3 3 0 0,-3-1 0 16,3 4-12-16,0-3-5 0,0-1-2 0,0 6 0 31,0 0-144-31,3 1-29 0,0 1-5 0</inkml:trace>
  <inkml:trace contextRef="#ctx0" brushRef="#br0" timeOffset="89957.324">12189 2352 1497 0,'0'0'32'0,"0"0"8"0,0 0 0 0,-6 0 4 0,6 0-36 0,0 0-8 0,-6 6 0 0,6-6 0 31,0 0 104-31,0 0 20 0,0 0 3 0,0 0 1 0,0 0-52 0,0 0-9 0,0 0-3 0,0 0 0 31,0 0 0-31,0 0 0 0,0 0 0 0,3-6 0 0,3 6-51 0,0-2-13 0,0 2 0 0,3-6 0 16,-1 4 54-16,1-4 8 0,3 4 2 0,-3-4 0 16,3 1-52-16,3 3-12 0,-3-6 0 0,0 0 0 15,3 2 0 1,-3 4 0-16,5-9 0 0,-5 8 0 0,0-2-8 16,-3 3 8-16,0-6 0 0,0 8 0 0,0-6-32 0,-3 4 1 0,-3 2 0 15,3 0 0-15,-6 0-121 0,0 0-25 0,3 2-5 0</inkml:trace>
  <inkml:trace contextRef="#ctx0" brushRef="#br0" timeOffset="90213.896">12212 2477 1728 0,'0'0'38'0,"0"0"8"0,0 0 2 0,0 0 0 0,0 0-39 0,0 0-9 16,0 0 0-16,0 0 0 0,0 0 89 0,0 0 16 0,0 0 3 15,0 0 1-15,0-3-42 0,3-2-9 0,-3 5-2 0,3-6 0 32,0 4-23-32,3-4-5 0,-3 4 0 0,3-3-1 15,-3 2 29-15,3 3 7 0,3-5 1 0,-3 2 0 0,0-2-52 0,3 2-12 0,3 0 0 0,-3 1 0 16,3-4-11-16,0 4-5 16,0-3 0-16,-1 2-1 0,4-5 17 15,-3 3-8-15,0-3 8 0,3 2 0 16,-3-2-50-16,3 1-3 0,-3-1-1 0,0 0-678 15,0 0-135-15</inkml:trace>
  <inkml:trace contextRef="#ctx0" brushRef="#br0" timeOffset="90657.044">12561 2127 1186 0,'0'0'33'0,"0"0"9"0,0-5-34 0,0 2-8 0,0-2 0 0,3-3 0 0,-3 3 110 0,0 2 20 15,0 3 4-15,0-8 1 16,0 8-35-16,0 0-8 0,0-5 0 0,0 5-1 0,0 0 29 0,0 0 5 16,-3-3 2-16,3 3 0 15,0 0-50-15,0 0-9 0,0 0-3 0,0 0 0 16,0 0-52-16,0 0-13 0,0 0 0 0,-6 8 0 0,3-5 0 0,0 2 0 16,0 3 0-16,0 0 0 0,3 0 28 0,0 5 2 15,0-5 1-15,3 5 0 31,-3-2-50-31,3 2-9 0,-3 1-3 0,3-4 0 0,0 3 31 0,0 1 0 16,3-4 0-16,0 3 0 0,0-5 0 0,0 0 18 0,0 0-2 0,2-3-1 0,1 3-24 0,0-2-5 0,0-4-1 0,0 4 0 31,0-6-39-31,0 0-8 0,0 0-2 0,0 0 0 16,0-6 64-16,0 4 24 0,0-6 0 0,-3 2-1 16,3-1-23-16,-1-1 0 0,-2 0 0 0,0-3 8 0,0 1 7 0,0 2 1 0,-3-6 1 15,0-2 0 1,0 3 15-16,0 0 4 0,0-3 0 0,-3 3 0 0,0 2-2 0,-3-2 0 0,3 0 0 15,-3 2 0-15,-3 3-13 0,3-5-2 0,-3 5-1 16,-3 3 0-16,3-3-7 0,-2 5-2 0,-1-2 0 16,0 2 0-16,-3 1-9 15,0 2-14-15,3 0 3 0,-6 0 1 0,3 2 10 16,3 1 0-16,-3 2 0 0,0-2 0 0,3 5-118 16,1-3-22-16,-1 3-4 0</inkml:trace>
  <inkml:trace contextRef="#ctx0" brushRef="#br0" timeOffset="99329.362">16716 1913 1886 0,'0'0'41'0,"0"0"9"0,0 0 2 0,0 0 1 0,0 0-42 0,0 0-11 0,0-5 0 0,0 5 0 16,0-3 91-16,0 3 16 0,0 0 3 0,3-5 1 15,-3 5-39-15,0 0-7 0,0 0-1 0,0 0-1 16,0 0-23-16,0 0-4 0,0 0 0 0,0 0-1 16,0 0-13-16,0 0-2 0,0 0-1 0,0 5 0 0,0 3-9 0,0 3-2 15,0-3 0-15,0 5 0 0,0 0-8 0,-3-2 0 31,3 2 0-31,0 0 8 0,-3 0-8 0,3 3 0 0,0 3 0 0,0-1 0 16,0 3 0-16,0 3 0 0,3-3 0 0,-3 8 0 16,3-5 0-16,-3-3 0 0,3 3-12 0,-3-3 12 0,3 1-28 0,-3-4 3 15,0 1 0-15,0-1 0 16,0-5-16-16,0 3-3 0,0-2-1 0,0-1 0 16,0-5-13-16,0 5-2 15,0-5-1-15,0 0 0 0,0 0-23 0,0-3-5 0,-3 3-1 0,3 0-820 16</inkml:trace>
  <inkml:trace contextRef="#ctx0" brushRef="#br0" timeOffset="99770.664">16558 2342 2030 0,'0'0'44'0,"0"0"10"0,-3-8 2 0,3 2 1 0,0-1-45 0,0 1-12 15,0 4 0-15,0-6 0 0,0 8 94 0,0-6 17 0,0 4 3 0,0 2 1 16,0 0-47-16,0 0-8 0,0 0-3 0,0 0 0 16,0 0-27-16,0 0-6 0,6 0 0 0,-3 8-1 15,3-6-14-15,0 6-9 0,0 3 12 0,0-1-12 16,0-2 0-16,0 6 0 0,3-6 0 0,-3 5 0 0,3-5 0 0,0 0 0 15,3 0 0-15,-3 5 0 16,2-5 0-16,1 0 0 0,0 0 0 16,-3 5 0-16,3-5-16 0,0-6 0 0,-3 9 0 0,3-8 0 15,-3 5 6-15,3-3 1 0,-3-2 0 0,0 2 0 0,-1-5 9 16,1 2 0-16,-3-2 0 0,3 0 0 16,0 0 0-16,-3-2 8 0,3 2-8 0,-3-5 11 0,0 2 16 15,0-5 3-15,0 3 1 0,0 2 0 0,0-5 1 0,0 3 1 0,0-3 0 16,0 0 0-16,0 0-12 15,0-5-2-15,0 0-1 0,0 2 0 0,-1-2-18 0,1 5 10 0,0-8-10 0,-3 3 8 16,0 5-8-16,0-6-12 0,0 7 2 0,0-1 1 31,-3 0-79-31,3 0-15 16,-3-3-3-16,-3 8-1099 0</inkml:trace>
  <inkml:trace contextRef="#ctx0" brushRef="#br0" timeOffset="100652.92">17365 1979 1879 0,'0'0'41'0,"0"0"9"0,0 0 2 0,0 0 0 16,0-5-41-16,0 5-11 0,0-5 0 0,0 5 0 0,0 0 68 0,0 0 12 16,0 0 3-16,0 0 0 0,0 0-43 0,0 0-9 0,0 0-2 0,-3 5 0 15,3 3-19-15,-3 5-10 16,3-5 10-16,0 5-10 0,0-2 0 16,0 2 0-16,0 0 0 0,3 3 0 0,0-3 0 0,0 3 0 15,0 0 0-15,-3-3 0 0,3 3 0 0,0-3-13 16,0-2 4-16,-3 2 1 0,3 1 8 15,0-7 0-15,-3 1 0 0,3 0-8 0,-3-8 8 0,0 0 0 0,0 0 0 0,0 0 8 16,0 0 12-16,0 0 2 0,0 0 1 0,0-5 0 16,-3-3 11-16,3 0 2 0,0-5 1 0,0 2 0 15,0-2-7-15,0-3-2 0,0 0 0 0,0-5 0 16,0 5-8-16,3-5-1 0,-3 5-1 0,0-5 0 16,3-5-7-16,0 2-2 0,0 0 0 0,3 3 0 15,-3-3 3-15,3-2 1 0,0 2 0 0,0 0 0 16,-1 3-1-16,4-6-1 0,0 9 0 0,0-1 0 15,0 1-1-15,0 5 0 0,0-3 0 0,3 8 0 16,0-5-10-16,0 5 0 0,0 0 0 0,0 2 8 16,-1 4-8-16,1 2 0 15,-3 0 0-15,0 0 0 0,0 0 0 0,0 2 0 0,-3 4 0 0,3 2 8 0,-3 0-8 16,0-1-12-16,-3 7 2 16,-3 2 1-16,3-3-13 0,-6 3-2 0,3 0-1 0,-6 5 0 15,0 0-28 1,0-5-6-16,-3 0-1 0,0 5 0 0,-3-8-1 15,0 3-1-15,0 0 0 0,1 0 0 0,-4-3 22 0,3 0 5 16,-3-2 1-16,3 2 0 0,0-5 24 0,0 5 10 16,0-5-8-16,0-3 8 0,3 3 0 0,0 0 0 0,4 0 0 0,-1-5 0 0,0 2 0 15,0 0 0-15,6-5 0 0,0 0 11 16,-3 8 4-16,3-8 1 0,0 0 0 0,0 3 0 0,0-3 4 16,3 5 2-16,-3-5 0 0,3 3 0 0,3 2 1 15,0-2 0-15,-1 2 0 0,4-5 0 0,-3 5 2 0,3-5 1 0,0 0 0 0,0 3 0 16,3-3-2-16,0 5-1 0,0-5 0 0,3 3 0 15,0 2-4-15,0-5-1 0,-1 3 0 0,1 2 0 16,0-5-8-16,0 3-2 0,-3 2 0 0,3-5 0 16,-3 5-8-16,0-2 8 0,-3 2-8 0,2-5 8 15,-2 3-40 1,0-3-8-16,0 5-1 0,0-5-1 0,-3 3-182 0,0-3-36 16</inkml:trace>
  <inkml:trace contextRef="#ctx0" brushRef="#br0" timeOffset="101768.731">17710 2106 1235 0,'0'0'35'0,"0"0"8"0,0 0-35 0,0 0-8 16,6 0 0-16,-6 0 0 0,3 3 90 0,0-3 16 16,3 5 3-16,-3-5 1 15,3 5-38-15,0-5-8 0,0 0-2 0,-3 0 0 0,6 3-17 0,-3-3-3 16,0-3-1-16,0 3 0 0,3 0-1 0,-3-5 0 0,3 0 0 0,-1 2 0 16,1-5-5-16,0 3-2 0,0 2 0 0,3-5 0 31,-3 3 18-31,0-3 3 0,0 3 1 0,0-3 0 0,-3 5 7 0,3-5 2 0,-3 3 0 0,-3-3 0 15,3 3-48-15,-3 2-16 0,0-5 9 0,-3 3-9 32,0-3 25-32,0 3 0 0,0 5 0 0,-3-3 0 0,0-5-7 0,-3 3-2 0,3 2 0 0,-3 3 0 15,-3-5-16-15,3 5 0 0,-3 0 0 0,0 0 0 16,0 0 14-16,0 5 6 16,0-2 0-16,0 2 1 0,0 3-52 0,0 0-10 15,3-5-3-15,1 7 0 0,-1-2 20 0,0 0 3 0,3 3 1 0,0-1 0 16,0 1 20-16,0 2 0 0,3-5 0 0,0 5 0 31,3-2-56-31,0-1-6 0,0-2-2 0,0 0 0 0,3 0 52 16,0 0 12-16,-1-3 0 0,1 3 0 0,3-5-54 0,0-3-8 0,0 5-2 0,0-10 0 15,3 2 52-15,0 3 12 0,0-8 0 0,3 1 0 16,0 1 0-16,0-7 0 0,-1 2 0 0,4 1 0 0,-3-1 48 16,0 3 13-16,0-5 3 0,0 5 0 0,0-5 0 15,0 2 0-15,-4 1 0 0,1-1 0 0,-3 3-24 0,0-2-5 16,-3 2-1-16,0 0 0 15,-3 0-7-15,0 0-2 0,-3 0 0 0,-3 0 0 0,0 3-7 16,0 2-2-16,-3-2 0 0,-3 2 0 0,0 3-16 0,0 0-14 0,-2 0 2 0,-1 3 1 31,0 2 11-31,0-2 0 0,3 2 0 0,0 3 0 0,0-5 0 0,3 7 0 16,3-2 0-16,0 0 0 0,3 0 0 0,3-3 0 16,3 6 0-16,0 2 0 0,3-2 0 0,0-1 0 0,3 6 0 0,0-3 0 15,0 3 0 1,-1 0 0-16,-2-3 0 0,3 3 0 0,0 0 0 0,0 0 0 0,-3 3 0 0,0-9 0 15,0 3 0-15,-3 1 0 16,0-4 0-16,-3 3 0 0,0-5-12 0,0 0-1 0,-3 0 0 16,-3-3 0-1,-3 3-33-15,0-2-6 0,0 2-2 0,-3-6 0 16,-3 4-23-16,3-4-5 0,-3 4-1 0,0-4 0 0,0-2 22 0,1 3 4 16,-1-3 1-16,0 0 0 0,0 0 4 0,3 0 2 0,0-3 0 15,0 3 0-15,9 0 40 16,0 0 10-16,0 0 0 0,0-2 0 0,3-6 0 0,3 2 0 0,3-2 0 0,0 6 0 15,3-6 0-15,0 2 0 0,2-1 0 0,1-1 0 16,3-6 48-16,-3 6 11 0,3-5 2 0,-3 3 1 0,3-4-6 0,-3 1-2 16,-1 0 0-1,1 2 0-15,0-2 18 0,0 0 3 0,0 2 1 0,0-5 0 16,-3 3-61-16,0 5-15 0,0-5 0 0,-3 5 0 16,-1 0 0-16,-2 0 0 0,0 0 0 0,-3-2 0 15,0 7 0-15,0-5 0 0,0 3 0 0,-3 5 0 0,-3-3 54 0,3 3 8 16,0 0 2-16,-3-8 0 0,-3 8-56 0,0 0-8 15,0 0 0-15,1 0-10 0,-4 0 10 0,3 0 0 0,-3 3 0 16,-3 2 0 0,3 3 0-16,0-5 0 0,-3 5 0 0,3 2 0 0,0 1-10 0,3 2 0 15,0 0 0-15,3 3 0 0,-3-3-2 0,3-2 0 16,3 2 0-16,0 3 0 16,3-3-20-1,0 1-4-15,3 1 0 0,0-4-1 0,3 0 37 0,0-3 0 0,3 0 0 0,3-1 0 16,-3 1 0-16,3-2 0 0,0-6 0 0,2 2 0 15,-2-2 0-15,0-2 0 0,3 2 0 0,-3-6 0 0,3-2 0 0,-3 3 0 0,-3-3 0 16,2 0 0-16,1 0 8 0,0 0 10 16,0-5 2-16,-3 3 0 0,0-4-143 15,0 6-28-15,0-5-5 0,-3 0-896 0</inkml:trace>
  <inkml:trace contextRef="#ctx0" brushRef="#br0" timeOffset="102385.337">18687 1746 1854 0,'-3'-10'40'0,"0"4"9"0,0-1 2 16,3-1 1-16,0 0-41 0,0 0-11 0,0 2 0 0,0-1 0 15,3 1 95-15,-3 4 17 16,0 2 3-16,0 0 1 0,0 0-42 0,0 0-8 0,0 0-2 0,0 0 0 16,0 0-18-16,0 10-4 0,3 3-1 0,0 9 0 0,0-1-33 15,-3 0-8-15,3 3 0 0,0 5 0 0,-1-5 0 0,1 2 0 32,3 1 0-32,-3-1 0 0,0-2 0 0,0 0 0 0,0 2 0 0,-3-5 0 15,3 3 0-15,0 0 0 16,-3 2 0-16,0-2 0 15,0 0-49-15,0 2-12 0,-3-7-3 0,0-1 0 0,0 4-102 0,0-6-21 16,-3-9-4-16</inkml:trace>
  <inkml:trace contextRef="#ctx0" brushRef="#br0" timeOffset="102527.939">18624 2119 1728 0,'-6'0'38'0,"0"-5"8"0,0-3 2 0,-3 3 0 0,3 2-39 0,0-2-9 0,3 2 0 0,3 3 0 0,0 0 104 0,0 0 20 0,0 0 3 0,0 0 1 15,0-5 0-15,3 2 0 0,3-2 0 0,3 0 0 16,0 2-103-16,3 3-25 0,3-5 0 0,3 2 0 16,0-2 41-16,3 2 3 0,-1-2 1 0,1 2 0 31,0 1-72-31,3-1-14 0,-3 3-3 0,0 0-1161 16</inkml:trace>
  <inkml:trace contextRef="#ctx0" brushRef="#br0" timeOffset="119105.911">16270 4432 1263 0,'0'0'28'0,"0"0"5"0,0 0 2 0,0 0 1 0,0 0-36 0,0 0 0 0,0 0 0 0,0 0 0 16,0-5 120-16,0 5 16 16,0-6 4-1,0 6 1-15,0 0-31 0,0-2-6 0,0 2-2 0,0 0 0 16,0 0-27-16,0 0-6 0,0 0-1 0,0 0 0 0,0 0-24 0,0 0-4 0,0 0-2 0,0 0 0 16,0 0-10-16,0 0-3 0,0 5 0 15,0 0 0 1,0 1-3-16,0 4-1 0,3-2 0 0,-3-2 0 15,3-1-3-15,-3 3-1 0,3 2 0 0,-1 1 0 0,1-1-5 0,-3 6 0 0,3-5-1 0,0 5 0 16,-3 5-2-16,3 0 0 16,0 0 0-16,-3 6 0 0,3-1-1 0,0-2-8 0,-3 0 12 15,3 0-4-15,0 0 4 0,-3-1 0 16,3-2 0-16,-3-2 0 0,3 0-12 0,-3-1 12 0,0 1-12 16,3-1 12-16,-3 1-12 15,0-1 0-15,0 3 0 0,0-2 8 0,0-1-8 0,0 1 0 0,0-1 0 0,0-2 0 16,0 0 0-16,0-3 0 0,-3 1-14 0,3-1 5 31,0-3-41-31,0 1-8 0,3-3-2 0,-3 0 0 0,0-3-136 0,3 0-27 0,-3-5-5 0,3 8-2 16</inkml:trace>
  <inkml:trace contextRef="#ctx0" brushRef="#br0" timeOffset="119875.009">16674 4784 2160 0,'0'0'48'16,"-3"-5"9"-16,0-1 3 0,0 4 0 0,3-6-48 0,0 8-12 0,-3-5 0 0,3 5 0 15,0 0 92-15,0 0 16 16,0-6 3-16,0 6 1 0,0 0-60 0,0 0-11 0,0 0-2 0,0 0-1 16,0 11-23-16,0-3-5 15,-2 2-1-15,2 4 0 0,-3-1-9 0,3 0 0 0,-3 3 0 0,3-3 0 16,0 0 0-16,0 3 0 0,0 0 0 0,0 3 0 0,3-4-8 0,0 1-4 16,-1 0-1-16,1 3 0 31,3-6-26-31,0 0-5 0,0-2 0 0,3-1-1 0,-3-4 3 15,3-1 1-15,0-2 0 0,3-3 0 0,-3-3 26 0,3-2 6 16,-3-3 1-16,0 0 0 0,0-3 19 0,3 1 4 16,-4-4 1-16,1 1 0 0,-3 0 23 0,3 0 5 15,-3-3 0-15,0 3 1 0,0-1 6 0,0-1 1 0,-3 4 0 16,3-5 0-16,-3 3-19 0,0 5-3 16,0-8-1-16,0 8 0 0,-3 0-13 15,0 3-4-15,0 5 0 0,0 0 0 0,0 0-12 0,0 0 0 0,0 0 8 0,0 0-8 16,0 0 0-16,3 5 0 0,0 3 0 0,3 0 0 0,-3 3 0 0,3-1-12 0,0 1 12 0,0-1-13 31,3 1-9-31,0 0-2 0,-1-1 0 0,-2 1 0 16,3-3-12-16,0 2-2 0,-3-2-1 0,0 0 0 0,3-3 22 15,-3-2 4-15,0 0 1 0,3-1 0 0,-3-4 12 0,0 2 15 16,0-6-3-16,0 4-1 0,0-6 42 0,0 2 9 0,0-1 2 0,-3-1 0 16,3 0-52-16,-1-3-12 0,-2 3 0 0,0-2 0 15,3-4 52-15,-3 1 7 0,0 0 1 16,0-3 1-16,0 3-46 0,0-3-15 0,0 3 8 15,-3-1-8-15,3-1 0 0,-3 1 0 0,-3 1 0 16,3 3 0 0,-3-1-48-16,3 6-12 0,-3-11-4 0,3 8-1254 0</inkml:trace>
  <inkml:trace contextRef="#ctx0" brushRef="#br0" timeOffset="120407.428">17386 4832 1742 0,'0'0'38'0,"0"0"8"0,0 0 2 0,0 0 1 0,0 0-39 0,0 0-10 0,0 0 0 0,0 0 0 0,0 0 95 15,0 0 17-15,3-3 3 0,0 0 1 16,0 1-41-16,3-1-8 0,0 3-2 0,3-3 0 16,2 1-21-16,-2-1-4 0,3 3 0 0,3-3-1 15,0 3-15-15,3-2-4 0,0-1 0 0,3 0 0 0,-1 3-11 16,1-2-9-16,-3 2 12 15,3 0-12-15,0-5 0 0,-3 5 0 0,0-3 0 0,-4 3 0 0,1 0-14 16,0 0-3-16,-6 0-1 0,3 0 0 16,-6 3-32-1,0-3-6-15,0 5-2 0,-6-5 0 0,0 0-121 0,0 0-24 16,0 0-5-16</inkml:trace>
  <inkml:trace contextRef="#ctx0" brushRef="#br0" timeOffset="120656.298">17427 4940 1354 0,'0'0'38'0,"0"0"10"0,0 0-39 0,0 0-9 0,0 0 0 0,0 0 0 0,0 0 131 0,0 0 24 0,0 0 5 0,0 0 0 16,6 0-48-16,0 0-11 0,0-8-1 0,0 8-1 16,3-3-35-16,-3 1-8 0,3-1 0 0,0 3-1 15,0-2-19-15,0 2-3 0,3-3-1 16,0 3 0-16,0-3-8 0,0 3-3 0,2 0 0 0,-2 0 0 15,3 0-9-15,0 0-3 0,0 0 0 0,3 0 0 16,-3 0-9-16,3 0 0 0,-4 0 0 0,4 0 8 16,-3 0-8-16,3 0 0 0,-3-2-10 0,0-1 10 31,0 3-44-31,0 0-4 0,-1-5 0 0,1-1-709 0,0 4-143 0</inkml:trace>
  <inkml:trace contextRef="#ctx0" brushRef="#br0" timeOffset="120974.023">18109 4675 1930 0,'0'0'55'0,"0"0"11"0,-3-2-53 0,0-3-13 0,0 2 0 16,3 3 0-16,0-5 132 0,-3-1 23 0,3 1 5 0,0 5 0 15,0 0-64-15,0 0-14 16,0 0-2-16,0 0-1 15,0 0-33-15,0 0-6 0,0 0-2 0,0 0 0 0,0 0-14 0,0 0-2 0,3 11-1 0,0-6 0 16,-3 5-7 0,3 1-2-16,0 0 0 0,-3 2 0 0,0 0-12 0,3 3 11 15,-3 0-11-15,0 2 10 16,0-2-10-16,0 0 0 0,0 3 9 0,0-1-9 0,-3-2 0 0,3 3 9 0,-3-1-9 0,3 3 0 16,-3-2 27-16,0 2-2 0,0 3 0 0,0-3 0 15,0-3-37-15,0 4-7 16,0-4-1-16,0 3-1 0,0-7 5 0,0-1 2 0,0 3 0 0,0-3 0 15,3-3-126 1,-3 4-24-16,3-4-6 0</inkml:trace>
  <inkml:trace contextRef="#ctx0" brushRef="#br0" timeOffset="123615.845">13847 5903 1552 0,'0'0'44'0,"0"0"10"0,0 0-43 0,0 0-11 16,0 0 0-16,0 0 0 0,-3-2 104 0,3 2 20 16,0 0 3-16,0 0 1 0,0 0-52 0,0 0-9 15,0 0-3-15,0 0 0 16,-3 5-34-16,3 0-7 0,0 6-2 0,0-1 0 15,3 1-4-15,-3-1-1 0,3 4 0 0,0-1 0 0,3 3-7 0,-3 0-1 16,0-3-8-16,-1 3 12 0,1-3-12 0,0 3 0 0,0-3 0 0,3 0 0 16,-3-2 8-16,0 0-8 15,0-1 0-15,-3 3 0 0,3-5 0 0,0 3 0 16,0-3 0-16,-3 0 0 0,3-3 8 0,0 0-8 16,-3-5 0-16,0 0 0 0,0 0 12 0,0 0-3 0,0 0-1 0,0 0 0 31,0 0 22-31,0-8 4 0,-3 0 1 0,3 1 0 0,-3-4-11 0,3-2-1 0,-3 2-1 0,0-2 0 15,3 0-8-15,-3-1-2 16,3-1 0-16,0-7 0 0,0 1-2 0,0-3-1 0,-3-2 0 0,3-1 0 16,3 1 3-16,-3-3 0 15,3 5 0-15,3-2 0 0,0 4 5 0,0 1 2 0,3 5 0 16,3 1 0 0,0 4-5-16,0 0-1 0,3 1 0 0,0 2 0 0,2 3-5 0,4 2 0 0,0 0-8 0,-3 1 12 15,0 2-12-15,0 0 9 0,0 2-9 0,-4 1 8 16,4 0-8-16,-3-1 0 0,0 4 0 15,-3 1 0-15,0 4 0 0,-3-3 0 0,-3 3 0 0,0 2 0 16,-3 0-16-16,-3 3 0 0,0-3 1 0,-6 6 0 16,0-3-24-16,0-1-5 0,-3 1 0 15,0 0-1-15,0 0 36 0,0-3 9 0,-3-2 0 16,0 2 0-16,0-5 0 0,0 3 0 0,1-1 0 0,-1-2 0 31,3 0-28-31,-3-3-4 0,3 1-1 0,3-4 0 16,0 1 33-16,6-3 0 0,0 0 0 0,0 0 0 0,0 0 10 0,6 0-1 0,0 0 0 0,3 0 0 0,3 0 5 15,-3-3 1-15,3 3 0 0,-1 0 0 0,-2-2 1 0,3 2 0 16,-3 0 0-16,3 2 0 0,-3-2 0 0,3 3 1 16,-3 2 0-16,0-2 0 0,0 0-17 0,0-1 8 15,-3 3-8-15,0 1 0 16,-3-4-17-16,0 4-11 0,0-1-1 0,-3 0-1 0,0-5 30 16,-6 8 0-16,3-2 0 0,-6 1 0 15,3 1 0-15,-3 0 0 0,-3 0 0 0,3 0 0 0,-3 0-8 0,0 3 8 16,0-3 0-16,-3 0-9 15,-3 0 9-15,1-3 0 0,2 0 0 0,-3 0 8 0,0 1-58 16,0-4-11-16,0 1-3 0,3 0 0 16,-2-3-120-16,5-3-25 0</inkml:trace>
  <inkml:trace contextRef="#ctx0" brushRef="#br0" timeOffset="123943.427">14534 5938 2019 0,'0'0'57'0,"0"-6"13"0,0 1-56 0,0 0-14 0,0-1 0 0,0 1 0 0,0 0 126 0,0 0 22 0,0-1 5 0,0 6 1 16,0-5-58-16,0 5-12 0,-3-3-3 0,3 3 0 31,0-5-41-31,0 5-8 0,0 0-1 0,0 0-1 16,0 0-18-16,0 0-4 0,0 0-8 0,0 0 12 0,0 0-12 16,0 0 0-16,0 0 0 0,0 0 0 15,0 0-26-15,0 0-5 0,0 8-1 0,0 0 0 16,3 0-140-16,-3 0-28 0,0 0-5 0</inkml:trace>
  <inkml:trace contextRef="#ctx0" brushRef="#br0" timeOffset="124208.03">14537 6186 1810 0,'0'0'40'0,"0"0"8"0,0 0 1 0,0 0 3 15,0 0-42-15,0 6-10 0,0-6 0 0,-3 5 0 16,3-5 103-16,0 5 18 0,0-5 4 0,-3 8 1 15,3-8-32-15,0 5-6 0,0-5-2 0,0 8 0 16,0-8-14-16,0 6-2 0,0-6-1 0,0 0 0 0,0 0-10 0,-3 5-3 16,3-5 0-16,0 0 0 0,0 0-13 15,0 0-3-15,0 0-1 0,0 0 0 0,0 0-19 0,0 0-3 32,0 0-1-32,0 0 0 0,0 0-16 0,0 0 0 0,0 0 0 0,0 0 0 15,0 0-103-15,0 0-21 0,0 0-4 16</inkml:trace>
  <inkml:trace contextRef="#ctx0" brushRef="#br0" timeOffset="131547.133">22023 4842 1090 0,'0'0'24'0,"0"0"4"0,0 5 2 0,0 3 2 15,0 0-32-15,3 3 0 0,-3 0 0 0,3-1 0 0,0 6 63 0,0 0 6 16,0 2 2-16,-3 1 0 0,3 2-24 0,0 0-5 15,-3 0-1-15,3 3 0 16,-3-5-5-16,3-3-2 0,0-1 0 0,-3 1 0 16,3-2-10-16,0-1-1 0,-3-3-1 0,3 1 0 0,0-3 1 0,-3-3 0 0,3 1 0 0,-3-6 0 15,0 0 33-15,0 0 8 16,0 0 0-16,0 0 1 0,0-6-1 0,-3-2-1 16,3-2 0-16,-3-4 0 0,0-1-11 0,0-7-1 0,-3 1-1 0,3-5 0 31,0-1-34-31,0-2-8 0,3 3 0 0,-3-3-8 0,3 0 22 0,0-1-2 15,0 1-1-15,3-5 0 0,0-3 4 0,0 3 1 0,3-1 0 0,0-2 0 16,0 3 0-16,3 5 0 0,3-1 0 16,-3 4 0-16,3 5-6 0,3 2-1 0,-1 1 0 15,1 2 0-15,0 5-5 0,0-5-2 0,3 6 0 0,-3-1 0 16,0 1-10-16,3 2 8 0,-4 0-8 0,4 5 8 16,3-2-8-16,-6 2 0 0,3 3 0 0,0 3 0 15,-3 2 0-15,0-2 0 0,-1-1 0 0,1 6 0 16,-3 0-20-16,-3 0 4 0,0 0 1 15,-3 3 0-15,0-1-15 0,-6 6-3 16,0-3-1-16,-3 6 0 0,-6-3-15 0,0 5-3 0,-3 0-1 0,-3 3 0 16,-2 2 42-16,-1-4 11 0,-3 1 0 0,0 1 0 15,0-3 0-15,3 1-10 0,-3-1 10 0,1 0-10 0,2-3 10 0,-3 1 0 16,3-3 10-16,-3-3-10 0,3 0 0 0,3-2 0 16,1 2 0-16,2-5 0 0,0 3-9 0,6-3-8 15,0 2-2-15,3-2 0 0,0 0 19 0,3 0 0 16,3 0 0-16,3 0 0 0,0 0 0 0,3 0 11 15,3-3-2-15,0 0 0 0,2 3 11 0,4-2 1 16,-3-4 1-16,3 6 0 0,0-8-4 0,3 3-1 16,0-3 0-16,-1 2 0 0,7 1-7 15,-3-3-2-15,0 3 0 0,0-1 0 0,-1 1-8 16,-2 0 0-16,3-3-12 0,-3 0 12 16,-3 0-135-1,3 0-19-15,-4 0-4 0,-2 0-1 0</inkml:trace>
  <inkml:trace contextRef="#ctx0" brushRef="#br0" timeOffset="131775.875">22708 4914 2170 0,'0'0'48'0,"0"0"9"0,-6-3 3 0,6 3 1 0,-6 0-49 0,6 0-12 0,-6 0 0 0,6 0 0 16,0 0 109-16,-6 0 19 15,6 0 4-15,0 0 1 0,0 0-106 0,-3 5-27 0,3 1 0 0,-3 1 0 16,3 4 36-16,0-3 1 0,0 3 1 0,0 2 0 15,3 3-10-15,-3 0-1 0,0-1-1 0,3 7 0 16,-3-4-36-16,0 3-7 0,0-2-2 0,0 2 0 16,-3-5-21-16,3 5-4 0,0-5 0 0,-3 2-1 15,3-4 36-15,-3 2 9 0,3-3 0 16,0 0 0-16,-3 0-235 0,0-5-45 0,-6 3-8 0,9-11-3 16</inkml:trace>
  <inkml:trace contextRef="#ctx0" brushRef="#br0" timeOffset="132314.992">23208 4800 1497 0,'0'0'32'0,"0"0"8"16,0 0 0-16,0 0 4 0,0 0-36 0,0 0-8 0,0 0 0 0,0 0 0 15,0 0 66-15,0 0 11 16,9 0 3-16,0 0 0 0,3 0-26 0,0 0-5 0,6 2-1 0,-1-2 0 16,1 0 13-16,3 0 3 0,3 0 0 0,3 0 0 0,-3 0 0 0,5 0 1 15,1-2 0-15,3 2 0 16,3 0-28-16,2-5-5 0,1 5-2 0,0-3 0 15,-1 0-14-15,-2 3-2 0,0-2-1 0,-3-1 0 16,-1 0-5-16,-2 3-8 0,3-2 11 0,0-1-11 0,-7 0 9 16,1 3-9-16,-3-2 0 0,-3 2 9 0,-3 0-9 15,-1 0 0-15,-5-6 0 0,0 6 8 16,0 0-8-16,-3-2-16 0,-3 2 4 0,0 0 1 16,-6 0-28-1,0 0-5-15,0 0-2 0,0 0 0 0,0 0-102 0,0 0-21 0,0 0-4 0</inkml:trace>
  <inkml:trace contextRef="#ctx0" brushRef="#br0" timeOffset="132958.777">23470 4586 1074 0,'0'0'30'0,"0"0"8"0,0 0-30 0,0 0-8 15,-3-3 0-15,3 3 0 0,-3-5 95 0,3 5 17 16,-3-6 4 0,3 6 1-16,0 0-25 0,-3-2-6 0,3 2-1 0,0 0 0 15,0 0-25-15,0 0-4 0,0 0-2 0,0 0 0 16,-6-3-6-16,6 3 0 0,0 0-1 0,0 0 0 0,0 0 1 0,0 0 0 16,0 0 0-16,-6 3 0 15,6-3-8-15,-6 2 0 0,0 1-1 0,3 2 0 0,-3 1-18 0,3 1-3 0,-3-1-1 0,0 2 0 31,1 0-17-31,-4 2 8 0,0-2-8 0,0 3 0 0,-3 5 0 0,0-8 0 0,0 5 0 16,-3 3 0-16,0-6 0 16,0 3-9-16,0 1 9 0,-2-1-12 0,2-2 12 0,0 2-8 15,0-3 8-15,3 1-8 0,0-1 8 0,0 1 0 16,3-3 0-16,0 0-8 0,3 0 8 0,0-3 0 0,4 3 0 0,-1-3 0 16,0 1 0-1,3-6 0-15,0 5 0 0,0-5 0 0,3 3 0 16,0 2 0-16,2-2 0 0,1-1 0 0,0 4 0 0,0-4 11 0,3-2-3 0,0 5 0 15,0-5 0-15,3 3 0 0,0 0 0 0,0-1 0 32,0 1-8-32,0 0 8 0,3 2-8 0,-1-2 8 15,-2-1-8-15,3 4 0 0,3-4 0 0,-3 3 8 16,3 1-8-16,-3-1 0 0,0-2 0 16,2-1 0-16,1 4-22 0,0-4 0 0,0-2 0 0,0 3 0 15,3 0-144-15,0-1-29 0,-1-2-5 0,4 3-2 16</inkml:trace>
  <inkml:trace contextRef="#ctx0" brushRef="#br0" timeOffset="133430.704">24000 4636 1728 0,'0'-6'38'0,"-3"1"8"0,0 3 2 0,-3-9 0 0,3 6-39 0,0-1-9 0,-3 1 0 0,0 2 0 16,0-4 102-16,0 4 18 0,0-2 4 0,0 2 1 15,0-2-48-15,0 5-9 16,0-3-3-16,3 0 0 0,3 3-17 0,-6-2-4 0,6 2-1 0,0 0 0 15,0 0-13-15,0 0-2 0,0 0-1 16,0 0 0-16,0 0-12 0,0 0-3 0,0 0 0 0,3 8 0 16,3-3-3-16,0 3-1 0,3 2 0 15,0-4 0-15,0 4-8 0,3 4 0 0,3-7 9 0,0 7-9 16,0-4 0-16,0 4 8 16,-1-4-8-16,1 3 0 0,0-2 0 0,0 2 0 0,0-2 0 0,-3-1 0 15,-3 1 0-15,3 0 8 0,-3 2-8 0,-3-5 0 16,0 2 0-16,-3 1 0 0,0-3 0 15,-3 0 0-15,0 0 0 0,-3 0 0 0,-3 0 0 0,0-1 0 0,0 1 0 0,-3-2-12 16,0 2 12 0,-3-3-12-16,0 0 12 0,0 1 0 0,-3-4 0 0,0 6 0 0,3-3 0 15,-2 1 0-15,-1 2 0 0,3-3 0 0,-3 0-23 0,3 3 1 16,0 0 0-16,3-5 0 16,0 2 22-16,3 0 0 0,0 1 0 0,6-6 0 15,-3 2-158-15,3-2-27 0,0 0-6 0,0 0-1 0</inkml:trace>
  <inkml:trace contextRef="#ctx0" brushRef="#br0" timeOffset="134437.701">24527 4673 1668 0,'0'0'47'0,"-3"-3"11"0,3-2-46 0,0 5-12 0,0 0 0 0,0 0 0 16,0 0 38-16,0 0 6 16,0 0 0-16,0 0 1 0,0 0-12 0,0 5-2 0,3 3-1 0,-3 3 0 15,0-1-17-15,3 1-3 0,-3 2-1 0,0 0 0 16,3 1-9-16,-3 1 0 0,0-1 0 0,3-1 8 16,-3 0-8-16,0-2 0 15,0-1 0-15,0 1 8 0,0-3-8 0,0 2 0 0,-3-4 0 0,0-1 8 16,3-5 8-16,0 0 2 0,0 0 0 0,0 0 0 15,0 0 18-15,0 0 4 0,0 0 1 0,-6 0 0 16,6 0-5-16,-3-5-2 0,0-1 0 0,0-2 0 16,0 1-7-16,3-4-2 0,0 0 0 0,0-2 0 15,0-3-9-15,0-2-3 0,3-1 0 0,0-5 0 16,0 1-4-16,0-4-1 0,0 3 0 0,3 0 0 0,-3-2-8 0,3 2 0 0,0 3 9 16,-1 0-9-16,1 2 0 0,3 3 8 15,0-2-8 1,-3 2 0-16,3 0 13 0,0 0-1 0,3 3-1 0,-6 0 0 15,3 2 1-15,0 1 0 0,0 2 0 0,0 0 0 16,0 0 2-16,-3 3 1 0,2-1 0 0,1 4 0 16,-3-1 4-16,3 3 1 15,0 0 0-15,0 0 0 0,-3 3-8 0,3-1 0 0,0 1-1 0,-3 2 0 0,0 1-11 16,0-1 0-16,-3 3 0 0,0 0 8 0,0 0-8 0,-3 0 0 0,0 2-10 0,0-2 10 16,-3 3-12-16,0-1 3 0,-3-2 1 0,0 3 0 15,-3-3-4-15,0 5 0 0,0-2 0 0,-3-1 0 31,0 3-12-31,0 1-2 0,0-1-1 0,4 0 0 16,-4-2 3-16,0-1 0 0,3 3 0 0,-3-2 0 0,3 0 8 0,0 4 3 0,0-9 0 0,0 4 0 16,3 4-2-16,0-9 0 0,3 3 0 0,0 0 0 15,3 2-5-15,0-2 0 0,0 0-1 0,3-2 0 16,0-1-11 0,0 5-1-16,3-4-1 0,3-1 0 0,-3 3-6 0,3-3-2 15,0 1 0-15,-3-1 0 16,3 3 9-16,0-6 1 0,0 1 1 0,0 0 0 0,3-1 18 0,-4 1 3 0,1 0 1 0,0-1 0 15,0-2 9-15,0 0 0 0,-3 3 0 0,3-3-8 0,-3 0 8 0,-3-3 0 16,3 3 8-16,-6 0-8 0,0 0 25 0,3-5 1 16,-3 5 0-16,3-3 0 15,0-2 18-15,-3 5 3 0,0-5 1 0,0 5 0 0,3-8-1 0,0 0 0 16,-3 3 0-16,3-1 0 0,3-2-11 0,0 6-1 16,-3-9-1-16,3 3 0 0,3 0-10 0,0 0-3 0,-1 0 0 15,1 3 0-15,3 0-2 0,-3-1-1 16,0 1 0-1,3 0 0-15,0 2 7 0,-3 1 2 0,0 2 0 0,0 0 0 16,0 0-2-16,0 0 0 0,-3 0 0 0,2 2 0 0,-2 1-13 16,0 0-4-16,-3 2 0 0,0 3 0 0,-3 0-8 15,0 0 0-15,0 2 0 0,0 1 0 0,-3-1-11 0,-3 4-4 16,0-4-1-16,1 3 0 0,-4 3-4 0,0-5 0 0,0 2-1 16,0 0 0-16,0-2 3 0,-3 0 1 0,0-1 0 0,3-2 0 15,-3 3 17 1,3-3 0-16,3 0 0 0,-3-1 0 0,3 1 0 0,3 3 0 15,3-6 11-15,0 3-11 0,3-3 26 0,3 6-2 0,3-8 0 0,0 5 0 16,3-3 2 0,0 0 0-16,0 1 0 0,3-4 0 0,0 6-10 0,0-5-1 0,0-1-1 15,-1 4 0-15,1-4-6 0,0-2 0 0,-3 3-8 16,3 0 12-16,-3-3-21 0,0 0-5 16,0 0-1-16,0-3 0 15,-1 3-141-15,1-3-28 0,0 3-5 16</inkml:trace>
  <inkml:trace contextRef="#ctx0" brushRef="#br0" timeOffset="137051.414">22125 6496 1426 0,'0'0'40'0,"0"0"9"0,0 0-39 0,0 0-10 0,-3 5 0 0,0 1 0 16,0-1 72-16,0 3 12 0,3 0 2 0,-3 2 1 31,3-2-38-31,-3 3-7 0,3 2-2 0,0 0 0 0,0 0-24 0,0 3-6 0,0-2-1 0,0 1 0 15,0 1-9-15,3-2 8 0,0-1-8 0,-3 0 8 16,3-2-8-16,0-1 0 0,-3 1 0 0,3-1 8 0,0-4 8 16,-3 2 0-16,3-6 1 0,-3-2 0 0,0 0 21 0,0 0 4 31,0 0 1-31,0 0 0 0,0 0 17 0,3-2 3 0,-3-6 1 0,0 0 0 16,0-3-16-16,0-2-2 0,0-3-1 0,0 0 0 0,0 0-13 0,0-5-4 15,0 3 0-15,3-4 0 0,-3 1-8 16,2 0-1-16,1 3-1 0,0-6 0 0,3 3-4 0,0-3-1 15,0 3 0-15,0-3 0 0,3 0 0 0,-3 3 0 16,3-3 0-16,-3 3 0 16,3 0-1-16,-3-1 0 0,3 7 0 15,0-1 0-15,0 0-4 0,3 5-8 0,-3 1 11 0,2 2-11 0,1 0 0 0,0 3 0 16,-3-1 0-16,3 4 0 0,-3 2 0 0,3 2 0 0,0 1 0 0,-3 2 0 31,0 0-35-31,-3 6-1 16,0 0 0-16,0 2 0 0,-6 3-16 0,0 0-3 0,0-1-1 0,-6 1 0 15,0 3 13-15,-3-3 3 0,0 2 0 0,-6 1 0 16,3-3 0-16,-3 2 1 0,0-2 0 0,0 0 0 0,0 0 39 0,1 0 0 0,-1-3 0 0,0-2 0 31,3-1 10-31,0 1 10 0,0-3 1 0,3 2 1 0,0-2-14 0,3 0-8 0,0-3 8 0,3 3-8 16,0-2 0-16,6-1 9 16,0 0-9-16,0 0 0 0,3-2 9 0,0 2-9 0,0-2 0 0,3 2 9 15,-3-2-9-15,3 0 8 0,0-1-8 0,3 1 8 16,-3-3-8-16,3 0 0 0,3 3 0 15,-1-3 0-15,1 0-11 0,3 0 3 0,-3 0 0 16,3 0 0-16,-3 2-12 16,3-2-1-16,-3 0-1 0,-1 0 0 0,-2 0-2 0,0 0-1 0,0 0 0 0,0 0 0 15,-3 0 16-15,-3 0 9 0,0-2-10 0,0-1 10 16,-3 3 8-16,3-3 7 16,-6 3 1-16,3-2 1 0,-3-4 26 0,3 1 5 0,-3 2 0 0,3-2 1 15,-3 0 3-15,3 0 1 0,-3-1 0 0,0 1 0 16,3 2-4-16,0-2-1 0,0 2 0 0,0-2 0 15,3 0-19-15,-4 2-4 0,7 0-1 0,-3 1 0 16,3-1-13-16,-3 3-3 0,3-2-8 0,-3-1 12 0,3 3-12 0,-3 0 11 16,0 3-11-16,3-1 10 15,-3-2-10-15,0 3 0 0,0 2 0 0,0-2 8 0,-3 2-8 0,0 3-16 16,0 0 4-16,0 0 1 16,-3 5-16-16,0-2-3 0,-3 2-1 0,0 0 0 0,0 0 18 15,0 1 3-15,-3 1 1 0,0 1 0 16,-3-2 9-16,3 1 0 0,-3-1 0 0,0-1 0 0,3 0-20 0,0 0-3 15,0 1 0-15,3-4 0 16,-3 1 37-16,6-1 7 0,-3-2 2 16,6 0 0-16,-3 3-23 0,6-6 0 0,-3 0 0 15,3 1 0-15,3-4 0 16,0 4 0-16,-3-4 0 0,3 1 0 0,3 0 0 0,-3-3 0 16,0 0 0-16,0 0 0 0,0 0 0 0,2 0 0 0,-2-3 0 0,0 3 0 0,3-3-200 15,-3 1-45-15</inkml:trace>
  <inkml:trace contextRef="#ctx0" brushRef="#br0" timeOffset="138697.088">22997 6596 1321 0,'0'0'28'0,"0"0"7"0,-6 0 1 0,0 0 2 0,6 0-30 0,0 0-8 15,0 0 0-15,0 0 0 0,0 0 104 0,0 0 20 0,0 0 4 0,0 0 1 16,0 0-45-16,0 0-10 0,0 0-2 0,0 0 0 16,3-5-20-16,3 3-4 0,0-1 0 0,0 0-1 15,3 1-11-15,-3-1-3 0,5 3 0 0,-2-3 0 16,3 1 0-16,3-1 0 0,0 3 0 0,6-3 0 16,-3 3-10-16,6 0-3 0,-1 0 0 0,4 0 0 15,0 3-9-15,3-3-3 0,-4 3 0 0,4-1 0 0,-3 1-8 0,0-3 0 16,0 0 0-1,-1 0 0-15,1 0-16 0,3 0-4 0,-3 0-2 0,0 0 0 16,-1 0-24-16,-2 0-5 0,-3 0-1 0,-3 0 0 16,0 0-16-16,-3 0-3 0,-4 0-1 0,-2 0 0 15,0 0 18-15,-6-3 3 0,-3 3 1 0,0 0 0 0,0 0 50 0,0 0 0 16,0 0 0-16,-6-2 9 16,0-4 13-16,0 1 2 0,-2 2 1 0,-1-2 0 0,0 0 31 0,0 2 7 15,-3-5 1-15,3 3 0 0,-3 0-8 0,0-3-2 0,3 2 0 16,-3 1 0-16,3 0 16 0,-3-3 3 0,4 3 1 15,-4-1 0-15,3 1-66 0,0-3-8 16,3 3-11-16,-3 0 3 0,6-1 20 0,-3 4 5 0,3-4 1 0,3 6 0 16,0 0-4-16,0 0-1 15,0 0 0-15,0 0 0 16,0-2-5-16,0 2 0 0,6-3-8 0,3 3 12 0,0-3 1 0,0 3 0 0,3 3 0 0,0-3 0 16,2 3-1-16,1 2-1 0,0 0 0 0,0-2 0 15,-3 2-3 1,3 0 0-16,-6 1 0 0,3-1 0 0,-3-2-8 0,0 5 0 15,-1-3 0-15,-2 3 8 0,-3-3-8 0,0 3 0 0,0 0 0 0,-3 0 0 16,-3 0 0-16,0 0 0 16,0 0 0-16,-3 2 8 0,-2-2-8 0,-1 3 0 15,-3-1 0-15,3-2-11 0,-3 3 11 0,0 0 0 16,0-1 0-16,0-2 0 0,0 3 0 0,0-3 0 0,-3 0 0 0,4-1 0 16,2 1-47-16,-3 0-13 15,3-2-4-15,0 2 0 16,3-6-162-16,-3 4-33 0,-6 4-6 0,15-10-2 0</inkml:trace>
  <inkml:trace contextRef="#ctx0" brushRef="#br0" timeOffset="140069.392">24027 6469 1832 0,'0'0'40'0,"0"0"9"0,0 0 2 0,0 0 0 0,0 0-41 0,0 0-10 16,0 0 0-16,0 0 0 0,0 0 83 16,0 0 14-16,0 0 3 0,0 0 1 0,-3 6-67 0,0-1-14 15,0 3-2-15,0 0-1 0,0 0-17 16,0 0 0-16,3 0 0 0,0 2 0 0,0 1 0 0,0-3 0 16,0 2 0-16,0 1 0 15,0 0 0-15,0-1 0 0,0 1 0 0,0-1-9 0,0-2 9 0,0-2 0 0,0-6 8 16,0 8-8-16,0-8 21 0,0 0 0 0,0 0 0 0,0 0 0 15,0 0 19-15,0 0 4 0,-6-6 1 0,3 1 0 32,0-6-4-32,0 3-1 0,0-5 0 0,0 3 0 15,0-4-11-15,0 1-2 0,3-3-1 0,0 0 0 0,0 1-10 0,0-4-1 0,0 0-1 0,3-2 0 16,0 0-14-16,0-3 8 0,3 1-8 0,3-4 0 16,-3-2 0-16,3 2 0 15,3 4 0-15,-3 1 0 0,2 1 0 16,1 5 0-16,0 1 0 0,0 4 0 0,3 0 0 0,-3 3 0 15,0 1 0-15,3 1 0 0,-3 4 0 0,0-1 0 16,2 0 0-16,-2 3 0 0,0 0-8 0,-3 0 8 0,0 3 0 0,0 0 0 16,0 2-13-16,-3 0 4 0,0 3 1 0,-3 3 0 31,0-1-17-31,0 4-3 0,-3-1-1 0,0 3 0 16,-3-1-3-16,0 1-1 0,-3 0 0 0,0 0 0 15,-3 0 3-15,0 0 1 0,-3-3 0 16,0 3 0-16,0-3 13 0,-3 0 2 0,1 1 1 0,2-4 0 0,-3 1 13 15,3-1 0-15,0-2 0 0,0 3 0 0,3-6 0 16,0 3 0-16,0-5 0 0,6 2 10 0,-3 0-10 0,3 1 8 0,3-6-8 16,0 5 8-16,0-5-8 0,0 5 10 0,3-2-10 0,3 2 10 15,-3-2-2-15,3 0 0 0,0-1 0 0,0 1 0 0,3-1 0 0,0 1-8 16,-3 0 12-16,3-1-4 0,3 1 1 0,-3 2 0 16,3-5 0-16,0 3 0 15,-4 0-9-15,4-1 12 0,0 1-12 0,0-3 12 0,0 5-12 0,0-5 0 16,0 3 0-16,0-3 0 15,0 0-10-15,0 2-4 0,0 1-1 0,-1-3 0 0,1 3 1 0,-3-1 0 0,0 1 0 16,0 0 0 0,-3-1-41-16,0-2-8 0,0 3-1 0,-6-3-1 0,0 0 45 0,0 0 10 15,0 0 2-15,0 0 0 0,0 0 8 0,0 0 12 16,0 0-2-16,0 0-1 0,0 0 37 0,0 0 7 0,-3-5 2 0,0-3 0 16,0 5 14-16,0-5 3 0,0 3 1 0,3-3 0 15,-3 3-58-15,3-3-15 16,3 2 0-16,0-1 0 0,0 1 0 0,3-2 0 0,0 3 0 0,0 0 0 15,3-1 0-15,0 1 0 0,3 0 0 0,-3 2 0 16,3-2 54-16,2 2 8 0,-2 1 2 16,0 2 0-16,0 0-52 15,0 0-12-15,0 2 0 0,0-2 0 0,-3 3 0 0,0-3 0 0,-3 5 0 0,0-2 0 16,0 2 0-16,-3 0 0 0,0 1 0 0,-1-1 0 16,-2 3 0-1,0-3 0-15,-2 1 0 0,-1 1 0 16,0-1-48-16,0-1-13 0,-3 3-3 0,0 0 0 0,0-3 52 15,0 0 12-15,0 1 0 0,-6-1 0 0,6 0 0 0,-3 1 0 0,3-1 0 16,0 0 0-16,0-2 0 16,6-3 0-16,0 0 0 0,-3 5 0 0,3-5 0 0,0 0 0 0,0 0 0 15,0 0 0-15,0 0 0 0,3 5 0 0,3-2 0 0,0 2 0 0,3-2 0 0,0 0 0 16,3-1 0-16,-3 1 0 16,3 2 0-16,-3-2 0 0,0 2 0 0,2 1 0 0,-2-4 0 0,0 3 0 15,0 3 0-15,-3-2 0 0,0-1 0 0,0 3 0 0,0 0 0 0,-3-3 0 16,0 3 0-16,0 0 0 15,-3 0 0-15,0 0 0 0,3 0 0 0,-6 0 0 16,0 0 0-16,0 0 0 0,-3 0 0 0,0 2 0 0,-3-2 0 0,-3 3 0 16,0-3 0-16,-3 0 0 15,1-3 0-15,-1 3 0 0,-3 0 0 0,-3 0 0 16,3 0 0-16,-3-3 0 16,3 3-105-16,-2-3-19 0,-1 0-3 0</inkml:trace>
  <inkml:trace contextRef="#ctx0" brushRef="#br0" timeOffset="167927.574">14954 5901 1544 0,'0'0'34'0,"0"0"7"0,-6-3 2 0,6 3 0 0,-3-5-35 0,3 5-8 0,0 0 0 0,0 0 0 16,0 0 71-16,0 0 12 0,0 0 2 0,-3 5 1 15,3 3-48-15,-3 2-10 0,3 1-1 0,0 2-1 16,0 3-18-16,0 0-8 0,0 0 0 0,0 0 8 15,3 0-8-15,-3 0 0 0,0-3 0 0,3 3 0 0,-3 0 0 16,3-6-9-16,0 3 9 0,-3-2-13 16,3-1 0-16,0-2 0 0,-3 3 0 0,3-3 0 15,-3 0 5-15,0-3 8 0,3 0-13 0,-3-5 5 0,0 0 8 0,0 0 0 16,0 0 0-16,0 0 8 0,0 0 26 0,0 0 6 16,0-5 0-16,0-3 1 0,-3-2 19 0,3 2 3 15,-3-6 1-15,3 4 0 0,0-6-19 0,-3 0-3 0,3-2-1 0,0-4 0 16,0-1-18-1,0-4-4-15,3 3-1 0,-3-5 0 16,3 0-3-16,0 3-1 0,3-1 0 0,-3 1 0 0,3-1 8 0,0 4 2 16,0 4 0-16,0-2 0 0,0 5 7 0,-1 0 1 15,1 3 1-15,0 0 0 0,3 2-12 16,-3 0-2-16,3 3-1 0,0 1 0 0,0 1-18 0,3 1 10 16,-3 2-10-16,0 1 8 0,3-1-8 15,0 3 0-15,-3 3 0 0,2-1 0 0,-2-2 0 0,0 6 0 16,0-1 0-16,0 3 0 0,-3 0-16 15,0-3 4-15,0 3 0 0,-3 3 1 16,0-3-14-16,0 2-3 16,-3 3-1-16,-3-2 0 0,0 2-15 0,-3 3-2 15,-3 0-1-15,0 0 0 0,0 2-10 0,-3 1-3 0,0 2 0 16,-2-2 0-16,-1-1 7 0,3-2 1 0,-6 2 0 16,3-2 0-16,3 0 14 0,-3-3 3 0,3-2 1 0,3 0 0 0,1-1 15 0,-1-2 3 0,3 3 1 0,0-3 0 15,0 0 15-15,3-3-9 16,0 0 9-16,3-5-8 0,0 5 8 0,0-5 0 0,3 3 8 0,3 2-8 0,-3-2 18 15,3 0-1-15,0-1 0 16,0-2 0-16,-1 3 16 0,4-3 3 0,0 0 1 0,0 0 0 0,0 0 4 0,3 0 1 16,-3 3 0-16,3-3 0 0,0 2-11 0,-3-2-3 15,3 3 0-15,0-3 0 0,0 3-12 0,-4-3-4 16,4 2 0-16,-3-2 0 16,0 3-12-16,0 0 0 0,0-3 0 0,0 2 0 0,-3-2-12 0,3 5-9 15,-3-5-2-15,0 3 0 16,-3 0-46-16,3-1-10 0,-3 1-1 0,3-3-1 15,-3 5-25-15,3-5-5 16,-6 0-1-16,0 0 0 0,6 3 44 0,-6-3 9 0,0 0 2 0,0 0 0 16,0 0 57-16,0 0 9 0,0 0 3 0,0 0 1 0,3-3 38 0,-3 3 7 0,2-5 2 0,1 2 0 15,0-2 24-15,-3 5 4 16,3-3 2-16,-3-2 0 16,3-3-10-16,0 3-3 0,3-3 0 0,-3 3 0 0,0-3-17 0,3 0-3 0,0 3-1 0,-3-3 0 15,3 0-9-15,-3 2-3 0,3 1 0 0,0 2 0 31,0-2-12-31,-3 2-4 0,3-2 0 0,0 3 0 0,0-1-10 0,0 0-2 0,0 3-1 0,-3 0 0 16,3 0-15-16,0 3 9 0,-3-3-9 0,3 5 8 16,-4-2-8-16,1-1 0 0,0 4 0 0,0-1 0 15,-3 3 0-15,0 0-11 0,0 0 3 0,-3 2 0 32,0-2-16-32,0 0-2 0,1 3-1 0,-4-3 0 15,0 0-1-15,0 2-1 0,0-2 0 16,0 0 0-16,0 0 7 0,0 0 2 0,0 3 0 0,0-3 0 0,3-3 20 0,0 0-11 0,0 3 11 15,0-3-8-15,0 1 8 0,3-6 0 0,-3 8 0 0,3-8-8 16,0 0 8-16,3 5 0 0,0 0 0 0,0-2 0 16,0 0 0-16,3-1 0 0,0-2 0 0,-3 0 0 15,3 0 0-15,0 0 9 0,3 0-9 0,-3-2 0 16,0 2 0-16,3 0 0 0,-1-3 0 0,-2 3 0 16,6-3-74-1,-3 3-22-15,0-2-4 0</inkml:trace>
  <inkml:trace contextRef="#ctx0" brushRef="#br0" timeOffset="168650.278">15653 5998 1616 0,'0'0'36'0,"0"0"7"16,0 0 1-16,-3-5 1 0,3 0-36 0,0 5-9 0,-3-3 0 0,3 3 0 0,0-5 110 0,0 5 20 15,-3-5 4-15,3 5 1 0,-2-6-54 0,2 6-10 16,0 0-3-16,0 0 0 0,0 0-24 0,0 0-6 0,-6 0-1 0,0 3 0 16,3 2-16-16,-3 1-3 0,-3-1-1 0,3 5 0 15,0-2-17-15,-3 0 0 16,3 3 0-16,0 0 0 16,-3-4 0-16,3 4 0 0,3-3 0 0,-3 3 0 15,3-3 0-15,3-1 0 0,-3 1 0 0,6 0 0 0,-3 0 0 0,3 0-17 0,0 0 3 16,3-3 1-16,0 1 1 0,0-4 0 15,3 4 0-15,-3-4 0 0,3 1 12 16,0 0 0-16,0-3-10 0,0 0 10 0,0-3 0 0,2 0 0 0,-2 1 0 0,0-1 0 16,0 0 0-16,0-2 12 15,0 0-4-15,-3-1 0 0,0-1 15 0,0 1 2 16,-3-2 1-16,0 0 0 0,3 0 3 0,-6-2 1 0,3-1 0 0,-3 3 0 16,-3-2-8-16,3-1-2 15,-6 3 0-15,3-2 0 0,-3 2-9 0,0 0-3 0,0 0 0 16,0 3 0-16,-3-1-8 0,3 1 0 0,-3 0 0 0,0 2 0 15,0 0 0-15,1 1 0 0,-1-1-11 0,0 3 11 16,0 0-24-16,0 0 0 16,0 0 0-16,0 3 0 0,3-1-34 0,0-2-6 0,0 3-2 15,6-3 0 1,-3 5-184-16,3-5-37 0</inkml:trace>
  <inkml:trace contextRef="#ctx0" brushRef="#br0" timeOffset="169566.232">15820 5956 1571 0,'0'0'44'0,"0"0"11"0,0 0-44 0,0 0-11 0,0 0 0 16,0 0 0-16,-3-5 138 0,3 5 26 0,0 0 4 0,0-5 2 15,0 5-72-15,-3-6-14 16,3 6-4-16,0 0 0 0,0 0-36 0,0 0-7 0,0 0-1 0,0 0-1 16,0 0-19-16,0 0-3 15,0 0-1-15,3 8 0 0,0-3-12 0,0 6 8 0,-3-3-8 0,3 5 0 16,-3-5 0-16,0 5 8 0,0-2-8 0,0 0 0 15,-3-1 0-15,3 1 0 0,0-1 0 0,0-2 0 16,0 0-25-16,3 0 1 0,-3 0 1 0,3 0 0 31,-3-3-6-31,3 1-2 0,0-1 0 0,0 0 0 0,-3-5 15 16,0 0 4-16,6 0 0 0,0 3 0 0,0-3 12 0,0 0 0 0,0-3 0 0,0 1 0 16,3-4 9-16,-3 4 5 15,0-4 1-15,-1 1 0 0,4 0 19 0,-3-1 4 16,0 1 1-16,-3-3 0 0,3 0 1 0,0 0 0 15,-3-2 0-15,3-1 0 0,-3 1-7 0,0-1-1 0,0 0 0 16,0 1 0-16,-3-1-10 0,3 1-2 16,-3-1-1-16,3 3 0 0,-3 0-11 0,0 3-8 0,0 5 9 0,0 0-9 15,0 0 0-15,0 0 0 0,0 0 0 0,0 0 0 16,0 8 0-16,0 0 0 0,0 0 0 0,0 2 0 0,0 1 0 16,0-1 0-16,0 1 0 0,0 2-10 15,0-5-7-15,0 3-2 0,0-1 0 0,0-2 0 16,0-2-17-16,3-1-3 15,0 0-1-15,0 3 0 0,0-5-5 16,0-1-2-16,3 1 0 0,0 0 0 0,0-3 16 0,0 0 3 0,3-3 1 0,-3 3 0 0,2-3 12 0,-2-2 3 16,3 3 0-16,0-4 0 0,0-2 12 0,0 0 0 15,-3-2 0-15,3-3 0 16,-3-1 32-16,0 1 2 0,0 0 1 0,0-3 0 0,-3-3 14 0,0 1 3 0,3-1 1 0,-3-2 0 16,0 3-10-16,-3-1-3 15,3 3 0-15,0-2 0 16,-3 7-12-16,3-2-4 0,-3 5 0 0,3 0 0 0,-3 3-5 0,0 5-2 15,0 0 0-15,0 0 0 0,0 0-9 0,0 0-8 0,0 10 9 0,3 1-9 32,-3 2 0-32,0 3 8 0,0 0-8 0,3 2 0 0,-3 1 0 0,0 0 0 15,0-1 0-15,0 3 0 0,0 0 0 0,0-2 0 0,0 2 0 16,0-2-10-16,0-1-10 0,-3-2-1 16,3-3-1-16,-3 3 0 0,0 0-23 0,0-3-5 15,-3 3-1-15,3-3 0 16,0 1-24-16,-3-1-5 15,3-5 0-15,-3 2-1 0,3-2-138 0,0-2-27 0,0-1-6 16,3-5 0-16,0 0 136 0,0 0 28 0,0 0 6 0,0 0 1 0,-3-8 26 0,3 0 6 16,0-3 1-16,-3 3 0 0,3 0 127 0,0-2 25 15,0-1 6-15,0 1 1 0,0-4 29 0,0 4 5 0,0-1 2 0,0 3 0 16,0-2-27-16,3-1-4 0,-3 3-2 16,0 3 0-16,3-3-32 0,0 0-6 0,0 3-2 0,0 0 0 0,0-3-28 0,0 2-6 15,3 1 0 1,0 2-1-16,-3-2-21 0,3 0-4 0,0 2-1 0,3 0 0 0,-1 1-13 0,-2-1 9 15,3 1-9-15,3-1 8 16,-3 3-24-16,3 0-6 0,3-3-1 0,0 3 0 16,0 0-213-16,3 3-42 0,23 2-9 0,-8-5-1 0</inkml:trace>
  <inkml:trace contextRef="#ctx0" brushRef="#br0" timeOffset="169816.322">16529 6004 1958 0,'0'0'43'0,"0"0"9"0,0 0 1 16,0 0 3-16,0 0-45 0,5-3-11 0,-2 3 0 0,3-3 0 15,-3 1 104-15,3-1 20 0,0 1 3 0,0-1 1 16,0 3-52-16,3-3-9 0,-3 3-3 0,3-2 0 0,0-1-51 16,3 0-13-16,0 3 0 0,0-2 0 0,3-1 0 15,-4 3 0-15,4-3 0 0,-3 3 0 16,3 0 0-16,-3-2 0 0,0 2 0 0,-3 0 0 31,0 0-46-31,0 0-15 0,-3 0-3 0,-6 0-1 0,0 0-153 0,0 0-30 0,12 13-7 16,-12-13-1-16</inkml:trace>
  <inkml:trace contextRef="#ctx0" brushRef="#br0" timeOffset="169994.506">16511 6128 1854 0,'0'0'40'0,"0"0"9"0,0 0 2 0,0 0 1 0,0 0-41 0,0 0-11 0,0 0 0 0,0 0 0 16,6 0 92-16,0 0 16 0,0-3 3 0,-1 3 1 15,4-2-36-15,0-1-6 0,0 1-2 0,3-1 0 16,0-2-26-16,0 2-6 0,3-2 0 0,0 2-1 15,0-2-18-15,0 2-3 0,2 0-1 0,-2 3 0 32,3-5-13-32,0 5-18 0,0-2 4 0,0 2-771 0,0-3-155 0</inkml:trace>
  <inkml:trace contextRef="#ctx0" brushRef="#br0" timeOffset="171251.103">17097 5898 1465 0,'0'0'32'0,"0"0"6"0,0 0 2 0,0 0 2 0,0 0-34 0,0 0-8 0,3 5 0 0,0 1 0 16,0-1 68-16,-3 3 12 0,3 0 3 0,-3 2 0 15,0 1-47-15,0-1-8 0,0 6-3 16,0-5 0 0,3 2-14-16,-3 0-3 0,3 1-8 0,-3-1 12 0,3-3-12 0,0 1 9 0,0 0-9 0,0-3 8 15,0-1-8-15,0 1 8 0,-3 0-8 0,3 0 8 16,-3-2 14-16,0-6 2 0,0 0 1 0,0 0 0 15,0 0 26-15,0 0 5 0,0 0 0 0,0 0 1 16,0 0 3-16,0 0 1 16,0 0 0-16,0 0 0 0,-3-6-13 0,3-2-2 0,-3 0-1 0,0 0 0 15,3 1-6-15,-3-7-2 0,3 1 0 0,-3-3 0 16,3-2-12-16,0-4-2 0,3-1-1 0,-3-4 0 16,6-2-9-16,-3 0-1 0,3 0-1 0,3 0 0 15,-3 2-3-15,3 4 0 0,-1 4 0 0,4-2 0 16,0 5-8-16,3 5 12 0,-3-5-12 0,3 6 12 0,0 2-12 15,-3-3 0-15,3 6 0 0,0 0 0 0,2-1 0 16,-5 1 0-16,0 3 0 0,-3-1 0 0,3 3 0 0,-3 0 0 16,0 3 0-16,-3-1 0 0,0 3-14 0,0 1 5 15,-3-1 1-15,-3 3 0 16,3 0-23-16,-6 0-4 0,3 2-1 0,-6 6 0 31,3-5-8-31,-3 0-1 0,-3 4-1 0,0 4 0 16,-3-3 6-16,0 0 2 0,0 0 0 0,-3 2 0 0,1-2 18 0,-4 0 3 0,3 0 1 15,-3 0 0-15,3-3 16 0,0 0 0 0,3 0 0 0,-3-2 0 0,3 2 0 0,4-5 0 16,2 3 0-16,0-3 0 0,3 2 0 0,0-5-8 0,3 3 8 0,0-2 0 16,3-1-10-1,0 0 10-15,3 1-8 0,0-1 8 0,-1 0 0 0,4 0 0 0,0-2 0 0,3 2 0 16,-3-2 0-16,3 2 0 16,-3 1 0-16,3-4 0 0,-3 1 0 0,3 0 0 0,-3-1 0 0,3 3 0 15,-3-2 0-15,-1-3 0 0,4 3 0 16,-3-1-8-16,-3 1 8 0,3-3 0 0,-3 0-9 15,0 0 9-15,-3 0 0 0,-3 0 0 0,6 0-9 0,-6 0 9 16,0 0 0-16,0 0 0 0,3-3 11 0,0-2-11 16,-3 5 31-16,3-3-1 15,0-2 0-15,-3 0 0 0,3 0 6 0,0-1 2 0,0-2 0 0,0 3 0 16,3-3-6-16,-3 0 0 0,3 0-1 16,3 0 0-16,0 0-9 0,-1 0-2 0,1 3 0 0,0 0 0 0,3 0-3 15,-3-1-1-15,3 4 0 16,0-1 0-16,-3 3 0 0,0-3-1 0,0 3 0 0,0 3 0 15,-3-3-6-15,0 5-1 16,0-2 0-16,-6-3 0 0,3 5-8 16,0 0 0-16,-3 1 0 0,0-1 0 0,-3 3-10 15,0 0-4-15,-3 0-1 0,0 0 0 16,3-3-32-16,-3 3-6 0,-3-3-2 0,3 3 0 0,-3-2 44 0,3 2 11 0,0-6 0 16,-3 3 0-16,3 1 0 0,0-4 0 0,6-2 0 0,-6 3 0 0,6-3 0 0,0 0 0 15,0 0 0-15,0 0 0 0,0 0 0 0,0 0 0 0,0 0 0 0,6 3 0 16,3-3 0-16,-3 0 0 0,3 0 0 15,0 0 0-15,3 0 0 0,-3 0 0 16,3 0 0-16,-3 0 0 0,2 0 0 0,-2 2 14 16,-3-2-3-16,3 3-1 0,-3 0-1 0,0-1 0 0,-6-2 0 0,3 3 0 15,0 2-9 1,-3-5 0-16,0 5 0 0,0 1 0 0,-3 2-11 0,0 0-7 16,-3 0-2-16,0 0 0 0,-3-1 20 0,0 1 0 0,1 3 0 0,-1 0 0 15,-3-1 0-15,0 1 0 0,0-1 0 0,3 1 0 16,-3-1 0-16,3-2 0 15,0 0 0-15,0 0 0 0,0 0-157 0,3-2-28 0,0-1-6 0,-3-3-794 32</inkml:trace>
  <inkml:trace contextRef="#ctx0" brushRef="#br0" timeOffset="171508.223">17663 6120 1958 0,'0'0'43'0,"0"0"9"0,0 0 1 0,-3-5 3 0,0 0-45 0,3 2-11 0,0 3 0 0,-3-5 0 0,3 5 104 0,0-6 20 16,0 6 3-16,0 0 1 0,3-5-52 0,-3 5-9 16,3-3-3-16,-3 3 0 0,3 0 0 0,3 0 0 15,-3 0 0-15,-3 0 0 0,6 3-51 0,-4 0-13 16,1-1 0-16,3 4 0 0,-3-1 0 0,-3 0 0 0,3 3 0 0,-3-3 0 16,0 3 0-16,0 0 0 0,0 0 0 0,0 3 0 15,-3-1 0-15,3 1 0 0,-3 0 0 0,0-1 0 31,0 1-48-31,0-1-13 0,1-2-3 0,-1 3 0 16,0-3-102-16,0 0-21 0,0-3-4 0,0 0-1 16</inkml:trace>
  <inkml:trace contextRef="#ctx0" brushRef="#br0" timeOffset="171675.403">17707 5938 2419 0,'0'0'53'0,"0"-6"11"16,-3 1 3-16,3 0 1 0,0-3-55 0,3 3-13 0,-3-3 0 0,3 2 0 16,0 1 54-16,-3 0 8 0,3 2 2 0,0-2 0 15,-3 5-52-15,0 0-12 0,0 0 0 0,0 0-782 16,6 0-159-16</inkml:trace>
  <inkml:trace contextRef="#ctx0" brushRef="#br0" timeOffset="172064.535">17776 6051 2188 0,'0'0'48'0,"0"0"11"0,0 0 1 0,0 0 1 0,0 0-49 0,0 0-12 0,0 0 0 0,0 0 0 0,3 6 54 0,3-1 8 0,-3-2 2 0,3 2 0 16,-3-2-52-16,3-1-12 0,-1 4 0 0,1-1 0 0,-3 0 0 0,3 0 0 0,-3 1 0 0,3 2 0 15,-3-3 54-15,0 0 8 0,0 3 2 0,-3 0 0 31,0 0-52-31,3 0-12 0,-3 0 0 0,0-3 0 0,0 3 0 0,0-3 0 0,0-5 0 0,0 0 0 16,0 6 0-16,0-6 0 0,0 0 0 0,0 0 0 16,0 0 0-16,0 0 0 0,0 0 0 0,0 0 0 15,0 0 0-15,0 0 0 0,0-3 0 0,0-2 0 32,0-1 0-32,0-1 0 0,3-1 0 0,0 0 0 0,3 0 54 0,0 0 8 15,0 0 2-15,3 0 0 0,0 0-64 0,0 0 0 16,0 3-9-16,3-1 0 0,-3 1 9 0,0 3 12 0,2-4-2 0,-2 6-1 15,3-2 5-15,-3 2 1 0,0 0 0 0,0 2 0 16,0-2 2-16,-3 3 1 16,3 0 0-16,-3 2 0 0,-3-3-8 0,3 4-2 0,-3-1 0 0,0 3 0 15,3-3-8-15,-3 3 8 16,0 3-8-16,0-1 8 0,-3-2-8 0,0 3 0 0,0-1 0 0,-3 4 0 31,0-6-34-31,0 5-9 0,3-3-1 0,-3 4-1 16,0-6-15-16,0 2-4 0,0 1 0 0,3-3-751 0,0-8-150 0</inkml:trace>
  <inkml:trace contextRef="#ctx0" brushRef="#br0" timeOffset="172542.156">18371 5940 1458 0,'0'0'32'0,"0"0"6"0,0 0 2 0,0 0 1 16,6 3-33-16,0-3-8 0,-3 0 0 0,3 0 0 31,0 0 103-31,-3 3 18 0,3-1 4 0,0-2 1 0,0 0-41 0,0 3-8 16,3-3-1-16,0 2-1 0,2 1-13 0,-2 0-2 0,6-1-1 0,-3-2 0 0,3 0-15 0,-3 3-2 15,3-3-1-15,0 0 0 16,-3 0-13-16,2 0-4 0,1 0 0 0,0 0 0 16,-3 0-13-16,3 0-3 0,-3 0-8 0,0 3 12 0,0-3-12 15,-3 2 0-15,3-2 0 16,-6 0 0 0,-1 0-31-16,1 3-5 0,-3-3-2 0,-3 0 0 0,0 0-122 0,0 0-25 0,-3 5-5 0,-3 3-736 0</inkml:trace>
  <inkml:trace contextRef="#ctx0" brushRef="#br0" timeOffset="172824.525">18392 6133 1465 0,'0'0'32'0,"0"0"6"0,0 0 2 0,0 0 2 0,0 0-34 0,0 0-8 0,0 0 0 0,0 0 0 16,0 0 84-16,0 0 14 0,0 0 3 0,0 0 1 15,0 0-33-15,0 0-6 0,6-2-2 0,0 2 0 16,0 0-11-16,0-3-2 0,3 3-1 0,-3 0 0 15,3 0-10-15,-4 0-1 0,4 0-1 0,0 0 0 16,3 0-9-16,-3 0-2 16,3 0 0-16,-3-3 0 0,3 3-6 0,0 0-2 0,0-2 0 0,0 2 0 15,0 0-16-15,2-3 8 16,-2 1-8-16,0 2 0 0,3-6-12 0,0 4-10 0,0-1-2 0,3 0 0 31,-3 1-152-31,2-4-30 0</inkml:trace>
  <inkml:trace contextRef="#ctx0" brushRef="#br0" timeOffset="173099.172">18925 5940 1666 0,'0'0'36'0,"0"-8"8"0,0 3 2 0,3-3 2 0,-3 0-39 16,3 3-9-16,0 0 0 0,0-1 0 16,0-2 124-16,0 3 22 0,-3 0 5 0,3-1 1 0,0 1-51 0,0 3-9 15,-3-1-3-15,0 3 0 0,2-3-22 0,-2 3-5 16,0 0-1-16,0 0 0 0,0 0-25 0,0 0-4 0,6 0-2 15,-3 3 0-15,0 2-10 0,0 3-1 0,-3 0-1 0,3 0 0 16,-3 5-2-16,3-2-1 0,-3-1 0 0,0 4 0 16,3-1-7-16,-3 0 0 15,0 3-8-15,0 0 12 0,0-3-12 0,0 0 11 0,0 1-11 0,0-1 10 16,0 0-10-16,-3 0 0 0,3-2 0 0,0-1 0 16,-3 4 0-16,3-4 0 0,0 1 0 0,0-1 0 15,0 4-12-15,0-4-7 16,3 1-1-16,-3-1-1 15,0 1-119-15,3 0-24 0,0-1-5 0,-3 3-1 16</inkml:trace>
  <inkml:trace contextRef="#ctx0" brushRef="#br0" timeOffset="178397.052">19145 5578 1360 0,'0'0'30'0,"0"0"6"0,0 0 2 0,0 0 0 0,0 0-30 0,0 0-8 0,3-3 0 0,-3 3 0 16,3-8 100-16,-3 8 20 16,0 0 3-16,0 0 1 0,0-2-26 0,0 2-5 0,0-6-1 0,0 6 0 15,0-5-14-15,0 5-3 0,0-5-1 0,0 5 0 16,-3-6-14-16,0 1-2 0,0 0-1 0,-3 2 0 16,3-2-24-16,-3 2-5 0,0-2 0 15,-3 2-1-15,3 1-13 0,-3-1-2 0,0 0-1 0,-2 1 0 16,2-4 0-16,0 4 0 0,0-1 0 0,-3 0 0 0,3-2 0 15,0 3 0-15,-3-1 0 0,0 0 0 16,0 1-1-16,0 2 0 0,-3-6 0 0,1 6 0 0,-1-5-2 16,0 5-8-16,-6-3 12 0,0-2-4 15,0 2-8-15,0 3 0 0,-2-5 0 0,-1 5 8 16,0-3-8-16,0 1 0 0,0-1 0 0,1 3 0 16,2-2 0-16,0 2 0 0,3-3 0 0,-3 3 8 0,3 0-8 0,0 0 0 0,-2 0 0 15,2-5 0-15,0 5 0 0,0-3 0 0,0 3 0 0,-3-3 0 31,4 3 0-31,-4 0 0 0,3 3 0 0,0-3 0 0,-3 0 0 0,3 3 0 0,0 2 0 0,-2-5 0 16,2 0 0-16,3 0 0 0,-3 3 0 0,3-3 0 31,3 2 0-31,-3-2 0 16,3 0 0-16,0 0 0 0,1 0 0 0,-1 3 0 16,0-3 0-16,0 2 0 0,-3-2 0 0,3 0 0 0,0 0 0 0,0 0 0 15,0 0 0-15,0 0 0 0,1 0 0 0,-4 0 0 0,0 0 0 0,0 0 0 16,0 0 0-16,0 3 0 0,0-3 0 0,0 0 0 0,0 0 0 0,1 3 0 15,-4-3 0-15,3 2 0 0,0-2 0 0,-3 0 0 16,3 0 0-16,-3 3 0 0,3-3 0 0,-2 0 0 16,2 0 0-16,-3 0 0 0,0 3 0 0,-6-3 0 0,3-3 0 15,1 3 0-15,-4 0 0 0,0 0 0 0,-3-3 0 16,3 3 0-16,0 0 0 0,-2-2 0 16,-1 2 0-16,3-3 0 0,3 3 0 0,-3-3 0 15,1 1 0-15,2-1 0 0,-3 1 0 16,0-1 0-16,0 3 0 0,-2-8 0 15,-4 5 0-15,0-2 0 0,0 2 0 0,1 3 0 0,-4-2 0 0,0 2 0 16,3 0 0-16,0 0 0 0,1 0 0 0,-7-3 0 0,3 0 0 0,-2 3 0 16,-4-5 0-16,-3 5 0 0,1-3 0 0,2 3 0 15,0 3 0-15,0-3 0 0,4 3 0 0,-1-3 0 0,0-3 0 0,-5 3 0 16,2 0 0-16,-3 0 0 16,1 0 0-16,-7 3 0 0,9-1 0 0,-2 1-11 0,2 0 11 0,-3-1-8 15,3-2 8-15,-5 3 8 0,2-3-8 16,-2 3 11-16,-1-1-11 15,3 1 0-15,4 0-12 0,-4 2 12 16,6-2 0-16,3-3 0 0,-2 2 0 0,-4-2 0 0,0 0 0 16,4 0 0-16,-4 0 0 0,3 3 0 0,0-1 0 0,1-2 0 15,2 0 0-15,3 0 0 16,0 0 0-16,4-2 0 0,-4 2 0 0,0-3 0 0,0 3 0 0,4-2 0 0,-1-1 0 0,-3 3 0 16,0 0 0-16,3-5 0 0,1 2 0 0,-1 3 0 31,0-3 0-31,3 1 0 0,3-1 0 0,1 3 0 0,-1-3 0 0,0-2 0 0,0 2 0 0,3-2 0 15,-3 2 0-15,4 1 8 0,-4-6-8 0,3 3 0 16,-3-1 0-16,0 1 0 16,3 2 0-16,-6-2 0 0,7 2 0 0,-4 1 0 0,0-1 0 15,0 1 0-15,0-1 0 16,0 3 0-16,4 0 0 0,-4 0 0 0,3 0 0 0,0 0 0 0,0 3 0 0,0-6 0 0,0 3 0 16,1 0 0-16,-1-3 0 0,-3 3 0 15,3-2 0-15,0 2 0 0,0 0 0 0,0 2 0 16,1-2 0-16,-4 3 0 0,3 0 0 0,0-1 0 15,0 3 0-15,0 1 0 0,0-1 0 0,4 0 0 16,-1 1 0-16,0-1 0 0,3 3 8 16,-3-3-8-16,3 0 0 0,0 3 0 0,0-5 0 0,0 5 0 0,0 0 0 15,1-5 0-15,-4 2 0 0,0 0 0 0,3 3 0 0,-3-3 0 16,0 3 0 0,-3 0 0-16,0 0 0 0,4 0 0 0,-4 0 0 0,0 0 0 15,0 0 0-15,0 2 0 0,3-2 0 0,0 0 0 0,0 0 0 0,1 0-9 16,-1 0 9-16,0 0-13 15,3 3 13-15,0-3 0 0,0 2 0 0,3 1 0 16,0-3 0-16,0 0 8 0,0 2 0 0,0 1-8 0,3-3 0 0,-2 0 0 16,2 0 0-16,-3 0 0 15,0 0 0-15,0-1 0 0,0 1 0 0,-3 3 0 0,3-6 0 0,0 3 0 0,0-2 0 0,-3 1 0 16,3 4 0-16,-3-3 0 0,3 0 0 0,-2 3 0 16,-1-1 0-16,0 1 0 15,0-1 0-15,0 3 0 0,3 1 0 0,-3-1 0 16,0 0 0-16,3 0 0 0,-3 1 0 0,3-1 0 15,3-3-10-15,-2 4 10 0,5-4 0 0,-3 1 0 0,0 2 0 0,3-2 0 16,0-1 0-16,0 1 0 0,0-1 0 0,0 1 0 16,0 0 0-16,0-1 0 0,0-2 0 0,3 3 0 0,0-1 0 15,-3-2 0-15,3 0 0 0,0 0 0 16,0 3 0 0,3-1 0-16,-3-2 0 0,3 5 0 0,0-2 0 0,-3 0 0 0,3 2 0 0,0 3 0 15,0-3 0-15,0 3 0 0,0 0 0 0,3 2 0 0,-3 1 0 0,0-3 0 16,3-1 0-16,0 4 0 15,-1-3 0-15,1 0 0 0,0-3 0 0,3 3 0 0,0-3-8 0,3 0 8 16,-3 1 0-16,3-1 0 0,0 0 0 0,3 0 0 16,-3 0 0-16,6 1 0 15,-1-1 0-15,-2 0 0 0,3-2 0 0,0 5 0 0,0-3 0 0,-3 0 0 16,6 0 0-16,-4 3 0 0,7-3 0 0,-3 3 0 16,3 3 0-16,3-1 8 0,-1-2-8 0,1 3 0 15,3-1 0-15,0 1 0 16,0-3 0-16,-1 0 0 0,-2-1 0 0,3-1 0 0,-6 2 0 0,2-3 0 0,1 0 0 15,3 0 0-15,-3-2 0 0,3-1 0 16,5 1 0-16,-2 2 0 0,3-2 0 16,-3-1 0-16,2 1 0 0,-2 0 0 0,0-1 0 0,-1 1 0 0,4-3 0 0,0 0 0 15,3-1 0-15,-4 1 0 0,7 0 0 0,0 3 0 16,-1 0 0 0,-2-4 0-16,-3 4 0 0,5-3 0 0,-2-3 0 0,0 3 0 0,5-2 0 0,4 1 0 15,0-1 0 1,-1-1 0-16,1 3 0 0,-3-3 0 0,-1-2 0 0,4 2 0 0,0-2 0 0,5 2 0 15,1-2 0-15,-1-3 0 0,-2 2 0 0,2 1 0 16,-2 0 0-16,0-3 0 0,2 0 0 16,7 0 0-16,-4-3 0 0,-2 3 0 15,-4-3 0-15,4 1 0 0,0-1 0 0,-1-2 0 0,4 2 0 0,5-2 0 0,-8 0 0 16,-1-3 0-16,1 2 0 0,0-2 0 16,2-2 0-16,-2 2 0 0,5 0 0 0,1 0 0 0,-7 0 0 15,1 0 0-15,0-2 0 0,5-1 0 16,-2 0 0-16,-1 3 0 0,4 1 0 0,2-1 0 15,-11 0 0-15,5 0 0 0,-2 0 0 0,6 0 0 16,-4 0 0-16,1 0 0 0,-1 3 0 0,1-3 0 0,-7 2 0 16,1-1 0-16,3-4 0 15,2 3 0-15,-2 0 0 0,-1 0 0 0,-2-2 0 0,-1 2 0 16,-2 0 0-16,0-3 0 0,-1 1 0 0,7-1 0 16,-4 0 0-16,1 1 0 0,-6-3 0 0,5-1 0 0,-8 1 0 15,3 0 0-15,2-3 0 0,4 0 0 16,-3 0 17-16,-1 3 11 0,1 0 3 0,-4 0 0 0,-2-1-23 0,-3 1-8 15,2-3 0-15,1 0 0 0,-3 3 0 16,2 0 8-16,1 2-8 0,3-2 0 0,-9 5 0 0,2 0 0 0,-5-5 0 0,3 2 0 31,-4 1 0-31,-2-3 0 0,3-1 0 0,0 1 0 0,-4-3 8 0,4 3-8 0,-3-3 0 0,0 0 9 16,-1 0-9-16,-5-2 0 0,3-1 0 0,-3 1 0 16,-3-1 8-16,-3 1-8 15,-1-1 8-15,-2 1-8 0,0 2 8 0,-3-3-8 0,-3 3 0 0,0 1 8 16,0-1-8-16,-3 0 10 0,0 3-10 0,-3-3 10 15,3 0-10-15,-3 0 12 0,-3 0-12 0,0 0 12 16,0-2-12-16,0-1 0 0,0 1 9 16,-3-1-9-16,0 1 0 0,0-1 9 15,0 1-9-15,-3-1 0 0,0 0 10 0,0 4-10 0,0-1 8 0,0 0-8 16,0 0 0-16,0 0 0 16,-3 3 8-16,0 0-8 0,-3 2 0 0,3-2 0 0,-2 2 0 0,-1 1 0 0,0 4 0 15,0-4 8-15,0 2-8 0,-3 0 0 0,0 0 0 0,0 3 0 16,3-3 8-16,-3 2-8 15,1 1 0-15,-1 2 0 0,0-2 0 0,0 3 8 16,0-4-8-16,0 4 0 0,0-1 0 0,3 0 0 0,-2-2 0 0,2 2 0 16,-3 1 0-16,3-4 0 15,0 4 0-15,-3-1 0 0,3 1 0 0,0-1 0 0,-3 0 0 0,3 1 8 16,-2-1-8-16,-1 0 0 0,0 1 0 0,-3 2 0 16,0-3 8-16,0 0-8 0,-3 3 0 15,1 0 0-15,-4-2 0 0,0 2 8 16,0 0-8-16,-3-3 0 0,3 0 0 0,1 3 8 0,-1 0-8 0,-3-2 0 15,0 2 0-15,1 0 0 0,-4 0-14 0,-3 0 2 16,0 0 0-16,-2 0 0 16,-1 0-40-16,0 0-7 0,0-3-1 0,-2 3-1 15,2-5-185 1,0 2-37-16</inkml:trace>
  <inkml:trace contextRef="#ctx0" brushRef="#br0" timeOffset="179032.878">16320 4993 1256 0,'0'0'28'0,"0"0"5"0,0 0 2 0,0 0 0 16,-3-5-35-16,3 5 0 0,-3-6 0 0,3 6 0 0,0 0 115 0,0 0 16 0,0 0 3 0,0 0 1 16,0 0-43-16,0 0-8 0,0 0-1 0,0 0-1 15,0 0-20-15,0 0-4 0,-3 6-1 0,0 2 0 16,0 0-8-16,3 2-1 0,0 1-1 0,-3 2 0 16,3 3-23-16,-3-3-4 0,0 3 0 15,3 2-1-15,-3-2-7 0,3-2 0 0,-3 1-1 0,3 1 0 0,-3 0-11 16,3 0 0-16,0-3 0 0,0 3 0 0,3-5 0 15,-3 2 0-15,3 0 0 0,-3-2 0 0,3-1 0 0,0 4 0 16,0-4 0-16,-3 1 0 0,3-1-8 0,0-2-4 16,-3 0-1-16,3 0 0 15,0 0-24-15,-3-3-5 0,0-5-1 0,0 8 0 16,0-8-173-16,0 0-36 0</inkml:trace>
  <inkml:trace contextRef="#ctx0" brushRef="#br0" timeOffset="179477.877">16171 5213 1504 0,'0'0'43'0,"0"0"9"0,0 0-42 0,-3-3-10 0,3 3 0 0,-3-5 0 16,0 2 128-16,3 3 24 0,0-5 5 0,0 5 1 15,-3-6-51-15,3 6-11 0,0 0-1 0,0 0-1 16,0 0-34-16,0 0-8 16,0 0 0-16,0 0-1 0,0 0-19 0,0 0-4 0,0 0-1 0,6 6 0 15,0-1-8-15,-3-2-2 16,3 5 0-16,0 0 0 0,-3-3-6 0,3 3-2 0,0-3 0 0,0 3 0 16,0-3-9-16,0 3 12 15,3-2-12-15,-3-1 12 0,0 0-12 0,3 3 0 0,0-3 0 0,-3 3 0 16,3-2 0-16,-1 2 0 0,1-3 0 0,0 3 0 15,0 0 0-15,0-3 0 0,0 3 8 16,0-3-8-16,3 1 0 0,-3-1 0 0,0 0 0 0,0-2 0 0,0-1 0 0,0 1 0 16,3-3 0-16,-4 0 8 0,1 0 8 0,0 0 2 15,0-3 0-15,0 1 0 0,3-4 16 16,-3 4 3-16,0-3 1 16,0-1 0-16,0 1-6 0,3-3 0 0,-3 0-1 0,-3 0 0 15,3 0-11-15,-1 0-1 0,1 0-1 0,-3-2 0 0,3 2-18 0,0 0 0 16,0-3 8-16,0 3-8 15,0 0-11-15,-3 3-5 0,3-3-2 0,0 0 0 16,-3 3-126-16,3 2-26 0,-3-2-5 0</inkml:trace>
  <inkml:trace contextRef="#ctx0" brushRef="#br0" timeOffset="185076.074">16246 7165 1267 0,'0'0'28'0,"0"0"5"0,0 0 2 0,0 0 1 0,0 0-36 0,0 0 0 0,0 0 0 16,0 0 0-16,0 0 94 0,0 0 12 15,-6 3 2-15,6-3 1 0,0 0-21 0,-6 3-4 16,6-3 0-16,-6 2-1 16,6-2 36-16,0 0 7 0,0 0 2 0,-6 3 0 0,6-3-52 0,0 0-9 0,-3 5-3 0,3-5 0 31,-3 8-51-31,0-3-13 0,3 1 0 0,0-1 0 0,0 3 54 0,0 0 8 0,3 0 2 0,-3 0 0 16,3 2-52-16,-3-2-12 0,3 6 0 0,0-4 0 15,0-2 0-15,0 5 0 16,0 1 0-16,3-1 0 0,-3 0 0 0,0 6 0 15,3 2 0-15,0 3 0 0,-3-1 0 0,0 4 0 16,3 2 0-16,-3-3 0 0,-3 1 0 0,3-1 0 0,-3-2 0 0,0 0 0 16,0-3 0-16,0 3 0 15,0-6 0-15,0 1 0 0,-3-3 0 0,3 0 0 0,0 0 0 0,-3-1 0 16,3 1 0-16,0 0 0 0,0-3 0 0,0 3 0 16,0-5-48-1,0 2-13-15,0-2-3 0,3-1 0 0,-3-2-160 0,0 0-33 0,6 8-7 16,-1-5 0-16</inkml:trace>
  <inkml:trace contextRef="#ctx0" brushRef="#br0" timeOffset="201680.129">16892 7398 1552 0,'0'0'44'0,"0"0"10"0,-3-8-43 0,0 6-11 16,-3-4 0-16,3-2 0 0,0 3 156 0,3 0 28 16,-3 0 7-16,0-1 1 0,3 1-103 0,0 5-20 15,-3-5-4-15,3 5-1 0,0 0 0 16,0 0 0-16,0-6 0 0,0 6 0 15,0 0-51-15,0 0-13 0,0 0 0 0,0 0 0 0,-3 8 0 0,0 0 0 16,3 0 0-16,-3 3 0 16,3 2 0-16,-3 0 0 0,3 3 0 0,0 3 0 15,3-4 0-15,-3 1 0 0,3 3 0 0,3-1 0 0,0-4 0 0,3 2 0 0,0-3 0 0,0-3 0 32,0-2-48-32,0 0-13 0,-1-3-3 0,1-2 0 0,0 0 52 0,0-3 12 0,0 0 0 0,-3-6 0 15,0 4 0-15,3-3 0 0,-3-3 0 0,0 0 0 16,0 0 48-16,-3-3 13 15,3-2 3-15,-3 2 0 0,0-2-52 0,0 0-12 0,0 0 0 0,-3-1 0 16,3 1 54-16,0 3 8 16,-3 2 2-16,3 0 0 0,-3 0-52 0,0 8-12 15,0 0 0-15,0 0 0 0,0 0 0 0,0 0 0 16,0 0 0-16,3 5 0 0,0 3 0 0,0 0 0 0,0 3 0 16,2 2 0-1,1-3 0-15,0 4 0 0,0-4 0 0,3 3 0 0,0-2-48 16,0 0-13-16,0-3-3 0,3-1 0 0,-3 1 52 0,0 0 12 0,0-5 0 15,0 0 0-15,0-1 0 0,-3-2 0 0,2 0 0 16,-2-2 0-16,3-1 30 0,-3-2 9 0,0-1 1 0,0-2 1 0,-3 1-2 0,3-1-1 16,-3-3 0-1,0 0 0-15,3-2-14 0,-3 0-2 0,3 0-1 0,-3-1 0 0,3 1-21 0,-3-3 9 16,3 3-9-16,-3 3 0 16,3-4-12-16,0 4-8 0,0-1-3 0,0 3 0 15,3 0-130-15,-3 0-27 0,5 3-4 0</inkml:trace>
  <inkml:trace contextRef="#ctx0" brushRef="#br0" timeOffset="202276.249">17639 7374 1489 0,'0'0'42'0,"0"0"10"0,0 0-42 0,0 0-10 0,0 0 0 0,0 0 0 15,0 0 118-15,3-5 22 0,0 2 4 0,0-2 0 32,0 3-28-32,3-1-7 0,0 0-1 0,3 1 0 0,-1 2-42 0,1-3-9 15,3 0-1-15,0 3-1 0,3-2-20 0,-3 2-4 0,3-6-1 16,-3 4 0-16,3-1-30 15,0 0 0-15,2 1 0 0,1-1 0 16,0 0 0-16,0 1 0 0,0 2 0 0,0-3 0 0,0 3 0 0,-4 0 0 0,4 0 0 0,-6 0 0 31,0 3-67-15,-3-3-6-16,-3 2-2 0,0 1 0 0,-6-3-153 0,0 0-32 0,0 0-5 0,0 0-2 0</inkml:trace>
  <inkml:trace contextRef="#ctx0" brushRef="#br0" timeOffset="202509.604">17722 7544 1728 0,'0'0'38'0,"0"0"8"0,0 0 2 0,0 0 0 16,0 0-39-16,6-3-9 0,0 0 0 0,-3 3 0 0,3-2 104 0,0-1 20 16,0 1 3-16,3-1 1 0,-3 0-52 0,3-2-9 15,0 0-3-15,3-1 0 0,-1 4-51 0,4-6-13 16,3 2 0-16,-3-1 0 0,6-1 0 0,0 0 0 15,0 0 0-15,5 0 0 16,1-3-182-16,0 1-39 0</inkml:trace>
  <inkml:trace contextRef="#ctx0" brushRef="#br0" timeOffset="202839.023">18350 7242 2188 0,'0'0'48'0,"0"0"11"0,0 0 1 0,-6-3 1 0,-3 3-49 0,3-2-12 0,-3 2 0 0,1 2 0 15,-1-2 105-15,0 3 19 0,0-3 3 0,0 5 1 16,0 1-103-16,0-1-25 0,0 0 0 0,3 3 0 0,-3 0 0 0,3-3 0 0,0 3 0 0,3 3 0 16,0-3 24-16,0 2 0 0,3-2 0 0,0 0 0 15,0 3-38-15,3-3-8 0,3 0-2 0,3 0 0 16,0 0 24-16,6-3 0 0,0 0 0 0,3 1 0 16,0-4 0-16,-1 4 0 0,4-6 0 0,-3 2 0 15,3-4 0-15,0 2 0 0,-3-3 0 0,-3 0 0 16,-1-2 0-16,-2 0 0 0,0-1 0 0,0 4 0 0,-3-6 47 15,-3 2 13-15,0-1 4 0,0 1 0 0,-3-2-52 0,0-2-12 16,0 2 0-16,-3-3 0 16,0 3 54-16,0-2 8 0,-3-1 2 0,0 0 0 0,-3 1-64 15,0-1-18-15,-3 1-1 16,0 2 0-16,0 0 31 0,-6 0 5 0,3 3 2 0,-2-1 0 16,-1 1-67-16,-3 5-12 0,-3-3-4 0,0 3 0 15,3 3-51 1,0-3-10-16,1 5-3 0,-4-2-1024 0</inkml:trace>
  <inkml:trace contextRef="#ctx0" brushRef="#br0" timeOffset="203346.52">18952 7015 2019 0,'0'0'44'0,"0"0"10"0,0 0 2 0,0 0 0 0,0 0-44 0,0 0-12 16,0 0 0-16,0 0 0 16,0 0 80-16,0 0 13 0,0 0 3 0,-3 7 1 15,-3 4-41-15,0 0-9 0,0 2-2 0,-3 3 0 0,0 2-17 16,0 1-3-16,0-1-1 0,0 3 0 0,-3 1-12 0,0-1-4 15,3 0 0-15,-3 0 0 0,3 0-8 0,1 0 0 0,-4-2 0 16,3 2-11 0,0 0 11-16,0 3 0 0,3 0 0 0,-3 2 0 0,3-2 0 0,0 3 0 15,0-3 0-15,0-1 0 0,3 1 0 0,0-5 0 16,0-1 0-16,0-2 8 0,0 0-8 16,0-3 0-16,3-2 0 0,-3 2 8 0,3-2-8 0,-3-3 0 0,3-3 0 15,3 3 0 1,-3-8-204-16,0 2-41 0,0-2-9 0,9 0-2 0</inkml:trace>
  <inkml:trace contextRef="#ctx0" brushRef="#br0" timeOffset="203702.68">19228 7247 1497 0,'0'0'32'0,"0"0"8"0,0 0 0 0,0 0 4 0,0 0-36 0,0 0-8 15,-3-5 0-15,3 5 0 0,0 0 104 0,0 0 20 16,0-3 3-16,0 3 1 0,0 0-52 0,0 0-9 16,0 0-3-16,0 0 0 15,0 0-51-15,0 0-13 0,0 0 0 0,0 0 0 16,0 0 40-16,0 0 6 0,0 6 1 0,3-1 0 15,-3 3-27-15,0 3-6 0,0-4-1 0,0 1 0 16,-3 0-4-16,3 3-1 0,-3-3 0 0,3 0 0 0,-3 2-8 0,0-2 10 0,-3 3-10 16,3 0 10-1,1-1-10-15,-1 1-12 0,0 2 2 0,0-2 1 0,-3 2 9 0,3-3 0 0,0 1 0 16,0-1 0-16,-3-2 0 0,3 3 0 0,0-3 0 16,0 0 0-1,3-8-156 1,0 0-30-16,0 0-6 0,0 0 0 0</inkml:trace>
  <inkml:trace contextRef="#ctx0" brushRef="#br0" timeOffset="203905.805">19199 7221 1958 0,'0'0'43'0,"0"0"9"0,-6-3 1 0,3-2 3 0,-3 2-45 0,3-2-11 15,0 2 0-15,3 3 0 0,0 0 91 0,0 0 16 0,-6 0 3 0,6 0 1 16,0 0-48-16,0 0-10 0,-6 3-1 0,0 0-1 15,0 2-34-15,3 0-6 0,-3 1-2 0,0 2 0 16,3-1-9-16,-3 4 0 0,3-3 0 0,-3 3 0 16,3-1-55-16,-3 1-3 15,0-1-1-15,0 1-665 0,0-1-132 0</inkml:trace>
  <inkml:trace contextRef="#ctx0" brushRef="#br0" timeOffset="204115.348">19047 7560 1810 0,'0'0'40'0,"0"0"8"0,0 0 1 0,0 0 3 15,0 0-42-15,0 0-10 0,0 0 0 0,0 0 0 0,0 0 109 0,0 0 20 0,0 0 4 0,6 0 1 16,0 0-40-16,3-3-8 0,0 3-2 0,-1-3 0 16,4 1-23-16,0 2-5 0,3-3 0 0,0 3-1 15,0-3-17-15,0 3-3 0,3-2-1 0,-3 2 0 16,2 0-17-16,-2 0-3 0,0 0-1 0,-3 0 0 15,3 2-13-15,0 1-10 16,-3-3 2-16,3 3 0 16,0-3-144-16,-4 2-29 0,4-2-6 0</inkml:trace>
  <inkml:trace contextRef="#ctx0" brushRef="#br0" timeOffset="207352.213">22357 8009 1958 0,'0'0'43'0,"0"0"9"0,0 0 1 0,0 0 3 0,0 0-45 0,0 0-11 0,0 0 0 0,0 8 0 0,0 0 46 0,0 0 7 16,0 0 2-16,0 3 0 15,0-1-37-15,0 1-7 0,0 2-2 0,0 0 0 16,0 1-9-16,0-1 0 0,0 3 0 0,0 0 0 0,0-1 0 0,0 1 0 16,0 3 0-16,0-1 0 0,0 1 0 0,0-1 0 15,0 1 0-15,3-3 0 0,-3 0 0 0,0-3 0 16,3 0 0-16,-3-2 0 15,3-3 17-15,-3 0 2 0,3-3 0 0,-3-5 0 16,3 5-19-16,-3-5 0 0,0 0 0 0,0 0 0 0,3-5 20 0,0-3 1 16,-3-3 0-16,0-2 0 0,3-3 21 15,-3-2 4-15,0-1 1 0,3-2 0 0,-3 0-7 0,0 0 0 0,3 0-1 0,-3-3 0 16,2 3-11-16,1-3-3 16,-3 0 0-16,3 0 0 0,0-2-8 0,3-1-1 15,0 1-1-15,0-1 0 0,0-2-1 0,0 5 0 0,3 1 0 0,-3-1 0 16,0 5 1-16,3 1 0 15,0 2 0-15,0 3 0 0,0 2-2 0,0 3 0 0,0 0 0 0,3 3 0 16,-4 2-23-16,4 1-5 0,0 2-1 0,-3 2 0 16,3 1 16-16,-3 0 0 15,0 2 0-15,0 3 0 0,0 0 0 0,-3 2 0 0,0 1 0 0,-3 2 0 16,0 3-54-16,0 0-8 16,-3 2-2-16,-3 1 0 0,3-1 52 0,-6 1 12 0,3-1 0 15,-6 1 0-15,0-1-54 16,-3 1-8-16,0-3-2 0,-3 0 0 15,0 0 0-15,0-3 0 0,1-3 0 0,-1 4 0 0,0-6 52 0,0 0 12 0,3 0 0 16,-3-1 0-16,6 1 0 0,-3-2 8 0,3-1 0 0,3 0-8 0,0-2 13 0,6-3-4 16,0 0-1-16,0 0 0 15,0 0 11-15,0 0 1 0,0 0 1 0,3 5 0 0,3-2 7 16,0-1 0-16,3-2 1 0,0 3 0 0,3 0 1 0,0-3 0 16,0 2 0-16,3 4 0 0,0-6-6 15,-3 2-2-15,2 1 0 0,1 0 0 0,0-1-13 0,0-2-9 16,0 3 12-16,-3-3-12 15,6-3 0-15,-3 3-14 0,-1-2 1 0,4-1 0 16,0 3-27-16,0-5-4 0,0 2-2 0,0 0 0 16,0 3-92-16,0-2-18 0,-1-1-4 0,-2 0-1 15,-3-2 45-15,0 3 10 0,0-4 2 0,-6 4 0 0,0-1 90 0,0 0 14 0,-3-2 12 0,-3 5-3 16,3-5 95-16,-3 5 20 0,-3-6 3 0,0 4 1 16,0-3 0-16,0 2 0 0,0-2 0 0,3 5 0 15,0 0-52-15,-3-3-9 0,3 3-3 0,-6-3 0 16,6 3 0-16,0 0 0 15,0 0 0-15,0 0 0 0,0 0-43 0,0 0-9 0,0 0-1 0,0 0-1 16,0 0-10-16,0 0-14 16,3 8 3-16,-3 0 1 0,3 0 10 0,0 0 0 0,0 3 0 0,0-1 0 15,0 3 0-15,0 1 0 0,0-1 0 0,-3 5 0 16,3 1 0 0,0-1 0-16,-3 1 0 0,3-1 0 0,-3 1 0 0,0 0 0 0,0-1 0 0,0-2 0 31,0-3-24-31,0 0-4 0,-3 1 0 0,3-4 0 15,-3 3-164-15,3-5-32 0</inkml:trace>
  <inkml:trace contextRef="#ctx0" brushRef="#br0" timeOffset="208077.76">23196 8240 1728 0,'0'0'38'0,"-9"0"8"0,3 0 2 0,6 0 0 0,-3 0-39 16,3 0-9-16,0 0 0 0,0 0 0 0,0 0 134 0,0 0 25 0,0 0 5 0,0 0 0 15,0 0-88-15,0 0-19 16,3-3-3-16,6 0-1 0,0 1-25 0,0 2-6 0,3 0-1 0,3 0 0 16,3 2-7-16,-3 1-2 0,2-3 0 0,1 3 0 15,3 2-12-15,0-2 11 0,-3-3-11 0,3 2 10 16,0 1-10-16,-4-3 8 0,4 0-8 0,0 3 8 15,0-3-8-15,3 2 0 0,-6-2 0 0,2 0 0 0,1 0 0 16,0 3 0 0,-3-3-8-16,0 0 8 0,0 0-56 0,-1-3-6 0,-5 3-2 0,3 0 0 15,-6-2 52 1,3 2 12-16,-6-3 0 0,3 0 0 0,-6 3-18 0,3-2-1 0,-3-1 0 0,-3 3 0 0,0-5 19 0,0 5 0 16,3-6 0-16,-3 1 0 0,-3 0 8 0,3-3 0 15,-3 3-8-15,-3-3 12 16,3 2-1-16,-3-2-1 0,0 3 0 0,0-3 0 15,-3 0 43-15,3 3 9 0,-3-3 2 0,0 0 0 0,3 3-52 0,-2-3-12 0,-1 3 0 16,0 2 0 0,0-2 54-16,0-1 8 0,3 4 2 0,0-1 0 0,0 0-52 0,6 3-12 0,0 0 0 15,0 0 0-15,0 0 0 0,0 0 0 16,0 0 0-16,0 0 0 0,0 0 16 0,0 0 0 16,0 0 0-16,3 6 0 0,6-1-16 0,0-2 0 15,0 2 0-15,3 0 0 0,0 0 8 0,-1 1-8 16,1-1 0-16,0 3 9 0,0-5-9 0,-3 5 8 0,0-3-8 0,0 0 8 15,-3 3-25 1,0-3-6-16,0 1-1 0,-3 2 0 0,3-3 24 0,-3 3 0 0,0-3 0 0,-3 3 0 31,-3-3 0-31,0 3 0 0,3-2 0 0,-6 2 0 0,3-3 0 0,-3 3 0 16,-3-3 0-16,3 3 0 0,-3-3 0 0,0 3 0 0,0-3 0 0,-3 1 0 16,3-1 0-16,0 0 0 15,0 1 0-15,1-1 0 0,-1 0-107 0,0 1-17 16,3-4-3-16,0 3-1025 0</inkml:trace>
  <inkml:trace contextRef="#ctx0" brushRef="#br0" timeOffset="209328.734">24027 8163 1666 0,'0'0'36'0,"0"0"8"0,0 0 2 0,0 0 2 0,0-5-39 0,0 5-9 0,0 0 0 0,0 0 0 16,0 0 95-16,0-3 17 0,0 3 3 0,0 0 1 16,6-3-45-16,-3 3-9 0,-3 0-2 0,6 6 0 15,-4-1-28-15,4 0-7 0,-3 3-1 0,3 3 0 16,-3-3-15-16,0 5-9 0,0 0 10 0,0 0-10 15,0 3 0-15,0 3 0 0,3-3 0 16,-6 2 0-16,3-2 8 0,0 0-8 0,-3 0 0 0,3 0 0 16,-3-3 0-16,0-3 0 0,3 1 0 15,-3-3 0-15,0 0 8 0,0 0-8 0,0-3 0 16,0-5 9-16,0 0 7 0,0 0 0 0,0 0 1 0,0 0 0 16,0 0 16-16,0 0 3 0,0 0 1 0,0-8 0 0,-3 0-5 15,0-2 0-15,0-4-1 0,3 1 0 0,-3-3-12 16,3-2-3-16,0-3 0 0,0-1 0 15,0-1-5-15,0 2-2 0,0-3 0 0,0 3 0 0,3 2 0 16,0-2 0-16,0 2 0 0,0 1 0 0,3-3 1 0,-3 2 0 16,3 1 0-16,0-1 0 0,0 1-1 0,0 2 0 0,0 0 0 0,3 3 0 31,-3-1-9-31,3 1 12 0,0 3-12 0,-1 2 12 0,1 2-12 16,0 1 0-16,-3 2 0 0,0 1 0 0,0 2 0 0,0 2 0 0,0-2 0 15,0 8-11-15,0-2-6 0,-3 4-2 16,0-2 0-16,0 5 0 15,-3 1-22-15,0-1-5 0,0 3-1 0,-3 0 0 16,0-1-1-16,-3 1-1 0,0-2 0 0,-3 1 0 16,0-1 17-16,0-4 4 0,-3 1 1 0,0-1 0 0,4 1 27 0,-1 0-10 0,-3-4 10 0,3 4 0 15,0-3 0-15,3-3 0 16,0 3 0-16,0-2 0 0,0 1 0 0,3-1 0 0,3-6 0 0,0 8 0 16,0-8 0-16,0 5 0 0,3 3 0 0,0-5 0 15,0 2 0-15,3-2 0 0,0-1 0 16,0 1 9-16,0-1-9 0,3 1 0 0,0 0 0 0,0-3 0 15,0 2 0-15,2 1 0 0,1 0 0 16,-3-3 0-16,3 2 0 0,-3 1 0 0,0-3 0 0,3 3 0 16,0 2-24-1,-3-2-11-15,3-1-1 0,0 1-1 0,-1 2-51 16,1-2-9-16,0 2-3 0,0-2 0 0,0 2 5 0,-3 0 1 0,0 1 0 16,0-4 0-16,0 4 45 0,-3-4 9 15,3 3 1-15,-3-2 1 0,0 0 27 0,-3-3 11 0,-3 0-8 0,0 0 8 0,3 2 16 16,-3-2 8-16,0 0 1 0,6 0 1 0,-6 0 45 0,0 0 9 15,2-2 1-15,-2 2 1 16,3-3 7-16,0-2 2 0,0 0 0 0,-3-1 0 0,3 1-15 16,-3-3-2-16,3 0-1 15,0 0 0-15,-3 0-17 0,3-2-3 0,0 2-1 0,0 0 0 0,0-3-8 0,3 3-3 16,0-2 0-16,3 2 0 0,-3 0-9 0,3 0-3 16,-3 3 0-16,3-1 0 0,0 4-10 0,0-1-3 15,0 0 0-15,-3 1 0 0,0 2-3 16,2 0-1-16,-5 0 0 0,3 0 0 0,0 2-12 0,0 1 0 0,0 0 0 0,-3 2 0 31,0 0-13-31,0 3-9 0,0 0-2 0,0 0 0 0,-3 3 24 0,-3-1 0 0,3 1 0 0,-3 2 0 16,-3 0 0-16,3 0 0 0,-3 1 0 0,-3 2 0 31,3-3-56-31,-2 0-6 0,-1 0-2 0,0-2 0 0,0-1 52 0,0 1 12 16,3 2 0-16,-6-5 0 0,6 3 0 0,-3-3 0 15,3-3 0-15,3 3 0 16,0 0 0-16,0-3 0 0,3-5 0 0,-3 5 0 0,3-5 48 0,3 6 13 0,0-1 3 15,0 0 0-15,3-2-52 0,0 0-12 0,3-1 0 0,-3 1 0 16,6 0 0-16,-3-3 0 0,3 2 0 16,0-2 0-16,-4 3 0 0,4-1 0 0,0-2 0 0,-3 3 0 15,3-3 54-15,-3 3 8 0,0-3 2 0,0 2 0 16,0-2-52-16,0 0-12 16,0 0 0-16,0 0 0 0,0 0-48 0,-1 0-13 0,1 3-3 0,0-3 0 31,0 0-102-31,-3 3-21 0,3-1-4 0,0-2-1 0</inkml:trace>
  <inkml:trace contextRef="#ctx0" brushRef="#br0" timeOffset="213557.05">14141 8756 1090 0,'0'0'31'0,"0"0"6"0,0 0-29 0,0 0-8 0,0 0 0 0,0 0 0 0,0 0 111 0,0 0 21 15,0 0 4-15,0 0 0 16,0 0-31-16,0 0-6 0,0 0-2 0,0 0 0 0,0 0-17 0,0 0-4 15,0 0-1-15,0 0 0 16,3 5-15-16,-3-5-4 0,0 5 0 0,3 0 0 0,-3 1-18 0,0-1-4 16,3 0-1-16,-3 1 0 15,3 2-13-15,-3-3-2 0,0 0-1 0,0 0 0 16,0 1-6-16,0-1-2 0,3 0 0 0,-3-5 0 16,0 6-9-16,0-6 0 0,0 0 9 0,0 5-9 0,0-5 8 0,0 0-8 0,3 3 10 15,-3-3-10-15,0 0 13 0,0 0-3 0,0 0-1 0,0 0 0 16,0 0 8-16,0 0 2 15,0 0 0-15,0 0 0 0,3-3 6 0,-3 3 2 0,3-5 0 0,0 2 0 16,-3-2-3-16,0-1 0 0,0 1 0 0,-3 0 0 16,0 0-5-16,0-1-2 0,0 1 0 0,-3 0 0 15,0 2-7-15,0 0-2 0,-3 1 0 0,-3 2 0 16,4 0-8-16,-7 0 0 16,0 2 0-16,0 4 8 0,-3-1-8 0,0 3 0 0,-3 0 0 15,3 0 0-15,-2 2 0 0,-1 4 0 16,3-1-11-16,0 0 11 0,3 0-16 0,0 3 3 0,6-3 0 0,0 3 0 15,1 0 1-15,5 0 0 0,0 0 0 0,3 2 0 16,3 1 2-16,0-1 1 0,5 1 0 0,1-1 0 16,0-2 9-16,6 0 0 0,0 0-9 0,3-3 9 15,0 1 0-15,0-4 0 0,0-5 0 16,2 3 0-16,1-5-9 0,0 0 9 0,0-3 0 0,0-3 0 16,-3 0-39-16,-1-2-1 0,4 0 0 15,0-3-773-15,3 0-155 0</inkml:trace>
  <inkml:trace contextRef="#ctx0" brushRef="#br0" timeOffset="213862.403">14585 8877 2030 0,'0'0'57'0,"-3"-5"14"0,0 0-57 0,0 2-14 0,0-2 0 0,3 0 0 15,0 5 152-15,-3-6 28 0,0 1 6 0,3 5 1 16,0-5-87-16,0 5-16 0,0 0-4 0,0 0-1 16,0 0-41-16,0 0-8 0,0 0-2 0,0 0 0 15,0 0-20 1,0 0-8-16,0 0 0 0,0 0 9 0,0 0-9 0,0 0-14 0,0 0 3 0,0 0 1 15,0 0-102-15,0 0-21 0,0 8-4 16,3 2-667-16,0-2-132 0</inkml:trace>
  <inkml:trace contextRef="#ctx0" brushRef="#br0" timeOffset="214039.26">14546 9197 2257 0,'0'0'49'15,"0"0"11"-15,0 8 1 0,0-8 3 0,-3 6-51 0,3-6-13 0,-3 2 0 0,3-2 0 0,0 0 125 0,0 0 23 0,0 0 4 16,0 0 0-16,0 0-56 0,0 0-11 0,0 0-2 16,0 0-1-16,0 0-39 0,0 0-8 0,6 0-2 0,-6 0 0 15,3 0-33-15,3 0 0 16,0-2 0-16,-3-1 0 16,3 0-123-16,0-2-25 0,0 0-4 0</inkml:trace>
  <inkml:trace contextRef="#ctx0" brushRef="#br0" timeOffset="-212854.802">14585 8838 2070 0,'0'0'45'0,"0"0"10"0,0 0 1 0,0 0 3 0,0 0-47 0,0 0-12 0,0 0 0 0,0 0 0 16,0 0 83-16,0 0 14 0,0 0 3 0,0 0 1 16,0 0-49-16,0 0-9 0,-6 5-3 15,0-2 0-15,6-3-4 0,-6 5-2 0,6-5 0 0,-3 5 0 0,3-5-2 0,-6 5-1 16,6-5 0-16,-6 6 0 15,6-6-5-15,-3 5-1 0,3-5 0 0,0 0 0 16,0 0-15-16,-3 5-10 0,3-5 12 0,-3 6-12 16,3-6 0-16,0 0 0 0,0 0 0 0,0 8-9 15,0-3-78-15,3 0-15 0,0 0-3 0,-3-5-1080 16</inkml:trace>
  <inkml:trace contextRef="#ctx0" brushRef="#br0" timeOffset="-211958.65">15005 8912 1807 0,'0'0'40'0,"0"0"8"0,0 0 1 0,0 0 2 0,0 0-41 0,0 0-10 0,0 0 0 0,0 0 0 16,0 0 52-16,0 5 8 0,2 0 1 0,-2 3 1 15,3 0-32-15,0 3-6 0,0-1-2 0,0 4 0 16,0-1-22-16,0 3 0 0,-3 2 0 0,3 1 8 16,0-1 10-16,-3 1 2 15,0 2 1-15,0 0 0 0,0-2-21 0,0-3 0 0,-3-1 0 0,3-1 0 16,0-1 0-16,-3-3 0 0,3 1 0 0,-3-3 0 0,3-3 0 16,0-5 0-1,0 0 0-15,0 0 0 0,0 0 107 0,0 0 17 0,-6-2 3 0,0-4 1 16,3-2-103-16,1 0-25 0,-1-5 0 0,0-3 0 0,3 0 48 0,0-2 5 15,0-3 1-15,0-3 0 0,0 0-22 16,0 0-5-16,3 1-1 0,0-1 0 0,-1 0-6 0,4 0 0 16,0 3-1-16,0-3 0 15,0 0-5-15,3 3-1 0,0 0 0 0,0 2 0 16,3 1-13-16,0-1 8 0,3 3-8 0,-3 3 0 0,3 3 0 16,-1-1 0-16,1 3 0 0,0 3 0 15,0 0 0-15,0 2 0 0,0 3 0 0,-6 3 0 0,3 2 0 0,-3 0 0 16,0 3 0-16,0 3 0 15,-4-3-28-15,1 5-3 0,-3-3 0 0,0 6 0 16,-3-2-13 0,-3 1-2-16,0 1-1 0,-3 0 0 15,1 0 8-15,-4 0 2 0,-3-3 0 0,0 3 0 0,0-3 37 0,-3-2 0 0,0 2 0 0,0 0 0 0,0-2-32 16,0 2-9-16,1 0-2 0,-1-2 0 0,0 0 18 0,3-1 3 16,0-2 1-16,3 3 0 0,0-6 31 0,3 3 6 15,0-3 2-15,3 0 0 0,3-5-10 0,0 0-8 0,0 0 12 0,0 0-12 16,0 0 13-16,3 6-4 0,0-4-1 0,0 4 0 15,3-4 5-15,0 1 1 0,0 0 0 0,3-1 0 16,0 1 1-16,0 0 0 0,0-1 0 16,3 3 0-16,0-2-7 0,-1 0 0 0,4-1-8 0,-3 1 12 15,0-3-12 1,3 3 0-16,-3-3 8 0,0 2-8 0,3-2-20 0,-3 0-8 0,0-2 0 16,2 2-1-1,-2-3-59-15,0 0-11 0,0 1-2 0,0-1-1 0,-3-2-23 0,0 2-5 0,0-2-1 0,-3 2 0 16,0-2 54-16,0 0 10 0,-3-1 3 0,-3 4 0 0,3-4 153 15,-3 1 31-15,0 2 7 0,0-2 1 16,0 0 0-16,-3 0 0 0,3-1 0 0,0 6 0 0,-3-5-52 16,3 5-9-16,0-5-3 0,-3 2 0 15,3-2 0-15,0 5 0 16,0 0 0-16,0 0 0 0,0 0-16 0,0 0-4 16,0 0-1-16,0 0 0 0,0 0-24 0,0 0-5 0,0 0-1 15,0 8 0-15,0 0-3 0,3 2-1 0,-3 1 0 0,0-1 0 16,3 4-9-16,-3 2 0 0,3-1 0 0,-3 4 0 0,3-1 0 0,-3-2 0 15,0 3 0-15,3-1 0 0,-3-2 8 0,0 0 2 16,0-3 1-16,0 3 0 0,0-3-11 16,-3 1-14-16,3-4 3 0,0 1 1 15,0-3-32-15,0 0-6 0,0 0-2 0,3-3 0 16,-3 0-146-16,0-5-30 0,0 0-6 16,0 0 0-16</inkml:trace>
  <inkml:trace contextRef="#ctx0" brushRef="#br0" timeOffset="-211228.992">15612 9057 1317 0,'0'0'37'0,"0"0"9"0,0 0-37 0,0-2-9 0,0 2 0 0,-3-6 0 16,3 6 152-16,0-5 29 0,0 5 6 0,-3-5 1 0,3 5-56 0,0 0-10 15,-6-3-2-15,6 3-1 0,-3-3-39 0,3 3-7 0,-6-2-1 0,6 2-1 16,0 0-28-16,-6 2-6 0,0 1-1 0,0 5 0 15,3-3-15-15,-3 3-3 0,3 0-1 0,-3 5 0 16,0-2-17 0,3 2 0-16,-3 3 0 0,0-3 0 0,3 3 0 0,0 0 0 15,0-3 0-15,0 1 0 0,3-4 0 0,0 3 0 0,0-2 0 0,3 0 0 16,0-4 0-16,0 1-12 0,0 0 1 16,3-2 1-16,0-1 1 0,3 0 0 0,-3-2 0 0,0 0 0 15,3-3 9-15,0 2 0 0,-3-2 0 0,3-2 0 16,0-1 0-16,0-2 9 15,0 2-1-15,-3-2-8 0,0-1 28 0,-1-2 0 0,1 0-1 0,0 1 0 0,0-1 5 16,-3-3 2-16,0 0 0 0,0-2 0 0,-3 3-10 0,0-4-3 16,0 1 0-16,0 3 0 15,-3-4-9-15,0 4-3 0,0-1 0 16,0 3 0-16,-3-2-9 0,0 2 0 0,1 2 0 0,-4 1 0 16,3 0 0-16,-3 0-19 0,0 2 3 0,0 3 1 15,0-3-37-15,3 3-7 0,0 0-1 0,0 3-1 16,6-3-131-16,0 0-25 0,0 0-6 0</inkml:trace>
  <inkml:trace contextRef="#ctx0" brushRef="#br0" timeOffset="-210794.525">15772 9068 1987 0,'0'0'44'0,"0"0"8"0,0 0 3 0,0 0 1 0,0-5-45 0,0-1-11 16,0 6 0-16,-2-5 0 0,2 5 93 0,0-3 17 0,0 3 3 15,0 0 1-15,2-5-34 0,-2 5-8 16,0 0 0-16,0 0-1 0,0 0-28 0,0 0-6 0,0 0-1 0,0 0 0 16,0 0-17-16,0 0-4 0,0 0-1 0,0 5 0 15,-2 3-14-15,2 0 8 0,0 3-8 0,-3-1 0 16,3 1 0-16,-3 2 0 0,3 3 0 0,0-3 0 16,0 1-17-16,0-4 0 0,0 3 0 0,0 1 0 31,3-4-18-31,-3 1-3 0,3-3-1 0,-3 0 0 0,2 0-1 0,1-3-1 0,3 0 0 0,-3-2 0 0,3-1 20 0,-3-2 4 15,3 0 1-15,0 0 0 0,-3-2 16 0,3-1 16 16,0-2-4-16,-3 0 0 0,3-1 27 0,0-2 5 16,-3 3 0-16,0-3 1 0,0 0 10 15,0-2 1-15,0 2 1 0,0-6 0 0,0 4-11 0,0-3-2 16,0-1-1-16,-3 4 0 0,3-3-15 0,0 2-4 16,0 0 0-16,-3 3 0 0,3 0-13 0,0 1-3 15,0 1-8-15,-3 6 12 0,0 0-12 0,0 0 0 16,0 0 0-16,0 0 0 0,0 0 0 15,0 0 0-15,3 8 0 0,-3 0 0 0,3 0 0 16,-3 3 0-16,0 2 0 0,3 0 0 16,-3 0 0-16,0 3 0 0,0-3 0 0,0 1 0 15,0-1-16-15,0 0 1 0,0 0 0 0,0-2 0 16,0 0-16-16,0-4-3 0,0 1-1 0,0 0 0 16,3 0-28-16,0-2-5 0,0-4-2 0,-3-2 0 15,0 0-129-15,5 0-25 0,1 0-6 0,0-2-723 0</inkml:trace>
  <inkml:trace contextRef="#ctx0" brushRef="#br0" timeOffset="-210579.87">16049 9076 2030 0,'0'-19'44'0,"0"11"10"0,3-5 2 0,-3 3 1 15,0-4-45-15,0 1-12 0,3 0 0 0,-3 0 0 0,0-1 114 0,3 1 21 0,-3 3 4 0,3-1 1 16,0 0-52-16,-3 3-11 0,3 3-1 0,0 0-1 16,-3 5-35-16,0 0-6 0,0 0-2 0,0 0 0 15,0 0-13-15,3 5-3 0,0 3-1 0,0 0 0 0,0 0-15 16,0 3 11-16,0-1-11 0,-3 1 10 0,3 2-10 15,-3 3 0-15,3 0 0 0,-3 0 0 16,0 2 0-16,0 1 0 0,0 2 0 0,0 0 0 16,-3 0 0-16,3 0 0 0,-3 0-10 0,3 1 10 15,-3-4-31-15,0 1 0 0,0-3 0 0,0-1 0 16,0-1-22-16,0-1-5 0,0-3-1 0,0 1 0 16,0 0-219-16,0-6-44 0</inkml:trace>
  <inkml:trace contextRef="#ctx0" brushRef="#br0" timeOffset="-210377.43">16017 9145 2120 0,'0'0'47'0,"0"0"9"0,0 0 3 0,0 0 0 16,0 0-47-16,3-3-12 0,2 0 0 0,-2 1 0 0,3 2 96 0,3-3 16 0,-3 0 4 0,3 1 1 15,-3-1-41-15,3 3-9 0,0-3-2 0,0 1 0 16,0 2-25-16,0-3-6 0,-3 3-1 0,0 0 0 15,3 0-24-15,-3-3-9 0,0 3 0 0,3-2 9 32,-1-1-85-32,-2 1-16 0,0 2-4 0,3-6-707 0,0 4-141 0</inkml:trace>
  <inkml:trace contextRef="#ctx0" brushRef="#br0" timeOffset="-207349.046">16549 9094 1980 0,'0'0'44'0,"0"0"8"0,0 0 3 0,0 0 0 0,0 0-44 0,0 0-11 16,0 0 0-16,0 0 0 0,-3 3 98 0,3-3 18 15,0 0 3-15,0 0 1 0,0 0-50 0,0 0-10 16,0 0-1-16,0 5-1 0,0-5-15 0,6 6-3 0,0-1-1 0,0-3 0 16,6 1-10-16,-3-3-1 0,3 0-1 0,3 0 0 15,0 0-11-15,3 0-3 0,-1 0 0 0,1-3 0 16,3 3-13-16,-3 0 0 0,0 0 0 0,0 0 0 15,0 0 0-15,-1 0-8 16,1 0-1-16,-6 3 0 31,0 0-50-31,-3-1-9 0,0 1-3 0,-3 0 0 0,-6-3-181 16,3 5-36-16,9 8-7 0,-12-13-1 0</inkml:trace>
  <inkml:trace contextRef="#ctx0" brushRef="#br0" timeOffset="-207127.954">16570 9285 1624 0,'0'0'46'0,"0"0"10"0,0 0-45 15,0 0-11-15,0 0 0 0,0 0 0 0,0-5 128 16,3-1 24-16,3 4 5 0,-3-1 1 16,3 0-50-16,0 1-9 0,3-1-3 0,0 0 0 0,0 3-36 0,0-2-7 15,0-1-1-15,3 0-1 0,-1 3-21 0,4-2-4 16,-3 2-1-16,0-3 0 0,0 3-25 0,3 0 0 15,-3 0 0-15,3 0 0 16,0-3-32-16,0 3-12 0,-1 0-3 0,4 0-741 16,-3-2-148-16</inkml:trace>
  <inkml:trace contextRef="#ctx0" brushRef="#br0" timeOffset="-205944.759">17436 8994 1864 0,'0'0'41'0,"0"0"9"0,0 0 2 0,0 0 0 0,0 0-42 0,0 0-10 0,0 0 0 0,0 5 0 16,3 3 62-16,-3 0 10 0,0 0 3 0,0 5 0 15,0-2-39-15,0 2-7 0,0 0-1 0,0 3-1 16,0 3-18-16,0-4-9 0,0 4 10 0,0-3-10 0,0 0 0 0,0 0 0 16,0-1 0-16,0 1 0 15,0-2 0-15,-3-4 0 0,3 1 0 0,-3-1 0 16,3-2 8-16,0 0-8 0,-3-3 0 0,3-5 0 0,0 0 28 0,0 0 0 16,0 0 0-16,0 0 0 15,0 0 32-15,0 0 5 0,-3-2 2 0,-2-3 0 16,2-1-8-16,0-2-2 0,0-2 0 0,0-4 0 0,0 1-21 0,3-5-4 15,0-1 0-15,0-5-1 16,0 1-13-16,0-4-2 0,3 1-1 16,0-1 0-16,0 1-4 0,3 2-1 0,-3 0 0 0,2-2 0 0,4-1-2 0,-3 6 0 15,3-3 0-15,0 3 0 0,0 3-8 0,3-4 12 0,-3 4-12 16,3-1 12-16,3 3-12 16,-3 1 0-16,3 1 9 0,-1 4-9 0,-2 2 0 0,3 3 0 0,-3-1 0 0,0 1 0 31,3 5 0-31,-3 0 0 0,0 0 0 0,0 3 0 15,0 2-10-15,-4-2 0 0,-2 4 0 0,3 1 0 16,-3 3-22-16,-3 0-5 0,0-1-1 0,-3 3 0 16,0 1-12-16,-3-1-2 0,-3 0-1 0,0 3 0 15,0 0-14-15,-3-3-2 0,1 0-1 0,-4 0 0 0,0 1-6 16,0-4-2-16,-3 1 0 0,0-1 0 0,0 1-16 0,0 2-3 0,0-5-1 16,1 3 0-1,2-1 32-15,-3 1 6 0,3-3 2 16,0 3 0-16,3-1 40 0,3-2 8 0,0 0 2 0,0-3 0 0,3 3 8 0,0-3 0 0,3-5 8 0,-3 8-8 15,3-8 17-15,0 6-1 0,0-1 0 0,3 0 0 0,0 1 11 0,-3-6 1 16,3 5 1-16,0 0 0 16,0-2 13-1,0 2 2-15,3 0 1 0,-3 1 0 0,3-1 1 0,0 0 0 0,0 1 0 0,3-1 0 16,0 0-6-16,0 0-2 0,0-2 0 0,0 2 0 0,2 1-14 0,1-4-2 16,-3 4-1-16,3-1 0 0,0-2-21 15,-3 2 0-15,3-3 0 0,-3 1 0 16,3 0-20-16,-3-1-4 0,0 1-2 0,3 0 0 15,-4-1-38-15,1 1-8 0,0 0-2 0,0-1 0 16,-3 1 6-16,0 0 2 0,0-1 0 0,0 1 0 0,-6-3 34 16,0 0 6-16,0 0 2 0,0 0 0 0,0 0 38 0,0 0 8 15,3 3 2-15,-3-3 0 16,0 0 49-16,0 0 11 0,3-6 1 0,-3 6 1 0,3-5 1 0,0 0 0 0,-3-1 0 0,3 1 0 16,0-3-20-16,-3 0-4 0,3 3-1 0,0-3 0 31,0 3-21-31,0-3-4 0,0 2-1 0,0-1 0 0,3 1-7 15,0 1-1-15,-3 0-1 0,3-1 0 0,0 1-8 0,0 2-2 0,-1-2 0 0,1 5 0 16,0-3-5-16,0 3-2 0,0 0 0 0,0 3 0 16,0-3-10-16,-3 5 0 0,3-2 0 0,-3 0 8 15,0 2-8-15,-3 0 0 0,3 1 0 0,-3 2-11 16,0-1-15 0,0-1-3-16,-3 2-1 0,0 2 0 0,0-2-11 15,0 0-3-15,-3 0 0 0,0 0 0 16,0 0 2-16,0 0 0 0,0 0 0 0,0 0 0 0,0 0 14 0,1 0 4 0,-1 0 0 15,0-3 0-15,0 3 13 0,3-3 11 0,3 0-13 0,-3 1 5 0,3-6-3 0,0 5 0 16,0-5 0-16,0 5 0 0,0-5 2 0,3 3 0 16,3 0 0-16,-3-1 0 15,3 1 9-15,-3-3-10 0,2 0 10 0,4 0-10 16,-3 0-30-16,3-3-5 0,3 1-2 0,-3-1 0 16,0-2-162-16,3 2-33 15,0-2-6-15</inkml:trace>
  <inkml:trace contextRef="#ctx0" brushRef="#br0" timeOffset="-205726.063">18005 9216 1998 0,'0'0'44'16,"0"0"8"-16,0-5 3 0,3-1 1 0,0-2-44 0,-3 3-12 0,0 0 0 0,3 0 0 16,-3-1 109-16,0 1 20 0,0 0 4 0,0 5 1 0,0-6-50 0,0 6-11 0,0 0-1 15,0 0-1 1,0 0-23-16,0 0-4 0,0 0 0 0,0 0-1 0,0 0-23 0,0 0-5 0,0 0-1 0,3 6 0 16,-3 2-14-16,3-3 8 0,0 3-8 0,0 0 0 15,-3 0 0-15,0 2 0 16,3-2 0-16,-3 0 0 0,3 3 0 0,-3-1 0 0,3 1 0 0,-3 0 0 15,3-3 0-15,-3 2 0 0,0 1 0 0,0-3-10 16,0 0-39 0,0-1-8-16,0-1-2 0,0-6 0 0,0 5-164 15,0-5-33-15,0 0-6 0,0 0-2 0</inkml:trace>
  <inkml:trace contextRef="#ctx0" brushRef="#br0" timeOffset="-205541.508">18097 8975 2203 0,'0'0'48'15,"0"0"11"-15,0 0 1 0,3-5 2 0,0 2-50 0,0-2-12 0,0 2 0 0,0 1 0 16,3-1 33-16,-6 3 4 0,3 0 1 0,-3 0 0 16,6 0-99-16,0 0-20 0,-3 3-4 0,-3-3-1 0</inkml:trace>
  <inkml:trace contextRef="#ctx0" brushRef="#br0" timeOffset="-205150.871">18145 9182 1994 0,'0'0'44'0,"0"0"8"0,0 0 3 16,0 5 1-16,3 0-44 0,0 0-12 0,0 1 0 0,0 2 0 0,0-3 81 0,0 3 15 0,0-3 2 0,0 3 1 15,0 0-45-15,0 0-9 0,0 0-1 0,0 0-1 16,0 0-27-16,-3 0-4 0,3 2-2 0,-1-2 0 15,-2 0-10-15,3-2 0 0,-3 1 0 0,0-1 0 16,0-6 8-16,-3 8-8 0,3-3 0 0,0-5 8 16,0 5 15-16,0-5 2 0,-2 6 1 0,2-6 0 15,0 0-26-15,0 0 0 0,0 0 0 0,0 0 0 16,0 0 0-16,0 0 0 0,0 0 0 0,0 0 0 16,0 0 38-16,0-8 2 0,0 2 1 0,0-2 0 15,2 0-11-15,1-2-2 0,3-1-1 0,-3 3 0 16,3-5-1-16,0 3 0 0,3-4 0 0,-3 4 0 15,3-1-4-15,-3 1-1 0,3-1 0 0,0 3 0 0,0 0 0 16,-3 0 0-16,3 0 0 0,-3 3 0 0,3 0-1 16,-3 2 0-16,3 0 0 0,-4 3 0 0,1 0-7 0,3 0-1 15,-3 3-1 1,0 2 0-16,3-2-11 0,-3 2 0 0,0 1 0 0,0 1 8 0,-3 1-8 0,3 0 0 16,-3 0 0-16,3 3 0 0,-3-3 0 0,0 2 0 15,0-2 0-15,0 0 0 16,-3 0-23-16,3 0 0 0,-3-3 0 0,0 3 0 15,0 0-25-15,0-2-6 0,0-6-1 0,0 5 0 16,0-5-152-16,0 0-30 0</inkml:trace>
  <inkml:trace contextRef="#ctx0" brushRef="#br0" timeOffset="-204344.291">18874 9068 1710 0,'0'0'37'0,"0"0"8"16,0 0 2-16,0 0 1 0,0 0-38 0,0 0-10 0,0 0 0 0,0 0 0 0,0 0 103 16,0 0 18-16,0 0 4 15,0 0 1-15,6 2-32 0,0-2-6 0,-3 0-2 0,6 0 0 16,-3 0-30-16,3 0-7 0,0 3-1 16,0-3 0-16,0 0-12 0,3 3-4 0,-4-3 0 0,4 0 0 15,3 0-11-15,-3-3-2 0,6 3-1 0,-3 0 0 16,3 0-18-16,0 0 8 0,2 0-8 0,1 0 0 0,0 0 0 0,-3 0 0 15,3 0 0-15,-3 3 0 16,0-1-32-16,-1 1-1 0,-5 0 0 0,0-1 0 16,-3 1-53-16,-3 2-10 0,0-2-3 15,-6-3 0-15,0 0-128 0,-3 5-25 0,0 1-6 16</inkml:trace>
  <inkml:trace contextRef="#ctx0" brushRef="#br0" timeOffset="-204056.921">18963 9261 1220 0,'0'0'34'0,"0"0"9"0,0 0-35 0,-6 3-8 0,6-3 0 0,-5 2 0 16,5-2 131-16,0 0 24 0,0 0 5 0,0 0 0 15,0 0-33-15,0 0-7 0,0 0-2 0,0 0 0 16,0 0-26-16,0 0-4 0,5 0-2 0,1 0 0 15,0 0-20-15,3 3-4 0,-3-3-1 0,3 0 0 16,0 0-24-16,0 0-5 0,3 0 0 0,-3 0-1 0,3 0-19 0,3 0-3 16,0 0-1-16,-1 0 0 0,1 0-8 0,6-3 0 15,-3 3 0-15,3 0 0 16,3-2-39-16,-4-1-3 0,4 0-1 0,-3 1 0 31,3-4-201-31,-3 1-40 0</inkml:trace>
  <inkml:trace contextRef="#ctx0" brushRef="#br0" timeOffset="-203757.96">19725 8996 1832 0,'0'0'40'0,"0"0"9"0,3-5 2 0,-3 0 0 0,0 5-41 0,3-3-10 0,0-2 0 0,-3 5 0 15,0 0 123-15,0-3 22 0,0 3 5 0,0 0 1 16,0 0-55-16,3-5-10 0,-3 5-2 0,0 0-1 15,0 0-23-15,0 0-4 0,0 0 0 0,0 0-1 16,0 0-19-16,0 0-4 0,6 5-1 0,-6 1 0 16,3-1-13-16,0 3-2 0,-3 2-1 0,0-2 0 15,0 3-15-15,0 2 11 0,0 0-11 0,-3 3 10 16,3 0-10-16,0 0 12 0,0 2-12 0,0 1 12 16,0 0-12-16,-3 2 12 0,3-5-12 0,0 5 12 15,0-5-12-15,0 2 12 0,-3 1-12 0,3-3 12 16,-3-3-12-1,3-3 0-15,0 4 0 0,0-4 8 0,0 1-8 0,0-3 0 0,0 0-10 0,0-3 10 16,3 3-108-16,0-3-16 0,0 0-4 0,0 1-716 16,0-1-144-16</inkml:trace>
  <inkml:trace contextRef="#ctx0" brushRef="#br0" timeOffset="-200091.823">19922 8610 1609 0,'0'0'35'0,"0"0"7"0,3-3 2 0,0-2 2 16,0 0-37-16,-3 0-9 0,3-1 0 0,-3 6 0 0,0-5 67 0,-3 0 11 15,3-1 2-15,0 6 1 0,-3-5-9 0,0 0-1 16,0 2-1-16,-3-2 0 16,6 5-22-16,-6-3-5 0,0-2-1 0,0 2 0 0,3 1-10 0,-3-1-1 15,0 0-1-15,-3 3 0 0,3-2-9 0,0-1-1 16,6 3-1-16,-12 0 0 0,4 0-7 0,-4 0 0 15,3-3-1-15,-3 3 0 0,0-2-3 0,-3-1-8 0,0 0 12 0,-6-2-4 16,-3 3-8-16,-2-4 0 0,-4 1 0 0,-3-3 8 16,3 3-8-16,-2-1 0 15,-4 1 9-15,0-3-9 0,3 3 0 0,-2 0 0 0,-1-3 0 0,-6 2 8 16,1-2-8-16,-1 3 0 0,-3 0 0 16,1-3 0-16,-1 0 0 0,3 3 0 0,1-3 0 15,-1 0 0-15,-3 3 0 0,-2-1 0 0,-1 1 0 16,1-3 0-16,-1 3 17 0,3-1 6 0,1 1 1 0,-1-3 0 15,0 3-38-15,-2 0-7 16,2-3-2-16,-6 2 0 0,4 1 37 0,-1 0 7 0,4 2 2 16,-1-2 0-16,3 2-23 0,1-2 0 0,-4-3 0 0,-3 3 0 0,1-1 0 0,2 4 0 15,0-4 0-15,-2 4 0 16,8-1 9-16,-6 1-9 0,4-4 12 0,-7 1-12 0,3 0 0 16,-2 2 0-16,-4-2 0 0,4 5-12 0,2-3 12 0,3 3 0 15,1-3 0-15,-4 1 0 16,0-1 0-16,1-2 0 0,-4 2 0 0,0 3 0 0,4 0 0 0,2 0 0 15,3 0 0-15,-2 0 0 16,-1 0 0-16,3-2 12 0,-2 2-3 0,-4-3 0 0,3 3-9 0,1 0 0 16,2 3 0-16,-3-3 0 15,7 5 0-15,-4-5 0 0,0 0 0 0,-3 0 0 0,1 0 0 0,-1 0 0 16,0 0 0-16,-2 2 0 16,-1 1 0-16,6 0 0 0,1 2 0 0,-4-2 0 0,3-3 0 0,-2 2 0 0,-1 1 0 15,-3-3 0-15,4 3 0 0,2 2 0 16,-3-2 0-16,4 2 0 0,2-2 0 0,-3-1 0 15,4 1 0-15,-4 2 0 0,0-5 0 0,-3 3 0 0,1 2 0 0,-4 0 0 16,6 1 0-16,-2-1 0 16,5 0 0-16,-3 0 0 0,4 1 0 0,-4-4 0 0,0 4 0 15,-2-1 0-15,2-2 0 0,0 2 0 16,0 0 0-16,1 1 0 0,5-1 0 0,0 0 0 16,4-2 0-16,-4 2 0 0,3 3 0 0,-3-3 0 0,4-2 0 0,-4 2 0 15,3 1 0-15,0-1 0 0,-2 0 0 0,2 0 0 16,0-2 0-16,6 2 0 15,-3 1 0-15,4-1 0 0,2-2 0 0,0 2 0 0,0 0 0 0,0 0 0 16,0 1-9-16,-2-1 9 0,2 3 0 0,-3-3 0 31,0 3 0-31,0 0 0 0,3-3 0 0,-2 1 0 0,-1-1 0 0,0 3 0 0,3 0 0 16,-3-3 0-16,1 3 0 0,2 0 0 0,3 0 0 0,-3 3 0 0,3-3 0 16,-3 2-8-16,-2-2 8 0,-1 3 0 15,0-3 0-15,0 2 0 0,0 1 0 0,-3-1 0 16,1 4 0-16,2-1 0 0,-3 0 0 0,3 3 0 15,0 0 0-15,4-3-8 16,-1 3 8-16,0 0 0 0,3-3 0 0,0 3 0 0,3-6 0 0,-3 4 0 0,4-1 0 0,-4 0 0 16,0-2 0-16,0 2 0 15,3 0 0-15,-3-2 0 0,0 2 0 16,1 0 0-16,-1-2 0 0,3-3 0 0,0 2 0 0,-3 1 0 16,3-1 0-16,0 1 0 0,0 0 0 0,4-1 0 0,-1 1 0 0,0 2 0 15,0 0 0-15,0 1 0 0,3-1 0 16,3 0 0-16,0 3 0 0,0 0 0 15,3 0 0-15,-3-1 0 0,3 1 0 0,0-2 0 0,0 1-8 0,3-1 8 0,0 2 0 0,0-6 0 32,3 3 0-32,0 1 0 0,0-4 0 0,0 3 0 0,0-2 0 0,3 0 0 15,0 2 0-15,0-3 0 0,0-2 0 0,3 3 0 16,0-1 0-16,0 1 0 16,0-3 0-16,0 3-8 0,2-1 8 0,1 1-10 0,3 2 10 0,-3-2 0 0,3 2 0 0,0 0 0 15,0 3 0-15,3 0-8 16,-3 0 8-16,2 0 0 0,1 2 0 0,0-2 0 0,0 0 0 0,0 2-8 15,0-2 8-15,0 0 0 16,-1-3 0-16,4 3-8 0,0-3 8 0,3 1 0 0,0-4 0 0,6 3 0 16,-4 1 0-16,7-1 0 0,-3-2 0 0,3 2 0 15,-1 0 0-15,1 0 0 0,-6-2 0 16,3-1 0-16,-1 1 0 0,1 0 0 0,3-4 0 0,3 4 0 16,-1 0 0-16,1-1-8 0,3 3 8 0,-1 3 0 15,-2-2 0-15,0-1 0 0,0 0 0 0,-1 0 0 0,4 0 0 0,0 1 0 16,-1-1 0-16,7 3 0 15,-3-6 0-15,-1 4 0 0,1-4 0 0,0 3 0 0,-4-2 0 0,1 0 0 16,0-1 0 0,5 1 0-16,1-3 0 0,0 2 0 0,-4-2 0 0,4 3 0 0,0-3 0 0,-4 0 0 15,1-3 0-15,0 3 0 0,2-3 0 0,4 1 0 16,0-1 0-16,2 0 0 0,-2 0 0 0,0 1 8 0,-7-4-8 16,7 1 0-1,-1 0 0-15,4-1 0 0,0 1 0 0,5 0 0 0,-5-1 0 0,-1-2 0 16,1 0 0-16,3 0 8 15,-1 0-8-15,1 0 0 0,2 3 0 0,4-3 0 16,-7 3 0-16,-2-3 0 0,3-3 0 0,2 3 8 0,-2 0-8 0,-1 0 0 16,1 3 0-16,2-3 0 0,-5 0 0 0,-3 0 0 0,2-3 0 15,4 3 0-15,-1 0 0 0,1 0 0 16,3 0 0-16,-4 0 0 0,-5 0 0 16,-1-3 0-16,4 3 0 0,3-2 0 0,-4-1 0 15,4 3 8-15,-4 3-8 0,7-3 0 0,-12-3 0 16,2 3 0-16,1-3 0 0,5 3 8 15,-2-2-8-15,0 2 0 0,-1 0 0 0,1 0 8 0,-4-3-8 16,-2 3 0-16,3-3 0 0,2 1 0 0,1 2 0 0,-3-3 0 16,2 3 0-16,1 0 0 0,-7-3 0 15,1 1 0-15,-3-1 0 0,5 0 0 0,-2 1 0 0,3-1 8 0,-1-2-8 0,4 2 0 16,-4 1 0-16,-5-1 0 0,3 0 0 0,-4 1 0 16,4-4 0-16,0 4 0 0,2-4 0 0,1 4 8 0,0-4-8 15,-4 1 0-15,-2 0 8 16,3 2-8-16,-7-2 0 0,4 2 0 0,3-2 0 0,2 0 0 15,-2-1 0-15,0-1 0 0,-1 1 0 0,1 1 0 16,-6-3 0-16,-1 3 0 0,1-3 0 16,3 0 0-16,-1-3 0 0,-2 1 9 0,3-1-9 0,-1 0 0 0,-5 1 11 15,3-1-11-15,-7 1 10 0,1-4-10 0,-3 1 0 0,0 0 0 16,0 0 0-16,-1-3 0 0,1 3 0 0,-3-1 0 16,0 1 0-16,2 3 9 0,-2-1-9 0,-3 0 0 0,-3-2 0 15,0 3 0-15,0-1 10 0,-4 1-10 16,1-4 12-16,0 1-12 15,-6-3 13-15,0 3-4 0,0-3-1 0,-3 3 0 0,3-3 1 16,-3 0 0-16,-3 0 0 0,-1-5 0 16,4 3-9-16,-3-4 10 15,-3 4-10-15,3-3 10 16,-3 2-2-16,0-2-8 0,0 2 12 16,0 1-4-16,-3 2 2 0,3 0 0 0,-3 0 0 0,0 0 0 0,0 3-1 0,-3 0 0 15,3-6 0-15,0 4 0 0,-3-1-9 16,0 0 10-16,0 0-10 0,0-3 10 0,0 4-10 0,0-4 0 0,0 0 9 0,-3-2-9 0,3 5 8 15,-3-5-8-15,3 5 8 0,-2-2-8 0,-1-1 8 0,3 3-8 16,-6 1 8-16,3 1-8 0,-3-1 0 16,3 1 9-16,-3 1-9 0,0 0 0 0,0 2 9 0,0-2-9 15,0 2 0-15,0 1 9 0,-3-1-9 0,3-2 0 0,-2 0 0 0,2 2 8 16,0-2-8-16,-3 0 0 0,0 2 0 16,3 1 0-16,-3-1 0 0,0-2 0 0,0 0 9 0,0 2-9 15,0-2 8-15,0-3-8 0,4 3 10 0,-4-1-10 16,0 4 10-16,0-3-10 0,0-1 10 0,3 4-10 0,-3-1 10 0,0 1-10 15,3-1 10-15,-3 0-10 0,3 3 8 0,0 1-8 16,-2-1 0 0,2 0 9-16,3 0-9 0,-3-3 0 0,0 3 9 0,-3 3-9 15,3-3 0-15,-3 3 8 0,3-6-8 0,-3 3 0 0,0 0 0 16,3 3 0-16,-2-3 0 0,-4 0 8 16,3 0-8-16,0 0 0 15,-3 0 0-15,0 3 8 0,0-3-8 0,-3 0 0 0,3 3 0 0,-5-1 0 16,2-1 0-16,-3 1 0 0,0 1 0 15,0 0 0-15,0-1 0 0,1 4 0 0,-4-4 0 0,-3 4 0 0,0-1-8 16,-3 1-4-16,1-1 0 0,-7 3 0 16,-3-3-23-16,3 1-5 0,-2-1 0 0,-1 3-1 31,3-3-103-31,-2-2-21 0,-4 2-4 0,-3 1-952 0</inkml:trace>
  <inkml:trace contextRef="#ctx0" brushRef="#br0" timeOffset="-199448.882">16276 7750 1958 0,'0'0'43'0,"0"0"9"0,0 0 1 0,0 0 3 0,0 0-45 0,0 0-11 0,0 0 0 0,0 0 0 16,0 0 104-16,0 0 20 16,0 0 3-16,0 0 1 0,0 0-52 0,0 0-9 0,0 0-3 0,0 0 0 15,0 0 0-15,0 0 0 16,0 0 0-16,0 8 0 0,-3-3-48 0,0 3-16 0,3 3 10 0,-3-1-10 16,3 1 12-16,0 2-4 0,-3 3 0 0,3 0 0 31,0 0-8-31,0 2-17 0,0-2 4 0,0 3 1 0,0-1 12 0,3 1 0 15,-3-3 0-15,0 0 0 0,3-1 0 0,-3-1 0 16,0 2 0-16,3-3 0 0,-3-3 0 0,0 4 0 16,0-6 0-16,3 2 0 0,-3-2 0 15,0 0 0-15,0-3 0 0,3 3 0 0,-3-8-54 0,0 6-8 0,2-1-2 16,-2-5 0-16,0 0-153 0,0 0-31 0,0 0-7 16,0 0-1-16</inkml:trace>
  <inkml:trace contextRef="#ctx0" brushRef="#br0" timeOffset="-199027.787">16118 8007 1646 0,'0'0'47'0,"0"0"9"0,-6-3-44 0,0 0-12 0,3 3 0 0,-3-2 0 15,6 2 147-15,-6-3 27 0,0 1 6 0,3-1 0 16,3 3-60-16,-6-3-12 0,6 3-2 0,-6-2-1 15,6 2-33-15,0 0-6 0,0 0-2 0,0 0 0 16,0 0-21-16,0 0-5 0,0 0-1 0,0 0 0 16,0 0-21-16,0 0-5 0,0 0-1 0,3 8 0 15,0-3-10-15,0 0 0 0,3 3 9 0,-3-3-9 16,3 3 0-16,0 0 0 16,0 0 0-16,0 0 0 0,0 0 0 0,0 3 0 15,0-3 0-15,3 0 0 0,-3-3 0 0,2 3 0 0,-2 0 0 0,0-3 0 16,3 0 0-16,-3 1 0 0,3-4 0 15,-3 4 0-15,3-4 0 0,0 1 0 0,0-1-9 0,-3-2 9 16,3 0 0-16,0 0 0 0,0 0 0 0,3 0 0 16,-3 0 0-16,2-2 0 0,1-1 0 0,0 1 0 15,0-1 17-15,0 0-1 0,3-2-1 0,0 2 0 16,-3-5 8-16,0 3 1 0,3 0 1 0,-1-3 0 0,1 0-12 0,0 0-2 16,0-3-1-16,-3 3 0 0,3 0-10 0,-3-2 0 15,0 2 0-15,0 0 0 16,-4 3-69-1,1-3-16-15,0 2-3 0,0 1-1 0,0 0-94 0,-3 2-18 0,3-2-4 0</inkml:trace>
  <inkml:trace contextRef="#ctx0" brushRef="#br0" timeOffset="-176281.372">22422 10685 1778 0,'0'0'39'15,"0"0"8"-15,0 0 1 0,0 0 3 0,0 0-41 0,0 0-10 0,0 0 0 0,0 0 0 0,0 0 105 0,0 0 19 16,6 2 4-16,-3 1 1 0,0-1-50 0,0 1-11 16,-3 2-1-16,3 3-1 0,-3 3-30 0,0 0-5 15,3 2-2-15,-3 3 0 16,0 0-18-16,0 2-11 0,-3 1 12 0,0 2-12 0,3-3 0 0,-3 3 0 15,0-2 0-15,0 2 0 0,3-2 16 0,-3-4-3 16,0 1-1-16,3 3 0 16,0-6-60-16,-3 3-13 0,3-3-3 0,-3 3 0 15,0-5 52-15,3 2 12 16,-3-2 0-16,0-4 0 0,3 1 0 0,-3-2 0 0,3-6 0 16,0 0 0-16,0 0 0 0,0 0 0 0,0 0 0 0,0-8 0 0,0-5 48 15,0 2 13-15,0-2 3 0,0-1 0 0,0-1-52 16,3-1-12-16,-3-3 0 0,3 1 0 15,0-6 0-15,0 0 0 0,0-5 0 0,3 0 0 0,-3-6 54 16,3 1 8-16,3 0 2 0,-3 2 0 0,3 3-64 0,0 5 0 16,3 3-9-16,-3 0 0 15,3 5 22-15,0 0 5 0,-1 0 1 0,1 3 0 0,-3 2-7 0,3 1-2 0,0 2 0 0,-3 2 0 16,0-2-10 0,0 6 0-16,0-1 0 0,0 0 0 0,0 3 0 0,-3 0 0 0,3 3 0 0,-4 2 0 31,1 1-28-31,-3 2 1 0,3 0 1 0,-3 0 0 0,-3-1-12 0,3 4-2 0,-6 2-1 0,3 1 0 15,-6-1 21-15,3 0 5 0,-6 3 1 0,4 2 0 16,-4-2-40-16,0 3-8 0,0-3-2 0,0 2 0 31,-3-2 30-31,0-3 6 0,3 3 0 0,-3-3 1 0,3 3 6 0,-3-5 1 0,3-1 0 0,3 1 0 0,1-3 20 16,-1 0-9-16,3 0 9 0,0 0 0 16,0-3 0-16,3-5 0 0,3 5 0 0,-3 1 0 0,6-1 0 15,-3-2 14-15,5 2-2 16,-2-2-1-16,3-1-11 0,0 3 12 0,0-2-12 0,0 0 12 0,0 2-12 0,0-2 8 15,0-1-8-15,3 1 8 16,-3 0-8-16,0-1 0 0,0 1 0 0,0 0 0 16,-1-1-14-16,1 1 2 0,0-1 0 0,0 1 0 15,0-3-28-15,0 3-6 0,0-1-1 0,0 1 0 16,-3 0-45 0,3-1-8-16,0-2-3 0,-3 3 0 0,0 0 16 15,3-1 3-15,-3-2 1 0,0 3 0 0,-1 0 38 0,1-1 7 0,0-2 2 16,0 3 0-16,0 0 22 0,-6-3 5 0,3 2 1 0,-3-2-372 0,6 0-75 0</inkml:trace>
  <inkml:trace contextRef="#ctx0" brushRef="#br0" timeOffset="-175410.424">22913 10864 1472 0,'0'0'32'0,"0"0"8"0,0 0 0 0,0 0 1 0,0 0-33 0,0 0-8 0,0 0 0 0,0 0 0 16,0 0 126-16,0 0 23 15,0 0 5-15,0 0 1 0,6-2-47 0,-3-3-10 0,3 2-2 0,0-2 0 16,3-1-23-16,-3 1-5 0,3 2 0 0,0-2-1 16,0 0-19-16,0 2-4 0,0-2-1 0,0 2 0 15,0 1-20-15,3-1-4 0,-4 3-1 0,1 0 0 16,0 0-10-16,-3 0-8 0,3 0 12 0,-3 5-12 0,0-2 0 0,0-1 0 16,-3 4 0-16,-3 2 0 15,0 0-15-15,0 0-9 16,-3 0-3-16,0 2 0 15,-3 1-32-15,0-1-6 0,0-2-2 0,0 3 0 0,-3-1 31 16,0 1 7-16,3 0 1 0,-2-4 0 0,-1 4 3 0,-3-3 1 0,3-3 0 0,0 3 0 16,3-2 24-16,-3-1 0 0,3 0 0 0,6-5 0 15,0 0 0-15,0 0 17 0,0 0-2 0,0 0-1 0,0 0 2 0,6 3 1 16,0-1 0-16,0-2 0 16,3 0 7-16,0 0 0 0,0 0 1 0,3 0 0 0,-4-2-6 0,4 2-2 15,-3-3 0-15,3 3 0 0,0 0-1 0,-3 0-1 0,0 3 0 0,0-1 0 16,0-2-5-16,0 3-1 0,-3 0 0 0,0-1 0 15,-3 4-9-15,-3-6-12 0,0 0 2 0,0 8 1 16,-3-3 9-16,-3 3 0 0,0 0 0 0,0 0 0 16,-3 0 0-16,-3 0 0 0,0 0 0 0,0 2 0 31,0-2-53-31,0 3-9 0,0-3-2 0,-2-1 0 16,-1 1 0-16,0 0 0 0,-3-2 0 0,-3 2 0 15,3-3-153-15,0 3-31 0,-2-6-7 0,5 4-1 0</inkml:trace>
  <inkml:trace contextRef="#ctx0" brushRef="#br0" timeOffset="-174669.314">23407 10933 1846 0,'0'0'40'0,"0"0"9"0,0 0 2 0,0 0 1 0,0 0-41 0,0 0-11 0,0 0 0 0,0 0 0 0,0 0 89 0,0 0 16 0,0 0 3 0,0 0 1 32,0 0-42-32,0 0-9 0,0 0-2 0,6 0 0 0,0 0-19 0,3 0-4 15,0 0-1-15,3 0 0 0,3 0-9 0,-3 0-3 16,6 0 0-16,3 0 0 0,-1 0-8 0,4 3-3 15,0-3 0-15,3 3 0 0,-3-3-9 0,5 0 0 0,-2 0 9 0,0 0-9 16,-3 0 0-16,-3 0 0 0,0 0 0 0,-1 0 0 16,-5 0 0-16,3 0-10 0,-6 0 1 0,3 0 0 31,-3-3-16-31,-3 3-3 0,0-3-1 0,-3 3 0 0,0-2 1 0,-6 2 0 16,0 0 0-16,0 0 0 0,0 0 16 0,0 0 3 0,0 0 1 0,-3-6 0 0,0 4 8 15,0-4 0-15,0 4-9 16,-3-4 9-16,0 4 0 0,0-3 0 0,0-1 8 0,0-2-8 0,0 3 24 0,0-3-1 15,0 3 0 1,-3-3 0-16,3 0 6 0,0 0 2 0,0 0 0 0,-3 0 0 0,3 0-2 0,0 0 0 16,0 0 0-1,1 3 0-15,-1 0-1 0,3-1 0 0,0 1 0 0,3 5 0 0,0 0-7 0,0 0-1 0,0 0-1 16,0 0 0 0,0 0-10-16,0 0-1 0,3 0-8 0,3 3 12 0,-1-1-1 0,4 1-1 15,0 2 0-15,-3-2 0 16,3 2-1-16,0 3 0 0,0-3 0 0,0 3 0 0,0 0-1 0,0 0-8 0,3 0 12 15,-6 0-4-15,3 0-8 0,0-3 0 0,-3 3 9 16,0 0-9 0,-4 0 0-16,4 0 8 0,-3 0-8 0,-3 0 0 0,0-3 0 0,0 3 0 0,-3 0 0 15,0-3 8-15,0 3-8 0,-2 0-13 16,-1-2 3-16,0 2 1 16,-3-3-15-16,0 3-2 0,0-3-1 0,-3 3 0 0,0 0-13 15,0 0-4-15,3-3 0 0,-6 1 0 0,3-1-34 16,-2 3-7-16,2-6-2 0,-3 4-670 0,3-4-135 0</inkml:trace>
  <inkml:trace contextRef="#ctx0" brushRef="#br0" timeOffset="-173667.76">24211 10751 1918 0,'0'0'42'0,"0"0"9"0,0 0 1 0,0 0 3 0,0 0-44 0,-3 5-11 0,3 0 0 0,-3 3 0 16,3 0 60-16,-3 3 9 16,3-1 3-16,-3 1 0 0,3 2-30 0,-3 0-6 0,0 3 0 0,3-3-1 31,-3 3-22-31,3 0-4 0,0-3-1 0,0 3 0 0,0-2-8 0,0-4 0 0,0 3 0 0,0 1 0 16,0-4 0-16,0 1 0 0,0-3 0 0,0 2 0 15,0-2 0-15,3-2 0 0,-3 1 0 0,0-7 0 16,0 0 0-16,0 0 0 0,0 0 0 0,0 0 0 15,0 0 13-15,0 0 4 16,0 0 1-16,0 0 0 0,0 0 19 0,0-7 4 0,0 1 1 0,3-2 0 16,-3-2-2-16,0-1-1 0,0-2 0 0,0-3 0 15,3-3-3-15,-3 1-1 0,0-3 0 0,3-3 0 16,0 0-7-16,0-2 0 0,0-3-1 0,0 0 0 16,0 2-8-16,0 1-2 0,3 2 0 0,-3 3 0 0,3-1-7 15,-3 4-2-15,0 2 0 0,3 3 0 0,-3 0-8 16,3 2 0-16,0 3 9 15,0 3-9-15,0-3 0 0,3 5 0 0,-3-2 0 0,2 2 0 16,1 3 0-16,0-2 0 0,0 2 0 0,0 0 0 16,0 2 0-16,0 1-10 0,0 0 10 0,0 2-10 15,-3-3-13-15,3 6-2 0,-6-2-1 0,3 2 0 16,-3 0-20-16,0 0-4 0,-3-1-1 0,-3 7 0 16,0-4-9-16,0 3-3 0,-3 1 0 0,-3-1 0 31,-3 3-3-31,3-3-1 0,-3 0 0 0,-3 1 0 0,3-1 25 15,0 0 5-15,-2-2 1 0,2-1 0 0,3 1 20 0,-3-3 4 0,3 0 0 0,0 0 1 0,0-3 11 0,3 0 0 16,0 0 0-16,6-5 0 0,-3 6 16 0,3-6-2 0,-3 5 0 0,3-5 0 31,3 5 8-31,-3 1 2 0,3-1 0 0,3-2 0 0,0 2 0 0,0-3 1 0,3 1 0 0,-3 0 0 16,6-1-4-16,-3 1-1 16,6 0 0-16,-1-1 0 0,1-2-11 15,0 3-9-15,0-3 12 0,3 0-12 16,0 0 0-16,0-3 0 15,0 3 0-15,-1-2 0 0,1-1 0 0,0 3 0 0,-3-3-13 16,0 1 5-16,0-1 8 0,-3 0-10 0,0 1 10 0,-3-1-10 16,-1 1 10-16,-2-1 0 0,0 0 0 0,0 1 0 0,0-1 21 15,-3 0 0-15,-3-2 0 0,3 2 0 0,-3 3 25 16,0-5 5-16,3 0 1 0,-3 5 0 0,0-6-9 0,0 6-2 0,0-2 0 0,0 2 0 16,0 0-9-16,0 0-1 0,0 0-1 0,0 0 0 0,0 0-7 0,0 0-2 15,0 0 0-15,0 0 0 16,0 0-9-16,0 0-1 0,0 0-1 0,0 5 0 0,0 0-10 0,0 3 10 15,0 3-10-15,0-3 10 16,0 2-10-16,0 4 10 0,-3-4-10 0,3 4 10 0,0-1-10 0,0 0 12 16,-3 0-12-16,3 0 12 15,-3-2-12-15,3 2 10 0,-3 0-10 0,0 1 10 16,0-1-10-16,3 0 0 0,-3 0 0 0,3 1 0 0,-3-4 0 0,0 3 8 16,3-2-8-16,-3 0 0 0,0-3 0 0,3 2 0 15,-3-2-14-15,3 0 5 16,-2-3-71-16,2 1-13 15,0-1-3-15,0-5-748 0,2 5-150 0</inkml:trace>
  <inkml:trace contextRef="#ctx0" brushRef="#br0" timeOffset="-170715.314">14186 11589 1879 0,'0'0'41'0,"0"0"9"0,0 0 2 0,0 0 0 0,0 0-41 0,-3 3-11 0,0 2 0 0,0 1 0 16,3-1 71-16,0 0 12 15,0 3 2-15,0 0 1 0,0 0-21 0,0 3-4 0,3-1-1 0,-3 1 0 16,3-1-44-16,0 4-16 0,-3-4 9 0,3 3-9 15,0 1 0 1,0 2 0-16,0-1 0 0,-3-1 0 0,3 2 0 0,0-3 0 0,-3 3 0 0,0 0 0 16,3-1-46-16,-3 1-14 0,0-2-4 15,-3 1 0-15,3 1-14 16,0-2-3-16,-3-1-1 0</inkml:trace>
  <inkml:trace contextRef="#ctx0" brushRef="#br0" timeOffset="-170363.651">14240 11632 1958 0,'-3'-11'43'0,"0"-2"9"0,-3-3 1 0,3 0 3 0,0 0-45 16,-3 3-11-16,3 0 0 0,-3 2 0 0,3 1 104 0,0 2 20 16,-3 0 3-16,3 3 1 0,0 2-52 0,3 3-9 0,0 0-3 0,0 0 0 15,0 0 0-15,0 0 0 0,0 0 0 0,3 8 0 16,3 0-51-16,0 2-13 0,3 4 0 0,0 1 0 15,3 1 0-15,2 3 0 0,-2-1 0 0,0 1 0 16,3-1 8-16,-3 1-8 0,0-1 11 0,0-2-11 16,0 3 0-16,0-3 0 0,-3 0 0 0,-3 0 0 15,0-3 0-15,-3 0 0 0,-1 0 0 0,1 0 0 16,-3 1 0-16,-3-1 0 0,1-3-10 0,-1 1 10 16,-3 0-56-16,-3-1-6 15,0 1-2-15,-3-1 0 0,3 1 0 0,-3-3 0 16,0 0 0-16,-3 0 0 0,3 0 38 0,0 0 7 0,0-3 2 15,1 0 0 1,-1-2-75-16,0 0-16 0,3-1-2 16,0-2-522-16,0-2-104 0</inkml:trace>
  <inkml:trace contextRef="#ctx0" brushRef="#br0" timeOffset="-164038.593">16648 10211 1325 0,'0'0'37'0,"0"0"9"16,0 0-37-16,0 0-9 0,0 0 0 0,0 0 0 0,0 0 132 0,0 0 24 16,0 0 4-16,0 0 2 15,0 0-38-15,0 0-7 0,0 0-1 0,0 0-1 16,0 0-41-16,0 0-8 0,0 0-2 16,0 0 0-16,3 5-21 0,-3 3-5 0,0 0-1 0,0 3 0 0,0 2-18 0,0 5-4 15,0 1-1-15,-3 2 0 16,3 3-14-16,0 0 8 0,0 0-8 0,0 2 0 0,0-2 0 0,0 0 0 15,3-1 0-15,-3 1 0 0,3 0 0 0,0 0 0 16,0-3 0-16,-3 6 0 16,2-1 0-16,1 0-16 0,0 4 1 0,-3-4 1 15,3 3 14-15,0-5 0 0,0 0 0 0,-3-3 0 16,3 0 0-16,-3-2 0 0,3-4 0 16,-3 1 0-16,0 0-63 0,3-3-9 0,-3-2-3 0,0-3 0 15,0 3-136-15,3-6-27 0,-3-5-6 0,3 8 0 16</inkml:trace>
  <inkml:trace contextRef="#ctx0" brushRef="#br0" timeOffset="-163097.116">17288 10536 2419 0,'0'0'53'0,"0"-8"11"0,0 0 3 0,0-2 1 0,0 2-55 0,0 0-13 0,0 0 0 0,0 0 0 15,0 0 54-15,0 6 8 0,0-4 2 0,0 6 0 16,0 0 12-16,0 0 2 0,0 0 1 0,0 0 0 16,0 0-55-16,0 0-10 15,-3 8-2-15,0 3-1 0,0-1-11 0,3 6 0 0,-3-3 0 0,3 3 0 16,0 0-20-16,0 0 0 0,0 0 0 0,3 3 0 31,3-1-30-31,-3-2-6 0,3 2 0 0,-1-2-1 0,1 0-27 0,3 0-4 0,0-3-2 16,-3-2 0-16,3-1 33 0,0-2 6 0,-3-2 2 0,3-1 0 15,-3-2-12-15,0-1-3 0,0-2 0 0,0-2 0 0,0-4 103 0,0 1 20 16,0 0 4-16,0-3 1 16,0-3 0-16,-3 1 0 0,3-4 0 0,-1 4 0 15,-2-3 0-15,0-1 0 0,0 1 0 0,-3 0 0 0,3 2 0 0,-3-2 0 0,3 3 0 16,-3-1 0 0,0 3-52-16,0 3-12 0,0-3 0 0,0 5 0 0,0 3 0 0,0 0 0 15,0 0 0-15,0 0 0 0,0 0 0 0,0 0 0 0,0 5 0 0,0 6 0 31,3-3 0-31,-3 3 0 0,3-1 0 16,0 3 0 0,3-2-48-16,0-1-13 0,3 4-3 0,0-4 0 0,0 1 52 0,0-3 12 0,3 2 0 15,0-4 0-15,0 2 0 0,0-6 0 0,-1 1 0 0,1 0 0 0,0-3 0 0,0-3 0 0,-3 0 0 16,0 1 0-16,3-6 48 0,-6 0 13 16,3 0 3-16,-3-3 0 0,0 1-52 0,0-1-12 0,0-2 0 0,-3 0 0 15,0 2 54-15,0-2 8 0,0-3 2 16,-1 0 0-16,1 0-52 0,0 0-12 0,0 0 0 15,0 1 0-15,0-1 0 0,0 2 0 0,-3 1 0 0,0 0 0 16,3 2-18-16,-3 3-6 16,0 1-2-16,3 1 0 15,0-2-174-15,-3 8-36 0</inkml:trace>
  <inkml:trace contextRef="#ctx0" brushRef="#br0" timeOffset="-162678.062">18056 10579 1807 0,'0'0'40'0,"0"0"8"0,0 0 1 0,0 0 2 0,0 0-41 0,0 0-10 0,0 0 0 0,0 0 0 15,0 0 83-15,0 0 14 0,0 0 3 0,0 0 1 16,0 0-26-16,3 5-6 0,-1-2-1 0,4-1 0 15,3 1-9-15,0-3-3 16,3 3 0-16,3-3 0 0,0 0-16 0,0 0-4 16,0-3-1-16,3 0 0 0,-4 1-16 0,4-1-3 15,3 0-1-15,0 1 0 0,0-1-15 0,-3 0 0 0,3 3 8 0,-4-2-8 16,1 2 0-16,0 0-13 0,-3 0 2 0,0 0 1 16,-3 2-95-1,-3-2-19-15,-3 3-4 0,0 0-974 0</inkml:trace>
  <inkml:trace contextRef="#ctx0" brushRef="#br0" timeOffset="-162430.596">18106 10761 1900 0,'0'0'42'0,"0"0"9"0,0 0 1 0,0 0 1 0,0 0-42 0,0 0-11 15,0 0 0-15,0 0 0 0,3-2 108 0,3-1 19 16,0 0 4-16,0 1 1 15,0-1-35-15,3 3-6 0,-3-5-2 0,6 5 0 0,-3-3-44 16,0-2-9-16,2 2-1 0,1 1-1 0,0-1-18 0,0 0-3 0,6-2-1 0,-3 2 0 16,3 1-12-16,0-1 0 0,0-2 0 0,-1 2 0 31,4 0-95-31,0 1-12 0,0-1-2 0,-3 3-670 0,3-5-133 0</inkml:trace>
  <inkml:trace contextRef="#ctx0" brushRef="#br0" timeOffset="-161964.525">18850 10497 1373 0,'0'0'39'0,"-6"0"9"0,3 0-39 0,-3 0-9 16,0 0 0-16,1 0 0 0,-1 0 122 0,0 0 22 16,0 0 5-16,-3 2 1 15,3-2-34-15,0 3-8 0,-3 0 0 0,3-1-1 0,0 4-32 0,3-1-7 0,-3 0 0 16,0 0-1-16,3 3-27 0,-3-2-6 0,3 2-1 0,-3 0 0 15,3-1-21-15,3 4-12 0,-3 0 12 0,3-1-12 32,0 1 0-32,0-1 0 0,3 1 0 0,0 0 0 0,0 2 0 0,3-5 0 15,3 2 0-15,0 1 0 0,0-3 0 0,3 0-14 0,3 0 2 16,-3-3 1-16,3 0 11 0,-1-2-8 0,-2 0 8 16,3-1-8-16,0-2 8 0,0 0 0 0,3-2 8 0,-6-1-8 15,3-2 23-15,-6-1 0 0,2 1 0 0,-2-3 0 16,0 0 6-16,-3 0 2 15,0-2 0-15,0 2 0 0,0-3 2 0,0 1 1 0,-6 2 0 0,3-3 0 16,-3 0-13-16,-3 1-2 0,3 2-1 0,-6-3 0 16,3 1-18-16,-3 2 8 0,3 0-8 0,-6-3 0 15,3 3-9-15,-3 0-9 0,0 3-2 0,1 0 0 16,-4 0-32-16,0-1-8 16,3 4 0-16,-3 2-765 0,3 0-153 0</inkml:trace>
  <inkml:trace contextRef="#ctx0" brushRef="#br0" timeOffset="-161377.302">19449 10420 1354 0,'0'0'38'15,"0"0"10"-15,0 0-39 0,0 0-9 0,0 0 0 0,0 0 0 16,-3-5 132-16,3 5 25 0,0 0 5 0,-3-6 1 0,3 6-43 0,0 0-9 15,0 0-2-15,0 0 0 16,0 0-37-16,0 0-7 0,0 0-1 0,0 0-1 16,-6 6-27-16,3-4-4 0,-3 6-2 0,0 0 0 0,3 3-17 0,-3-1-3 15,3 6-1-15,-3-3 0 0,0 3-9 0,0 3 0 16,0-3 0-16,0 2 8 16,-3 1-8-16,0-3 0 0,3 2 0 0,-3 1 0 0,0-1 0 0,1 1 0 15,2-3 0-15,-3 5 0 16,3-3-9-16,-3 1-7 0,3-3-2 0,-3 2 0 15,3-5-6-15,0 3-2 0,0-5 0 0,3 2 0 32,-3-2-8-32,3-1-2 0,0-2 0 0,0-2 0 0,3-1-43 0,0-5-9 0,0 5-1 0,0 0-877 0</inkml:trace>
  <inkml:trace contextRef="#ctx0" brushRef="#br0" timeOffset="-161063.181">19681 10526 1724 0,'0'0'38'0,"0"-6"8"0,0 1 2 0,0 3 0 0,0-4-39 0,0 6-9 0,0-2 0 0,0 2 0 16,0 0 101-16,0 0 19 0,0 0 3 0,0 0 1 0,0 0-40 15,0 0-7-15,0 0-1 0,0 0-1 16,0 0-35-16,0 0-8 0,-3 5 0 0,0 3-1 15,0 0-15-15,0 2-2 0,0-2-1 0,0 6 0 0,0-1-13 0,0 0 8 16,0 0-8-16,-3 0 0 0,3 6 0 0,-3-3 0 16,0 2 0-16,3 4 0 0,-3-4-9 0,0 3-5 15,0-2-1-15,0 2 0 0,0 0-4 0,0-5-1 16,0 0 0-16,1 0 0 16,-1-3-21-16,0 0-5 0,0-5-1 0,3 3 0 15,-3-1-36-15,3-4-7 0,0 2-2 0,0-6-537 16,3-2-108-16</inkml:trace>
  <inkml:trace contextRef="#ctx0" brushRef="#br0" timeOffset="-160835.567">19693 10579 1825 0,'0'-8'40'0,"-3"-5"8"0,3-1 1 0,-3 4 3 0,0-1-41 0,-3 1-11 0,3-1 0 0,-3 3 0 15,0 3 91-15,0-3 16 16,0 3 3-16,0 2 1 0,-3 0-38 0,3 1-7 0,-3 2-2 0,3 0 0 15,0 2-20-15,0 1-4 0,-3 0 0 0,3 2-1 16,1 0-12-16,-1 3-3 0,-3 0 0 0,3 0 0 16,0 2-16-16,-3-2-8 0,3 0 8 0,0 3-8 15,0 0 0-15,-3-1-19 0,3 1 3 0,-3-1 1 32,3 4-85-32,0-4-16 0,-3 3-4 0,0 1-934 0</inkml:trace>
  <inkml:trace contextRef="#ctx0" brushRef="#br0" timeOffset="-160586.14">19446 10936 1918 0,'0'0'42'0,"0"0"9"0,0 0 1 0,0 0 3 0,0 0-44 0,0 0-11 16,0 0 0-16,0 0 0 0,0 0 87 0,0 0 15 0,6 0 3 0,3 0 1 15,-1-3-33-15,1 1-6 16,3-1-2-16,-3 3 0 0,3-3-15 0,0 3-3 16,3 0-1-16,-3-2 0 0,3 2-24 0,-3 0-5 0,-1 0-1 15,4 0 0-15,-3 0-16 0,0 0 0 0,3-3 0 0,-3 3 0 32,0-3-71-32,0 3-17 0,3-2-4 0,-3 2-1041 0</inkml:trace>
  <inkml:trace contextRef="#ctx0" brushRef="#br0" timeOffset="-158444.45">14722 11695 1800 0,'0'0'40'0,"0"0"8"0,0 0 1 0,-3-5 1 0,3 0-40 0,0-1-10 0,0 6 0 0,0-2 0 15,0-4 116-15,0 1 20 0,0 0 5 0,0 5 1 16,3-5-46-16,-3 5-8 0,0-6-3 0,0 6 0 16,0 0-37-16,0 0-8 0,0 0-2 0,0 0 0 15,0 0-18-15,0 0-4 0,0 0-1 0,0 0 0 0,0 0-15 16,0 0 0-16,0 0 0 0,0 0 0 16,6 0-17-16,-6 0-7 15,0 0 0-15,0 0-1 0,3 6-172 0,0-1-35 0</inkml:trace>
  <inkml:trace contextRef="#ctx0" brushRef="#br0" timeOffset="-158235.866">14781 11894 2221 0,'0'0'48'0,"0"0"11"0,0 0 1 0,0 0 4 0,0 0-52 0,0 0-12 0,0 0 0 0,-6 0 0 15,6 0 116-15,0 0 20 0,-6-3 4 0,6 3 0 16,0 0-65-16,0 0-14 0,0 0-2 0,0 0-1 15,-6 0-38-15,6 0-8 0,0 0-2 0,0 0 0 16,0 0-22-16,0 0-5 0,0 0-1 0,0 0 0 31,0 0-142-31,0 0-28 0,0 0-5 0</inkml:trace>
  <inkml:trace contextRef="#ctx0" brushRef="#br0" timeOffset="-156722.346">15237 11735 2044 0,'0'0'45'16,"0"0"10"-16,0 0 1 0,0 0 1 0,0 0-45 0,0 0-12 0,0 0 0 0,0 0 0 0,0 0 85 0,0 0 15 0,0 0 4 16,0 0 0-1,0 0-53-15,-6 5-11 0,3 1-1 0,0 2-1 0,0-1-24 0,0 1-5 16,3 3-1-16,-3 0 0 0,3 2-8 0,0 0 0 15,3 0 0-15,-6 3 0 16,3 0 0-16,0 0 0 0,0 2 0 0,0-2 0 0,0 0 0 0,0 3 0 0,0-6 0 16,0 3 0-16,0-3 0 0,-3-2 0 15,0-1 0-15,0 1 0 0,3-6 0 0,-3 3 0 0,0-3 0 0,3-5 0 16,0 0 12-16,0 0 1 0,0 0 0 0,-3-8 0 16,0 0 13-16,-3-2 2 0,3-3 1 0,3-3 0 15,-3 0-7 1,3-5-2-16,0 0 0 0,-3-3 0 0,6 3 2 0,0-3 0 0,0 3 0 0,0-3 0 15,3 0 1-15,0 0 0 16,3 0 0-16,0-5 0 0,0 3-2 0,0-1 0 16,0 3 0-16,0 1 0 0,2-1-9 0,-2 5-3 0,0 1 0 0,3 2 0 15,-3 0-9-15,-3 5 0 16,3-2 0-16,0 3 0 0,-3 2 0 0,0 2 0 0,0 1 0 16,0 0 0-16,0 5 0 0,0-3 0 0,0 3 0 0,-6 0 0 15,3 5-11-15,0 3-1 0,0 0 0 0,0 3 0 16,-3 2-24-16,0 3-4 0,-3 0-2 0,0 2 0 31,0-2-18-31,-3 3-3 0,3-3-1 0,-3 2 0 0,-3-2 50 0,3 3 14 0,-3-6 0 16,0 3 0-16,3 0-29 0,-3-3 1 0,0 0 1 0,0 0 0 0,0-2 10 0,3-1 1 15,0-2 1-15,3 3 0 16,0-3 15-16,0 0 0 0,3-3-10 0,3 0 10 16,-3 1 0-16,3-1-9 0,3 0 9 0,0 1 0 0,0-4-10 15,6 4 10-15,-6-4-8 0,3 1 8 0,0-1-13 0,0-2 2 0,0 3 1 0,0 0 0 16,0-1 10-1,0 1 0-15,3-3 0 0,-4 3 0 16,4-3 0-16,-3 2 0 0,3 1 0 0,-3-3 0 0,0 3 0 16,0 2 0-16,0-2 0 0,0-1 0 0,-3 1-21 15,0 0-3-15,0-1 0 0,-6-2 0 16,6 3 24-16,-6-3 0 0,0 0 0 0,0 0 0 0,3 5 0 0,-3-5 0 16,0 0 0-16,0 0 0 0,0 0 20 0,0 0 1 0,0 0 1 0,0 0 0 15,0 0 29-15,0 0 5 0,3-5 2 0,0-3 0 16,0 3-11-16,3-3-3 0,-3 0 0 0,2 0 0 15,1 0-6-15,3 0-2 0,0 0 0 0,3 0 0 16,0 3-10-16,0-3-2 0,3 3-1 0,-3-1 0 16,3 1-12-16,0 2-3 0,-1 1 0 0,-2-1 0 15,0 0-8-15,0 3 0 0,-3 0 9 0,0 0-9 16,-3 0 0-16,0 3 0 0,0 0 0 0,-3 2 0 16,0 0-13-16,-3 1-4 0,0 1-1 0,-3-1 0 31,0 2-19-31,0 0-4 0,-3 0-1 0,-3-1 0 0,3 4 2 0,0-3 0 0,-3 0 0 0,0 0 0 0,3-3 22 15,0 3 5-15,0 0 1 0,3-3 0 0,0 1 12 0,3-6 0 16,0 0 0 0,0 0 0-16,0 0 0 0,3 2 0 0,3 1 0 0,0 0 0 15,0-3 8-15,3 0 5 0,3 0 1 0,-3 0 0 0,0 0-14 0,3-3-12 16,-3 3 3-16,3 0 0 16,-3 0 42-16,0 0 9 0,0 3 2 15,-1-1 0-15,-2 1-20 0,3 2-3 0,-3 0-1 0,0 1 0 0,0 2-20 0,-3 0 0 16,0 2 0-16,0 1 0 0,-3-3 26 15,-3 5 1-15,0-2 0 0,0 2 0 0,-3 0-19 0,0-2-8 0,0-1 0 0,-3 1 8 16,0-1-8-16,1 1-16 16,-4-3 4-16,0 2 1 15,0 1-19-15,-6-3-4 16,3 3-1-16,-3-4 0 0,0 1-71 0,0 0-14 0,1-2-4 0,-4-1-637 0,3-2-128 0</inkml:trace>
  <inkml:trace contextRef="#ctx0" brushRef="#br0" timeOffset="-152019.375">15984 11957 1728 0,'0'0'49'0,"-3"-5"11"0,3-3-48 0,0 0-12 0,3 0 0 0,-3 0 0 0,3 0 118 0,-3 0 22 16,3 3 4-16,-3-3 0 15,3 3-12-15,-3 0-4 0,0 2 0 0,0 3 0 16,3-5-96-16,-3 5-20 0,0 0-4 0,0 0-8 0,0 0 26 0,0 0-2 15,0 0 0-15,0 0 0 0,-3 8-12 0,-3-1-2 16,3 4-1-16,-3 5 0 16,3 0-9-16,-3 0 0 0,0 5 0 0,3-3 0 15,-3 4 0-15,3-4-14 0,0 1 2 0,3-4 0 16,-3 1-23-16,3 0-4 0,3-3-1 0,0-2 0 16,0 0-16-16,3-1-3 0,0-2-1 0,0 0 0 15,3 0 1-15,0-3 0 0,0-2 0 0,3 0 0 0,-3-1 41 0,2-2 8 0,1-2 2 0,0-1 0 16,0 0 35-16,0-2 7 15,0-3 2-15,-3 3 0 0,0-3 15 0,-3 0 3 16,3 0 1-16,-3 0 0 0,0 0-8 0,-3 0-2 0,3-2 0 16,-3-1 0-16,0 0 17 0,-3-2 3 15,0 3 1-15,0-4 0 0,0 1-53 16,0 0-13-16,-3 2 0 0,0 1 0 0,0-1 0 0,-3 3 0 16,3-2 0-16,-3 2 0 15,-3 0 0-15,3 2 0 0,-3 1 0 16,0 3 0-16,0-1 16 0,0 3 1 0,0-3 0 0,0 3 0 15,0 0-41-15,3 3-8 0,-3 0-1 0,0-1-1 0,4 1-101 16,5-3-20-16,0 0-4 0,0 0-580 0,0 0-116 0</inkml:trace>
  <inkml:trace contextRef="#ctx0" brushRef="#br0" timeOffset="-151389.279">16261 11907 1666 0,'6'-3'36'0,"0"3"8"0,0-2 2 0,-1-1 2 0,-2 3-39 0,0-3-9 15,-3 3 0-15,0 0 0 16,0 0 122-16,0 0 22 0,0 0 5 0,0 0 1 0,0 0-38 0,0 0-8 15,0 0-2-15,0 0 0 0,0 0-38 0,0 0-7 16,0 0-1-16,0 0-1 0,0 0-17 0,-3 6-3 16,3-1-1-16,-3 3 0 15,0 3-20-15,3-1-4 0,0 1-1 0,-2 2 0 0,2 0-9 0,0 0 0 0,0 1 0 0,0-1 0 16,2 3-11-16,1-3-1 0,0-2 0 16,0-1 0-1,3 1-24-15,0-1-4 0,0-2-2 0,0-2 0 16,3-1-14-16,0 0-4 0,-3-2 0 0,3-1 0 15,3 1 26-15,-3-3 5 0,3 0 1 0,-3-3 0 0,3 1 28 0,-4-1 0 0,4 0 0 0,-3-2 0 16,3 0 28-16,-6 0 8 0,0-1 1 0,3-2 1 16,-3 3 14-16,-3-3 4 15,0 0 0-15,0 0 0 0,0-2-8 0,-3 2 0 16,0-3-1-16,0 1 0 0,0-1-11 0,3 3-3 0,-6-3 0 0,3 6 0 16,0-3-11-16,0 3-2 0,0 5-1 0,0 0 0 15,0 0-10-15,0 0-1 0,0 0-8 16,0 0 12-16,0 0-12 0,-3 10 0 0,0 1 0 0,0 2 0 15,3-2-20-15,0 2-3 16,0 0-1-16,0 1 0 0,3-4-30 0,-3 1-6 0,3-1-2 16,3-2 0-1,-3 0-101-15,3 0-20 0,3-3-4 16,-3-2-1-16,0 2 78 0,3-5 15 0,-3 3 3 0,2-3 1 0,-2-3 35 0,3 1 6 0,0-4 2 0,0 1 0 16,0 0 72-16,0-3 16 0,0 0 2 0,0 0 1 0,3-3 40 0,-3-2 8 15,0 0 1-15,-3 0 1 16,3 0 8-16,-3-3 2 0,-1 0 0 15,-2 0 0-15,3 0-15 0,-3 0-2 0,0 0-1 0,0 0 0 16,0 3-24-16,-3 0-5 0,3 2 0 0,-3 1-1 16,0 2-17-16,-3 3-3 0,3-1-1 0,0 1 0 0,0 5-10 0,0 0-1 0,0 0-1 15,0 0 0-15,0 0-22 0,0 8 9 16,0 2-9-16,0 6 0 16,3 0 0-16,-3 3 0 0,0 2 0 0,3 0 0 15,-3 0 0-15,0 3-19 0,3 0 4 0,-3 0 1 16,3-3-16-16,-3 0-3 0,0 0-1 0,3-2 0 31,-3-1-78-31,3-2-15 0,-3-3-3 0,3 3-1 0,0-5-97 0,-3-1-19 16,0 1-4-16,3-3-360 0,-3-3-72 0</inkml:trace>
  <inkml:trace contextRef="#ctx0" brushRef="#br0" timeOffset="-151184.88">16740 12193 1552 0,'0'0'44'0,"-3"-6"10"0,-3 1-43 0,0-3-11 16,0 0 0-16,0 0 0 15,0-2 154-15,-3 2 29 0,3-3 5 0,-3 1 2 0,3-1-48 0,-3 3-10 0,3-2-1 0,4-1-1 16,-4 3-53-16,6-3-10 0,-3 4-3 0,3 1 0 15,3-2-51-15,0 3-13 0,0 2 0 0,2-2 0 16,1 2 0-16,3 1 0 0,0-1 0 0,3 3 0 16,3-3 25-16,0 3 3 0,0-2 0 0,3 2 0 15,0-3-120-15,2-2-24 0,1 0-5 0</inkml:trace>
  <inkml:trace contextRef="#ctx0" brushRef="#br0" timeOffset="-150674.214">17264 12047 1448 0,'0'0'41'0,"-6"3"9"0,0-3-40 0,0 0-10 0,0 3 0 0,0-1 0 0,6-2 123 0,-6 0 22 0,6 0 5 0,-6 3 1 15,6-3-43-15,0 0-8 0,0 0-1 0,0 0-1 16,0 0-28-16,0 0-6 0,0 0 0 0,0 0-1 0,0 0-19 0,6 0-3 31,3 0-1-31,0 0 0 0,0 0 1 0,6 0 0 0,0-3 0 0,-1 1 0 0,1-1-18 0,0 3-4 16,0-3-1-16,0 1 0 0,3-1-10 0,0 3-8 15,0-3 9-15,-1 3-9 0,4-2 0 0,-3 2-13 16,0-3 1-16,-3 3 0 31,0 0-90-31,-3-3-18 0,-3 3-3 0,0 3-1020 0</inkml:trace>
  <inkml:trace contextRef="#ctx0" brushRef="#br0" timeOffset="-150440.373">17282 12174 2138 0,'0'0'47'0,"0"0"9"0,6 0 3 0,0-2 1 0,2-1-48 0,1 0-12 0,-3 1 0 0,3-1 0 16,0 0 80-16,0 1 12 0,0 2 4 0,-3-3 0 15,3 0-47-15,3-2-9 0,-3 2-1 0,3-2-1 16,3 0-38-16,-1 2 0 0,4-2 0 0,0 2 0 16,3-2-168-16,0 0-39 0</inkml:trace>
  <inkml:trace contextRef="#ctx0" brushRef="#br0" timeOffset="-149730.564">17954 11910 2109 0,'-9'-8'46'0,"3"5"10"0,1-2 1 0,-1-1 3 16,0 1-48-16,0 0-12 0,0 0 0 0,0 2 0 0,0 0 106 0,0 1 18 16,0-1 4-16,6 3 1 0,-3-3-50 0,3 3-11 15,0 0-1-15,0 0-1 0,0 0-34 0,-6 6-8 16,3-1 0-16,0 3-1 16,3 2-23-16,-3 1 0 0,3 2 0 0,3 3 0 0,-3 0 0 0,3 0 0 15,-3 2 0-15,3 1 0 0,0-3-14 0,0 2-1 0,-3-2 0 0,3-3 0 16,0 3-5-16,-3-2-2 15,3-4 0-15,-3 1 0 0,3-1 13 0,-3-2 9 0,0-2-12 0,0-1 12 16,0-5-25-16,0 0 1 0,-3 5 1 0,3-5 0 16,0 0 23-16,0 0 0 0,0 0 0 0,-3-3 0 15,-3-4 47-15,3 1 13 0,0-4 4 0,-3-1 0 16,3 1-52-16,3-4-12 0,-3-2 0 0,0-5 0 16,3 0 0-16,0-3 0 0,3-2-9 0,0-1 9 15,0 1 8-15,3 2 7 0,-3-2 1 0,3 2 1 16,3 3 6-16,-3-1 1 0,6 4 0 0,-3-3 0 15,3 5-4-15,2-3-1 0,-2 3 0 0,3 3 0 16,-3 3-11-16,3-1-8 0,0 0 9 0,-3 4-9 16,3 1 0-16,0 1 0 0,-1 2 0 0,-2 1 0 15,0 2 0-15,0 0 0 0,-3 2 0 0,0 4 0 0,0-1-14 16,-3 3-2-16,0 0-1 0,-3 2 0 31,0 1-19-31,-3 0-4 16,-3-1-1-16,0 3 0 0,-3 1-6 0,0-1-1 0,-6 0 0 0,0 3 0 0,-3-5 9 15,-3 2 2-15,3 0 0 0,-5 0 0 0,-1 0 20 0,0 1 4 0,3-1 1 0,-3 3 0 16,6-3 12-16,-2-2 0 0,2 2 0 0,3 0 0 16,3-2 0-16,0-1 0 0,6 1 0 0,0-1-9 0,0-2-5 15,6 0-1-15,0 0 0 0,3-3 0 16,3 1-25-16,3-1-6 0,0-2-1 0,5-1 0 31,1-2-33-31,3 3-8 0,3-6 0 0,0 1-1 0,0-1 9 0,2-2 3 16,-5-1 0-16,0 1 0 0,-3 0 60 0,0 0 17 0,-3-1 0 0,-3 1-8 0,-1-3 68 15,-2 3 13-15,0 2 3 0,-3-2 1 0,-3 2 35 0,0-2 6 16,-3 5 2-16,0 0 0 16,0 0-19-16,0 0-3 0,0 0-1 0,0 0 0 0,0 0-33 0,0 0-8 0,0 0 0 0,-6 5-1 15,3-2-19-15,-3 2-4 0,3 0-1 0,0 3 0 16,0 0-12-16,0 3-3 16,0-1 0-16,0 4 0 0,3-4-8 0,0 4-8 0,0-1 9 15,-2 0-9-15,2 0 8 0,0 0-8 0,0-2 0 0,0 5 0 16,0-3 0-16,-3 0 0 0,3 1 0 0,0-4 0 15,0 3 0-15,0-2 0 0,0 0 0 0,-3-3 0 16,3 2-9-16,0-2 9 0,3-3-13 16,-3 3 5-1,0-2-148-15,0 1-28 0,0-7-7 16,0 6-615-16,0-6-123 0</inkml:trace>
  <inkml:trace contextRef="#ctx0" brushRef="#br0" timeOffset="-149414.937">18407 11997 2206 0,'0'0'48'0,"0"0"11"0,0 0 1 0,0 0 3 16,0 0-51-16,0 0-12 0,0 0 0 0,0 0 0 0,0 0 99 0,0 0 17 16,0 0 3-16,0 0 1 0,0 0-48 0,0 5-8 15,3 3-3-15,-3 0 0 0,0 0-30 0,3 0-7 0,-3 3 0 16,0-1-1-16,0 3-12 0,0-2-3 15,0 2 0-15,0 0 0 0,-3-2-8 0,3 2 0 0,-3-2 9 0,3-1-9 16,-3 1 0-16,0 0 0 0,0-1 0 0,0-2-12 31,0 0-33-31,0 0-7 0,0-3-2 0,0 1 0 16,3-1-188-16,0-5-38 0,0 0-7 0,0 0-1 0</inkml:trace>
  <inkml:trace contextRef="#ctx0" brushRef="#br0" timeOffset="-149196.204">18431 11907 2243 0,'-6'-24'64'0,"3"14"13"0,3-1-61 0,-3-2-16 0,3 2 0 0,0 1 0 15,-3-1 80-15,3 3 14 0,0 0 2 0,0 3 1 16,3 0-52-16,-3-1-10 0,3 4-3 0,-3 2 0 16,3-6-47-16,-3 6-9 0,0 0-3 0,6 3-735 15,-3 0-147-15</inkml:trace>
  <inkml:trace contextRef="#ctx0" brushRef="#br0" timeOffset="-148898.73">18514 12050 2203 0,'0'0'48'0,"0"0"11"16,0 0 1-16,3 5 2 0,-3 0-50 0,0 1-12 0,0-6 0 0,3 5 0 0,0 0 90 0,0 3 15 15,0-2 3-15,0 2 1 0,-3-1-45 0,3-1-8 16,0 4-3-16,0-2 0 0,-3 0-23 0,0 3-5 0,0-3-1 15,0 2 0-15,0-2-12 0,0 0-4 0,-3 0 0 0,0 0 0 16,0 0-8-16,0-3 0 0,0 3 0 0,-3-2 8 31,3-1-8-31,0 0 0 0,-3 0 9 0,3-2-9 0,3-3 0 0,-6 5 8 0,6-5-8 0,0 0 0 16,0 0 0-16,0 0 8 0,0 0-8 0,0 0 0 16,-3-5 0-16,3 0 0 15,3-1 0-15,0 1 8 0,3-3 1 0,3 0 1 0,0 0 0 0,0 0 0 16,0-2 13-16,0-1 2 0,0 1 1 0,-1-4 0 15,4 4 5-15,-3-3 1 0,0 2 0 0,3 0 0 16,-3-2-5-16,3 5-1 0,-3 0 0 0,3 0 0 16,-3 3-7-16,0 0-2 0,-3 0 0 0,3 2 0 15,-3 3-4-15,-6 0-1 0,5 0 0 0,1 5 0 16,0 0-12-16,0 3 9 0,0 0-9 0,-3 0 8 16,0 3-8-16,0-1 0 0,0 1 0 0,-3 0 0 0,0-1 0 15,0 3 0-15,0-2 0 0,-3 0 0 16,3-1-25-1,0-2-1-15,0 0 0 0,0 3 0 0,0-3-82 0,0 0-16 0,0-8-3 0,3 5-772 16,3 0-154-16</inkml:trace>
  <inkml:trace contextRef="#ctx0" brushRef="#br0" timeOffset="-148103.336">19085 12082 1958 0,'0'0'43'0,"0"0"9"0,0 0 1 0,0 0 3 0,0 0-45 0,0 0-11 0,0 0 0 0,0 0 0 16,0 0 53-16,0 0 9 0,0 0 2 0,0 0 0 15,6 5 0-15,0-2 0 0,0-1 0 16,6-2 0-16,0 3 8 0,0-3 1 0,6 0 1 0,0 0 0 31,0-3-37-31,2 3-7 0,1-2-2 0,0-1 0 0,0 0-13 0,0 3-3 0,0-5-1 0,-4 5 0 16,1-3-11-16,0 1 0 0,-3-1 0 0,3 3 0 31,-3-3-21-31,0 3-7 16,0 0 0-16,-3 0-1 0,-1 0-50 0,-2 0-9 0,0 3-3 0,-6-3 0 0,-3 0-158 15,0 0-32-15</inkml:trace>
  <inkml:trace contextRef="#ctx0" brushRef="#br0" timeOffset="-147858.344">19133 12238 1681 0,'0'0'36'0,"0"0"8"0,0 0 2 0,0 0 2 15,0 0-38-15,0 0-10 0,3-3 0 0,3 0 0 0,0-2 101 0,0 3 19 0,0 2 3 16,3-3 1-16,0 0-38 0,0 1-7 0,0 2-2 0,2-3 0 16,1 0-30-16,0 3-7 0,0 0 0 0,3-2-1 15,0 2-17-15,0 0-3 0,0-3-1 0,3 3 0 16,-4-3-10-16,-2 3-8 0,6-2 12 0,-3-1-12 15,0 0 0-15,3 1 0 0,0-1-10 0,3-2 10 32,-1 0-162-32,4-1-25 0,-3-2-5 0</inkml:trace>
  <inkml:trace contextRef="#ctx0" brushRef="#br0" timeOffset="-147538.463">19809 11984 2163 0,'0'0'48'0,"-3"-6"9"0,0-2 3 0,0 3 0 0,0-5-48 0,3 2-12 16,-3 0 0-16,3 0 0 0,0 3 104 0,0-3 19 0,0 0 3 0,3 2 1 15,-3 1-49-15,0 5-10 0,0-5-1 0,0 5-1 0,0 0-26 0,0 0-4 16,0 0-2-16,0 0 0 0,0 0-11 0,0 0-3 16,0 0 0-16,3 5 0 0,3 3-6 0,-3 0-2 15,-3 3 0-15,3 2 0 0,-3 0-4 0,3 3 0 16,-3 2-8-16,0 1 12 0,0-3-12 0,0 2 9 15,0 1-9-15,0-1 8 0,0-2-8 0,0 0 0 16,-3 3 9-16,3-1-9 0,0-2 0 0,-3-3 8 16,0 3-8-16,3 0 0 0,-3-3 0 0,3 3 0 15,-3-3 0-15,3 1 0 0,-3-1-13 0,3-3-7 16,0 4-2-16,0-4 0 16,0 1-158-16,3-3-32 0,0 0-7 0</inkml:trace>
  <inkml:trace contextRef="#ctx0" brushRef="#br0" timeOffset="-144648.363">20208 11621 1710 0,'0'0'37'0,"0"0"8"0,0 0 2 0,0 0 1 0,0 0-38 16,-6-2-10-16,3-1 0 0,-3 0 0 0,6 3 76 0,-6-2 14 0,0-1 2 0,0 0 1 16,0 1-37-16,0-1-7 0,0 0-1 0,-3 1-1 15,3-1-18 1,0 0-3-16,-3 1-1 0,3-1 0 0,-3 1-1 0,3 2-1 16,-3-6 0-16,1 4 0 0,-1-1-11 0,-3 0-1 0,3 1-1 0,-3-1 0 15,0 0-10-15,-3-2 12 0,0 5-12 0,-3-3 12 16,1-2-12-16,-4 2 0 15,-3 1 9-15,0-1-9 0,3 3 0 0,-3-2 0 0,-2-1 0 16,-1 0 0-16,0 1 8 0,-3-1-8 0,-2 0 10 0,-4 1-10 0,3-1 0 16,-3 0-18-16,1 3 2 0,-1 0 1 15,3 0 27 1,0 0 4-16,4-2 2 0,-7 2 0 0,3-3-18 0,-3 0 0 0,1-2 8 0,-4 3-8 16,3-1-12-16,-2 0-7 0,2-2-1 15,0 5 0-15,3-3 20 0,4 1 0 0,-4-1 0 16,0-2 0-16,0-1 0 0,1 1 0 0,-4 0 0 0,0 2 0 0,4-2 48 0,-4 0 12 15,3 2 4-15,3 0 0 16,1-2-76-16,-1 2-14 0,3 1-3 0,-3-1-1 0,0-2 48 16,-2 2 10-16,2-2 1 15,-6 0 1-15,1-1-30 0,-1 4 0 0,0-1 0 0,0 0 0 16,4 3-17-16,-1-2-10 0,0-1-1 0,0 0-1 0,-2 1 46 0,-1-1 10 16,-3-2 1-16,1 2 1 15,-1 1-46-15,3-1-10 16,0 0-1-16,-2 3-1 0,5-2 29 0,3-1 0 0,-3 0 0 0,1 1 0 0,-1-4 0 15,-3 4 0-15,1-1 0 0,-4 0 0 0,3-2 0 0,-3 2 0 0,4 1 0 16,-1-1 0 0,3 1 0-16,1-1 0 0,-4 0 8 0,-3 1-8 0,0-1 0 0,1 0 10 15,-4 1-10-15,0 2 8 0,1-3 10 0,5-2 2 16,-3 2 0-16,4 0 0 0,-4 1-30 0,0-1-6 0,0 3 0 16,-2-3-1-16,-1 1 17 0,0-3 0 0,4 2 0 0,-4 0 0 15,6 1 0-15,-2-1 0 0,2-2 0 0,-6 5 0 16,1-3 0-16,-1 3 0 0,0-3 0 0,-2 1 0 15,2-1 0-15,3 0 9 0,1 1-9 0,2-1 8 16,0 0 3-16,0 1 0 0,1 2 0 0,-7-3 0 16,6 1-11-16,-2 2 0 15,2-3 0-15,-3 3 0 0,3-3 0 0,4 1 0 0,2-1 0 0,-3 3 0 0,3-3 0 16,4 1 0-16,-4 2 0 16,0 0 0-16,0-3 0 0,1 3 0 0,-1-3 0 0,3 1 0 0,0 2 0 15,0-3 0 1,1 0 0-16,2 1 0 0,0 2 0 0,3-3 0 0,3 1 0 15,-3-1 0-15,4 0 0 0,-1 1 0 0,-3-1 0 0,0 0 0 16,0 1 0-16,0 2 0 0,1-3-10 16,-1 3 10-16,0-3 0 0,-3 3 0 0,0 0 0 0,3 0 0 0,-2 0 0 0,2 0 0 15,0 0 0-15,0 0 0 0,0 0 8 16,3 3-8-16,-2-3 0 0,2 3 0 0,-3-3 0 0,0 2 0 0,0 1 0 16,0 0 0-16,-2-1 0 0,-1 1 10 15,-3 0-10-15,0 2 8 0,0-3-8 16,1 4 0-16,-4-1 9 0,3 0-9 0,-3 1 0 0,6-1 0 0,-2-2-12 0,-1 4 4 31,-3-1 8-31,0 2 0 0,1-3 0 0,-4 3 0 16,0 0 0-16,0 0 0 0,1 0 0 0,-4 0 0 0,3 0 0 0,3 0 0 15,1 0 0-15,-1 2 0 0,3-2 16 0,-3 3 4 0,1-3 2 0,-4 2 0 16,0-2-22-16,0 3 0 16,-2-1 0-16,2 1 8 0,0 2-25 0,3 0-5 0,1 3-1 0,2 0 0 15,0 0 23-15,3 2 0 16,3-2 0-16,-2 5 0 0,-4-2 15 0,3 0 7 0,0 4 2 0,0-1 0 15,3-1-39-15,-2-3-7 0,2 3-2 0,3-2 0 16,0-1 24-16,3 4 0 0,3-4 0 0,-3 1 0 16,4 2 0-16,2 0 0 0,0 3 0 0,0 2 0 15,3 1 0-15,0 2 0 0,0 0 0 0,3 0 0 16,0-3 0-16,0 1 0 16,3-1 0-16,-3-2 0 0,3 0 0 0,0-3 0 15,3 3 0-15,-3-3 0 0,3 0 0 0,0 3 0 0,3 3 0 0,-3-1 0 16,3 1 0-16,0-1 0 0,3 3 0 0,0 0 0 15,0-5 0-15,2 0 0 0,1 0 0 16,3-3 0-16,-3 0 0 0,3-2 13 0,3 2-1 0,0-3-1 16,0-2-11-16,2 3 0 0,1-4 0 0,-3 4 0 15,3-3 0-15,-3 2-16 0,6-2 4 0,-4 0 1 16,4 0 11-16,0-3 0 0,6 3 0 0,3 0 0 0,-1 0 9 16,4-3 4-16,3-2 1 0,-4 2 0 0,1-2-14 0,0-1 0 15,-3 1 8-15,2-3-8 0,4 2-10 0,0-5-5 16,2 3-1-16,4-2 0 15,0-4 26-15,-4 4 5 0,1-4 1 0,3 4 0 0,-4-4-26 0,1 4-5 0,6-1-1 16,-1-3 0 0,4 1 27-16,-3 0 5 0,-1-3 0 0,4 2 1 0,-7 1-27 0,1 0-6 0,3-1 0 15,2 4-1-15,4-4 26 0,-4-2 6 0,1 3 1 0,3 0 0 16,-7-3-26-16,1 2-5 0,3 1-1 0,5 0 0 16,-2-3 27-16,-1 2 5 0,1 1 0 0,-4-1 1 15,-2 1-27-15,3 0-6 0,-1-3 0 0,7 2-1 16,-4 4 27-16,1-1 6 15,-6 0 0-15,5 1 1 0,-8-4-27 0,5 3-6 0,-2-2 0 0,9 2-1 16,-7 1 27-16,1-1 6 16,-4 0 0-16,4 1 1 0,-9-4-27 0,2 1-6 0,7 0 0 15,0 2-1-15,-1-3 27 16,1 4 6-16,-1-4 0 0,1 4 1 0,-6-4-9 16,2 1-8-16,1-3 12 0,5 3-12 0,1-1 0 0,-3 1 0 15,2 2 0-15,-2-2 0 0,-7-3 0 0,4 3 0 16,3-6 0-16,2 3 0 0,1 3 0 0,-4-3 0 0,1 2 8 15,0-2-8-15,-4 0 8 0,1-2-8 0,3 2 9 0,2-3-9 16,1 3 12-16,-1 0-3 0,-2-3-1 0,2 1 0 16,-8-1-8-16,3 0 0 0,2-2 0 0,4 5 0 15,-4-3 26-15,4 1 0 0,-6 2 0 0,2-3 0 16,-5 0-41-16,0 1-8 0,2-4-1 16,1 4-1-16,-1-1 40 0,1 1 8 0,0 2 1 0,-1-3 1 0,-5 0-35 0,0 1-7 15,-4-1-2-15,4 0 0 16,-3 1 31-16,2-4 5 0,4 4 2 0,-3-1 0 0,2 0-34 0,-5 1-6 0,-3-1-2 15,3 0 0-15,-4-2 37 0,1 3 7 16,3-4 2 0,2 4 0-16,-2-4-23 0,3 4 0 0,-1-1 0 0,1-2 0 0,-6-1-12 0,-1 4-8 0,1-3 0 0,0-1-1 15,0 1 33-15,-1 0 8 0,4-1 0 0,0-2 1 16,-4 0-21-16,1 1 0 0,0-1 0 0,0 0 0 31,-4-3 0-31,-2 3-16 0,-3-2 2 0,3-1 1 0,-1 0 21 0,1-2 4 0,3 3 0 0,0-4 1 16,-4 1-13-16,1 0 0 0,0 0 0 0,0 2 0 15,-3-2 0-15,-4 2 0 0,4-2 8 0,-6 2-8 16,0-2 8-16,0 0-8 16,-1 2 11-16,1-2-11 0,0 0 8 0,0 2-8 0,-3-2 0 0,6 3 0 15,-6-4 0-15,-1 4-9 0,4-4-1 0,-3 4 0 16,0-1 18-16,-3 1 4 0,0-1 1 0,0 1 0 16,-1-1-13-16,-2-2 9 0,0 2-9 0,-3-2 8 0,0 0-8 15,3-1 8-15,-3 1-8 16,-3 0 8-16,3 0-8 0,-3 0 10 0,0-1-10 0,0 4 10 15,0-6-2-15,-3 3-8 0,3-1 12 0,-3 1-4 16,0 3-8-16,0-4 10 0,0 1-10 0,0 3 10 0,-3-4-10 0,2 4 0 16,-2-1 9-16,0 1-9 0,3-1 0 0,-3 0 9 15,0-2-9 1,0 5 0-16,0-5 8 0,-3 5-8 0,3-3 0 0,-2 1 0 16,-1-1 0-16,0 3 8 0,0-2-8 0,0 2 0 0,0-3 8 15,-3 1-8-15,0-1 0 0,0 3 0 0,3-2 10 0,-3-1-10 16,0 0 8-16,0 1-8 0,0 2 8 0,3-3-8 15,-3 1 8-15,3-1-8 0,0 1 0 0,-3-1 8 0,3 0-8 0,-3 3 0 32,3-2 0-32,0 2 0 0,-3 0 0 0,0-3 0 0,0 3 0 0,0 1 8 15,0-1-8-15,1 2 0 0,-4 1 0 16,3-3 8-16,-3 3-8 0,-3-1 0 0,3 1 8 0,0 3-8 16,-3-4 0-16,3 4 8 0,0-4-8 0,-3 1 0 0,3 2 0 15,-3 1 0-15,4-4 0 0,-1 4 0 0,-3-3 8 0,3 2-8 16,-3-2 0-16,3 2 0 0,0-2 9 0,0-1-9 15,0 1 8-15,0 0-8 16,0-1 10-16,0 1-10 0,0 0 10 0,0-3-10 0,1 3 10 0,-4-3-10 16,0 2 8-16,0 1-8 15,0 0 0-15,0-3 0 0,-3 3 8 0,0-3-8 0,0 2 0 0,-5 1 0 16,-1 0 0-16,0-3 0 16,-3 3 0-16,-3-1 0 0,-3-2 0 0,4 6 0 0,-1-6 0 0,-6 2 0 15,3-1-28-15,-5 1 0 0,-4-2 1 16,-9 0 0-1,1 3-90-15,-4-3-19 0,-2 0-3 0,-7 0-1089 0</inkml:trace>
  <inkml:trace contextRef="#ctx0" brushRef="#br0" timeOffset="-142662.359">16639 10883 1728 0,'0'0'38'0,"0"0"8"0,0 0 2 0,0 0 0 0,0 0-39 0,0-5-9 0,0-1 0 0,0 6 0 16,0 0 104-16,0 0 18 0,0-2 4 0,0 2 1 15,0 0-50-15,0 0-9 16,0 0-3-16,0 0 0 0,0 0-1 0,0 0 0 15,0 0 0-15,0 0 0 0,0 0 0 0,6 5 0 0,-3 0 0 0,-3 1 0 16,3-1-51-16,0 3-13 0,-3 0 0 0,0 2 0 0,3-2 0 16,0 0 0-16,-3 3 0 0,2-1 0 15,1-2 0-15,0 3 0 0,0 0 0 0,3-4 0 16,-3 4 0-16,0 0 0 0,0-3 0 0,3 2 0 16,-3 1 0-16,0-1 0 0,0-2 0 0,0 6 0 15,-3-4-70-15,0 1-17 0,0-3-3 0,0 5-1 16,-3-5-74-16,0 2-15 0,0 1-4 0,0 0-461 15,0-1-93-15</inkml:trace>
  <inkml:trace contextRef="#ctx0" brushRef="#br0" timeOffset="-142204.003">16493 11060 1958 0,'0'0'43'16,"0"0"9"-16,0 0 1 0,0 0 3 0,0 0-45 0,0 0-11 0,0 0 0 0,0 0 0 15,0 0 104-15,0 0 20 0,0 0 3 0,0 0 1 16,0 0-52-16,0 0-9 0,0 0-3 0,0 0 0 15,0 0-51-15,3 8-13 0,0 0 0 0,0 0 0 16,0 0 54-16,3 0 8 0,0 3 2 0,-3-4 0 0,3 4-52 0,0 0-12 16,-1-1 0-16,4 1 0 0,-3-3 0 0,3 2 0 15,0-2 0-15,-3 0 0 0,3 3 0 0,0-6 0 16,0 3 0-16,0-3 0 0,0-2 0 0,0 2 0 16,0-2 0-16,0 0 0 15,0-3 0-15,2 2 0 0,-2-2 0 16,3-2 0-16,-3 2-20 0,0-3-6 0,3 0-2 0,-3 1 0 0,3-4 28 0,0 1 14 15,0 0-2-15,0-3 0 0,0 3 4 16,-1-3 0-16,1 0 0 0,-3 0 0 16,0-3-16-16,3 3 0 0,-3-2 0 0,0-1 0 15,0 0 0-15,0 3 0 0,0-2 0 0,0-1 0 16,0 3 0-16,-3-2 0 0,2 2 0 0,-2 0 0 16,0 0-202-16,-3 3-43 0,0-14-9 0,0 9-2 0</inkml:trace>
  <inkml:trace contextRef="#ctx0" brushRef="#br0" timeOffset="-132779.136">15886 12444 1958 0,'0'0'43'0,"0"0"9"0,0 0 1 0,-3-5 3 0,3 0-45 0,0-1-11 0,0 6 0 0,0 0 0 31,0-5 104-31,0 5 20 0,0 0 3 0,0 0 1 0,0 0-52 0,0 0-9 0,0 0-3 0,0 0 0 15,0 0-51-15,0 0-13 0,0 8 0 0,0-3 0 16,0 3 0-16,0 3 0 0,0-1 0 0,0 4 0 16,0-4 15-16,3 3 0 15,-3 1 0-15,3-1 0 0,0 3-15 0,-3-3 0 0,3 3 0 0,0-3 0 16,-3 3-12-16,2-3-1 0,1 0-1 0,-3 3 0 16,3-3 14-16,0 3 0 15,-3-2 0-15,0-1 0 16,3 0-54-16,-3 0-8 0,0 0-2 0,3-2 0 15,-3-3 0-15,0 0 0 0,0 0 0 0,0-3 0 0,0 0-154 0,0-5-31 0</inkml:trace>
  <inkml:trace contextRef="#ctx0" brushRef="#br0" timeOffset="-132397.43">15936 12404 1958 0,'0'0'43'0,"-6"-2"9"0,0-1 1 0,0-2 3 0,3 2-45 15,-3-2-11-15,3 2 0 0,0-2 0 0,3 5 68 0,0 0 12 0,0-3 3 0,0 3 0 16,0 0-8-16,0 0-2 16,0 0 0-16,0 0 0 0,3-2-13 0,3 2-4 0,0 0 0 0,0 2 0 15,3 1-16-15,0 2-4 0,0 1-1 0,0 2 0 16,3-1-15-16,0 1-4 0,0 3 0 0,0 0 0 16,0-1-16-16,-1 1 0 0,1-1 0 0,0 1 0 15,0-1 0-15,0 1 0 0,0 0 0 0,0 2 0 16,-3-3 0-16,-3 4 0 0,3-4 0 0,0 1 0 15,-3-1-8-15,0 1-3 0,-1-3 0 0,-2 0 0 16,0 2 11-16,0-2 0 0,-3 3 10 0,0-3-10 16,0 0-45-1,-3 2-15-15,0 1-4 0,-2-3 0 0,2 5 52 0,-6-5 12 0,0 3 0 0,0-1 0 16,-3-2 0-16,0 3 0 16,-3-3 0-16,-3 2 0 0,0-2-54 0,3-2-8 0,-2 2-2 0,2-1 0 15,0-1 44-15,0-1 8 0,3 0 1 0,0-5 1 16,0 3-116-16,6-3-23 0,0-3-5 0,6 3-459 15,0-8-92-15</inkml:trace>
  <inkml:trace contextRef="#ctx0" brushRef="#br0" timeOffset="-132061.485">16389 12619 1958 0,'0'0'43'16,"0"0"9"-16,0 0 1 0,0 0 3 0,-3 5-45 0,0 0-11 0,0 1 0 0,-3-1 0 15,3 3 101-15,-3-3 19 0,0 3 3 0,-3 0 1 0,3 0-67 0,0 5-13 16,0-2-2-16,0-1-1 0,3 1-22 0,-3 2-5 0,3 0-1 0,0-2 0 16,0 0-13-16,3-1 0 0,0 3 8 0,0-2-8 15,3-3 0-15,0 3 0 0,0-6 0 0,3 3 0 16,0 0 0-16,3-6 0 0,0 4 0 0,0-4 0 16,3-2-9-16,0 3 9 0,0-3 0 0,0-3-9 15,-1 1 9-15,4-4 0 0,-3 1 0 0,3 0 0 16,3-1 12-16,-6-1 5 0,0-1 1 0,-3 0 0 15,0-3 37-15,-3 3 7 0,0-2 2 0,-1 2 0 16,-2-3-52-16,0 3-12 0,0-3 0 0,-3 1 0 16,-3 2 54-16,3-3 8 0,-3 3 2 0,-2-2 0 15,-4 2-52-15,3 0-12 16,-6 3 0-16,3-1 0 0,-6 1-48 16,3 0-13-16,-6 2-3 0,3 1 0 0,-3-1-67 0,4 3-13 0,-4 0-4 15</inkml:trace>
  <inkml:trace contextRef="#ctx0" brushRef="#br0" timeOffset="-130768.387">16573 12616 1549 0,'0'0'44'0,"0"0"9"0,0 0-42 0,0 0-11 0,0 0 0 0,0 0 0 15,0 0 121-15,0 0 23 16,0 0 4-16,3-5 0 0,-3 5-43 0,0 0-9 0,3-3-1 0,0-2-1 16,0 5-34-1,-3 0-6-15,6-3-2 0,0 3 0 0,0 3-20 0,0-3-4 0,0 5 0 0,0-2-1 16,3 2-17-16,-3 0-10 16,0 3 12-16,0 0-12 0,3 0 0 0,-4 0 0 0,1 3 0 0,3-1 0 15,-6 1 0-15,3 2 0 0,0-2 0 0,-3 2 0 16,0 0-11-16,0-2 1 15,-3-1 0-15,3 1 0 0,-6 0-1 0,3-4 0 0,0 1 0 0,-3 0 0 16,3 0 23-16,-3 0 4 0,0-2 0 0,0-4 1 16,0 1-17-16,3-3 0 0,-6 5 0 0,6-5 0 0,0 0 0 0,0 0 0 15,0 0 0-15,0 0 0 0,-3-5 0 0,3 5 0 32,0-5 0-32,0-3 0 0,0-3 55 0,3 0 7 0,0 1 2 0,0-1 0 15,3-2-52-15,0 2-12 0,0-2 0 0,3 3 0 16,-3-1 39-16,3 0 5 0,0 1 0 0,3-1 1 0,-3 3-24 15,0 3-5-15,3-3 0 0,-1 3-1 0,1 2-15 0,-3-2 9 16,0 2-9-16,0 1 8 0,0-1-8 0,3 0 0 16,-3 6 0-16,0-3 0 0,0 3 0 0,0-1 0 15,-3 1 0-15,0 2 0 0,0-2 0 0,-3 2 0 16,0 3 0-16,0 0 0 0,0 0-24 0,-1 0 2 16,1 2 1-16,-3-2 0 15,3 3-15-15,-3 2-4 0,-3-5 0 0,3 5 0 16,0-5-13-16,0 3-3 15,0-1-1-15,0 1 0 16,0 0-3-16,0-3-1 0,0-3 0 0,0 3 0 0,0-3 21 0,0 0 4 0,3-2 0 0,-3-3 1 0,0 0 20 0,3 3 4 0,3-1 1 16,0-2 0-16,-3 0 10 15,3-2 0-15,0-1 0 0,3 0 0 0,-3-5 0 0,3 3 0 0,3-3 10 0,0 0-10 16,0-2 30-16,0-1 0 16,0-2 0-16,2 0 0 0,1-1 27 0,0 1 6 0,0 0 1 0,0 0 0 15,-3 0-14-15,0 2-2 16,0 0-1-16,-3 3 0 0,0 0-1 0,-4 1 0 0,-2 1 0 0,0 1 0 0,-6 0-12 15,3 5-2-15,0 0-1 0,-5-3 0 16,-1 3-12-16,-3 0-3 0,0 0 0 0,-3 3 0 16,0-1-16-16,0 4-16 0,-3-1 4 0,3 3 0 15,0 0 21-15,0 2 5 0,3 1 1 16,1 0 0-16,2-1-15 0,0 3 0 0,3-2 0 0,0-1 0 0,3 1-16 16,3 0 0-16,0-3 0 0,0 2 0 15,3-5-12 1,-1 3-1-16,4-2-1 0,0-1 0 0,0-2-1 0,0-1 0 0,0-2 0 0,3 0 0 31,0 0-64-31,0-2-13 0,3-4-2 0,0 1-677 0,0 0-135 0</inkml:trace>
  <inkml:trace contextRef="#ctx0" brushRef="#br0" timeOffset="-130357.467">17541 12651 1496 0,'0'0'42'0,"0"0"10"0,0 0-41 0,0 0-11 0,0 0 0 0,0 0 0 15,0 0 106-15,0 0 19 0,0 0 4 0,0 0 1 16,0 0-33-16,6 0-6 0,-1 0-2 0,1 0 0 0,3 0-16 0,0 0-3 16,0 0-1-16,3 0 0 0,0 0-20 0,0 0-4 15,0 2-1-15,0-2 0 0,3 0-14 0,-3 0-3 16,2 0-1-16,-2 0 0 0,0 0-15 0,0-2-3 15,0 2-8-15,-3-3 12 16,0 3-12-16,0-3 0 0,3 1 0 0,-6-1 0 31,3 3-28-31,-3-3-4 0,0 3-2 0,0-2 0 0,-1 2-122 16,-5 0-25-16,0 0-5 0,0 0-797 0</inkml:trace>
  <inkml:trace contextRef="#ctx0" brushRef="#br0" timeOffset="-130070.774">17505 12820 1552 0,'0'0'44'0,"0"0"10"0,0 0-43 0,0 0-11 0,0 0 0 0,3-3 0 16,3 1 132-16,0-4 25 0,0 4 5 0,0-4 1 15,3 4-57-15,-3-1-11 0,2-2-3 0,4 2 0 16,-3 0-32-16,3-2-8 0,0 3 0 0,0-1-1 15,0 0-14-15,3 1-2 0,-3-1-1 0,0 0 0 16,3 1-13-16,-1-1-2 0,-2 3-1 0,0-3 0 16,-3 1-10-16,3-1-8 0,0 0 9 0,0 1-9 15,0-1 0-15,0-2 0 0,0 2-8 0,-1-2 8 16,4-3-56-16,3 3-4 0,0-3 0 0,0 2-728 16,0-4-146-16</inkml:trace>
  <inkml:trace contextRef="#ctx0" brushRef="#br0" timeOffset="-129762.365">18175 12571 2397 0,'0'0'52'0,"0"0"12"0,0 0 1 0,0 0 3 0,0 0-54 0,0 0-14 0,-3-5 0 0,3 5 0 0,0 0 86 0,0 0 14 0,0 0 4 0,0 0 0 16,0 0-39-16,0 0-7 0,0 0-2 0,0 0 0 15,0 0-20-15,0 0-5 0,0 0-1 0,0 0 0 16,0 0-11-16,0 0-3 0,3 8 0 0,-3-3 0 16,3 3-8-16,-3-3-8 0,0 3 12 0,0 3-12 15,0-3 11-15,0 0-11 0,0 2 10 0,0 1-10 16,-3-1 9-16,3 6-9 0,0-5 8 0,0 5-8 16,-3 0 9-16,0-3-9 0,3 5 10 0,-3-2-10 15,3 0 8-15,-3-3-8 0,0 3 0 0,3 0 0 16,-3-3-18-16,0 1-10 15,0-1-1-15,3-3-1 0,-3 1-27 16,3 0-6-16,-3-6-1 0,3 3-819 0,-3 0-164 0</inkml:trace>
  <inkml:trace contextRef="#ctx0" brushRef="#br0" timeOffset="-125634.194">16847 13114 1299 0,'0'0'28'0,"0"0"7"0,0 0 1 0,-3-6 0 0,3 1-28 0,-3 0-8 0,3 2 0 0,-3-2 0 31,3 5 88-31,0-6 16 0,0 6 3 0,0 0 1 0,0-5-25 0,0 5-5 0,0 0-1 0,0 0 0 16,0 0-12-16,0 0-2 16,0 0-1-16,0 0 0 0,0 0-8 0,0 0-2 0,0 0 0 0,0 0 0 15,0 0-2-15,0 0-1 0,0 5 0 0,3 3 0 16,0-2-10-16,-3 2-3 0,0 2 0 0,3 1 0 15,-3 2-6-15,3 0-2 0,-3 0 0 0,3 3 0 16,-3 0-8-16,3 0-1 0,0 3-1 0,0-1 0 16,-3-2-9-16,3 3-1 0,0-4-8 0,-3 4 12 0,3-1-12 15,0 1 0-15,-3 0 8 0,3 2-8 0,0 0 0 0,-3 0 0 16,3 5 8-16,0 1-8 0,0 2 0 0,0 3 0 16,-3-3 0-16,0 3 0 0,3-6 0 0,0-2 0 15,-3 2 0-15,0-2 0 16,0 0 0-16,0 0 12 0,-3-3-1 0,3 0-1 0,-3-2-10 0,3 2 0 15,-3-3 9 1,0 4-9-16,3-4 9 0,-3 3-9 0,0 0 12 0,3-2-12 0,0 2 11 16,0-2-11-16,0-1 10 0,0-2-10 0,3 3 0 0,0-6 8 15,-3 0-8-15,3 0 0 16,-3-2 0-16,3 2 0 0,0-5 0 0,0 3 0 0,-3-3 8 0,3-3-8 0,-3 3 0 0,0 0 9 31,3-3-9-31,-3 0 0 0,0-5 0 16,0 6 8-16,0-6-8 0,-3 5 0 0,3-5 0 0,0 0 8 0,0 0-20 15,0 0-4-15,0 0 0 0,0 0-1 16,0 0-29-16,0 0-6 0,0 0 0 0,0 0-1 16,0 0-114-16,0 0-22 0,6-5-5 0</inkml:trace>
  <inkml:trace contextRef="#ctx0" brushRef="#br0" timeOffset="-121869.208">17478 13653 1958 0,'0'0'43'0,"0"0"9"0,0-8 1 0,0 0 3 0,0 1-45 0,3-4-11 0,-3 0 0 0,0 3 0 16,3 0 105-16,-3 1 19 0,0 1 4 0,0 1 1 16,0 0-57-1,0 5-12-15,-3-3-3 0,3 3 0 0,0 0-41 16,0 0-8-16,0 0-8 0,0 0 12 0,-3 5 28 0,0 6 5 0,0 2 2 0,0 0 0 16,0 6-24-16,3-1-5 0,0 4-1 0,0-1 0 15,0-5-17-15,3 2 0 16,-3 1 0-16,3-3 0 0,3-3-48 0,0 3-12 15,0-6-4-15,3 1 0 16,3-1-15-16,0-2-3 0,0-2-1 0,0-1 0 0,2-2 40 16,-2-1 8-16,3-2 2 0,-3 0 0 0,3-2 17 0,0-1 3 0,0-2 1 0,-3-3 0 15,0 2 55-15,-3-2 11 0,2-2 2 0,-2 2 1 16,-3-3 7-16,3 1 0 0,-3 2 1 0,-3-3 0 16,3 1-13-16,-3 2-2 0,0 0-1 0,-3 0 0 15,3 3-17 1,-3 5-4-16,0-6-1 0,0 6 0 0,0 0-15 0,0 0-4 0,0 0 0 0,0 0 0 15,0 0-8-15,-3 8 0 0,3 3 0 0,-3-1 0 16,3 1-32 0,3 2 2-16,0 0 0 0,0 1 0 0,0-1-14 0,3-3-4 15,0 1 0-15,0 0 0 16,0-3-10-16,0 0-2 0,3-3-1 0,-3 0 0 0,3 0 49 16,-3-2 12-16,2-3 0 0,-2 0 0 0,0 0 48 0,0-3 13 0,0 1 3 0,0-4 0 0,0 4-52 0,0-3-12 15,0-3 0-15,-3 0 0 16,3 0 69-16,-3-3 11 0,0 3 3 0,0-2 0 0,0-1-83 0,0-2-14 15,-3 2-4-15,3-2-1 0,0-3 43 0,0 0 8 16,0-2 1-16,0-1 1 16,0 1-54-16,0-4-12 0,-3 4-1 0,6-1-1 15,-3 4-93-15,3-1-18 0,0 0-4 0</inkml:trace>
  <inkml:trace contextRef="#ctx0" brushRef="#br0" timeOffset="-121404.948">18416 13614 1724 0,'0'0'38'0,"-6"0"8"0,6 0 2 0,-6 0 0 0,0 0-39 0,6 0-9 0,0 0 0 0,-6 2 0 16,6-2 54-16,0 0 9 15,0 0 1-15,0 0 1 0,0 0 24 0,0 0 5 16,0 0 1-16,0 0 0 16,3 6-38-16,3-1-7 0,3 0-2 0,0-2 0 0,3-1-3 0,2 1-1 0,4-3 0 0,0 3 0 15,0-3-6-15,0 0-2 0,-3-3 0 0,3 3 0 32,0-3-18-32,2 3-4 0,1-2-1 0,0-3 0 0,0 2 6 15,0 0 1-15,0 1 0 0,-1-1 0 16,1-2-40-16,-3 2-8 0,0 0-2 0,-3 1 0 15,0 2-66-15,-3-3-14 0,-3 3-2 0,-1 0-1 0,-5 3-111 0,-3-3-23 16</inkml:trace>
  <inkml:trace contextRef="#ctx0" brushRef="#br0" timeOffset="-121115.301">18335 13873 2055 0,'0'0'45'0,"0"0"10"0,0 0 1 0,0 0 2 0,0 0-46 16,0 0-12-16,0 0 0 0,6-3 0 0,3 3 83 0,0-5 14 16,3 2 3-16,0 1 1 0,6-1-41 0,-3-2-9 15,3 2-2-15,2-2 0 0,1 0-27 0,0-1-6 16,0-4 0-16,3 2-1 0,-3 0-15 0,5 0 0 16,-2 0-9-16,6-5 9 15,-3 2-176-15,5 1-30 0</inkml:trace>
  <inkml:trace contextRef="#ctx0" brushRef="#br0" timeOffset="-120812.25">19252 13545 2206 0,'0'0'48'0,"-9"3"11"0,3-3 1 0,-3 2 3 0,0-2-51 0,0 3-12 0,1-3 0 0,-4 2 0 16,0-2 84-16,3 6 15 0,-3-4 2 0,-3 4 1 15,3-1-14-15,0 3-2 0,-3 0-1 0,0 0 0 16,4 2-51-16,-1-2-10 0,0 3-3 0,3-1 0 15,0 4-5-15,0-4-2 0,3 4 0 16,3-1 0 0,-3 0-14-16,3 0 0 0,3 0 0 0,0 1 0 0,0-1-15 0,3-3 1 0,0 1 0 0,3 0 0 15,3-3-19-15,0 0-4 16,3-3-1-16,3 0 0 16,-1 0-6-16,4-2 0 0,0 0-1 0,3-3 0 0,0 0 45 0,0-3 0 0,3 0 0 0,-4-2 0 15,4 0 0-15,-3 0 0 0,-3-1 0 0,0-4-9 16,0 2 57-16,-6 0 12 0,-1-3 3 0,1 3 0 15,-6-2-21-15,3-1-4 0,-6 1-1 0,3-1 0 16,-6-2-1-16,3-1-1 0,-3-1 0 0,-3 1 0 0,3-2-12 0,-3 3-3 16,0-3 0-16,-3 3 0 0,-3 0-12 0,3 0-8 15,-6-1 8-15,1 7-8 16,-1-4 0-16,-3 6 0 0,-3-1-12 0,0 4 4 16,-3-1-32-16,3 6-7 0,-5-3-1 0,2 2 0 15,3 4-162-15,0-4-33 0,-21 6-6 0,15-2-2 0</inkml:trace>
  <inkml:trace contextRef="#ctx0" brushRef="#br0" timeOffset="-120327.436">19928 13442 1728 0,'0'0'38'0,"0"0"8"15,0 0 2-15,0 0 0 0,0 0-39 0,0 0-9 0,-6-3 0 0,6 3 0 16,-3-3 104-16,3 3 20 0,-6 0 3 0,0 0 1 0,0 0 0 0,0 3 0 16,-3 2 0-16,3 1 0 15,0 2-103-15,-3-1-25 0,0 9 0 0,-3 0 0 0,4 5 41 0,-1 3 3 16,0 3 1-16,0 2 0 0,0 0-29 0,-3 0-7 15,3-3-1-15,0 4 0 0,-3-4-8 0,0 0 0 16,0-2 0-16,0 3 0 0,1-1 0 0,-1 1 0 16,0-1-9-16,0 3 9 15,0 0-8-15,3-2 8 0,-3-1-12 0,0-2 12 0,0-3-23 0,3 0 3 16,0-5 0-16,0 0 0 16,4-3-22-16,-1-2-4 0,0 0-1 0,3-6 0 15,0 3-117-15,0-6-24 0,3-2-5 0</inkml:trace>
  <inkml:trace contextRef="#ctx0" brushRef="#br0" timeOffset="-119711.1">20255 13619 1728 0,'0'0'38'0,"0"0"8"0,0 0 2 0,0 0 0 0,0 0-39 0,0 0-9 0,0 0 0 0,0 0 0 16,0 0 102-16,-6 3 18 0,6-3 4 0,-9 2 1 16,3 4-47-16,0-1-10 0,3 0-1 0,-2 3-1 15,2 0-25-15,0 3-5 0,-3-1 0 0,3 3-1 32,0-2-21-32,0 2-4 0,0 0-1 0,0 3 0 0,3 0-9 0,-3 0 0 15,0 0 0-15,3 0 0 0,-3-3 0 0,3 3 0 0,0-3 0 0,0 3 0 16,-3-3 0-16,3 0 0 0,0 3-12 0,0-5 12 15,0 2-21-15,0-2 3 0,-3-1 1 0,3 1 0 16,0-3-2-16,0 0 0 0,0-3 0 0,0 0 0 16,0-5-11-16,0 0-2 15,0 0-1-15,0 0 0 0,0 0-39 16,0 0-7-16,0-2-1 0,0-6-1 16,3-3-121-16,0 1-24 0,0-4-5 0</inkml:trace>
  <inkml:trace contextRef="#ctx0" brushRef="#br0" timeOffset="-119444.656">20279 13643 1497 0,'0'-6'32'0,"0"-1"8"0,0-1 0 0,-3 2 4 16,3-2-36-16,-3 0-8 0,-3 3 0 0,0 0 0 0,3 0 93 0,-3 2 17 16,0-2 3-16,-3 5 1 0,3-3-33 0,0 3-6 0,6 0-2 0,-8 3 0 15,-1-3-13-15,3 0-2 0,6 0-1 0,-6 5 0 16,-3-2-8-16,3-1-1 16,6-2-1-16,-6 5 0 0,0 1-9 0,0-1-2 0,0 0 0 0,0 1 0 15,3 2-13-15,-3 0-3 0,0-1-1 0,-3 1 0 16,0 3-19-16,3-3 0 0,-3 0 0 0,1 2 0 15,-1-2 0-15,3 0-11 0,-3-2 0 0,3 2 0 32,0-3-75-32,0 0-15 0,3 0-3 0,-3 1-636 0,6-6-126 0</inkml:trace>
  <inkml:trace contextRef="#ctx0" brushRef="#br0" timeOffset="-119111.072">20106 14018 2180 0,'0'0'62'0,"0"0"13"0,0 0-60 0,0 0-15 0,0 0 0 0,0 0 0 0,3 0 99 0,3 0 17 16,3-2 3-16,-3-1 1 15,3 3-71-15,0-2-13 0,3-4-4 0,0 4 0 0,0-4 26 0,3 1 5 16,-3 0 1-16,5-3 0 0,1 0-52 0,3 0-12 16,0-3 0-16,3 1 0 15,0-1-116-15,-1 1-25 0,4-1-6 0</inkml:trace>
  <inkml:trace contextRef="#ctx0" brushRef="#br0" timeOffset="-116740.114">13492 4064 1494 0,'0'0'32'0,"0"0"8"0,0 0 0 0,0 0 3 0,0 0-35 0,-6 6-8 0,0-4 0 0,-2 1 0 0,-1-1 45 0,3 1 7 16,-3 0 2-16,0-3 0 15,0 2-8-15,0 1-2 0,0 0 0 0,0-1 0 0,0 4-3 0,0-6-1 16,0 2 0-16,3 4 0 15,-3-6-3-15,1 0-1 0,-4 2 0 16,0-2 0-16,0 0-13 0,0 3-3 0,-3-3-1 0,-6 0 0 0,0 0-10 0,0 0-1 16,-2 0-8-16,-4 3 12 15,0-1 2-15,-3 1 0 0,1-1 0 0,-1 4 0 0,0 2 3 0,3-6 1 0,3 6 0 16,-2-2 0-16,2-1-2 0,0 3 0 16,0-8 0-16,-3 8 0 15,4-6-8-15,-4 4-8 0,3-1 9 0,-3 0-9 16,3 6 14-16,4-9-3 0,-1 6-1 0,0 0 0 0,0-2-10 0,6 2 0 0,0-3-12 15,0 3 12-15,3-6 0 0,1 4 0 0,2-1 0 0,3 0 0 32,0 1 0-32,0-1 0 0,3-2 0 15,-3 2 0-15,6-5 0 0,-3 5 0 0,3-5 0 0,0 5 0 0,0 1 12 0,3-1 9 16,-3 3 3-16,6-5 0 0,-3 2-24 0,0 0 0 16,3 0 0-16,-3 6 0 0,3-8 0 0,-3 2 0 0,3 0 0 0,-3 1 0 15,3 2 0-15,-4 2 0 0,1-2 0 0,0-3 0 16,0 3 0-16,0 3 0 0,0-1 0 0,0-2 0 15,-3 3 0-15,0 2 0 0,3-5 0 16,-3 5 0-16,0 3 0 0,0-5 8 0,0 7-8 0,0 1 0 16,-3 2 0-16,3 0 0 0,0 3 0 0,-3 2 0 15,0-2 0-15,3 3 0 0,0-1 0 16,-3 1 0-16,3 2 0 0,-3-3 0 0,3 1 0 0,-3-1 0 16,3 6-21-16,-3 0-3 0,3 2 0 0,-2 6 0 15,2-3 71-15,-3 3 13 0,3 2 4 0,0-2 0 16,-3-1-52-16,3 1-12 0,0 0 0 0,-3 2 0 0,3 6 0 15,0 2 0 1,0-5 0-16,0 5 0 0,0-5 0 0,0 0 0 0,0 0 0 0,0 5 0 0,3 1 0 0,-3 2 0 16,0-1 0-16,3 4 0 0,-3-6 0 0,0-2 0 15,0 0 0-15,0 4 0 0,0 4 54 0,0 0 8 16,0-1 2-16,0 1 0 0,0-6-52 0,0 3-12 16,0-3 0-16,0 11 0 0,3-3 0 0,-3 0 0 15,2-5 0-15,1 6 0 0,-3-12 0 16,3 6 0-16,-3 3 0 0,0 5 0 0,3-3 0 0,0-3 0 15,-3-2 0-15,3 3 0 0,-3-6 0 0,0 3 0 0,0 3 0 16,0 4 0 0,0-1 0-16,0-6 0 0,0-1 0 0,-3 4 0 15,3-6 0-15,0 6 0 0,-3 2 0 0,3 3 0 0,0-5 0 0,0-4 0 0,0-1 0 16,0 2 0-16,0 0 0 0,0-1 0 16,0 7 0-16,3-1 0 0,-3-5 0 0,0-3 0 0,0 0 0 0,-3 1 0 15,3 2 0 1,0-1 0-16,0 4 0 0,0 2 0 15,0-7 54-15,0-1 8 0,-3-5 2 0,0 5 0 0,3 3-52 0,-3 0-12 0,1 2 0 16,-1 1 0-16,0-8 0 16,0-1 0-16,-3 1 0 0,0 2 0 0,0 0 8 0,0 1-8 0,0 2 11 0,0 0-11 15,0-3 8-15,0-3-8 16,-3-2 0-16,3 6 0 0,0-4 9 0,-3 4-9 0,3 2 0 0,-3-3 9 0,3-3-9 16,0-2 0-16,-3 0 0 0,4 3 0 0,-4-6 0 0,3 6 0 15,0 2 0-15,0 1 0 16,0-4 0-16,3-2 0 0,-3-2 0 0,3 2 0 0,0-6 0 0,0 4 0 15,0-1 0-15,0 5 0 16,3 1 0-16,0 0 0 0,0-6 0 0,0 3 0 0,0-5 0 0,0-1 0 16,3-2 0-16,-3 6 0 0,3-1 0 15,-3 1 0-15,3 1 0 16,0 1 0-16,-3-5 0 0,3 0 0 0,0-3 0 0,-3 0 0 16,0-3 0-16,3 3 0 0,-3 3 8 0,0 2-8 0,0-2 0 0,3 0 0 15,-3-1 0-15,0-1 0 16,0-7 0-16,0 4 0 0,0-4 0 0,0 4 0 0,-3-6 0 0,3 5 0 15,0 1 0-15,0 2 0 0,-3 0 0 0,3 0 0 0,0-3 0 16,0-2 0 0,0-3 0-16,0 0 0 0,0 0 0 0,0 0 0 0,0-5 0 0,0 3 0 0,0-1 0 0,0 6 0 15,0-3 0 1,3 0 0-16,-3 3 0 0,0 0 0 16,3-6 0-16,0 1 0 0,0-1 8 0,0 0-8 0,0-2 0 0,0 0 0 0,3 0 0 0,-3 0 0 15,0-3 0-15,3 5 0 16,-4-2 0-16,4 3 0 0,-3-1 0 0,3 1 0 0,-3 2 0 15,0-3 0-15,3 1 0 16,0-4 0-16,-3 1 0 0,3 3 0 0,0-6 0 0,-3 3 0 0,3-3 0 0,-3 3 0 16,3-3 0-16,-3 3 0 0,3-1 0 0,-3 4 0 15,3-3 0-15,0 2 0 16,-3 1 0-16,3-1 0 0,0 1 0 0,0-1 0 16,0-2 0-16,0 0 0 0,-1-3 0 0,1 0 0 0,0 0 0 0,3 0 0 0,-6-2 0 15,3-1 0-15,0 1 0 16,0-1 0-16,0 1 0 0,0 2 0 0,-3 0 0 0,3 3 0 15,0 0 0-15,-3 0 0 0,3-3 0 0,-3 3 0 0,3-1-10 0,-3-1-4 16,3-1-1-16,0-3 0 16,-3 1 25-16,0-3 5 0,3 0 1 0,-6-1 0 15,3 1-16-15,0 0 0 0,0 0 0 0,0-3 0 0,-1 3 0 0,4 0 0 16,-3-3 8-16,0 6-8 16,0-3 0-16,3 2 0 0,-3 1 0 0,0-1 0 0,0 1 0 0,0-1 0 15,0-2 0-15,3 3 0 0,-3-1 0 0,3-2 0 16,-3-3 0-16,0 3 0 0,0-3 8 0,0 1-8 31,0-4 0-31,0 4 0 0,0-4 8 0,0 1-8 0,0-1 0 16,0 3 0-16,0-2 8 0,0 0-8 15,0-1 0-15,0 1 0 0,-3-1 9 0,3 1-9 16,-3-3 8-16,3 3-8 0,-3-1 0 0,3 1 0 16,0-1 8-16,-3 3-8 0,0-2 0 0,3 0 0 0,-3 2 0 15,3 0 0-15,0-2 0 0,-3 2 0 0,3 0 8 0,-3 0-8 16,3 1 0-16,-3-1 0 0,3-3 0 0,0 4 0 0,-1-1 0 0,-2 0 0 0,3-2 0 0,-3 2 0 15,3-2 0-15,-3 2 0 16,0 0 0-16,0 0-11 0,0 0-11 0,0-2-2 0,0 5-1 0,0-3 0 31,0 3-84-31,0 0-17 0,0 0-3 0,3 2-1128 0</inkml:trace>
  <inkml:trace contextRef="#ctx0" brushRef="#br0" timeOffset="-114835.356">12796 14556 1486 0,'0'0'32'0,"0"0"8"0,0 0 0 0,0 0 3 0,3-3-35 0,3 0-8 0,3-2 0 16,0 2 0-16,0 1 32 0,3-4 5 15,-1 6 1-15,1-5 0 0,3 3 9 0,0-4 1 0,0 4 1 0,0-1 0 31,0 3-14-31,3-3-3 0,-1 3-1 0,4-2 0 0,0 2-6 0,0 2-1 0,3-2 0 0,3 0 0 16,-4 3-24-16,4-3-12 0,0 3 0 0,3-1 1 16,-3 1 38-16,-1 0 7 0,-2 2 2 0,6-3 0 15,-3 4-27 1,-1-1-9-16,7-2 0 0,0 2 9 0,0 0-9 0,2-2 0 16,1 2 0-16,3 1 0 0,0-4 0 0,-4 3 0 0,1 1 0 15,0-1 0-15,2-2 0 0,-2 2 0 16,6 0 0-16,-1 1 8 0,1-1 1 0,0 0 0 0,-1 0 0 0,1-2 0 15,-3 2 4-15,0-2 1 0,-1 0 0 0,1 2 0 0,0-2-14 16,2-1 0-16,1 4 0 0,0-1 0 16,-1-3 22-16,-2 4 2 0,3-4 0 0,-1 1 0 15,1-3-8-15,0 3 0 0,2-1-1 0,4 1 0 16,-3 0-15-16,2-1 8 0,-5 1-8 0,6 0 0 0,-4-3 8 0,-2 0-8 16,5 0 0-16,1 0 9 0,0 0-9 15,-4 2 0-15,4-2 0 16,-3 3 0-16,-1-3 0 0,-2 0 0 0,0 0 0 0,2 0 0 0,-2 0 0 0,0 3 0 15,-1-1 0-15,1 1 0 0,0-1 0 16,-7 4 0-16,-2-6 0 0,3 2 8 16,-3-2-8-16,-4 3 0 0,4-3 0 0,0 3 0 0,0-1 0 15,-4 1 0-15,4 0 0 0,-3-1 8 0,-3 1-8 0,-1 0 0 0,1-1 9 16,0 4-9-16,-3-6 12 0,0 2-1 0,-4 1-1 0,4-3 0 31,-3 0-10-31,0 2 0 0,0-2 0 0,0 0 8 0,-1 0-8 0,-2 3 0 0,3-3 0 0,-3 0 0 31,0 3 0-31,0-3 0 0,0 2 0 0,-1-2 0 0,-2 0 16 0,0 3 2 0,0-3 0 0,3 0 0 16,-6 3-18-16,3-3 0 0,-3 0 8 0,0-3-8 16,-1 3 0-16,1-3 0 15,-3 3 0-15,3-2 0 0,-3 2 0 0,3-3 0 0,-3 0 0 0,0 1 0 16,3-1-10-16,0 1-9 0,-3-1-1 0,3 0-1 16,-1 3 68-16,-2-2 13 0,3-1 4 0,-3 0 0 15,0 1-52-15,3 2-12 0,-3-3 0 0,0 0 0 16,3 3 0-16,-3-2 0 15,0 2 0-15,0 0 0 0,3-3-11 0,-4 0-5 16,1 3 0-16,0-2-1 0,0 2 17 0,0 0 0 0,0-3 11 16,-3 0-11-16,3 1 11 0,-3-1-11 0,0 3 10 0,0-2-10 15,0-1 8-15,0 0-8 0,0 1 0 0,-3 2 9 0,3 0-9 16,0-3 0-16,-3 0 9 0,3 1-9 16,-3 2 8-16,-1-3-8 0,4 0 8 0,-3 3-8 15,-3 0 10-15,3-2-2 0,0-1-8 0,-3 3 12 0,0 0 4 0,0 0 0 16,3-5 0-16,0 2 0 15,0-2 0-15,0 2 0 0,0-2 0 0,-3 5 0 0,3-3-8 0,-3 1-8 16,3-4 11-16,0 1-11 16,-3 2 12-16,3-2-12 0,0 2 12 0,-3-2-12 15,3 0 16-15,0 0-3 0,-3-1-1 0,3 1 0 0,-3 0-1 0,0-1-1 16,0 1 0-16,0 2 0 0,0-2-2 0,0 0 0 0,0-3 0 0,0 5 0 16,0-5 4-16,0 3 0 15,0 0 0-15,0-1 0 0,0-1 4 0,0-1 2 0,0 2 0 16,-3-2 0-16,3 0 2 0,0-2 1 15,0 2 0-15,0-3 0 0,0 1-4 0,0-1-1 0,0-2 0 0,3 0 0 16,-3-1-16-16,0-1 10 0,3-4-10 16,0 1 8-16,-3-1-17 0,3 0-4 0,0-2-1 0,0-2 0 31,0-9-169-31,0-3-33 0</inkml:trace>
  <inkml:trace contextRef="#ctx0" brushRef="#br0" timeOffset="-110313.661">13088 4046 1238 0,'0'0'27'0,"0"0"5"0,0 0 2 0,0 0 2 0,0 0-36 0,0 0 0 15,0 0 0-15,0 0 0 0,0 0 91 0,0 0 11 0,-6 0 2 0,6 0 1 16,0 0-15-16,0 0-3 0,0 0-1 0,0 0 0 15,0 0-18-15,0 0-4 0,0 0-1 0,0 0 0 16,0 0-13-16,0 0-2 16,0 0-1-16,0 0 0 0,0 0-21 0,0 0-4 0,0 0-1 0,0 0 0 15,0 0-10-15,0 0-3 16,0 0 0-16,0 0 0 0,0 0-8 0,0 0 0 16,0 0 0-16,6-3 8 0,0 3-8 0,2-3 0 0,1 3 0 0,0 0 8 15,3 3 3-15,0-3 0 0,3 0 0 0,0 0 0 16,6 0 0-16,-3 3 0 0,-1-3 0 0,4 2 0 15,-3-2-11-15,-3 0 8 0,6 0-8 0,-6 0 8 16,0 0-8-16,0 0 0 0,-4 0 0 0,1 0 8 16,0 0-8-16,-3 3 0 0,0-3 0 15,-3 3 0-15,0-1 0 0,-3-2 8 0,-3 0-8 0,3 6 0 16,-3-6 0-16,0 0 0 0,0 0 8 0,0 0-8 16,3 2 0-16,-3-2 0 0,-3 6 0 0,3-6 8 15,0 7-8-15,-3-1 0 0,0-1 0 0,0 6 0 16,0-9 0-16,-3 6 0 0,3-2 0 0,-3 1 0 0,0 1 8 15,0 0-8-15,-3 0 0 0,0 3 8 16,0-3-8-16,1 2 0 0,-1-2 9 0,-3 3-9 0,0-1 0 0,0-2 9 0,-3 0-9 16,0 3 0-16,3 0 8 15,-3-4-8-15,3 1 0 0,4 0 0 0,-4 3 0 0,3-6 0 0,0 3 0 16,3-3 0-16,0 6-12 0,3-8-2 16,-3 2-1-16,6-5 0 0,0 0-84 15,0 3-17-15,0-3-3 0,0 0-563 0,0 5-113 0</inkml:trace>
</inkml:ink>
</file>

<file path=ppt/ink/ink3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04-05T22:15:05.652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20321 8113 1824 0,'-12'-11'38'0,"12"11"8"0,-3-3-37 0,3 3-9 0,0 0 0 0,-9 0 0 16,9 0 104-16,-6 3 20 0,3 0 3 0,-3 5 1 15,3-3-84-15,0 6-17 0,0-4-3 0,3 7-1 16,0 2-37-16,0-3-7 0,0 3-2 0,0 2 0 0,3 1 23 0,0-1 0 16,0 1 0-16,0 2 0 15,0-5 0-15,0 0 0 0,0 0 0 16,-3-3 0-16,3 0 0 0,-3-5 0 0,0 0 0 0,0 0 0 0,0-8 47 16,0 0 13-16,0 0 4 0,0 0 0 15,0 0-52-15,-3-3-12 0,0-5 0 0,0 0 0 16,0-5 54-16,3-5 8 0,-3-1 2 0,-1444-2 0 0,2894-3-52 0,-1447 0-12 0,3-2 0 0,-3-1 0 15,6-2 0 1,-3 3 0-16,3-3 0 0,0-3 0 0,3 3 54 0,0-3 8 0,0 0 2 16,3 3 0-16,2 3-41 0,1-1-8 0,3 3-2 0,0 3 0 15,0 3-1-15,0 2 0 0,0 5 0 0,2-2 0 16,-2 2-12-16,-3 4 11 0,3 1-11 0,-6 1 10 16,3 2-10-16,-6 3 0 0,3 0 0 0,-3 3 0 15,-3 0-22-15,0 2-6 0,-4 3-2 0,1 5 0 16,-3 0 30-16,-3 1 0 0,1 4 0 0,-4 1 0 15,0-1 0-15,-6 3 0 0,-3 0 0 16,0 3 0-16,-3-3-57 0,0 1-6 16,-3-1-1-16,-2 0 0 0,2-3 52 0,0-2 12 0,0 3 0 0,0-3 0 15,3-3 0-15,3 0 0 16,1 0 0-16,-1 1 0 0,6-4 0 0,3 1 0 0,0-3 0 0,0 2 0 16,6-2-15-16,3 0 0 0,0 0 0 0,3-3 0 15,3 1-11-15,3-1-2 16,3 0-1-16,-1 1 0 15,7-1-9-15,-3 0-2 0,6-2 0 0,-3-1 0 16,0 1-20-16,2 0-4 0,-2 2 0 0,0-2-1 0,-3-1 9 0,-3 1 1 16,0 0 1-16,0-3 0 0,-3 2 54 0,-4 1 0 0,-2 0 16 15,0-1-4-15,0-2-12 0,-6 0-17 16,0 0 4-16,0 0 1 0,0 0 58 0,0 0 12 0,0 0 2 0,0 0 1 0,0 0 7 0,0 0 2 0,0 0 0 0,0 0 0 16,-3-5 2-16,3 0 1 0,0-3 0 0,0 2 0 31,3-2-39-31,0 1-8 0,3-1-2 0,0 0 0 0,3 0 4 0,0 0 1 0,3 0 0 15,0 0 0-15,3 3-5 0,-3-3-2 0,3 2 0 16,-1 4 0 0,-2-1-22-16,0 3-13 15,0 0 1-15,0 0 1 0,-3 3 11 0,0 2 0 0,0-2 0 0,-3 5 0 0,-3 0 0 0,0 2 0 0,0 1 0 16,-3 5 0-16,-3 2-10 0,0 1 0 16,-3-1 0-16,-3 3 0 0,0 0 10 0,-3 1 14 0,0-1-3 0,0-3-1 15,0 1-59 1,0-1-12-16,1 1-3 0,-1-3 0 0,3 0 52 0,3-3 12 0,0 0 0 0,0-2 0 15,3-1 0-15,3-2 0 16,0 0 0-16,6 0 0 0,-3-3 0 0,6 1 0 0,0-4 0 0,0 1 0 31,5-3 0-31,1-3 0 0,3 3 0 0,3-5 0 0,0 0-164 16,3-3-29-16</inkml:trace>
  <inkml:trace contextRef="#ctx0" brushRef="#br0" timeOffset="629.839">21285 8274 2066 0,'0'0'43'0,"0"0"10"0,0 0-42 0,0 0-11 0,0 0 0 0,0 0 0 16,0 0 104-16,0 0 20 0,0 0 3 0,6-3 1 31,0 3-52-31,3-2-9 0,3 2-3 0,0 0 0 0,0 0 0 0,3-3 0 0,-1 3 0 0,4 0 0 31,3-3-51-31,0 1-13 0,0 2 0 0,6-3 0 16,-4 3 0-16,7 0 0 0,0 0 0 0,0 0 0 0,0 3 16 15,-1-3 0-15,1 2 0 0,-3-2 0 0,0 3-16 0,-4-3 0 0,1-3 0 0,-3 3 0 16,0-2-12-16,-3 2-3 0,3-3 0 0,-6-2 0 16,-1 2 15-16,1 1 0 0,-3-1 0 15,0 0 0-15,-3 1-68 0,0-4-10 16,-3 4-2-16,-3-4-1 16,0 4 24-16,0-4 5 0,-3 6 0 0,-3-5 1 0,0 0 51 0,0-3 0 0,-6 3 0 0,0-3 0 15,0 0 0-15,-3 2 0 0,0-1 0 0,0-1 0 16,0 2 54-16,1-2 8 0,-1 0 2 0,0 3 0 15,0 0-52-15,0-3-12 0,0 3 0 0,3-1 0 16,0 4 54-16,3-4 8 0,3 4 2 0,3 2 0 0,0 0-52 16,0 0-12-16,0 0 0 0,0 0 0 15,0 0 0-15,6 2 0 0,0 4 0 0,3-1 0 0,0 0 54 16,3 1 8-16,0-1 2 0,0 0 0 0,3 0-52 0,0 3-12 0,-4-2 0 16,4 2 0-1,-3 0 9-15,-3-1 3 0,3 4 0 0,-6-3 0 0,3 3-12 16,-3-1 0-16,-3-2 9 0,3 5-9 15,-6-2 10-15,0 2-2 0,0 0-8 0,-3 1 12 16,-3-1-26-16,0-3-6 0,0 4 0 0,-3-4-1 16,-3 1 21-16,3-1 0 0,-3-2 0 0,0 0 0 15,0 0-107-15,4-2-17 0,-4-1-3 0</inkml:trace>
  <inkml:trace contextRef="#ctx0" brushRef="#br0" timeOffset="1784.649">22372 8118 2073 0,'0'0'43'0,"3"-3"11"0,0 1-43 15,3-1-11-15,-1 3 0 0,1 0 0 16,0 0 64-16,0 3 10 0,0 2 2 0,0 0 1 0,-3 3-38 0,3 0-8 0,0 0-2 0,-3 3 0 15,3 2-13-15,-3 0-2 0,3 3-1 0,-3 0 0 32,0 0-13-32,0 0 11 0,-3 2-11 0,3 1 10 15,-3-4-10-15,0 1 0 0,3 0 0 0,-3 0 8 0,-3-5-8 0,3-1 0 0,0 1 0 0,-3-3 0 32,0-3 0-32,3-5 0 0,0 0 0 0,0 0 0 0,0 0 53 0,-3-3 9 0,0-2 2 15,-3-3 0 1,3-5-52-16,0-3-12 0,-3 0 0 0,3-5 0 0,3 0 54 0,0-3 8 0,0-2 2 0,0-1 0 15,3 3-52-15,3-2-12 0,-3 2 0 0,6-5 0 16,0 0 0-16,0 0 0 0,3-6 0 0,3 1 0 16,-3 5 13-16,2 2 3 0,1 1 1 0,0 2 0 15,0 3-4-15,0 2-1 0,0 4 0 16,0 1 0-16,0 1-12 0,2 3 0 0,-2-1 8 0,0 6-8 16,0 2 0-16,3 0 0 0,-6 3 0 0,3 0 0 15,-6 6-13 1,3-1-3-16,-6 3 0 0,0 2 0 0,-4 4-28 0,1 4-5 0,-6 1-2 0,1 5 0 15,-7-3-1-15,0 3 0 0,-3 2 0 0,-3-2 0 32,-3 0 17-32,0-1 3 0,0-1 1 0,-3-1 0 0,1-5 19 15,-1 0 12-15,-3-1-13 0,0-1 5 0,3-4 8 0,3 1 0 0,1-1 0 0,-1-2 0 16,6-2 0-16,3 2 0 0,3-3 0 0,0-3 0 0,6-2 0 16,0 0 0-16,3 6 8 0,3-4-8 15,6 1 0-15,0 0 0 0,3-3 0 0,2 0 0 16,1 0 0-16,3 0 0 0,0-3 0 15,6 3 0-15,-3-5-13 0,2 2 2 0,1-2 1 0,0 2 0 0,0 1-5 0,0 2-1 16,-1-3 0-16,1 3 0 16,-6 0 16-16,0 0-11 0,-3 3 11 15,-3-3-10-15,-1 2 10 0,-2 1 0 0,0-3 0 0,-3 2 0 16,-3-2 22-16,0 3 6 0,0-3 2 0,-3 3 0 16,-3-3 27-16,0 0 6 0,6 0 1 0,-3 0 0 0,-3 0-52 0,6 0-12 0,0 0 0 0,0 0 0 15,-3 0 54-15,3 0 8 0,0 0 2 0,3 0 0 16,-3-3-52-16,5 0-12 15,-2-2 0-15,3 3 0 0,0-4 54 0,0 4 8 0,3-1 2 0,0 0 0 32,0 1-52-32,0-1-12 0,3 0 0 0,-4 3 0 0,1 0 17 0,0 3 1 15,0 0 0-15,-3-1 0 0,0 4-18 0,0-1 0 0,-3 0 0 0,-3 0 0 32,0 6 0-32,-3-3 0 0,-3 0 0 0,0 3-9 0,-3 2-11 0,-3 0-3 0,0 0 0 15,-3 3 0-15,-3 0-1 0,0 0-1 0,-3 0 0 0,0 2 0 16,0-2-4-1,0-3-1-15,1 1 0 0,-1-4 0 0,0 1 30 0,6-1 0 16,0-2 0-16,0 0 0 0,3-2 0 0,3-1 0 0,3-5 0 0,0 0 0 31,3 5 0-31,3 0 0 0,3-2 0 0,0-3 0 16,3 3 0-16,3-1 0 0,0-2 0 0,2 3 0 0,1 0 0 0,0-1 12 0,3 4-1 16,-3-1 0-16,-3-3-11 0,0 4 0 15,-4-1 0-15,1-2 8 0,-3 2-8 0,0 0 0 0,-3 1 0 0,-3-1 8 16,0 0-8-16,-3-5 8 0,-3 5-8 0,0 3 8 0,-6-2 0 0,0-1-8 15,-3 0 12-15,-2 3-4 16,-4 0-8-16,0-3 0 0,-3 3 0 16,-3 3 0-16,3 0-24 0,-2-1 0 0,-1 3 0 0,-3 1 0 15,0-1-157-15,0 0-32 0</inkml:trace>
  <inkml:trace contextRef="#ctx0" brushRef="#br0" timeOffset="24826.74">20309 9793 1094 0,'0'8'51'0,"0"0"-51"0,0 5 0 0,3 0 0 0,-3 6 0 16,0-1 36-16,3 3 3 0,-3 3 0 0,0 0 0 16,3 0-25-16,-3 2-5 0,0-2-1 0,0 0 0 15,0-3-44-15,0 0-8 0,3 0-3 0,-3-2 0 16,0-3 38-16,0 0 9 0,0-3 0 0,-3-2 0 16,3-1 0-16,0 1 0 0,0-6 0 0,-3 3 0 15,3-8 49-15,0 0 12 0,0 0 3 0,0 0 0 16,0 0-1-16,0 0 0 0,0 0 0 0,-3-5 0 0,3-3-12 0,-3 0-3 0,3-3 0 0,-3-5 0 31,3 0-24-31,3-2-6 0,-3-6-1 0,3-2 0 0,3-3 38 0,-3-3 7 16,3-5 2-16,3 0 0 0,-3 0-38 0,3 0-7 15,2 0-2-15,1-1 0 0,0 1 22 0,0 6 4 0,0-1 1 0,0 0 0 16,0 3-12-16,-3 5-1 0,3-2-1 0,0 2 0 31,0 5-14-31,-1 1-4 0,4 5 0 0,-3-1 0 0,0 4-12 0,0 2 0 0,-3 3 0 16,3-1 0-16,-3 4 0 0,3 2-8 15,-3 2 8-15,0 4 0 16,-1 2-16-16,-2 0 3 0,0 2 1 0,0 3 0 16,-3 3-29-16,0 3-6 0,-3-1-1 0,0 6 0 0,0-3-43 0,-3 3-9 0,0-3-1 0,-6 3-1 15,3-3 30-15,-5 3 7 0,-1-3 1 0,-3 0 0 16,0-2 51-16,-3 2 13 0,-3-2 0 0,0 2 0 16,1-3 0-16,2 3 0 0,-3 1 0 0,0-4 0 15,3 1 0-15,3-3 0 0,-3-1 0 0,6 1 0 16,4-2 0-16,-1-4 0 0,3 1 0 0,0-3 0 15,6 0 0-15,0-3 0 0,0 3 0 0,6-3 0 16,0-2 0-16,6-1 0 0,-1 1 8 0,1-3-8 16,6 0 12-16,0 0-12 0,3-3 12 0,0 1-12 15,3-1 0-15,-1-2-11 0,1-3 0 0,0 0 0 0,-3 3 11 16,3-3 0-16,-4 0 0 0,4 0 0 0,-3-3 29 16,3 1 8-16,0 2 2 0,-3-3 0 15,-4 1-11-15,1-1-3 0,-3 0 0 0,-3 3 0 16,0 3 31-16,-3 0 7 0,0 0 1 0,-6-1 0 15,0 4 0 1,-3 2 0-16,0 0 0 0,0 0 0 0,0 0-52 0,0 0-12 0,0 0 0 0,0 8 0 0,-3 2 54 0,0 1 8 0,3 2 2 0,-3 3 0 16,0 2-52-16,3 1-12 0,-3-1 0 0,3 4 0 31,-3-4 0-31,3 3 0 0,0 0 0 0,0 1 0 0,0-1 0 0,0 0 0 0,0 3 0 0,0 0 0 31,0-1 0-31,0 1 0 0,0 0 0 0,0 0 0 0,0-3 0 0,0 0 0 16,0-2-12-16,0-1 12 15,0-5-50-15,3 1-3 0,-3-4-1 0</inkml:trace>
  <inkml:trace contextRef="#ctx0" brushRef="#br0" timeOffset="25541.43">21288 10134 1941 0,'-9'-8'55'0,"6"3"12"0,-3 0-54 16,3 2-13-16,0-2 0 0,0-1 0 0,0 4 51 0,3 2 7 0,0 0 2 0,0 0 0 15,0 0-37 1,3-6-7-16,-3 6-2 0,3-2 0 16,3 2-14-16,0 0 0 0,3 0 8 0,3 0-8 15,0 2 0-15,3 1 9 0,3 0-9 0,0-1 8 0,2 1-8 0,1 0 10 0,3-1-10 16,0 4 10-1,3-4-2-15,2 1 0 0,4 0 0 0,0-1 0 0,0 1-8 0,-1 0 0 0,4-1-10 0,-3 1 10 16,-3 2 0-16,-1-5 0 0,-2 3 11 0,0-3-3 31,0 0-8-31,-3 0-10 0,-1 0 10 0,1 0-13 0,-3-3 13 0,-3 0 0 0,-3 1 0 0,0-1 0 16,-6 1 0-16,0-1 0 0,-1 0 0 0,-5-2 0 16,0 0-16-16,-3-3-1 0,-3 2 0 0,-3-2 0 15,1 3 27-15,-1-5 6 0,-3 2 0 0,-3 0 1 31,0-3-17-31,0 1 0 0,0-1 0 0,0-2 0 0,0 0 14 0,0-1 9 0,0-2 1 0,3 6 1 16,-2-3 14-16,2 2 2 0,0 0 1 0,3 3 0 16,0 3-34-1,0 0-8-15,3 0 0 0,3 5 0 0,0 0 0 0,0 0 0 0,0 0 0 0,0 0 0 16,0 0 20-16,0 0 3 0,3 5 0 0,3 3 0 16,-3-3-23-16,3 6 0 0,3-3 0 0,0 5 8 0,0-3-8 15,-1 4 0-15,1-1 0 0,0 3 8 16,0-3-8-16,0 0 0 0,-3 1 0 0,0 1 8 15,-3-1-8-15,0 1 0 0,-3-1 0 0,0 2 0 16,-3-3 32-16,0 3 3 0,-3-3 0 16,0 0 0-16,-3 3-35 0,0-3 0 0,0 3 0 0,-3 0 0 15,4-3-44-15,-1 0-16 0,-3 3-4 16,3-5 0-16,-3 2 25 0,3-2 5 16,0-1 1-16,3-2 0 0,-3 0-140 0,3-3-28 0,-3-2-6 0</inkml:trace>
  <inkml:trace contextRef="#ctx0" brushRef="#br0" timeOffset="26602.92">22250 9999 1398 0,'-6'-13'65'0,"6"8"-65"0,-3-1 0 16,3-2 0-16,0 3 0 16,0 0 96-16,0 0 12 0,0-3 2 0,3 2 1 0,-3 4-41 0,0 2-8 0,0 0-2 15,0 0 0-15,0 0-28 0,0 0-5 0,0 0-2 0,3 5 0 16,3 3-5-16,-3 0-2 0,0 2 0 0,-1 4 0 31,-2 2-18-31,3-1 10 0,-3 4-10 0,0 0 8 16,0-1-8-16,0 1 0 0,0-1 0 0,0 1 0 15,-3-4 0-15,3 1-9 0,0 0 9 0,-2-3-13 16,-1 1 3-16,3-4 1 0,-3 3 0 16,0-2 0-16,0 0 9 0,0-3 0 0,0-3 0 0,0 3 0 15,0-6 0-15,3-2 0 0,-6 3 10 0,6-3-10 0,0 0 19 0,-6-3-3 0,0-2 0 16,3 0 0-16,0-3 0 0,3 0-1 0,-3-3 0 0,3-2 0 16,0 0 1-16,3 0 0 0,-3-3 0 0,3 0 0 31,3-3 4-31,-3 1 2 0,3-6 0 0,0 0 0 0,3 1 6 0,-3-4 0 15,3 1 1-15,-1-1 0 0,1 1 3 0,3 2 1 0,0-3 0 0,0 6 0 16,0 3-4-16,-3-1-1 0,3 6 0 0,0 0 0 16,-3 2-8-16,0 3-1 0,3 3-1 0,-4 0 0 15,1-1-18 1,0 6 8-16,-3-2-8 0,3 2 0 0,-3 2 8 0,-3-2-8 0,-3 0 0 0,6 6 0 16,-3-1 0-16,3 3 0 0,-3 0 0 0,-3 2-12 15,0 4-17-15,0-1-3 16,-3 3-1-16,0 0 0 0,0-1 4 0,-3 4 1 0,-3-1 0 0,0 4 0 0,0-6 2 15,0 2 1-15,0-2 0 0,-2 0 0 16,-1-3 4-16,3 0 1 0,0-2 0 0,0 2 0 16,0-5 0-16,3 3 0 0,0-3 0 0,0-1 0 0,0-1 2 0,3 2 1 0,0-3 0 0,3 3 0 31,0-3 5-31,0-2 2 0,3 2 0 0,3 0 0 16,-3-2 10-16,6 0-8 0,-3-1 8 0,3 1-8 15,3 0 8 1,-3-3 0-16,3 2 0 0,2-2 0 0,-2 3 0 0,3-3 0 0,-3 0 0 15,0 3 0-15,0-3 18 0,0 2-1 0,0-2 0 0,0 0 0 0,-3 0 7 16,0 0 2-16,0 0 0 0,-4-2 0 0,-2 2 2 0,3 0 1 0,-3-3 0 16,-3 3 0-16,0 0-1 0,0 0 0 0,3-5 0 0,-3 5 0 31,0 0-12-31,3-3-2 0,-3 3-1 0,3-5 0 0,-3-1-5 0,3 1 0 0,0 0-8 0,0 2 12 16,0-2-3-16,0 2-1 15,3 1 0-15,-3-4 0 16,3 4-8-16,3-1 8 0,-3 0-8 0,3 1 8 0,0 2-8 0,3-3 10 0,-3 3-10 0,3 0 10 15,-1 3-10-15,1-3 12 0,3 2-12 0,-3 1 12 16,0 0-4-16,0 2 0 0,0 3 0 0,-3-3 0 16,-3 3 4-16,3 0 0 0,-3 3 0 0,-3-1 0 15,0 1-4-15,-3-1-8 0,-3 4 12 0,0-1-4 16,0 3 0-16,-6 0 0 0,3 2 0 0,-6 1 0 16,3-1-8-16,-3-2 10 15,0 5-10-15,0-2 10 0,0-3-10 0,-3 0 0 0,4-1 0 0,-4 1 0 16,0-2-32-16,-3-1-3 0,3 0 0 0,-3 0 0 15,0 0-85 1,0-2-16-16,-2 0-4 0</inkml:trace>
  <inkml:trace contextRef="#ctx0" brushRef="#br0" timeOffset="27415.04">17401 11687 1758 0,'0'0'36'0,"0"0"10"15,0 0-37-15,0-2-9 0,0 2 0 0,0 0 0 32,0 0 67-32,0 0 11 0,0-6 2 0,0 6 1 15,0 0-21-15,0 0-4 0,0 0 0 0,0 0-1 0,0 0-38 0,3 6-7 0,3-4-2 0,-3 4 0 16,3 2-8-16,-3 0 0 0,2 2 0 0,1 1 0 16,0-1 0-16,0 1-14 0,0-1 3 0,0 1 1 15,3 0-34-15,0-3-8 0,0-3 0 0,0 3-1 16,3-6 42-16,-3 4 11 0,6-4 0 0,-3-2 0 15,-1 0 0-15,1 0 0 0,3-2 0 0,-3-1 0 16,3-2 49-16,3 0 12 0,0-1 3 0,0-2 0 16,-3 0-52-16,2-2-12 0,-2-3 0 0,3-1 0 15,-3 1 0-15,0 0 0 0,-3-3 0 0,3 0 0 0,0-2 0 0,-1 2 0 0,-2-5 0 16,3 2 0-16,-3 0 0 0,0 1 0 0,0-1 0 16,-3 4 0-1,-3 1-151-15,0 4-33 0,-3-1-6 0</inkml:trace>
  <inkml:trace contextRef="#ctx0" brushRef="#br0" timeOffset="27756.67">17588 11690 1824 0,'0'0'76'0,"0"0"-60"16,0 0 38-16,0 0 8 0,6 0 2 0,-6 0 0 15,6 0 0-15,0 0 0 0,0 3 0 0,0-1 0 16,0 4-52-16,0 2-12 0,0-1 0 0,0 1 0 16,3 6 0-16,-3-4 0 0,0 1 0 15,0 2 0-15,3 0 0 0,-4-2 0 0,4 2 0 0,-3-2 0 16,0 2 0-16,3-3 0 0,-3 1 0 16,0-3 0-16,3 3 0 0,0-3 0 0,-3-1 0 0,0-1 0 15,0-1 0-15,0-2 0 0,0-1 0 0,0 1 0 16,3-6 34-16,-3 1 4 0,3-1 1 0,-1-2 0 15,1-1-11-15,3-1-3 0,0-4 0 0,0 0 0 16,0 1 11-16,3-1 3 0,0-2 0 0,0 0 0 0,0 0-11 16,2-1-3-16,1-2 0 0,0 1 0 15,0-1-25-15,0-3 0 0,0 1 0 0,3-1 0 16,-4 1-148-16,1-4-36 0,0 1-6 0</inkml:trace>
  <inkml:trace contextRef="#ctx0" brushRef="#br0" timeOffset="37088.724">20583 14164 1482 0,'-3'-5'42'0,"3"-1"9"16,-3 1-41-16,3 5-10 0,-3-5 0 0,3 0 0 16,0 5 64-16,0 0 12 0,-3-6 1 0,3 6 1 15,0 0-6-15,0 0 0 0,0 0-1 0,0 0 0 0,0 0-25 16,0 0-5-16,0 0-1 0,-6 3 0 0,0 2-24 15,3 1-4-15,0 4-2 0,0 1 0 16,3 5 2-16,0-1 0 0,-3 7 0 0,3-1 0 0,0 3-25 0,-3-1-5 0,3 4-1 16,-3-1 0-1,3 1-21-15,-3-1-4 0,0-2 0 0,0 3-1 16,0-6 45-16,0 0 0 0,0-3 0 0,0 1 10 0,0-3-23 16,3-3-5-16,-3 0-1 0,0 0 0 0,0-2 19 0,3-3-8 15,-3 3 8-15,0-6 0 16,0 0 0-16,3-5 0 0,0 0 0 0,0 0 0 15,0 0 14-15,0 0 3 0,-3-3 1 0,0-2 0 0,0-3 17 0,0-2 3 0,3-1 1 0,-3-5 0 32,3 0-15-32,3-5-2 0,-3 0-1 0,3-3 0 0,0-2 27 0,3-1 6 15,-3 1 1-15,3-3 0 0,0 2-31 16,3 3-7-16,-3-2-1 0,3 5 0 0,0-3-4 0,-3 3 0 16,3 0-1-16,0 2 0 0,-3 1-1 0,3-4 0 0,0 7 0 0,0-4 0 15,-1 3 21-15,1 0 4 0,0 0 1 0,3 1 0 16,0-1-36-16,0 2 0 0,3-1 0 0,0 4 0 15,-3-2-26-15,3 5-12 0,-1 0-2 16,1 0-1-16,-3 5 16 0,0-2 3 0,0 5 1 0,-3 0 0 16,3 0 21-16,-3 3 0 0,-3 2-9 0,3 0 9 15,-6 3-40-15,3 0-4 0,-3 3 0 0,-3-1-1 16,3 1 11-16,-6 2 2 0,3 0 1 16,-6 1 0-1,3-1-17-15,-6 3-3 0,0-3-1 0,-3 0 0 0,0 0 4 0,0 3 0 0,-3-3 0 0,0 1 0 0,0-1 18 16,1 0 4-16,-1 0 1 0,-3 1 0 15,3-4 25-15,0 1-8 0,3 2 8 0,0-2 0 16,0-3 0-16,3 2 12 0,0-2 0 0,1 0-1 16,2 0 17-16,0 0 4 0,3-3 1 0,-3 3 0 15,6-3-5-15,-3 1-2 0,3 2 0 0,3-3 0 0,0 0-17 16,0 3-9-16,3-3 10 0,0 1-10 16,3-1 37-16,-1 3 2 0,1-3 0 0,3 1 0 0,0-1-14 0,3 0-2 0,0 3-1 15,3-3 0-15,0 3-22 0,3-2 9 0,-1-1-9 0,1 0 0 16,0-2 10-16,0 2-10 0,0-2 8 0,0-1-8 15,-4 1-16 1,1 0-8-16,0-3-1 0</inkml:trace>
  <inkml:trace contextRef="#ctx0" brushRef="#br0" timeOffset="37827.52">21267 14333 2019 0,'-6'-2'57'0,"3"-4"13"0,3 6-56 15,0-5-14-15,0 5 0 0,-3-5 0 16,3 5 27-16,0 0 2 0,0 0 1 0,0 0 0 0,0-5-8 0,0 5-2 0,0 0 0 0,0 0 0 31,3-3-8-31,-3 3-3 0,3-3 0 0,3 1 0 16,0-1-1-16,0 3 0 0,3 0 0 0,3-3 0 0,-3 3-8 0,3 0 0 0,3 0 0 0,-3 0 0 15,3 0 0-15,-4 0 0 0,4-2 0 0,-3 2 0 16,0 0 38-16,3 0 6 16,0 0 0-16,-3 0 1 0,3 2-21 0,-3 1-4 0,0 0 0 0,-4-1-1 15,1 4-31-15,-3 1-5 16,0-1-2-16,-3 4 0 15,-3 1-21-15,-3 2-4 0,-3 3 0 0,0 0-1 16,-6 0 9-16,1 0 3 0,-1 0 0 0,-6 2 0 0,3-2 5 16,-3-3 0-16,-3 3 1 0,3 0 0 0,-2-3 27 0,-1 0 12 0,0 1 0 0,0-4-1 15,6 3 7-15,0-2 2 0,3-3 0 0,0 0 0 16,4-3 0-16,2 0 1 0,6-5 0 0,0 0 0 16,0 0-7-16,0 0-2 0,0 0 0 0,6 0 0 15,2 0 0-15,1 0-1 0,3-2 0 0,0-1 0 0,3 1 2 16,3-4 1-16,0 4 0 0,0-1 0 15,0 3-3-15,-1-3-1 0,-2 3 0 0,0-2 0 16,0 2-10-16,0 0 0 16,-3 0 9-16,0 2-9 0,-3-2 0 0,0 3 0 0,-3 2 0 0,-3 1 0 15,-1-1-29-15,-2 3-11 0,-2 0-1 0,-1 2-1 0,-6 1 34 16,0-1 8-16,0 1 0 0,-3 2 0 16,-3 1 0-16,-3 1-13 0,0-1 5 0,-3 2 8 0,1-3-19 15,-4 3 4-15,-3-1 1 0,0-1 0 16,0-1-34-16,4 0-6 0,-4-2-2 15</inkml:trace>
  <inkml:trace contextRef="#ctx0" brushRef="#br0" timeOffset="38489.789">21922 14505 1968 0,'-6'0'41'0,"0"0"9"0,6 0-40 0,0 0-10 0,0 0 0 0,0 0 0 15,0 0 23-15,0 0 2 0,0 0 1 0,0 0 0 16,0 0 30-16,0 0 7 0,0 0 1 0,0 0 0 16,3 3 0-16,6-3 0 0,0 0 0 0,0 3 0 0,6-1-48 15,3-2-16-15,3 0 9 0,-1 3-9 16,4-3 0-16,3 0 0 0,3-3 0 0,0 3 0 0,-4 0 12 0,4-2 9 0,-6 2 3 16,6-3 0-16,-4 0-39 0,4 1-7 0,0-1-2 0,0-2 0 31,0 2 24-31,2-2 0 0,-2 0 0 0,0-1 0 15,-3 1-32-15,-4 2-4 0,1-2-2 0,0-3 0 16,-6 3 2-16,0 0 0 0,-3-1 0 0,-3 1 0 16,-4 0-16-16,1-1-2 0,-3 1-1 0,-3 0 0 0,0 2 34 0,-3-2 6 0,-3-3 2 0,0 5 0 15,-3-2 13 1,-3-3 10-16,1 3-2 0,-1-3 0 0,-3 2 12 0,0 1 3 16,-3-3 0-16,0 3 0 0,0-3 6 0,-3 0 2 15,0 3 0-15,4-3 0 0,-4 0 10 16,6 3 3-16,0-1 0 0,0 1 0 0,3 2 8 0,3-2 3 0,3 2 0 0,3 3 0 15,0 0-9-15,0 0-2 0,0 0 0 0,0 0 0 16,6 0-44-16,0 0-8 0,3 0-3 0,0 3 0 16,3 0 11-16,0 2 16 0,0 0-4 0,3 1-1 15,-4 2-3-15,1-1-8 0,3 4 12 0,-3 0-4 16,-3 2-8-16,0 0 0 0,-3 0 9 0,0 3-9 16,0 0 0-16,-3 0 0 0,0 0 0 0,-3 2 0 15,-3 1-17-15,-3-3-5 0,0 2-1 0,-3-2 0 16,-3 3-22-16,-3-3-5 0,-3 2-1 15,0-2 0 1,-2 0-16-16,-1-3-3 0,0 0-1 16</inkml:trace>
  <inkml:trace contextRef="#ctx0" brushRef="#br0" timeOffset="39381.54">23333 14352 2366 0,'-9'8'49'0,"3"2"12"16,0-2-49-16,0 3-12 0,3 0 0 0,0-1 0 0,0 3-24 15,0 3-8-15,-3-3-2 0,3 3 0 0,-3 0-2 0,1 0-1 16,-4-3 0-16,3 6 0 0,-3-3 12 0,0 2 2 0,0-2 1 0,0 0 0 15,3 2-31 1,-3-2-7-16,3 0 0 0,0 0-1 0,-3-3 10 0,3 3 3 0,3-3 0 0,-3 1 0 16,3-4 48-16,-3 1 19 0,3-1-1 0,0 1 0 15,0-6 18-15,1 3 4 0,-1-2 1 0,3-6 0 16,0 0 19-16,0 0 3 0,0 0 1 0,0 0 0 16,0 0-52-16,3-8-12 0,-1-3 0 0,1-2 0 15,0 0 54-15,0-3 8 0,3-3 2 0,0 1 0 16,0-1 0-16,3-5 0 0,0 3 0 0,0-5 0 15,3-1-19-15,-3-2-3 0,3-3-1 0,0 1 0 0,0 2-9 16,0-1-1-16,-1 1-1 0,1 3 0 16,3 2-5-16,-3 3-1 0,3 2 0 0,0 1 0 15,-3 2-3-15,0 0-1 0,3 3 0 16,-4 0 0-16,1-1-12 0,3 4-8 0,0 2 8 0,-3-3-8 16,3 3 12-16,-3 3-3 0,3 0 0 0,0 2 0 0,-3 0-9 0,-1 1 0 15,4 2 0-15,-3 0 0 16,0 0-20-16,-3 2-7 0,3-2-1 0,-3 3 0 15,0 0 8-15,0 2 0 0,-3-2 1 0,0 5 0 16,-3-3-5 0,0 3-2-16,0 0 0 0,-3 0 0 0,0 0-18 0,-6 0-3 0,3 2-1 0,-6 1 0 0,0-1-6 15,-3 1-2-15,0 2 0 0,-3-2 0 16,0 2 21-16,-3 0 4 0,1 0 1 0,2 1 0 16,-3-1 19-16,3 0 11 0,0 0-12 15,0 1 12-15,0-1-11 0,3-3 11 0,0 1-10 0,1 2 10 0,-1-5 0 0,3 3 0 0,-3-1 0 16,3-2 0-1,3 0 0-15,0 0 0 0,0 0 0 0,3 0 0 0,0-3 0 0,3 3 0 0,0-2 0 0,3 1 0 16,3-1 0-16,0-1 0 0,0-2 0 0,3 2 0 31,3-2 0-31,-3-1 0 0,6 1 0 0,-1-3 0 0,1 3 0 0,3-3 0 0,0 0 0 16,3-3 0-16,3 0-16 0,-4-2 0 0,7 2 0 0,-3-5 0 31,0 3-33-31,0-3-7 0,0 0-2 0,-1 0 0 0,-2 0 25 16,0 0 5-16,0 3 0 0,-3-3 1 0,-3 0 71 0,-4 3 15 0,-2-3 2 0,0 0 1 31,0 3 29-31,-3-3 5 0,0 3 2 0,-3-1 0 0,0 1-8 0,0 2-2 0,-3 1 0 0,0 2 0 16,0 0-27-16,0 0-5 0,0 0-2 0,0 0 0 15,0 0-22-15,0 0-4 0,0 0 0 0,-3 8-1 16,0 2-15 0,-3 1-2-16,3 2-1 0,-3 0 0 0,0 3-9 0,0 0 8 0,0 3-8 0,0-1 8 0,-2 3-8 15,-1 0 10-15,0 3-10 0,-3 0 10 0,3 2 1 16,0 4 0-16,0-1 0 0,0 2 0 0,3 1-11 15,0 0 10-15,0 0-10 0,0-1 10 0,3-1-10 0,0-4 0 0,0-2 0 0,0-3 0 32,3 0-20-32,-3-2-2 0,3-1-1 0,0 1 0 0,-3-1-82 0,3-2-17 15,-3-3-3-15</inkml:trace>
  <inkml:trace contextRef="#ctx0" brushRef="#br0" timeOffset="40152.01">17383 14661 1797 0,'-6'0'76'15,"-3"0"-61"1,9 0 73-16,-6 0 14 0,6 0 3 0,0 0 1 16,0 0-33-16,0 0-6 0,0 0-2 0,0 0 0 15,0 0-25-15,0 0-4 0,0 0-2 0,0 0 0 16,0 0-21-16,0 0-4 0,0 0-1 0,0 0 0 15,6 3-8-15,0 2 0 0,0-2 0 0,6 5 0 16,0-3 0-16,6 1-14 0,-1 2 3 0,4-1 1 16,0-1-18-16,3-1-3 0,6 0-1 0,-4 1 0 15,4-4-3-15,-3-2-1 0,3 3 0 0,-3-3 0 16,-4 0 3-16,1-3 0 16,-3-2 0-16,-3 0 0 0,0-1 20 0,-3-2 4 0,-1-2 1 0,1-1 0 0,-3 1 8 15,3-1 0-15,-6-2 8 0,3 0-8 0,-3-1 0 0,0 1 0 16,0 0 0-16,-3 0 0 15,0 0 0-15,0-1 0 0,-3 1-12 0,-3-3 4 16,3 3 8-16,-3-3 0 0,-3 0-9 0,0 0 9 0,0 0 0 16,0 3 0-16,-3 0 0 0,3 0 0 15,-3 2-31-15,0 1-1 0,-3 2-1 0,0 0 0 16,3 2-63-16,-3 4-13 0,0-1-3 0</inkml:trace>
  <inkml:trace contextRef="#ctx0" brushRef="#br0" timeOffset="40469.96">17749 14455 1398 0,'-6'16'29'0,"3"-11"7"0,0 1-36 0,0-1 0 0,-3 0 0 0,6-5 0 16,0 0 98-16,0 3 13 0,0-3 2 0,0 0 1 16,0 0-14-16,0 0-2 0,0 0-1 0,0 8 0 15,0-8-54-15,0 5-11 0,0-5-3 0,3 5 0 32,3 3 28-32,-3-2 6 0,3-1 1 0,-3 0 0 0,3 3-52 0,0 3-12 0,0-1 0 0,0 6 0 15,3-3 0-15,-3 3 0 0,0 0 0 0,0 3 0 31,0-4-51-31,-1 1-9 0,1 0-3 0,0 0 0 0,3-3 51 0,-3 3 12 0,3-3 0 16,-3 3 0-16,0-5 0 0,0-1 0 0,3 1 0 16,-3-3 0-16,0-3 22 0,3-2 7 0,-3 0 2 0,3-6 0 15,0 0 6-15,3-2 2 0,-1-3 0 0,4-3 0 0,0 1-11 16,3-3-3-16,0-3 0 0,0 0 0 16,3-3-15-16,2 1-10 0,1-1 12 0,0-2-12 0,-3-3 0 0,0 3 0 15,0-3 0-15,2-5 0 16,1 3-30-16,3-6-3 0,3 0-1 0</inkml:trace>
</inkml:ink>
</file>

<file path=ppt/ink/ink4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04-05T22:15:03.432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20214 7861 452 0,'0'-10'9'0</inkml:trace>
</inkml:ink>
</file>

<file path=ppt/ink/ink5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8T21:31:42.874"/>
    </inkml:context>
    <inkml:brush xml:id="br0">
      <inkml:brushProperty name="width" value="0.05292" units="cm"/>
      <inkml:brushProperty name="height" value="0.05292" units="cm"/>
      <inkml:brushProperty name="color" value="#FF0000"/>
    </inkml:brush>
    <inkml:context xml:id="ctx1">
      <inkml:inkSource xml:id="inkSrc28">
        <inkml:traceFormat>
          <inkml:channel name="X" type="integer" max="9600" units="cm"/>
          <inkml:channel name="Y" type="integer" max="7200" units="cm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T" name="resolution" value="1" units="1/dev"/>
        </inkml:channelProperties>
      </inkml:inkSource>
      <inkml:timestamp xml:id="ts1" timeString="2022-04-08T21:33:45.227"/>
    </inkml:context>
  </inkml:definitions>
  <inkml:trace contextRef="#ctx0" brushRef="#br0">9093 3765 1373 0,'0'0'39'0,"0"0"9"0,0 0-39 0,0 0-9 15,0 0 0-15,0 0 0 0,0 0 146 0,0 0 27 0,0 0 6 16,0 0 1-16,0 0-59 0,0 0-11 0,0 0-2 0,0 0-1 16,0 0-31-16,0 0-5 15,0 0-2-15,0 0 0 0,0 0-45 0,0 0-10 16,0 0-2-16,-3 8 0 0,0 0 42 0,0 0 8 0,0 3 2 0,0 2 0 15,0 0-64-15,0 0-15 0,0 3-1 0,0-3-1 16,0 6 17-16,0-3 0 0,0-3 0 0,0 3 0 16,0 0 10-16,0-3 6 0,0 0 0 0,0 1 1 15,0-1-27-15,3-3-6 0,-3 4 0 0,0-6-1 16,3-1 17-16,-3 1 0 0,3 0 0 0,0-2 0 16,-3 2 0-16,3-6-8 0,0-2 8 0,0 0 0 15,0 0-9-15,0 0 9 0,0 0 0 0,0 0-9 16,0 0 9-16,0 0 0 0,0 0-9 0,6-2 9 15,-3-4 0-15,3-2-11 0,0 3 11 0,0-6-8 16,0 4 8-16,3-9 0 0,-3 2 0 0,3-1 0 16,3-1 0-16,-3-6 0 0,3 1 0 0,-3-5 0 15,3-1 0-15,0 1 0 0,-1 2 0 0,1-2 0 16,0 2 0-16,0 3 0 0,0 2 0 0,0 1 0 16,3 7 10-16,-6-5-2 0,3 3-8 0,-3 5 12 0,0-3-12 15,-3 3 11-15,-1 1-11 0,1 4 10 0,0-5-2 16,0 3-8-16,0 2 12 0,0 3-4 0,0-3-8 15,-3 3 0-15,3 3 0 0,0-3 0 0,0 3 8 0,-3 2 0 16,3-2 0-16,0 5 0 0,0-3-8 0,-3 5 0 16,0 1 0-16,3 0-11 0,-3 4 11 0,0 4 0 15,0 0 0-15,-3 2 0 0,3 5 0 0,-3-2 0 16,0 2 0-16,0 1 0 0,0-1 0 0,0-5-8 0,-3 3 8 16,3-3-12-16,-3 1-4 0,0 1 0 15,0-9-1-15,0 4 0 16,0-2-18-16,0 3-3 0,0-9-1 0,0 6 0 15,-3-3-18-15,3 3-4 0,0-3-1 0,0 1 0 16,-3-1-155-16,3-3-31 0,0 1-7 0</inkml:trace>
  <inkml:trace contextRef="#ctx0" brushRef="#br0" timeOffset="287.598">9135 3950 1472 0,'0'0'32'0,"0"0"8"0,0 0 0 0,0 0 1 15,0 0-33-15,-3 0-8 0,3 0 0 0,0 0 0 0,0 0 101 0,0 0 19 16,0 0 3-16,0 0 1 0,0 0-32 0,0 0-5 16,0 0-2-16,0 0 0 0,0 0-15 0,3 0-3 15,3 0-1-15,-3 0 0 16,3 0-13-16,-1 0-2 0,4 0-1 0,-3 0 0 15,3 3-14-15,0-3-2 0,0 0-1 0,0-3 0 0,3 3 0 16,0 0 0-16,0 0 0 0,3 0 0 16,0 0-47-16,-1-2-10 0,4 2-1 0,0 0-1 15,6-3-69-15,0 1-13 0,0-1-4 0,5 0-1014 16</inkml:trace>
  <inkml:trace contextRef="#ctx0" brushRef="#br0" timeOffset="4101.846">10784 3670 1486 0,'0'0'32'0,"0"0"8"0,0 0 0 0,0 0 3 0,0 0-35 0,0 0-8 0,0 0 0 0,0 0 0 16,0 0 106-16,0 0 19 0,0 0 4 0,0 0 1 15,0 0-41-15,0 0-8 0,0 0-1 0,0 0-1 16,0 0-25-16,-3 3-5 0,0 2-1 0,0 3 0 16,0-3-20-16,0 3-4 15,0 3 0-15,0-3-1 0,0 2-12 0,3 6-3 0,-3-5 0 0,3 5 0 16,-3 2-8-16,3-5 0 0,0 6 0 0,-3-1 0 15,3-2 0-15,-3 3 0 0,3-6 0 0,0 3 0 16,-3-3 0-16,0 0 0 0,3 1 0 0,0-4 8 16,0 3-8-16,3-2 0 0,-3 0 0 0,3-1 0 15,-3-2 0-15,0 0 0 0,0 3 0 0,0-3 0 16,0-6 0-16,0-2 8 0,0 0-8 0,0 0 0 16,0 0 10-16,0 0-10 0,0 0 12 0,0 0-12 15,0 0 16-15,0 0-3 0,-6-2-1 0,6-6 0 16,-3-3 4-16,3 0 0 0,-3-2 0 0,3 0 0 15,3 2-5-15,-3-10-1 0,3 5 0 0,0-8 0 16,3 3-10-16,0 0 10 0,-3-5-10 0,3 2 10 16,3 3-10-16,-3 0 0 0,3 2 9 0,0-2-9 15,0 5 0-15,-1 0 8 0,4 3-8 0,0-3 0 0,0 0 0 16,0 3 9-16,0-3-9 0,0 5 0 16,0 1-15-16,3-1-9 0,-3 3-3 0,-1 0 0 0,4 0 43 0,0 6 9 15,0-6 2-15,0 5 0 0,0-2-27 0,0 5 0 16,-3 0 0-16,0 0 0 0,-3 3 0 15,2-1 0-15,-2 4 0 0,0-1 0 0,0 3 0 0,-3 0 0 16,-3-3 0-16,0 6 0 0,0-4 0 0,-3 1-11 16,-3 3 11-16,0 0-8 0,-3-3-5 0,-3 2-1 15,3 1 0-15,-6 2 0 0,3-5 14 0,-5-3-12 0,2 6 12 0,0 2-12 16,0-5 12-16,0-3 0 0,3 1 0 16,-3 4 0-16,3-7 0 0,3 2 0 0,-3-2 0 0,3-1 0 15,6-2 8-15,0 0-8 0,0 0 0 0,0 0 0 16,0 0 0-16,0 0 0 0,0 0 8 0,0 0-8 15,3-5 0-15,3 0 0 0,0 2 0 0,0-2 0 16,3 0 0-16,-3 2-9 0,6-2 9 0,-3 2-8 16,3 3 17-16,0 0 4 0,0-5 1 0,0 5 0 15,2 5-22-15,-2-5-5 0,3 0-1 0,-3 5 0 16,0-2 38-16,-3 2 8 0,3 3 2 0,-3 0 0 16,0-3-25-16,-3 3-9 0,0 3 0 0,0 2 9 15,-3-2-9-15,0-1 0 0,-3 6 9 0,0-5-9 16,0 2 0-16,-3 0 0 0,0-2 0 0,-3 2 8 15,-3 0-8-15,0-2 11 0,-3 2-11 0,0-2 12 16,-3-3 0-16,0 2 1 0,-3 3 0 0,0-5 0 0,1 6 12 16,-1-7 3-16,0 1 0 0,0 0 0 0,3-2-4 15,0 2-1-15,0 0 0 0,0-3 0 0,4 0-5 16,-1-2-1-16,0-1 0 0,3 1 0 0,-3 0-17 0,3-3-11 16,0 0 2-16,3 0 0 0,-3-3-9 0,6 0-2 15,3 3 0-15,-6-2 0 16,6 2-36-16,-3-6-7 0,0 1-1 0,3 3-788 15,0-6-156-15</inkml:trace>
  <inkml:trace contextRef="#ctx0" brushRef="#br0" timeOffset="9382.707">13094 3707 1314 0,'-6'-8'37'0,"6"5"8"0,-3 3-36 0,0-2-9 15,0-1 0-15,0 3 0 0,-3 0 104 16,3 0 20-16,-3 0 3 0,0 0 1 16,0 0-52-16,0 3-9 0,-3-3-3 0,3 2 0 0,-3 1-5 0,3 5-2 15,-3-8 0-15,3 8 0 0,-3-5-19 0,3 2-4 16,-3 0-1-16,1 6 0 0,2-6-12 0,0 6-2 15,0-3-1-15,-3 5 0 0,6 0-8 0,-3-5-2 16,0 5 0-16,3 3 0 0,-3-3-8 0,3 3 0 16,0-5 0-16,0 7 8 0,3-7-8 0,0-1 0 0,0 6 0 15,3-8 0-15,-3 3 0 0,3-3 0 16,3 2-9-16,0-2 9 0,0-5 0 0,0 2 0 0,3-2 0 0,0 0 0 16,0-1 0-16,2 4 0 0,4-12 0 0,-3 4 0 15,3-1 0-15,0 0 0 16,3-2 0-16,-3 2 0 0,6-5 0 15,-4 0 8-15,1 1-8 0,-3-4 0 0,3 3 16 0,-6-5-4 0,3 2 0 0,-3-2 0 16,-3 0 14-16,0-3 2 0,-3 0 1 16,-3 0 0-16,0 0 7 0,-3 0 2 0,0 3 0 0,-3-5 0 15,0 2-14-15,-3 3-4 0,0 2 0 0,-3-5 0 16,-3 5-10-16,0 1-2 0,0 2-8 0,-3 0 12 16,0 0-12-16,0 0 9 0,0 3-9 0,1 0 8 15,-4 2 16-15,3-2 2 0,-3 2 1 0,3 3 0 16,0 0-58-16,0 0-11 15,3 3-2-15,1 2-1 0,-1-2-79 16,3 2-15-16,3 0-3 0</inkml:trace>
  <inkml:trace contextRef="#ctx0" brushRef="#br0" timeOffset="10106.278">14957 3662 1466 0,'0'0'41'0,"-6"0"11"15,0 0-42-15,-3 0-10 0,3 3 0 0,-3-3 0 0,0 5 108 0,0-5 20 16,0 0 4-16,-3 3 1 16,4-3-58-16,-4 5-12 0,3-2-3 0,-3 2 0 0,3-2-27 0,-3-1-5 15,3 3-2-15,-3 6 0 0,0-3-9 0,3 0-1 16,0-3-1-16,0 6 0 0,3 2-15 0,1-2 11 15,-1 2-11-15,0 0 10 0,3-2-10 0,3 2 0 16,0 0 0-16,0 0 0 0,3 3 0 0,3-8 0 16,0 3 0-16,-1-1 0 0,4-2-9 0,3 0 9 0,0-3 0 15,0 1 0-15,3-1 0 0,0 0 0 16,3-5 0-16,0 0 0 0,-1-5 0 0,1 2 0 0,3-2 0 16,-3 0 0-16,3-3 0 0,3 0 0 0,-3 0 0 15,2-3 0-15,-2 1 0 0,0-1 0 16,0-5 0-16,-3 3 0 0,0-3 8 0,-4 3 1 15,-2 0 1-15,-3 0 0 0,-3-3 17 0,0 3 3 16,-6 2 1-16,0 3 0 0,-3-8-3 0,-3 8 0 0,0-2 0 0,-6 2 0 16,0-3-8-16,-2 6-3 0,-4-1 0 0,0 4 0 15,-3-6-8-15,0 8-1 0,3-5-8 0,-2 5 12 16,-1 0-12-16,0 0 0 0,0 0 0 0,0 5 0 16,0-5-28-16,3 0-4 15,-5 3-2-15,5 2 0 16,0-5-135-16,0 5-27 0,3-2-6 0</inkml:trace>
  <inkml:trace contextRef="#ctx0" brushRef="#br0" timeOffset="10793.172">16865 3599 1609 0,'0'0'35'0,"0"0"7"0,-3 5 2 0,-3-5 2 0,0 0-37 0,-3 0-9 0,3 2 0 0,-3 4 0 16,0-6 56-16,3 5 10 0,-3-2 2 0,0 2 0 15,1 0-28-15,-1 6-6 0,0-8-1 0,3 4 0 16,-3-1-16-16,3 7-3 0,0-5-1 0,-3 0 0 16,6 2-13-16,-3 4 0 0,3-1 0 0,0 3 0 15,0-3 0-15,3 3 0 0,0 0 0 0,0 0 0 16,0 2 0-16,3-5 0 0,0 6 0 0,0-6 0 16,3 0 0-16,0 3 0 0,0-8 0 0,3 3 0 0,0-1 0 15,3-2 0-15,0-2 0 0,-1 2 0 0,1-3 0 0,3-3 0 16,0 1 0-16,0-3 0 0,3 0 0 0,0 0 0 15,0-3 0-15,-4 1 0 0,4-3 0 0,-3 2 0 16,3-5 8-16,-3 5-8 0,3-5 33 0,-3-5 1 16,3 3 0-16,-4-4 0 0,1-2 30 0,-3 3 7 15,0-5 1-15,0-1 0 0,-3 1-14 0,0 2-2 0,-3-3-1 16,0 6 0-16,-3-5-17 0,-3 2-3 0,0 5-1 16,-6-2 0-16,3 5-10 0,-6-5-3 15,0 2 0-15,-3 3 0 0,0 3-9 0,-3-3-1 16,3 3-1-16,-2-1 0 0,-1 1-10 0,0 0 0 15,0 2 0-15,0 0 0 0,0 1 0 0,0-4-12 0,-3 4 0 0,1 2 1 32,2-5-24-32,0 5-5 0,-3-3 0 0,3 0-1 15,0 3-119-15,0 3-23 0,3 0-5 0</inkml:trace>
  <inkml:trace contextRef="#ctx0" brushRef="#br0" timeOffset="11475.718">18690 3763 1666 0,'0'0'36'0,"0"0"8"0,0-6 2 0,-3 1 2 0,-3 0-39 0,3 2-9 0,-3-2 0 16,0 2 0-16,0 1 107 0,0-1 19 0,-3 0 4 0,3 3 1 15,-3-2-51-15,0 2-9 0,0 2-3 0,0-2 0 16,0 3-32-16,0 0-8 0,0-1 0 0,1 1-1 16,-4 2-17-16,3 3-10 0,0-5 12 0,0 5-12 15,-3 0 0-15,3 2 0 0,0-2 0 0,0 3 0 16,3 2 0-16,0 0 0 0,0 0 0 0,0 3-9 15,3-3 9-15,0 3 0 0,0-5 0 0,3 2 0 16,3 0 0-16,0-2-10 0,3 0 10 0,0-1 0 16,0 3-8-16,3-7 8 0,0 2 0 0,3 0 0 15,0-1-8-15,0-4 8 0,3 0 0 0,0-1 0 16,2-2 0-16,1-2 0 0,3-1 0 0,0 0 0 16,3-2 0-16,0 3 0 0,2-6 0 0,1 2 0 15,-3 1 0-15,0-3 0 0,0-3 0 0,-4 1 0 0,1-1 0 16,-3-5 12-16,0 3-3 0,-3-3-1 0,-3 0 15 0,0 3 2 15,-6-8 1-15,0 5 0 0,-3-2 4 0,-3-1 1 16,0 3 0-16,-3-2 0 0,-3 2-11 0,-3 3-1 16,-3 2-1-16,0-5 0 0,-3 6-18 0,-3 2 10 15,-3-3-10-15,0 3 8 0,-2 3-8 0,-1 0 0 16,0 2 0-16,0-2 0 0,0 2-24 0,1 3 0 16,-1 0 0-16,3 3 0 15,3-3-90-15,0 5-18 0,3-5-4 0,0 0-920 0</inkml:trace>
  <inkml:trace contextRef="#ctx0" brushRef="#br0" timeOffset="12143.063">20428 3657 1594 0,'0'0'35'0,"0"0"7"0,0 0 2 0,0 0 1 0,0 0-36 0,0 0-9 16,0 0 0-16,0 0 0 0,-3-3 80 0,3 3 15 16,-6-3 2-16,0 1 1 0,0 2-40 0,0 0-8 15,0 2-2-15,0-2 0 0,0 3-23 0,0 2-5 16,0-2 0-16,-3 5-1 0,3 0-19 0,1 0 10 0,-1-3-10 0,0 6 8 15,-3 2-8-15,3-2 0 16,0 2 0-16,0 3 0 0,3-3 0 0,0 3 0 0,0 0 0 16,3 2 0-16,3-2 0 0,-3 0 0 0,3 0-9 0,0-3 9 15,3 0 0-15,0 0 0 0,0 3 0 0,3-8 0 16,3 0 0-16,-4 0-8 0,4 0 8 0,3 0 0 16,0-3 0-16,3-2 0 0,0 0 0 0,0-1 0 15,3 1 0-15,-1-3 0 0,-2-3 0 0,3 1 0 16,0 2 0-16,-3-6 12 0,3 1-3 0,-4 2-1 15,1-5 12-15,0 1 1 0,0-1 1 0,0-3 0 16,0-2 22-16,-3-3 4 0,-3 0 0 0,-1 0 1 16,-2 0-6-16,0-5-2 0,-6 5 0 0,0-5 0 15,0 3-9-15,-6 2-3 0,0 0 0 0,-3 3 0 16,-3 2-9-16,0-5-3 0,-2 8 0 0,-4-2 0 16,0 2-17-16,0 5 10 0,0-8-10 0,-3 6 8 0,3 0-8 15,-3 0 0-15,4 2 0 0,-7-2 0 16,3-1-16-16,0 4-1 0,3-1-1 0,-6 3 0 15,6 0-94-15,-2 0-20 0,-1 0-3 16,3 3-592-16,3-1-118 0</inkml:trace>
  <inkml:trace contextRef="#ctx0" brushRef="#br0" timeOffset="12780.842">22122 3805 1357 0,'0'0'29'0,"0"0"7"0,0 0 0 0,0 0 4 16,0 0-32-16,0 0-8 0,0-5 0 0,0 5 0 16,0-6 122-16,0 6 23 0,0-2 5 0,-3-1 1 0,0-2-38 15,-3 2-7-15,3-2-2 0,-3 0 0 0,6 5-32 0,-9 0-6 16,0 0-2-16,0 0 0 0,0 0-30 0,0 0-6 15,0 0-2-15,0 5 0 0,0 0-15 0,0-2-3 16,0 2-8-16,1 0 12 0,2 3-12 0,-3 3 0 16,0 2 0-16,3-2-10 0,0 2 10 0,0 0 0 15,0 0 0-15,3 3 0 16,0-8 0-16,3 5 0 0,0-2 0 0,3 2 0 0,0-2 0 0,0-1-10 16,3 1 10-16,0 0-13 0,3-3 13 0,0-1 0 15,3-1-10-15,2 2 10 0,1-3-10 0,0 0 10 16,3 1-13-16,0-4 5 0,-3 4 8 0,3-6 0 15,3 2-9-15,-4 1 9 0,-2-6 0 0,3 3 0 16,0-2 0-16,-3 2 0 0,0-8 0 0,0 2 0 16,-1 1 0-16,1-3 0 0,-3 0 16 0,0 0-3 0,0-2 0 15,0-1 0-15,-3 0 7 0,-3-2 0 16,0 0 1-16,0 2 0 0,-3-7-5 0,-3 2 0 0,0-3-1 16,-3 6 0-16,-3-5-6 0,0 7-1 0,-3-5 0 0,-3 0 0 15,0 6-8-15,0-1 8 0,-6 3-8 0,3 0 8 16,1 3-8-16,-4 0 0 15,0 2 0-15,-3-2 0 0,0 2-27 0,0 1 3 0,1-1 0 0,-4 0 0 16,0 3-103 0,3 3-20-16,0 0-4 0,0 2-885 0</inkml:trace>
  <inkml:trace contextRef="#ctx0" brushRef="#br0" timeOffset="13529.126">24262 3794 1551 0,'0'0'34'0,"-6"-2"7"0,0-1 2 0,0 3 1 0,0-5-36 0,-3 2-8 0,3 3 0 0,-3-5 0 16,3 0 127-16,-3 2 23 0,0 0 5 0,0 1 1 15,3-1-52-15,-2 0-11 0,-1 1-1 0,0 2-1 0,3 0-45 0,-3 0-9 16,0 2-1-16,0-2-1 0,0 6-14 0,0-4-2 16,0 4-1-16,-3 4 0 0,0-2-18 0,0-3 0 15,3 6 0-15,-2 2 0 0,2-2 0 0,0 7 0 16,0-7 0-16,3 2-9 0,0 3 9 0,0-3 0 16,3 0 0-16,3 3-8 0,-3-5 8 0,6 2 0 15,-3 0 0-15,3-2 0 0,3 0 0 16,0-4-8-16,3 1 8 0,0 0 0 0,0 0-8 0,3 0 8 15,2-2-8-15,1-4 8 0,0 3 0 0,0-2-8 16,3 0 8-16,0-1 0 0,3-2 0 0,-1 0 0 16,1-2 0-16,0-1 0 0,0 0 0 0,0-2 0 15,0 3 0-15,-1-6 0 0,1 0 12 0,0-3-3 16,-3 3 0-16,0-2 0 0,-3-1 11 0,0 0 1 0,-3-7 1 0,-1 2 0 16,-5 0-2-16,0-2-1 0,0 4 0 0,-6-7 0 15,0 5-7-15,-3-5 0 0,0 5-1 0,-6 0 0 16,0 3-11-16,1-3 8 0,-7 3-8 15,0 5 8 1,-3-2-31-16,0 4-6 0,-3 1-2 0,-3 0 0 0,4 2-125 0,-4 3-24 16</inkml:trace>
  <inkml:trace contextRef="#ctx0" brushRef="#br0" timeOffset="25964.449">9045 4543 1177 0,'0'0'25'0,"0"0"6"0,0 0 1 0,0 0 2 0,0 0-34 0,0-5 0 0,0 5 0 0,3-3 0 15,-3 3 101-15,0-5 14 0,3 2 2 0,-3 3 1 16,0 0-16-16,0-5-3 0,-3 2-1 0,3 3 0 16,0 0-11-16,0-5-3 0,-3 0 0 15,-3 2 0-15,3-2-15 0,3 5-3 16,-3-3-1-16,-3 1 0 0,6 2-24 0,-5 0-5 15,-4-3 0-15,3 3-1 0,-3 0-11 0,3 0-1 0,-3 3-1 0,0-3 0 16,0 5-10-16,3-3-1 0,-3 4-1 0,0-4 0 16,0 6-10-16,0 0 0 0,3-2 0 0,-3 4 0 15,3 3 0-15,1-5 0 0,-1 6 0 0,0 1 0 16,0-4 0-16,3 2 0 0,0 3 0 0,3 0-11 16,-3-3 11-16,3 0 0 0,3 3 0 0,0-5-8 15,0 2 8-15,0-2 0 0,3-1 0 0,0 1 0 16,-1-3 0-16,4 2 0 0,-3-2 0 0,3 0 0 15,0-2 0-15,0-1 0 0,3 3 0 0,-3-3 0 16,3 0 0-16,3-2-10 0,-3 2 10 0,3-2 0 0,-1 0-22 16,4-1 2-16,-3-2 1 0,3 3 0 15,3-3-90-15,-3 0-19 0,3 0-3 0,-1 0-905 16</inkml:trace>
  <inkml:trace contextRef="#ctx0" brushRef="#br0" timeOffset="26901.7">10912 4501 1056 0,'0'0'30'0,"0"0"6"0,0 0-28 0,0 0-8 0,0 0 0 0,0 0 0 15,0 0 91-15,0 0 17 0,0 0 3 0,0 0 1 16,0 0-17-16,0 0-3 0,0-5-1 0,0 5 0 15,0 0-9-15,0-6-2 0,0 6 0 0,0 0 0 16,-3-5-16-16,3 5-4 0,-6-3-1 0,0 3 0 16,0-8-11-16,0 8-1 0,-3 0-1 0,0-2 0 15,0 2-13-15,-3 0-2 0,0 2-1 0,0-2 0 0,3 0-10 0,-2 3-3 16,-1-3 0-16,-3 5 0 16,3-2-9-16,0 2-8 0,-3 1 12 0,3 1-12 0,0 1 0 0,0 3 0 15,0 0 0-15,1-1 0 0,2 3 0 16,0 1 0-16,0 2 0 0,3-1-9 0,-3 1 21 0,3 0 4 15,3 0 0-15,0 0 1 0,0-3-17 0,3 0 0 16,0 1 0-16,3-1 0 0,0-3 0 0,0 1 0 16,3-3 0-16,0 0 0 15,0 0-18-15,3 0-7 0,0-6-2 0,0 4 0 0,2-4 27 0,1 1 0 16,3 0 0-16,-3-1 0 0,6 1 0 0,-3-3-8 0,3 0 8 16,0 0 0-1,-1-3-33-15,-2 3-2 0,3-2 0 0,0-1 0 16,-3 3-67-16,3-3-14 0,-3-2-2 0,-3 5-1 0</inkml:trace>
  <inkml:trace contextRef="#ctx0" brushRef="#br0" timeOffset="33095.932">16948 4416 1310 0,'0'0'37'0,"0"0"8"0,0 0-36 15,0 0-9-15,0-5 0 0,0 5 0 0,0-5 135 0,0 5 25 16,0-6 4-16,0 6 2 0,0-5-52 0,0 5-10 16,0 0-3-16,0 0 0 0,0-5-28 0,0 5-5 15,0 0-2-15,0 0 0 0,0 0-21 16,0 0-4-16,0 0-1 0,0 0 0 15,0 0-15-15,0 0-3 0,0 0-1 0,0 0 0 0,0 0-6 0,3 5-2 16,0 0 0-16,-3 1 0 0,3 4 23 0,0-7 5 16,-3 5 1-16,3-3 0 0,0 3-34 0,-3 0-8 15,0 0 0-15,3 0 0 16,-3 2-19-16,0-2-5 0,0 3-2 0,0-3 0 0,0 2 42 0,0 6 8 0,0-8 1 16,0 5 1-16,0 1-26 0,0-1 0 0,0 0 0 15,0 0 0-15,0 1 0 0,0 1 0 16,0-1 0-16,-3 2 0 0,3-6-10 0,0 1-7 0,0 5-2 0,0-6 0 15,0 1 19-15,0-1-10 16,0-2 10-16,0 0-8 0,0 0-5 0,0 3-1 0,0-9 0 0,3 6 0 31,-3-2-90-31,0-1-17 0,3 0-4 0,-3 1-613 0,3-1-122 0</inkml:trace>
  <inkml:trace contextRef="#ctx0" brushRef="#br0" timeOffset="34234.966">22122 4522 1018 0,'0'0'22'0,"0"0"5"0,0 0 1 0,0 0 1 0,0 0-29 0,0 0 0 0,0 0 0 0,0-3 0 16,3-5 88-16,-3 8 12 0,0-5 3 0,0 5 0 16,0-5-4-16,0 5-1 0,0-5 0 0,0 2 0 15,0 3-9-15,0 0-1 0,0 0-1 0,0 0 0 0,0 0-19 0,0 0-3 16,0 0-1-16,0 0 0 0,0 0-20 0,0 0-4 15,0 0 0-15,0 0-1 0,0 0-12 0,0 5-3 16,0-5 0-16,0 8 0 0,0 0-10 0,-3 5-2 16,3-5-1-16,0 5 0 0,0-2-11 0,0 2 8 15,0 3-8-15,0 0 8 0,0 3-8 0,0-6 12 16,0 3-12-16,0 0 12 0,0 2-4 0,3-2 0 16,-3-3 0-16,0 6 0 0,3-9-8 0,-3 4 8 15,3 1-8-15,-3-4 8 0,0 5-8 0,3-8 0 16,-3 2 9-16,0-2-9 0,2 3 10 0,-2-6-2 15,0 3-8-15,3-3 12 0,-3 3-12 0,0-2 0 16,0-1 8-16,0-5-8 0,0 5 0 0,0-5 0 0,0 6 0 16,0-6 0-1,0 2-28-15,0-2-9 0,0 0-2 0,0 0 0 16,0 0-140-16,0 0-28 0,0 0-5 0</inkml:trace>
  <inkml:trace contextRef="#ctx0" brushRef="#br0" timeOffset="35072.629">20586 4726 1396 0,'0'0'31'16,"0"0"6"-16,0-6 2 0,0 1 0 0,0 0-31 0,0 0-8 0,0-1 0 0,0 4 0 15,-3-4 117-15,0 1 23 0,3 0 4 0,-3-1 0 16,0 1-41-16,0 0-9 0,0 2-2 0,0 1 0 16,-3 2-24-16,0-8-4 0,3 5-2 0,3 3 0 15,-9-3-19-15,3 3-4 0,0 0-1 0,-3 0 0 16,3 3-17-16,-3 0-3 0,0 5-1 0,3-6 0 0,-3 6-17 0,1 0 8 15,2 0-8-15,-3 3 0 0,3-1 0 0,0 1 0 16,0-1 0-16,0 4 0 0,0-4 0 0,3 1 0 16,0-1 0-16,3 1 0 0,-3 5 0 15,3-8 0-15,3 0 0 0,0 2-9 0,0 1 9 0,3-6 0 16,-3 0 0-16,3 3 0 0,3-2 0 0,0-1 0 16,0 3 0-16,0-8 0 0,2 3 0 0,1-1-8 15,3 1 8-15,-3-3 0 0,3 0 0 0,0-3 0 16,0 3 0-16,3-2 0 0,-4-1 0 0,1-5 0 0,3 5 0 15,-3-5 0-15,0 3 0 0,0-3 0 0,0 3 0 16,-3-6 0-16,0 3 8 0,-3-2 0 0,-4 2 0 0,1-5 0 16,-3 2 14-16,0-2 3 0,0-3 1 0,-3 3 0 15,-3-6-4-15,0 3-1 0,-3-2 0 0,0 2 0 16,-2 0-9-16,2 3-3 0,-3 0 0 0,-3 2 0 16,3 0-9-16,-3 3 8 0,0 1-8 0,0 1 8 15,0 1-8-15,3 0 0 0,-3 2 0 16,0 0 0-1,4 1-31-15,-4 2 2 0,-3-3 0 0,3 3 0 16,0 0-91-16,0 0-19 0,0 0-3 0,3 3-955 0</inkml:trace>
  <inkml:trace contextRef="#ctx0" brushRef="#br0" timeOffset="35747.549">18797 4456 1332 0,'0'0'29'0,"0"0"7"0,-9 0 0 0,3 3 1 0,0-3-29 0,0 2-8 0,-3 1 0 0,0-3 0 16,0 2 89-16,0 4 17 0,0-4 3 0,0 6 1 15,-3-5-28-15,4 2-6 0,-4 1 0 0,0 1-1 16,0 1-20-16,3 3-4 0,-3 0-1 0,3-1 0 16,0 3-20-16,0 1-4 0,0-1-1 0,3 0 0 15,0 0-12-15,0 3-2 0,0-3-1 0,0 1 0 16,3-1 0-16,3 0 0 0,-2-2 0 0,2-1 0 15,2 1 0-15,-2-1 0 0,3-2 0 0,3 0 0 16,-3 0 5-16,3 0 1 0,3-5 0 0,-3 5 0 16,3-8 0-16,3 0 0 0,0 0 0 0,0 0 0 0,3 0-1 15,0-8 0-15,5 5 0 0,-2-5 0 16,3 3-3-16,-3 0 0 0,3-9 0 0,0 1 0 0,-6 3 0 0,2-6 0 16,-2 3 0-16,-3-1 0 0,0-2 11 0,-3 3 1 15,-3-3 1-15,0 0 0 0,0 1-4 0,-3 1-1 16,0-2 0-16,-6 3 0 0,0 0-3 0,-3 0-1 15,0 2 0-15,-3 3 0 0,0-5-4 0,0 5 0 0,-3 0-1 0,-3 3 0 16,1 2-11-16,-1-2 0 0,-3 2 0 16,0 3 0-16,0-5 0 0,0 5 0 0,3 0 0 0,-2 5 0 31,2-5-161-31,0 8-25 0,0-8-5 0,0 6-897 0</inkml:trace>
  <inkml:trace contextRef="#ctx0" brushRef="#br0" timeOffset="36754.203">14984 4474 1160 0,'0'0'32'0,"0"0"9"0,0 0-33 15,0 0-8-15,0 0 0 0,0 0 0 0,-6-2 136 0,6 2 26 16,-6 0 5-16,-3 0 1 0,3-3-83 0,0 3-16 15,0 0-3-15,-3 0-1 0,3 0-1 0,-3 0 0 16,0 3 0-16,0-3 0 0,0 0 0 0,0 2 0 0,1-2 0 0,-4 8 0 16,6-8-51-16,-3 3-13 0,0 2 0 15,0-5 0-15,3 6 54 0,-3-1 8 0,3 0 2 16,0 3 0-16,0 0-52 0,0 0-12 0,3 0 0 0,0 2 0 16,0 1 0-16,3 0 0 15,0-1 0-15,0 3 0 0,0-2 0 0,3 0 0 16,0-1 0-16,3 1 0 15,0-1-48-15,0 4-13 0,3-9-3 0,0 3 0 0,0-3 52 0,0 0 12 16,3 1 0-16,0-4 0 0,2 4 0 0,-2-6 0 0,0-6 0 0,3 6 0 16,0-5 0-16,0 0 0 0,0-1 0 0,3-1 0 15,0-1 0-15,-4-3 0 0,1 0 0 0,0 3 0 16,0-7 48-16,-3 4 13 0,0 0 3 0,-3-4 0 16,0-1-52-16,-3 5-12 0,-3-2 0 0,0 2 0 15,-3 3 0-15,-3-5 0 0,-3 5 0 0,0 0 0 16,0 0 54-16,-3-2 8 0,0 2 2 0,-3 3 0 15,0-1-52-15,0 1-12 0,0 2 0 0,-3-5 0 16,4 6 0-16,-1 2 0 0,3-3 0 0,-3 3 0 16,0 0-18-16,3 0-6 0,0 0-2 0,-3 0 0 15,3 3-12-15,0-3-2 0,0 2-1 0,-3 6 0 16,4-8-142-16,-4 3-28 0,3 2-5 0</inkml:trace>
  <inkml:trace contextRef="#ctx0" brushRef="#br0" timeOffset="37536.405">13213 4424 1659 0,'-6'0'36'0,"0"0"8"0,-3 0 2 0,0 0 1 0,0-3-38 0,-3 3-9 0,0 3 0 0,0-3 0 16,-3 0 68-16,3 0 12 0,0 3 3 0,-2-3 0 15,2 2 5-15,0 1 2 0,0 0 0 0,0-1 0 16,3 1-47-16,-3 2-10 0,3-2-1 0,0 2-1 16,3-2-15-16,-3 2-2 0,3 0-1 0,0 3 0 15,-2 0-3-15,5 0-1 16,-3-2 0-16,3 1 0 0,0 4-9 0,0 2 0 0,0-5 9 0,0 3-9 15,3 2 0-15,0-2 0 0,0-1 0 0,0 3 0 16,0-2 0-16,3 0 0 0,0-1 0 16,0-2 0-16,0 0 0 0,3 0 0 0,0 3 0 0,0-9 0 15,2 4-17-15,1-4 1 0,0 1 1 0,3-3 0 16,0-3 15-16,3 1 0 0,0-4 0 0,3-2 0 16,0 0 0-16,-1-2 0 0,4-1 0 0,-3 1 0 15,3-1 12-15,-3 0 4 0,-3-2 2 0,0 3 0 16,0-1-8-16,-7-2-2 0,1 2 0 0,-3-2 0 15,-3 2 20-15,0 1 4 0,-6-1 1 0,0-2 0 16,0 0-1-16,-3 2 0 0,-3-2 0 0,-2 2 0 16,-1 1-15-16,-3-1-3 0,-3 3-1 0,0 0 0 15,0 3 9-15,-3-3 2 0,3 3 0 0,-2 2 0 0,2 1-24 16,-3 2 0-16,3 0 0 0,3 0 0 16,0 5-28-16,0 0-11 0,4-2-1 0,-1 5-1 15,3-3-95-15,0 3-18 0,0 5-4 0,0-8-898 0</inkml:trace>
  <inkml:trace contextRef="#ctx0" brushRef="#br0" timeOffset="38473.48">24071 4551 1465 0,'0'0'32'0,"0"0"6"0,0-5 2 0,-3 0 2 0,3-1-34 0,0 1-8 0,0 5 0 0,-3-3 0 15,0-5 128-15,-3 8 23 0,3-8 5 0,-3 6 0 16,1-1-57-16,-1 0-12 0,0 3-3 0,-3-2 0 15,0 2-32-15,0 0-6 0,-3 2-2 0,0-2 0 16,0 6-23-16,-3-4-5 0,3 6 0 0,0-5-1 16,-2 5-6-16,2 0-1 0,0 2 0 0,0 1 0 0,0 0-8 15,0 2 0-15,3 0 0 0,0 0 0 16,-3 3 0-16,6 0 0 0,-3-3 0 0,3 3 0 0,3 0 0 16,-3 0 0-16,3-3 0 0,3 6 0 15,0-9 0-15,0 9 0 0,3-9 0 0,0 1 0 16,3 0 0-16,0-1 0 0,0-2 0 0,3 3 0 0,0-6 0 0,0 3 0 15,0-5 0-15,6-1 0 0,0-2 0 0,0 0 0 16,3 0 0-16,-1 0 0 0,1-2 0 0,0 2 8 16,3-3-8-16,0-2 8 0,-3-1 7 0,-1 1 1 15,1-3 0-15,0 0 0 0,-3 3 1 0,0-11 1 16,-3 5 0-16,0 1 0 0,0-6 2 0,-3 3 0 0,-3-6 0 0,0 3 0 16,-1-2-10-16,-2 2-2 0,-3-3 0 15,0 3 0-15,0 1 2 0,-3-1 0 0,1 3 0 0,-4 2 0 16,3-2-10-16,-3 2 8 0,-3 1-8 0,0 2 8 15,0 2-19-15,-3-2-4 0,0-2-1 16,0 4 0 0,-6 4-78-16,3-1-16 0,-2 1-3 0,-7-1-1019 0</inkml:trace>
  <inkml:trace contextRef="#ctx0" brushRef="#br0" timeOffset="81553.869">14525 10764 1486 0,'0'0'32'0,"-9"-3"8"0,-3 3 0 0,4 0 3 0,-4-2-35 0,0 2-8 0,0-3 0 0,-3 3 0 16,3-3 0-16,-3 1 0 0,-3 2 9 0,0-3-9 15,1 0 48-15,-1 3 6 0,-3-2 1 0,3 2 0 16,-3 0-37-16,0-3-7 0,3 3-2 0,-5 0 0 16,5 0 39-16,-3 0 7 0,-3 3 1 0,0-3 1 15,1 0-24-15,-1-3-5 0,0 6 0 0,-3-3-1 16,0-3-7-16,3 3-2 0,-2 0 0 0,-1 0 0 15,0 0 6-15,0 0 2 0,4 0 0 0,-1 3 0 0,0-1-26 0,0 1-12 16,0-3 0-16,0 3 1 0,1-1 11 16,-4 1 0-16,3-3 0 0,-3 5 0 0,0-2 0 0,1 2 0 15,-1-2 0-15,-3 5 8 0,3-3-8 0,1 3 9 16,2 0-9-16,-3 0 10 0,3 2-10 0,0-2 0 16,-2 3 9-16,-1 0-9 0,0-1 14 15,-3 1-2-15,0-1 0 0,1 4 0 0,2-4-12 16,-3 3-16-16,3 3 3 0,-2-3 1 0,2 1 31 15,0 2 6-15,3-3 2 0,-3 3 0 0,1 0-19 0,-1-1-8 16,0 1 8-16,0 0-8 0,0 0 0 0,1 3 0 16,2-1 8-16,-3 1-8 15,3 2-24-15,-3-3-6 0,7 1-2 0,-4-1 0 0,3-2 51 0,0 0 9 0,3 0 3 0,0 0 0 32,3 0-50-32,1 0-9 0,2 0-3 0,0-1 0 0,0-1 31 0,3-1 0 15,0 0 0-15,3 3 0 0,0-3 0 0,3-2 0 0,0 2 0 0,0 3 0 16,3-3 12-16,3 3 8 0,0 0 1 0,0 0 1 15,3 0-22-15,0-1 0 0,0 1 0 0,3 3 0 16,0-1 0-16,0-2 0 0,3 0 0 0,3 3 0 16,-4-3-20-16,4-3 0 0,3 3 1 0,-3 0 0 15,3-3 19-15,3 3 0 0,-3-3 0 0,5 3 0 16,-2-6 8-16,3 4 6 0,0-1 1 0,0 3 0 16,3-6-15-16,-4 3 0 0,1-2 0 0,3 0 0 15,-3-1 0-15,3-2 0 0,-1 0 0 0,1 0 0 16,3 0 0-16,3 0 0 0,-1 0 0 15,1 0 0-15,-3-3 0 0,3 3 0 0,-1-3 0 0,1-2 0 0,-3 0-9 16,3-3-5-16,-4 0-1 0,4 0 0 16,0 0 15-16,3-3 0 0,-4 0 0 0,4 1 0 0,-3-4 16 15,3 1 7-15,-4 0 1 0,4-3 0 0,-6-3-39 16,2 1-7-16,1-1-2 0,3 1 0 0,0-4 24 0,-1 4 0 16,1-4 0-16,3 4 0 15,-3-3 19-15,-1-3 8 0,1 0 1 0,0 0 1 16,-4-2-46-16,1 2-10 0,0 0-1 0,0-5-1 0,-1 2 29 0,-2-2 0 15,0-3 0-15,0 0 0 0,-4 3 23 0,1 0 10 16,-3 2 3-16,-3-2 0 0,0 0-23 0,-3 3-4 16,-4-4-1-16,1 4 0 0,0 2 3 0,-3-3 0 0,0 1 0 15,0-1 0-15,-3 1-2 0,-3 2 0 0,0 0 0 16,0 0 0-16,-3 0-9 0,3 1 0 0,-3-4 0 0,0 0 0 16,-3 1 53-16,0-1 9 15,0 4 2-15,-3-4 0 0,0 1-52 0,-3-1-12 16,3 0 0-16,-3 4 0 15,0-4-20-15,-3 3-8 0,3-2 0 0,-6-3-1 16,0-1-23-16,-3-1-4 0,0-4 0 0,-5 1-1019 0</inkml:trace>
  <inkml:trace contextRef="#ctx0" brushRef="#br0" timeOffset="97818.995">18624 12071 1497 0,'0'0'32'0,"0"0"8"0,0 0 0 0,-3 3 4 0,3-3-36 0,-6 2-8 0,6-2 0 0,0 0 0 15,0 0 104-15,-6 3 20 0,6-3 3 0,0 0 1 16,0 0-52-16,0 0-9 0,0 0-3 0,0 0 0 0,0 0-51 0,0 0-13 15,0 0 0-15,0 0 0 0,0 0 34 0,0 0 4 16,0 0 1-16,6 3 0 0,-3-1-11 0,3-2-3 16,0 3 0-16,0 0 0 0,0-1-25 0,3 1 0 15,0-3 0-15,0 0 0 0,0 3 0 0,3-3 0 16,-1 0 0-16,4 0 0 0,0 0 0 16,3 0 0-16,0 0 0 0,0 0 0 0,3-3 0 15,-1 3 0-15,1-3-9 0,3 3 9 0,0-2 0 0,0 2 0 16,-3 0 8-16,2 0-8 0,1 0 0 0,0 0 0 15,0 0 0-15,3 2 0 0,-4-2 0 0,4 0 0 16,0 0 0-16,0 0 0 0,0 0 0 0,2 0 0 16,-2 3 0-16,0-3 0 0,0 0 0 0,-3 0 0 0,-1 3 0 0,1-1 0 15,0-2 0-15,-3 5 0 0,3-2 0 0,-1 0 0 16,1-1 0-16,0 1 0 16,3-3 0-16,-3 3 0 0,-1-1 0 0,4 1 0 0,-3-3 0 0,3 3 0 15,-3-1 0-15,0-2 0 0,-4 3 0 0,1-3 0 16,0 3 0-16,0-1 0 0,-3 1-11 0,3-1 11 15,-1-2 0-15,-2 3 0 0,0-3 0 0,0 0 0 16,0 3 8-16,0-3-8 0,0 2 0 0,-4-2 8 16,1 0-8-16,0 0 0 0,0 0 0 0,-3 0 0 15,0 0 0-15,0 0 0 0,-3 0 0 0,0 0 0 16,0 0 0-16,-3 0 0 0,-1-2 0 0,1 2 0 16,-3 0-14-16,-3 0-5 0,0 0-1 0,0 0 0 15,0 0 2-15,0 0 0 0,0 0 0 0,0 0 0 16,0 0-14-1,0 0-4-15,0 0 0 0,0 0 0 0,0 0-80 0,0 0-17 16,-3-6-3-16</inkml:trace>
  <inkml:trace contextRef="#ctx0" brushRef="#br0" timeOffset="103845.929">20115 12098 1202 0,'0'0'26'0,"0"0"6"0,0 0 0 0,0 0 3 0,0 0-35 0,0 0 0 16,0 0 0-16,0 0 0 0,0 0 65 15,0 0 7-15,0 0 0 0,0 0 1 0,0 0-9 0,0 0-1 16,0 0-1-16,0 0 0 0,0 0-4 0,0 0-1 16,0 0 0-16,0 0 0 0,-6-3-31 0,6 3-6 15,-3-5-2-15,0 2 0 0,3 3 35 0,0-5 7 0,-3-1 2 0,3 4 0 16,-3-4-30-16,3 1-7 16,-2 0-1-16,2 0 0 0,0-1 15 15,-3 1 2-15,3-3 1 0,0 0 0 0,0-3-34 0,0 4-8 0,0-4 0 0,0 0 0 16,0-2 16-16,0 0 2 0,0 0 0 15,0-3 0-15,0 0 22 0,0 0 5 0,0 0 1 0,0 0 0 16,0 0-37-16,0-2-9 0,0-1 0 0,0 1 0 16,-3-1 0-16,3 1 0 0,0 2 0 0,0-3 0 15,-3 4-15-15,3-1-5 0,-3-3 0 0,3 1-1 16,-3-1 21-16,3 1 0 0,-3-1 0 0,0-2 8 16,3 2 0-16,-3-2 0 0,0 0 0 0,0 3 0 15,0-1-8-15,0 3 12 0,0 0-12 0,0 0 12 16,0-2-12-16,0 2 0 0,0 0 9 0,0-2-9 15,0 2 0-15,0 0 0 0,3 3 0 0,-3 2 8 16,0-5-8-16,3 3 0 0,-3 0 0 0,3-1 0 16,-3 1 0-16,3 0 0 0,0 0 0 0,0 0 0 15,0-1 0-15,0 4 0 0,0-4 0 0,0 4 0 0,0-1 0 0,3 1 0 16,-3-1 0-16,0 3 0 0,3 0 0 0,-3 0 0 16,3 0 0-16,-3 0 0 0,3 1 0 0,-3 1 0 15,0 1 0-15,0 0 0 0,0-1 0 0,0 1 0 16,0 0 0-16,0 2 0 0,0-2 0 0,0 5 0 15,0-3 0-15,0 3 0 0,0-5 0 0,0 5 0 16,0-3 0-16,0 3 0 0,0 0 0 0,0 0 0 16,3-5 0-16,-3 5 0 0,0 0 0 0,0 0 0 0,0-5 0 0,0 5 0 15,0 0 0-15,0 0 0 16,0 0 0-16,0 0 0 0,0 0 0 0,0 0 0 16,3-3 0-16,-3 3 0 0,0 0 0 0,6-3 0 15,-6 3 0-15,3 0 0 0,-3 0 0 0,6 0 0 16,0 0 0-16,0 0 0 0,0 0 0 0,0 3 0 0,3-3 0 0,-3 0 0 15,2 3 0-15,1-3 0 0,0 0 0 0,3 2 0 16,-3-2 0-16,0 0 0 0,3 0 0 0,0 0 0 16,0 0 0-16,3 0 0 0,-3 0 0 0,2 0 0 15,4 0 0-15,0-2 0 0,0 2 0 0,0-3 0 16,0 3-13-16,0-3-1 0,2 3 0 0,-2 0 0 16,0 0 14-16,-3 0 0 0,3 0 0 0,-3 0 0 15,-3 0 0-15,0-2 0 0,0 2 0 0,-1-3 0 16,1 3 0-16,-3 0 0 0,-3 0 0 0,3 0 0 15,-3 0 0-15,0 0 8 0,-3 0-8 0,3-3 0 16,-3 3 8-16,-3 0-8 0,3 0 0 0,-3 0 0 0,6 0 0 16,-6 0 0-16,3 0 0 0,-3 0 0 0,6 0 0 0,-6 0 0 15,0 0 8-15,3 0-8 0,-3 0 0 16,0 0 0-16,0 0 0 0,0 0 0 0,0 0 0 0,3 3 0 16,-3-3 0-16,0 0 0 15,3 5 8-15,-3-5-8 0,3 6 0 0,0-4 0 0,-3-2 9 0,0 8-9 16,3-2 0-16,-3-1 9 0,0-5-9 0,3 8 0 15,-3 0 0-15,0-3 0 0,3 3 0 0,0 0 0 16,-3 0 0-16,0 0 0 0,3 2 0 0,-3-2 0 16,3 3 0-16,-3-3 0 0,3 0 0 0,-3 2 0 15,3 1 0-15,-3-1 0 0,2 1 0 0,1 0 0 16,-3 2 0-16,0-3 0 0,3 4 0 0,0-1 0 16,-3-3 0-16,3 1 0 0,0 0 0 0,-3 2 0 0,0-5 0 15,3 5 0-15,-3-2 0 0,3 2 0 0,-3 0 0 0,3-2 0 16,-3 2 0-16,0-2 0 0,3-1 0 0,-3 3 0 15,0-2 0-15,0-1 0 0,0 4 0 0,3-4 0 16,-3 4 0-16,0-1 0 0,0 0 0 0,0 0 0 16,0 3 0-16,0-3 0 0,0 3 0 0,0 0 0 15,0 0 0-15,0 0 0 0,3-3 0 0,-3 0 0 16,0 1 0-16,0 1 0 0,0-1 0 0,0-4 0 16,0 3 19-16,0-2 1 0,0 0 1 0,0 2 0 15,0-3-21-15,0 1 0 0,3 0 0 0,-3 2 0 16,0-3-12-16,0 1-8 0,0 0 0 0,0-1-1 15,0-2 30-15,0 3 7 0,0-3 0 0,0 2 1 16,0 1-27-16,0-1-6 0,0 1 0 0,0 0-1 16,0-1 17-16,-3 1 0 0,3-3 0 0,0 2 0 15,-3 1 0-15,3-1 0 0,0 1 0 0,0-3 0 0,0 2 0 16,0-2 0-16,-3 3 0 16,3-3 0-16,0 3 0 0,0-1 0 0,-3-2 0 0,3 0 0 0,0 0 0 0,0-3 0 15,-3 3 0-15,3 0 0 0,0-3 0 0,0 3 0 16,0-5 0-16,0 2 0 0,0 1 0 0,0-1 0 15,0 0 0-15,0 0 0 0,0-5 0 0,0 8 0 16,0-5 0-16,0-3 0 0,0 5 0 0,0-5 0 16,0 0 0-16,0 6 0 0,0-6 0 0,0 0 0 0,3 5 0 15,-3-5 0-15,0 0 14 0,0 0 6 16,0 0 2-16,0 5 0 0,0-5-22 0,0 0 0 0,6 5 0 16,-6-5 8-16,3 3-8 0,-3-3 0 15,0 0 0-15,6 0 0 0,-6 0-20 0,6 3-1 0,-3-3-1 0,3 2 0 16,-6-2 22-16,6 0 0 0,-3 0 0 0,3 0 0 15,0 3 0-15,-3-3 0 0,3 0 0 16,0 0 0-16,-3 0 0 0,3 0 0 0,0 0 0 0,0 0 0 16,0 0 0-16,0 0 0 0,-1 3 0 0,4-3 0 15,-3 0 0-15,3 0 0 0,0-3 0 0,0 3 0 16,0 0 0-16,0 0 0 0,0 0 0 0,0-3 0 16,3 3 0-16,-3 0 0 0,0 0 0 0,0-2 0 15,2 2 0-15,-2 0 0 0,3-3 0 0,-3 3 0 16,3 0 0-16,-3 0 0 0,0 0 0 0,0-3 0 15,0 3 0-15,0 0 0 0,0-2 0 0,-3 2 0 0,3 0 0 0,-3 0 0 16,0 0 0-16,-1 0 0 0,1 0 0 16,0 2 0-16,0-2 0 0,0 0 0 0,0 0 0 0,0 0 0 15,3 0 0-15,-3 0 0 0,0 0 0 16,0 0 0-16,0 0 0 0,0 0 0 0,0 0 0 16,3 3 0-16,-3-3 0 0,0 0 0 15,3 0 0-15,-3 0 0 0,0-3 0 0,2 3 0 16,-5 0 0-16,3 0 0 0,0-2 0 0,0 2 0 0,0-3 0 15,0 3 0-15,0 0 0 0,-6 0 0 0,6 0 0 0,0-2 0 16,0 2 0-16,-6 0 0 0,6-3 0 0,0 3 0 16,-6 0 0-16,6-3 0 0,0 3 9 0,-6 0 7 15,0 0 0-15,3-2 1 0,-3 2-17 0,3-3 0 16,-3 3 8-16,6-3-8 0,-3-2 0 0,0 2 0 16,-3-2 0-16,0 5 0 0,6-3 8 15,-6 3-8-15,0-5 0 0,0 0 0 0,3 0 8 0,-3-1-8 0,-3 1 0 0,3-3 0 16,0 3 0-16,0-3 0 0,-3 0 0 0,0-3 0 15,0 1 0-15,0-1 0 0,0-2 0 0,0 0 0 16,-3-3 8-16,3 0-8 0,0 0 0 0,-3 0 0 16,3-2 0-16,0 2 0 0,0 0 0 0,-3 0 0 31,3 0-14-31,-3 3-10 0,3 0-1 0,0-3-1 0,0 3 26 0,0-3 0 0,0 0 0 16,0 3 0-16,0-1 0 0,3-2 0 0,-3 1 0 15,0-1 0-15,3 0 0 0,-3 0 0 0,3-3 0 0,-3 1 0 16,3-1 0-16,0-2 0 0,-3 3 0 0,3-1 0 15,-3-2 0-15,3 5 0 0,0-2 0 0,-3-1 0 16,3 3 46-16,0 0 14 0,0 3 4 0,0-3 0 16,0 3-52-16,-3 0-12 0,3 0 0 0,0-1 0 15,-3 1 0-15,3 0 0 0,-2 0 0 0,2-1 0 16,-3 4 0-16,0-3 0 0,3-3 0 0,-3 2 0 16,0 4 0-16,3-3 0 0,-3-3 0 0,0 3 0 0,3-1 0 15,-3 4 0-15,0-6 0 0,3 5 0 0,-3-2 0 0,3 2 0 16,-3 1 0-16,3-1 0 0,-3 1 0 0,3 2 0 15,0-3 0-15,-3 3 0 0,3 0 0 0,0 3 0 16,-3-3 0-16,3 3 0 0,0 0 0 0,-3-3-12 16,3 2 3-16,0 4 0 0,0-4 9 0,0 1 12 15,0 0-2-15,0 5-1 0,0-6-9 0,0 4 0 0,0 2 0 16,0 0 0-16,0-5 0 0,0-1-17 16,0 6 4-16,3-2 1 0,-3 2 12 0,0-3 0 15,0 3 0-15,3-3 0 0,0-2 0 0,-3 5 0 16,3-3 0-16,3 1 0 0,-6 2 0 0,3-3-9 0,3 0 9 0,0 1 0 15,-6 2 0-15,6-3 0 0,-1 0 0 0,4 3-8 16,-3-2 8-16,0 2 0 0,3-3 0 0,0 3 0 16,3 0 0-16,-3 0 0 0,3 0 0 0,3 0 0 15,-3-2 0-15,6 2-10 0,-4 2 10 0,1-2 0 16,3-2 0-16,0-1-8 0,0 0 8 0,0 3 0 16,-3-2 0-16,3 2 0 0,-4-3 0 0,1 3 0 15,0-3 0-15,0 3 0 0,3-2 0 0,-3-1 0 16,0 0 13-16,0 3 7 0,-1 0 0 0,1-2 1 15,0 2-33-15,0-3-8 0,-3 3 0 0,0-3-1 16,0 3 21-16,-3 0 0 0,0-2 0 0,0-1 0 16,-3 3 0-16,-1 0 0 0,-5 0 0 0,0 0 0 15,0 0 0-15,0 0 0 0,0 0 9 0,0 0-9 0,0 0 8 16,0 0-8-16,0 0 8 0,0 0-8 16,0 0 0-16,0 0 8 0,0 0-8 0,0 0 0 15,0 0 0-15,0 0 0 0,0 0 0 0,0 0 0 16,0 5 0-16,0-5 0 0,0 6 0 0,0 2 0 0,0-3 0 15,0 0 0-15,0-5 0 0,0 8 0 0,0 0 0 0,0-3 0 16,-2 1 0-16,2 2 0 0,0-3 0 0,-3 3 0 16,3-3 0-16,0 3 0 0,0-3 0 0,0 6 0 15,0-3 0-15,0 3 0 0,0 2 0 0,0 0 0 16,0 0 0-16,0 0 0 0,0 3 0 0,0 3-8 16,0-3 8-16,0 2 0 0,0 1 0 0,0-1 0 0,0-2 0 15,0 0 0-15,0 0 0 0,0 0 0 0,0 0 0 0,3-3 0 16,-3 0 0-16,0 0 0 0,2 3 0 0,1 0 0 15,0-3 0-15,0 1 0 0,-3-1 0 0,3 0 0 16,0 0 0-16,0 3 0 0,-3-3 0 0,3 6 0 16,0-3 0-16,0 0 0 0,0 2 0 0,-3 3 0 15,3-5 12-15,-3 5 0 0,3-2 1 0,-3-1 0 16,3 1-13-16,-3-1 0 0,3-2 0 0,-3 0 0 16,3-3 0-16,-3 3 0 0,3-2 0 0,-3 1 0 15,0-1 0-15,3-1 0 0,-3-3 0 0,0 4 0 16,0-1 0-16,3-2 0 0,-3-1 0 0,0 3 0 15,3-2 0-15,-3-1 0 0,0 4 0 0,3-1 0 16,-3 0 0-16,0 0 0 0,0-2 0 0,3 2 0 16,-3-2 0-16,3 2 0 0,-3-2 0 0,0-1 0 15,3 1 0-15,-3-1 0 0,0-2 0 16,0 3 0-16,0-3 0 0,0 0 0 0,0 0 0 0,0 0 0 16,0 0 0-16,0 0 0 0,0-3 0 0,0 0 0 0,0 3 0 15,-3-5 0-15,3-3 0 0,0 5 0 0,0 0 0 0,0-5 0 16,0 6 0-16,0-6 0 0,0 5 0 0,0-5 0 15,0 5 0-15,0-5 0 0,0 0 0 0,-3 5 0 16,3-5 0-16,0 0 0 0,0 0 0 0,0 6 0 16,0-6 0-16,0 0 0 0,0 0 0 0,0 0 0 15,0 0 0-15,0 0 0 0,3 2 0 0,-3-2 0 16,0 6 0-16,0-6 0 0,0 0 0 0,0 0 0 16,6 2 0-16,-6-2 0 0,3 3 0 0,-3-3 0 15,6 3 0-15,-3-1 0 0,3-2 0 0,0 0 0 16,-6 0 0-16,3 0 0 0,3 0 0 15,0 0 0-15,0 0 0 0,0 0 0 0,2 3 0 0,-2-3 0 0,0-3 0 0,0 3 0 16,0 0 0-16,3 0 0 0,-3 0 0 0,0 0 0 16,0 0 0-16,3 0 0 0,-3 0 0 0,0 0 0 15,3 0 0-15,0 3 0 0,0-3 0 16,0 0 0-16,0 0 0 0,-1 3 0 0,1-1-9 0,0-2 9 16,0 0 0-16,0 0 0 0,0 0 0 0,0 0 10 15,0 0-10-15,0 0 0 0,-3 0 0 0,3 0 0 16,0 3 0-16,0-3 0 0,0 0 0 0,0 0 0 15,-1 0 0-15,1 0 0 0,0 0 0 0,3 0 0 16,-3 0 0-16,0 0 0 0,3 0 0 0,0-3 0 16,-3 3 0-16,3 0 0 0,0-2 0 0,-3-1 0 15,2 3 0-15,-2 0 0 0,3 0 0 0,-3 0 0 16,0 0 0-16,0 0 0 0,-3 0 0 0,3-3 0 16,-3 3 0-16,0 0 0 0,0 0 0 0,-3 3 0 15,3-3 0-15,0 0 0 0,-3 0 0 0,-3 0 0 0,0 0 0 0,3 0 0 16,-3 0 0-16,0 0 0 15,6 0 0-15,-6 0 0 0,0 0 0 0,0 0 0 16,3-3 0-16,-3 3 0 0,0 0 0 0,0 0 0 0,0 0 0 0,0 0 0 16,6 0 0-16,-6 0 0 0,0 0 0 0,0 0 0 15,3 0 0-15,-3 0 0 0,5-2 0 0,-5 2 0 16,3-3 0-16,-3 3 0 0,0 0 0 0,3-3 0 16,-3 3 0-16,3-2 0 0,0-4 0 0,-3 6 0 15,0-5 0-15,3 2 0 0,-3-2 0 0,3 0 0 0,-3 2 0 16,0-2 0-16,0-3 0 0,0 3 0 0,0-3 0 0,0 0 0 15,0 0 0-15,0-3 0 0,0 1 0 16,0-4 0-16,0 1 0 0,-3 0 0 0,3-3 0 16,0 0 0-16,-3-2 0 0,3 2 0 0,0-3 0 0,-3 3 0 15,3 1 0-15,-3-1 0 0,0 0 0 16,0 0 0-16,3 0 0 0,-2 3 0 0,-1-3 0 16,0 3 0-16,0-3 0 0,-3 3 0 0,3-3 0 0,0 3 0 15,0-3 0-15,0 0 0 0,0 0 0 0,-3 0 0 16,6-2 0-16,-3 2 0 0,0-3 0 0,0 1 0 15,0-1 0-15,3 3 0 0,-3 0 0 0,0-2 0 16,3 2 0-16,-3 0 0 0,3 0 0 0,-3 0 0 16,3 0 0-16,-3 3 0 0,0-5 0 0,3 2 0 15,-3-3 0-15,3 3 0 0,0-2 0 0,-3 2 0 16,3 0 0-16,-3 0 0 0,3-2 0 0,-3 2 0 16,3-3 0-16,-3 1 0 0,3 2 0 0,-3-3 0 15,3 4 0-15,-3-1 0 0,0 0 0 0,3-3 0 0,-3 6 0 16,3 0 0-16,0-3 0 0,0 3 0 0,-3-1 0 0,3 4 0 15,0-3 0-15,0 2 0 0,0 0 0 0,0 1 0 16,0-1 0-16,0-2 0 0,-3 2 0 0,3 1 0 16,0-1 0-16,0 1 0 0,-3 2 0 0,3-3 0 15,0 3 0-15,0 0 0 0,0-2 0 0,0 2 0 16,-3 0 0-16,3 0 0 0,0 3 0 16,0-3 0-16,0 0 0 0,0 0 0 0,0 0 0 15,0 3 0-15,0-1 0 0,0-2 0 0,0 3 0 0,0 0 0 16,0 0 0-16,0-1 0 0,0 6 0 0,3-5 0 0,-3 2 0 15,0-2 0-15,0 5 0 0,3-5 0 0,-3 5 0 16,0-3 0-16,0 3 0 0,0 0 0 0,0 0 0 16,0 0 0-16,0 0 0 0,0 0 0 0,0-5 0 0,0 5 0 15,0 0 0-15,0 0 0 0,0 0 0 0,0 0 0 16,6 0 0-16,-6 0 0 0,0 0 0 0,0 0 0 16,3 0 0-16,3 0 0 0,-6 0 0 0,6 2 0 15,0-2 0-15,-3 3 0 0,3-3 0 0,0 3 0 16,0-1 0-16,0 1 0 0,3 0 0 0,-3-1 0 15,3 1 0-15,0 0 0 0,0-1 0 0,2 1 0 16,1 2 0-16,3-2 0 0,0-1 0 0,0 1 0 16,3 0-13-16,0-3-5 0,0 2-1 0,2-2 0 15,-2 3 19-15,3-3 0 0,-3 0 0 0,3 0 0 16,0 0 0-16,-3 0 0 0,-1-3 0 0,-2 3 0 16,3 0 0-16,-6 0 0 0,3 0 0 0,-3 0 0 15,0-2 0-15,0 2 0 0,-3-3 0 0,-4 3 0 16,1 0 0-16,0-3 0 0,0 1 0 0,0 2 0 0,-6 0 16 15,0 0 1-15,6 0 0 0,-6 0 0 16,0 0-17-16,0 0 0 0,0 0 0 0,0 0 0 0,0 0-8 0,0 0-6 16,0 0-1-16,3 0 0 0,-3 0 15 0,0 0 0 15,6 2 0-15,-6-2 0 0,6 3 0 0,-6-3 0 16,6 3 0-16,-6-3 0 0,3 5 0 0,3 0 0 16,-3 1 0-16,3-1 0 0,-3 0 0 0,0-2 0 15,0 2 0-15,0 3 0 0,0-3 0 0,0 3 0 16,0-2 0-16,0-1 0 0,0 3 0 0,0 0 0 0,0-3 0 15,0 3 0-15,0 0 0 0,0 0 0 0,0 0 0 16,0 0 0-16,0 0 10 0,0 0-10 0,0 0 8 0,-1-1-8 16,1 1 10-16,0 3-10 0,0-3 12 0,-3 0-12 15,3 2 10-15,0-2-10 0,0 0 8 0,-3 3-8 16,3 0 9-16,0 2-9 0,-3-3 10 16,3 4-10-16,0 1 11 0,-3-1-11 15,3 2 12-15,-3-3-12 0,3 5 10 0,-3-2-10 0,3 0 8 0,0 0-8 16,0 0 8-16,-3-3-8 0,0 3 0 0,3 0 8 15,-3-3-8-15,0-2 0 0,3 2 0 0,-3 0 0 16,0 0 0-16,3 1 0 0,-3-1 0 0,0 0 0 16,3 0 0-16,-3-2 0 0,0 2 0 0,0 0 0 15,3 0 0-15,-3 1 8 0,0-1-8 0,0 0 0 16,3 3 0-16,-3 0 0 0,0 0 8 0,0 2-8 16,0-2 0-16,0 0 0 0,0 3 0 0,0-1 0 15,0-2 0-15,0 0 0 0,3 0 0 0,-3 0 0 0,0-3 0 16,0 0 0-16,0 0 0 0,0 1 0 0,0-1 0 15,0 0 0-15,0-2 0 0,0 2 0 0,0-3 0 0,0 4 0 16,0-4 0-16,0 1 0 0,0-1 0 0,0 1 0 16,0 0 0-16,0-1 0 0,-3 1 0 0,3-1 0 15,0 1 8-15,-3-1-8 0,3 1 0 0,-3 0 0 16,3-1 0-16,0 1 8 0,-3-3-8 16,0 2 0-16,3-2 0 0,-3 3 0 0,3-3 0 0,-3 0 0 15,3 0 0-15,0 0 0 0,-3 0 0 0,3-3 0 16,0 0 0-16,-3 0 0 0,3 1 0 0,0-1 0 15,0 0 0-15,0-5 0 0,0 3 0 0,0 2 0 16,0-5 0-16,0 6 0 0,0-6 0 0,0 0 0 16,0 0 0-16,0 0 0 0,0 0 0 0,3 2 0 0,-3-2 8 0,0 0-8 15,0 5 0-15,0-5 0 0,0 0 0 0,6 3 0 16,-6-3 0-16,3 3 0 0,-3-3 0 16,6 2 0-16,-3 1 0 0,3-3 0 0,-3 3 0 0,3-1 0 15,0-2 0-15,-3 3 0 0,3-3 0 0,0 0 0 16,0 0 0-16,0 0 0 0,3 3 0 0,-3-3 0 15,2 0 0-15,1 0 0 0,3 0 0 0,-3 2 0 16,0-2 0-16,3 3 0 0,-3-3-9 0,0 3 9 16,3-3 0-16,0 2 0 0,-3 1 0 0,3-3 0 15,-1 3 0-15,1-1 0 0,0-2 0 0,3 3 0 16,0-1 0-16,0-2-8 0,0 3 8 0,0 0 0 16,3-3 0-16,-4 2 0 0,4-2 0 0,0 3 0 15,-3-3 0-15,3 0 0 0,0 3 0 0,-3-3 0 0,3 2 0 16,-4-2 0-16,1 0 0 0,0 0 0 15,-3 0 0-15,3 3 0 0,-3-3 0 0,0 0 0 16,-3 0 0-16,0 3 0 0,0-3 0 0,-1 2 0 0,1-2 0 0,-3 3 0 16,0-3 0-16,3 3 0 0,-3-1 0 0,0-2 0 15,0 0 0-15,0 0 0 0,0 3 0 0,0-3 0 16,0 0 0-16,0 0 0 0,0 0 0 16,0 0 0-16,-3 0 0 0,3 0 0 0,-6 0 0 0,6 0 0 15,0 0 0-15,-6 0 0 0,6 0 0 0,-6 0 0 16,0 0 0-16,6 0 0 0,-6 0 0 0,3-3 0 0,-3 3 0 15,5 0 0-15,-2-2-8 0,-3 2 8 16,0 0 0-16,3-3 0 0,-3 3 0 0,3-5-8 0,-3 5 8 0,3-3 0 16,0-2 0-16,-3 5 0 0,0-6 0 0,3 1 0 15,-3-3 0-15,0 3 0 0,-3 0 0 0,3-3 0 16,-3 0-8-16,0 0 8 16,0-3 0-16,0 3 0 0,0-5 0 0,0 2 0 15,1-2 0-15,-4 0 0 0,3-3 0 0,0 0 0 0,0 0 0 0,0 0 0 16,0 1 0-16,0-1-8 0,3 0 8 0,-3 0 0 15,0 3 0-15,0-1 0 0,3-1 0 0,-3 1 0 16,3-1 0-16,0-1 0 0,0 0 0 0,0 0 0 16,0 0 0-16,0 3 0 0,0-3 0 0,0 0 0 15,0-3-8-15,0 4 8 0,0-4 0 0,3 1 0 16,-3-1 0-16,0 1 0 0,3-4 0 0,-3 4 0 16,0-1 0-16,3-2 0 0,-3 5 0 0,0-2 0 15,3-1 0-15,-3 3 0 0,0 0 0 0,0 3 0 16,0-3 0-16,3 1 0 0,-3 1 0 0,0-4 0 0,0 2 0 15,0 0 0-15,0 0 0 0,3-2 0 0,-3-1 0 0,0 1 0 16,0-1 0-16,3-2 0 0,-3 0 0 0,0 2 0 16,0 1 0-16,3-4 0 0,-3 4 0 0,0 2 0 15,0 0 0-15,0 0 0 0,0 3 0 0,0 0 0 16,0 0 0-16,0 2 0 16,-3 0 0-16,3 1 0 0,0-1 0 0,0 1 0 0,-3 2 0 15,3-3 0-15,0 3 0 0,0 0 0 0,-3 3 0 0,3-3 0 16,0 3 0-16,-3 0 0 0,3-3 0 0,0 2 0 15,0 1 0-15,0 2 0 0,0-2 0 0,0 0 0 16,0-1 0-16,0 6 0 0,0-5 0 0,0 3 0 16,0-4 0-16,0 4 0 0,0-4 0 0,0 6 0 0,-3-2 0 0,3 2 0 15,0-6 0-15,0 1 0 0,-3 0 0 0,3 2 0 16,0-2 0-16,0 5 0 0,-3-5 0 16,3 2 0-16,0-2 0 0,-3-1 0 0,3 1 0 0,0 0 0 15,0 2 0-15,-3-2 0 0,3 2 0 0,0-2 0 16,0 2 0-16,0 3 0 0,-3-5 0 0,3 0 0 15,0-1 0-15,-3 1 0 0,3 0 0 0,-3-1 0 16,3 1 0-16,0 0 0 0,-3 2 0 0,3-2 0 16,0 0 0-16,-3 2 0 0,3-2 0 0,0 2 0 15,0 3 0-15,0-5 0 0,0 2 0 0,0 3 0 16,0 0 0-16,0 0-8 0,-3-5 8 0,3 5 0 16,0 0 0-16,0 0 0 0,0 0 0 0,0 0 0 15,0 0 0-15,0 0 0 0,0 0 0 0,0 0 0 16,0 0-9-16,0 0 9 0,0 0 0 0,0 0-9 0,0 0 9 15,0 0 0-15,0 0 0 0,0 0 0 16,6 0 0-16,-3 0-10 0,3 0 10 0,0 0 0 16,0 0 0-16,0 2 0 0,3 1 0 0,0 0 0 0,-1-3-8 0,4 5 8 15,3-5 0-15,3 3 0 0,-3-1-9 0,6 1 9 16,-3 0 0-16,6 2-9 0,-1-2 9 16,1 2 0-16,0-2 0 0,3-1 0 0,0 1 0 0,-1 2-8 15,7-5 8-15,3 3 0 0,0 2 0 0,2-2-8 16,4 2 8-16,3 0 0 0,-1-2 0 0,-2 0-8 15,0-1 8-15,2 1 0 0,4 0 0 0,-1-1 0 16,4 1 0-16,0-1 0 0,-4 1 0 0,1-3 0 0,-6 3 0 16,2-3-8-16,-2 2 8 0,0-2 0 0,-1 0 0 0,-2 0 0 15,0-2 0-15,-7 2 0 0,-2 0 0 16,-3-3 0-16,-3 3 0 0,-3-3 0 16,-4 1 0-16,-5-1 0 0,0 3 0 0,-3-2 0 15,0-1 0-15,-3 3 0 0,-3 0-11 0,-3 0 11 0,0 0-13 0,0 0 5 31,0 0-16-31,0 0-4 0,0 0 0 0,-6-3 0 16,-3 3-100-16,-3 0-21 0,0 0-4 0,-3 0-901 0</inkml:trace>
  <inkml:trace contextRef="#ctx0" brushRef="#br0" timeOffset="104751.222">20047 11158 1728 0,'0'0'38'0,"0"0"8"0,0 0 2 0,0 0 0 0,0 0-39 0,-6-2-9 15,0-1 0-15,3 0 0 0,-3 1 53 0,0 2 9 16,6 0 2-16,-6 0 0 16,0 0-8-16,0 0 0 0,0 0-1 0,0 2 0 0,-3 1-37 0,3 0-7 15,1-1-2-15,-4 3 0 0,0 1-9 0,0-1 0 16,0 0 0-16,0 3 0 0,3 0 0 0,-3 0 0 15,0 3 0-15,0-3 0 0,0 0 0 0,0 2 0 16,3-2 0-16,0 0 0 0,0 0 0 0,0-3 0 16,0 3 0-16,1-2 0 0,2 1 0 0,0-1 0 15,-3-1 0-15,3 3 0 0,3-8 0 0,0 0 0 16,0 0 0-16,0 0 0 0,0 0 0 0,0 0 0 16,0 0 0-16,0 0 0 15,0 0-49-15,0 0-12 0,0 0-3 0,3-5 0 0,0-1 52 0,3-2 12 16,0 1 0-16,2-4 0 0,-2 0 0 0,3 1 0 0,0-3 0 15,0-1 0-15,3 1 0 0,-3 0 0 0,3 2 0 0,-3-2 0 16,0 2 0-16,0 1 0 0,0-3 0 0,0 2 0 16,-3 3 54-16,-1 0 14 0,1 0 2 0,-3 3 1 15,0 0-11-15,0-1-3 0,0 4 0 0,-3 2 0 16,0 0-45-16,0 0-12 0,0 0 0 0,0 0 0 16,0 0 16-16,6 0 2 0,-6 0 0 0,6 2 0 15,-3 4-4-15,3-1-1 0,0 3 0 0,-3 0 0 16,3 0-2-16,0 0-1 0,-3 2 0 0,3 1 0 15,0-1 10-15,-3 4 3 0,3-6 0 0,3 5 0 16,0-5-23-16,0 2 0 0,0-2 0 0,-1 0 0 16,4-2-98-16,3 1-24 0,-3-1-5 0,-3-1-922 15</inkml:trace>
  <inkml:trace contextRef="#ctx0" brushRef="#br0" timeOffset="105553.786">21101 10989 1497 0,'0'0'32'0,"0"0"8"0,0 0 0 0,0 0 4 16,0 0-36-16,0 0-8 0,0 0 0 0,0 0 0 0,-6 0 104 0,3 0 20 15,3 0 3-15,-9 2 1 0,9-2-103 0,-6 0-25 16,6 0 0-16,-9 3 0 0,3 2 56 0,0-2 7 15,-3 2 1-15,3-2 0 0,0 2-52 0,0 1-12 16,-3-1 0-16,3 0 0 0,0 3 0 0,-3 0 0 16,0-3 0-16,1 6 0 0,-1-3 0 0,3 2 0 15,-3-2 0-15,0 0 0 0,0 0 0 0,3 0 0 0,-3 0 0 16,0-3 0 0,3 3-48-16,0-2-13 0,0-1-3 0,3 0 0 0,0 1 52 15,3-6 12-15,0 0 0 0,0 0 0 0,0 0 0 0,0 0 0 16,0 0 0-16,0 0 0 15,6-3-54-15,-3-2-8 0,6 2-2 0,-3-2 0 0,3-3 52 0,0 2 12 0,0-2 0 0,0 1 0 16,0-1 0-16,-3 0 0 0,3 0 0 0,0 0 0 16,-1-3 0-16,1 3 0 0,0 0 0 0,-3 0 0 15,3 0 48-15,-3 3 13 0,0-3 3 0,0 0 0 16,0 6 0-16,-3-4 0 0,3 1 0 0,-6 5 0 16,3-5-52-16,-3 5-12 0,0 0 0 0,3-3 0 15,-3 3 54-15,0 0 8 0,0 0 2 0,0 0 0 16,0 0-52-16,0 0-12 0,3 0 0 0,-3 0 0 15,6 5 0-15,0 1 0 0,-3-1 0 0,0 0 0 16,0 3 54-16,0 0 8 0,0 0 2 0,3 0 0 16,-3 3-52-16,0-3-12 0,0 2 0 0,0 1 0 0,2-1 0 15,1 1 0-15,-3-1 0 0,3-2 0 16,0 3-43-16,3-3-11 16,-3 0-2-16,0 0-1 0,3 0-142 0,0 0-28 0,12 8-5 15,-6-8-620-15</inkml:trace>
  <inkml:trace contextRef="#ctx0" brushRef="#br0" timeOffset="107841.472">18734 13600 1414 0,'0'0'31'0,"0"0"6"0,0 0 42 0,0 0-71 0,0 0-8 0,0 0 0 0,0 0 0 16,0 0 47-16,0 0 7 0,0 0 2 0,6 0 0 16,0 0-2-16,-3 0 0 0,3 3 0 0,0 0 0 15,-3-3-6-15,3 2 0 0,0-2-1 0,0 3 0 16,3 0-18-16,-3-3-3 0,3 2-1 0,0 1 0 16,0-3-10-16,2 3-3 0,-2-3 0 0,3 0 0 15,0 0-12-15,0 0 0 0,0 0 8 0,3 0-8 16,-3 0 0-16,0-3 0 0,0 3 0 0,2 0 0 0,-2-3 0 0,3 3 0 15,0 0 0-15,3-2 0 16,-3 2 0-16,3-3 0 0,-3 3 0 0,2-3 0 0,1 3 0 0,3 0 0 16,0-2 0-16,0 2 0 0,0 0 0 15,0-3 0-15,-1 3 0 0,-2-3 0 0,3 3 0 16,-3 0 0-16,0 0 0 0,3-2 0 0,-4 2 0 16,-2 0 0-16,0 0 0 0,0-3 0 15,0 3 0-15,0 0 0 0,3-3 0 0,-3 3 9 0,0 0-9 0,-1 0 0 16,4 0-10-16,-3-2 10 0,3 2 0 0,-3 0 0 15,3 0 0-15,-3 0 0 0,-1 0 0 0,4 0 0 0,-3 0 0 16,0 0 10-16,0 2-10 0,0-2 0 0,-3 0 0 0,0 0 0 16,0 0 0-16,0 0 0 0,-4 0 0 0,4 3 0 15,-3-3 0-15,0 0 0 0,0 0 0 0,-3 0 0 16,3 3 0-16,-3-3 0 0,0 0 0 16,0 0 0-16,0 0 0 0,0 2 0 15,0-2 0-15,0 3 0 0,0 0 0 0,0-3 0 0,0 2 0 16,2 1 8-16,-2-3-8 0,3 3 0 0,0-3 0 0,0 0 0 15,0 2 0-15,0-2 0 0,0 3 0 16,3-3 0-16,-3 0 0 0,0 0 0 0,3 0 0 0,-3 0 0 16,0 0 0-16,-1 3 0 0,1-3 0 0,0 0 0 15,-3-3 0-15,0 3 0 0,0 0 0 0,0 0 0 16,-3 0 8-16,-3 0-8 0,6 0 8 0,-6 0-8 16,6 0 12-16,-6 0-4 0,3 0 0 0,3 0 0 0,-3 0 1 15,-3 0 0-15,6 0 0 0,-3 0 0 16,3 0-9-16,-3 0 0 0,-3 0 0 0,6 0 8 0,0 0-8 0,0 0 0 15,-3 0 0 1,3-3 0-16,-3 3 0 0,3-2 0 0,-6 2 0 0,2 0 0 0,-2 0 0 0,3 0 0 16,3 0 0-16,-3 0 0 0,0 0 0 0,-3 0 0 15,0 0 0-15,0 0 0 0,6-3 8 16,-6 3-8-16,3-3 8 0,-3 3-8 0,0 0 0 0,3-2 0 16,-3-4 8-16,0 6-8 15,3-2 0-15,0-4 0 0,-3 4 0 0,0-3 8 0,3-1-8 0,-3 1 8 0,0 0-8 16,0-1 8-16,0 1-8 0,0 0 0 0,-3-3 0 0,3 3 0 15,0-3 12-15,-3 2-2 16,0-2-1-16,3 0 0 0,-3-2 0 0,0 2 0 0,3-3 0 16,-3 3 0-16,0 0 3 0,0-2 0 0,0-1 0 0,0 3 0 15,0-5-2-15,0 3 0 0,3-1 0 16,-2 0 0-16,-1 3 4 0,3-2 1 0,-3-1 0 0,0 3 0 16,3-2-15-16,-3-1-18 15,0 3 4-15,3 0 1 0,-3-2 36 0,3-1 7 0,0 3 2 0,0-2 0 16,0-1-19-16,0 3-3 0,0-2-1 0,0-1 0 15,0 0-9-15,0 1 0 0,0-1 9 0,0-2-9 16,0 2 12-16,0 1-3 0,-3-3 0 0,3 2 0 16,0-2 4-16,0 2 1 0,0 1 0 0,0-1 0 15,0 0-14-15,0 3 0 0,0-2 0 0,0 2 0 16,0 0 8-16,0 0-8 0,0 0 0 0,0 0 0 16,0 0 0-16,0 0 0 0,-3 0 0 0,3 0 0 15,0 0 0-15,-3 3 8 0,3-3-8 0,0 3 0 0,-3-3 0 16,0 3 0-16,3-1 8 0,-3-1-8 0,3 1 0 0,-3 1 0 15,3 0 0-15,-3-1 0 0,3 1 0 16,-3 0 0-16,3-1 0 0,-3 1 0 0,3 0 0 16,0 0 0-16,-3 2 0 0,3 3 0 0,0-5 0 0,0 5 0 15,0-6 0-15,0 6 0 0,0-5 0 16,0 5 0-16,-3-3 0 0,3 3 0 0,0 0 0 0,0 0 0 16,0 0 0-16,0-5 0 15,0 0 0-15,0 5 0 0,0 0 0 0,0 0 0 0,0 0 0 0,0-3 0 16,0 3 0-16,0 0 0 0,0 0 0 0,0 0 0 0,0 0 0 15,0 0 0-15,3-5 0 0,-3 5-8 0,0 0 8 0,0 0 0 16,0-3-17-16,0 3 3 0,0 0 1 0,0 0 0 31,3-5-11-31,-3 5-3 0,0 0 0 0,0 0 0 0,3-3 3 0,-3 3 0 0,0 0 0 0,0 0 0 16,0 0 8-16,3-2 3 0,-3 2 0 0,0 0 0 16,0 0 13-16,0 0 0 0,6 0-10 15,-6 0 10-15,6 0 0 0,-6 0 0 0,3 0-9 0,3-3 9 16,-6 3 0-16,0 0 0 0,3 0 0 0,-3 0 0 15,6-3 0-15,0 3 0 0,-3 0 0 0,2 0 0 16,-5 0 0-16,3 0 0 0,3 0 0 0,0 0 0 16,-3 0 0-16,3 0 0 0,0 0 0 0,0 0 0 15,-3 0 0-15,3 3 0 0,0-3 0 0,-3 3 0 16,3-3-8-16,0 0 8 0,0 2 0 0,-3-2 0 16,3 3 0-16,0 0 0 0,3-1 0 0,-3-2 0 15,0 3 0-15,3 0 0 0,-3-3 0 0,2 2 0 16,1-2 0-16,0 0 0 0,0 3 0 0,0-1 0 0,3-2 0 0,-3 3 0 15,0-3 0-15,3 0 0 0,0 0 0 0,-3 0 0 16,3 0 0-16,0 3 0 0,-1-3 0 0,1 0 0 16,0 0 0-16,0 0 0 0,0 0 0 0,0 0 0 15,0 0 0-15,-3 0 0 0,0 0 0 0,-3 0 0 16,3 0 0-16,-3 0 0 0,2 0 0 0,1 0 0 16,-3 0 9-16,3 0-9 0,-3 0 0 0,3 0 0 15,0 0 0-15,-3 0 0 0,0 0 0 0,3 0 0 16,-3 0 0-16,0 0 0 0,0-3 0 0,0 3 0 0,0 0 0 0,0 0 0 15,3 0 0-15,-3 0 0 0,-1 0 0 16,1 0 0-16,-3 0 0 0,3 0 0 16,0 3 0-16,0-3 0 0,0 0 12 0,0 0 0 0,0 0 0 0,0 0 0 15,0 0-12-15,3 0 0 0,-3 0 0 16,3 0 0-16,0 0 0 0,0 0-14 0,0 0 3 0,0 0 1 16,0 0 10-16,-1 0 14 15,4 0-3-15,-3-3-1 0,0 3-10 0,3 0 0 0,-3-3 0 0,0 3 0 16,0-2 0-16,3 2 0 0,-3-3 0 0,3 3 0 15,-3 0 0-15,2 0-14 0,1-2 3 0,0 2 1 16,0-3 10-16,0 3 0 0,0-3 0 0,-3 1 0 16,0-1 0-16,0 0 0 0,0 3 0 15,0 0 0-15,-3-2 0 0,3 2 0 0,-3-3 0 0,-1 3 8 16,-2 0-8-16,3 0 12 0,-3-3-4 0,3 3 0 16,-3-2-8-16,-3 2 0 0,0 0 0 0,6-3 0 15,-6 3 0-15,0 0-15 0,3 0 4 0,-3 0 1 16,3-5-36-16,-3 5-7 0,0 0-2 15,0-5-618-15,0 5-124 0</inkml:trace>
  <inkml:trace contextRef="#ctx0" brushRef="#br0" timeOffset="108689.562">20071 12899 1407 0,'0'0'31'0,"0"0"6"0,0 0 2 0,0 0 1 0,0 0-32 0,-6 0-8 16,-3 0 0-16,3 3 0 0,0-3 72 0,3 3 14 16,3-3 2-16,-9 2 1 0,3-2-71 0,0 3-18 15,-3-1 0-15,3 1 0 0,0 0 55 0,-3-1 7 16,3-2 2-16,-3 6 0 0,4-4-44 0,-4 1-9 0,0 0-2 0,0 2 0 15,3-2-9-15,-3 2-12 0,3-2 2 0,-3 4 1 16,0-1 9-16,3 2 0 0,-3-3 0 16,3 3 0-16,-3 0 0 0,3 0 0 0,0-3 0 15,0 3 0-15,0-3 49 0,0 1 12 16,4 2 3-16,-1-3 0 16,3-5-103-16,-3 5-20 0,3-5-4 0,0 0-1 0,-3 5 52 0,3-5 12 15,0 0 0-15,0 0 0 0,0 0 0 0,0 0 0 0,0 0 0 0,0 0 0 16,6 0 0-16,-1-2 0 0,4-4 0 0,0-1 0 15,0 1 0-15,0 1 0 0,0-3 0 0,3-3 0 16,0 3 0-16,0-2 0 0,3-1 0 0,-3 1 0 16,3 2 0-16,-1-3 0 0,1 1 0 0,-3 2 0 15,3 0 0-15,-3 0 0 0,0-3 0 0,-3 3 0 16,3 3 8-16,-6 0 4 0,3-1 0 0,-3 1 1 16,0 0 15-16,-4 0 4 0,4 2 0 0,-6 3 0 15,0 0-1-15,0 0 0 0,0 0 0 0,0 0 0 16,3 0-3-16,0 3-1 0,3-1 0 0,-3 1 0 15,3 2-1-15,-3-2 0 0,0 2 0 0,3 0 0 0,-3 1-3 16,3-1-1-16,-3 0 0 0,0 3 0 16,3 0-3-16,0-3-1 0,0 3 0 0,-3-2 0 0,3 2-10 15,-3-3-8-15,3 3 9 0,-3-3-9 0,0 0 20 16,0 3-1-16,0-2-1 0,0-1 0 16,0 3-66-16,-3-8-12 0,0 0-4 15,0 0-682-15,0 0-137 0</inkml:trace>
  <inkml:trace contextRef="#ctx0" brushRef="#br0" timeOffset="110241.019">18219 13439 1728 0,'0'0'38'0,"0"0"8"0,-6-3 2 0,0 3 0 0,6 0-39 0,-6-2-9 15,0 2 0-15,6 0 0 0,0 0 85 0,-6 2 15 16,1-2 4-16,-1 3 0 0,6-3-44 0,-3 5-8 15,-3 1-1-15,3 2-1 0,0-1-18 0,0 1-3 16,0 6-1-16,-3-4 0 0,3 6-17 0,0 3-11 16,3-3 12-16,-3 5-12 0,0-3 0 0,3 1 0 0,-3 2 0 15,3-3 0-15,3 4-20 0,-3-7 0 16,3 1-1-16,-3-2 0 16,6-1-5-16,-3-3-1 0,3 1 0 0,0-3 0 15,-3-3 1-15,3-2 0 0,0-1 0 0,0 1 0 16,-1-6-17-16,1 1-3 0,0-1-1 0,0-2 0 0,0 0 38 0,0-1 9 15,0-2 0-15,0-2 0 0,0-1 0 0,0-2 0 0,-3 0 0 0,3 0 0 16,-3-1 44-16,0 1 10 0,-3-3 2 0,3 3 1 16,0 0 11-16,-3-1 3 0,-3 4 0 0,0-3 0 15,3 5-57-15,0 0-14 0,-3 0 0 0,3 3 0 16,-3-1 0-16,3 6 0 0,0 0 0 0,0 0 0 16,0 0 0-16,0 0 0 0,0 0 0 0,0 0 0 15,-3 8 0-15,3 3 0 0,-3-1 0 0,3 4 0 16,3-1 0-16,-3 3 0 0,0-3 0 0,3 0 0 15,3 0-48-15,0 3-13 16,0-5-3-16,0 2 0 0,0-2 52 0,3-3 12 0,0 0 0 0,0 0 0 16,-1-3 0-16,4-3 0 0,0 1 0 0,-3-3 0 15,3 0 0-15,0-3 0 0,0 1-10 0,0-3 10 16,0-1 8-16,0-2 5 0,0-2 2 0,-1-4 0 16,1 4 13-16,0-6 4 0,0 0 0 0,-3 0 0 15,0-2-8-15,-3 2-2 0,3-3 0 0,-3 1 0 0,0-1-11 0,0 3-3 16,0 1 0-16,0-4 0 0,-3 0-8 0,3 1 8 15,-3-1-8-15,3-2 8 16,0 0-102-16,-4 0-21 0,1-29-4 0,3 2-1 0</inkml:trace>
  <inkml:trace contextRef="#ctx0" brushRef="#br0" timeOffset="115289.753">22223 10872 1083 0,'0'0'24'0,"0"0"4"0,0 0 2 0,0 0 1 0,-3-5-31 0,3 5 0 0,0-5 0 0,0 5 0 15,-3-3 81-15,3 3 11 16,-3-5 1-16,3 5 1 0,0-5-29 0,0 5-5 16,0 0-2-16,-6-6 0 0,6 6-2 0,0 0 0 0,-3-2 0 0,3 2 0 15,0 0-13-15,-6 2-3 0,0-2-1 0,0 3 0 16,0 0-21-16,-3-1-4 0,3 6-1 0,-3-3 0 15,0 3-13-15,3 0 0 0,-2 0 0 0,2 0 0 16,-3 0 8-16,3 3-8 0,-3-1 0 0,3 1 0 16,-3-1 0-16,3-2 0 0,-3 3 0 15,3-3 0-15,0-3-12 0,0 3 0 0,0-3 1 0,3 1 0 16,-3-4 11-16,6-2-12 0,-3 6 12 0,3-6-12 16,0 0 12-16,0 0 0 0,0 0-9 0,0 0 9 15,0 0-12-15,6-3 1 0,0-2 1 0,0-3 0 16,3 0-1-16,0 0 0 0,0-3 0 0,3 3 0 15,0-5 11-15,0 5 0 0,-3-5-9 0,2 5 9 16,-2-2 0-16,0-4 16 0,0 4-2 0,-3-1-1 0,3 1 17 16,-3-1 3-16,0 3 1 0,0 0 0 0,-3 0-4 0,0 0-1 15,3 0 0-15,-3 3 0 0,0 2-5 0,-3-2-2 16,3 0 0-16,-3 5 0 0,0 0-2 16,0 0 0-16,0 0 0 0,6 5 0 0,-3 0 6 15,0-2 1-15,0 2 0 0,0 3 0 0,0 0 0 0,0 0 0 16,0 0 0-16,0 3 0 0,-3-3-19 0,3 2-8 15,0-2 8-15,0 0-8 0,-1 3 0 0,1-3 8 16,0 2-8-16,-3-2 0 0,3 0 0 0,0 0 0 0,0 0 0 16,-3-3 0-1,3 3-29-15,-3-8-5 0,3 3-1 0,0 2 0 16,-3-5-179-16,0 0-36 0</inkml:trace>
  <inkml:trace contextRef="#ctx1" brushRef="#br0">25107 16813 0,'0'0'15,"0"0"1</inkml:trace>
  <inkml:trace contextRef="#ctx0" brushRef="#br0" timeOffset="127110.763">23449 10769 1630 0,'0'0'36'0,"0"0"7"0,0 0 1 0,0 0 3 0,0 0-38 0,0 0-9 0,0 0 0 0,0-5 0 15,0 5 55-15,0 0 9 16,0 0 1-16,0 0 1 0,0 0-33 0,0 0-6 16,0 0-2-16,0 0 0 0,-6 0-25 0,0 3 0 15,0 2 0-15,0 0 0 0,0 3 43 0,0 0 3 0,0 0 1 0,-2 3 0 16,2-1-38-16,-3 3-9 0,0-2 0 0,0 2 0 15,3 0 16-15,-3-2 0 0,0 2 1 0,0 0 0 32,3-2-65-32,0 0-12 0,3-1-4 0,-3-2 0 15,3 0 0-15,0-3 0 0,0 1 0 0,3-6 0 0,0 0 44 0,0 0 9 0,0 0 2 0,0 0 0 32,6 0-37-32,3-3-7 0,-3-2-2 0,3-1 0 0,3-4 44 0,0 2 11 15,-3-3 0-15,0 1 0 0,3-1 0 0,-3 1 0 0,0-1 0 0,-1 0 0 16,1 1 49-16,-3-1 12 0,3 1 3 0,-3-1 0 15,0 0 0-15,0 1 0 0,0 2 0 0,-3 0 0 16,3 3 0-16,-3-1 0 0,0 1 0 0,-3 5 0 16,6-2 0-16,-6 2 0 0,0 0 0 0,6 0 0 15,0 2-52-15,0-2-12 0,0 3 0 0,0 2 0 16,-3 3 54-16,3-3 8 0,0 3 2 0,0 0 0 16,-1 3-52-16,1-3-12 0,0 2 0 0,0-2 0 0,0 0 0 0,0 3 0 15,0-1 0-15,0 1-782 16,0 0-159-16</inkml:trace>
  <inkml:trace contextRef="#ctx0" brushRef="#br0" timeOffset="128287.693">23458 13119 1724 0,'0'0'38'0,"0"0"8"0,0 0 2 0,0 0 0 0,-3-5-39 0,0 2-9 0,3 3 0 0,0 0 0 15,0 0 47-15,0 0 7 0,0 0 2 0,0 0 0 16,-6 0-38-16,0 3-7 0,6-3-2 0,-6 5 0 15,0 0-9-15,3 0 0 0,0 1 0 0,0-1 0 16,3 0 0-16,-3 1 0 0,3-6 0 0,0 8 0 16,3-3 0-16,0 3 0 0,0-3 0 0,0-2 0 15,0-1 0-15,0 1 0 0,-3-3 0 0,6 3 0 16,3-3 0-16,-3-3 0 0,0 3 0 0,0-3 0 16,0 1 0-16,0-4 0 0,0 4 0 0,-3-4 0 0,3 1 0 15,0 0 0-15,-3 0 0 0,0 2 0 0,0-2 0 0,-3-1 0 16,0 1 0-16,0 5 0 0,-3-5 53 0,0 2 9 15,0-2 2-15,0 2 0 0,3 3 0 0,-6-2 0 16,0-1 0-16,0 0 0 0,0 3-52 0,0 0-12 16,0 0 0-16,0 3 0 0,0 0 0 0,0-1 0 15,0 1 0-15,0 2 0 0,6-5 0 0,-3 3 0 0,-3 5 0 16,3-3 0-16,0 0 16 0,3 1 1 16,-3 2 0-16,3-1 0 0,3-1-17 15,-3 2 0-15,3 0 0 0,0-3 0 0,0 3-15 0,0-3 0 0,0 0 0 16,3 1 0-16,0-4 15 0,0 1-9 0,0 0 9 0,0-1-8 15,0 1 8-15,0-3 0 0,0-3 8 0,0 3-8 16,-3-2 0-16,3-1-16 16,-3 0 2-16,0 1 1 0,0-4 13 0,0 4 0 0,-3-3 0 15,0-1 0-15,0 1 12 0,0 0 0 0,0-1-1 0,-3 1 0 16,0 0 21-16,-3 2 5 0,3-2 1 0,-3 0 0 16,3-1-12-16,-3 4-2 0,3-1-1 0,-3 0 0 15,0 1-8-15,3-1-2 0,3 3 0 0,-6 0 0 16,6 0-5-16,0 0-8 0,-9 3 11 0,9-3-11 15,-6 2 0-15,3 4 0 0,3-6 0 0,-3 8 0 16,0-3 0-16,0 3-19 0,3 0 3 0,0-3 0 16,0 3 16-16,3 0 0 0,0 0 0 0,0-3 0 15,0 0 0-15,0 1 0 0,3-1 0 0,0-2 0 16,-3 2 0-16,3-2 0 0,-3-1 0 0,-3-2 0 16,6 0 0-16,0 0 0 0,-6 0 0 0,0 0 0 0,3-2 0 0,-3 2 0 15,0 0 0-15,3-3 0 0,0-2 0 0,-3-1 0 16,0 1 0-16,0-3 0 0,0 3 0 0,-3 0 0 15,3-1 0-15,-3 1 0 0,0-3 0 16,-3 3 0-16,3-3 0 0,-3 2 0 16,0 1-55-16,0 0-7 0,-3 0-2 0</inkml:trace>
  <inkml:trace contextRef="#ctx0" brushRef="#br0" timeOffset="146394.617">14686 13254 1314 0,'-15'0'37'0,"9"0"8"0,0 0-36 0,-3 0-9 16,0 0 0-16,0 0 0 0,-2 0 49 0,2 0 8 15,0 0 2-15,-3 0 0 0,0 0-20 0,0 0-4 16,-3 0-1-16,0 2 0 0,-3-2-8 0,3 3-2 16,-5 0 0-16,2-1 0 0,-3 1-10 0,3 2-2 15,-3-2-1-15,-3 0 0 0,4-1 22 0,-4 1 5 0,3 0 1 0,0-1 0 16,0-2-15-16,0 0-4 0,1 3 0 15,-1-3 0-15,3 0 6 0,0-3 1 0,-3 3 0 16,3 0 0-16,-3-2 0 0,4-1 0 0,-4 0 0 0,3 3 0 16,0-2-14-16,-3-1-2 0,3 0-1 0,1 1 0 15,-1-1-2-15,-3 0-8 0,3 1 12 0,0-1-4 16,0-2-8-16,0 2 0 16,4-2 0-16,-4 2 0 0,0 1 0 0,0-1 0 0,3 0 12 0,-3-2-4 15,0 2-8-15,-3 1 0 0,4 2 9 0,-7-3-9 16,3 0 12-16,-3 1-3 0,0 2 0 0,1-3 0 15,-4 3-22-15,3-3-5 0,0 3-1 0,0-2 0 16,0 2 67-16,1 0 12 0,-1 0 4 0,3 0 0 16,-3 0-52-16,3 0-12 0,-2-3 0 0,-1 6 0 15,-3-3 0-15,3 2 0 0,-3 1 0 0,4 0-10 16,-4-1 10-16,0 1 0 0,0 0 0 0,3 2 0 0,1-2 0 16,-1 2 0-16,0-2 8 0,3 2-8 0,0-2 0 0,0 2 0 15,1 0 0-15,-1 0 0 0,0 3 0 0,-3 0 0 16,3-2 0-16,0 1-8 0,1 1 8 0,-1 0 0 15,3 0 0-15,0 3 8 0,-3-3-8 0,3 0 0 16,3 2 0-16,-2-2 0 0,2 6 0 0,3-4 0 16,-3-2 0-16,3 5 0 0,0-2 0 0,0 2 0 15,0-2 0-15,3 2 0 0,0 0 0 0,1 0 0 16,-1 1 0-16,3 1 0 0,0 1 0 0,0 0 0 16,3 3 0-16,0-3 0 0,-3 2 0 15,3-2 0-15,0 3 0 0,3-4-8 0,-3 4 8 0,3-3 0 16,0 0-9-16,0 0 9 0,0 2-8 0,0 1 8 0,3-1-10 0,-3 1 10 15,3 2-12-15,0-3 3 0,0 1 1 0,0-1 0 16,0 1 0-16,3 2 0 0,-3-2 0 0,0 2 0 31,3 0-23-31,-3-3-4 0,3 4-1 0,-3-4 0 0,2 1 36 0,1-1 0 0,0 1 0 0,0-3 0 16,0-1 0-16,0 1 0 0,3 0 0 0,-3 0 0 16,3-3 0-16,0 3 0 0,0-3 0 0,0 1 0 15,3-1 0-15,-3 0 20 0,6 0-2 0,-4-2-1 16,1 2-27-16,3-2-6 0,0 2 0 0,0-2-1 15,0-1 17-15,3 1 0 0,-3 2 0 0,3-5 0 16,2 2 0-16,-5-2 0 0,3 3 0 0,0-3 0 16,-3-3 0-16,3 3 0 0,-3 0 0 0,5 0 0 15,-5-3 0-15,3 3 0 0,3-2 0 0,-3-1 0 16,3-2 0-16,0 2 0 0,-1-3 0 0,1 1 0 0,0 0 0 0,-3-1 16 16,6 1-4-16,-3 0 0 0,-1-3-12 0,-2 2 0 15,3 1 0-15,-3-3 0 0,0 3 0 0,-3-1 0 16,3-2 0-16,-4 3 0 0,1 0 0 0,3-1 0 15,-3 1 0-15,3-3 0 0,0 2 0 0,0-2-16 16,-4 0 3-16,7 0 1 0,-3 0 12 0,3 0 0 16,-3-2 0-16,3 2 0 0,0-3 8 0,-1 1 5 15,-2-1 1-15,3 0 0 16,-3 1-22-16,-3-1-5 0,3 0-1 0,0 1 0 0,-4-1 14 0,1 0 0 16,0 1 0-16,3-1 0 0,-3-2 0 0,3 2 0 15,-3-2 0-15,0 2 0 0,-1-2 19 0,1 0 6 16,0-1 2-16,0 1 0 0,3-3-27 0,0 3 8 0,0-3-8 15,-3 3 0-15,2-3 0 0,1 0 8 0,3-3-8 0,0 3 0 16,-3 0 0-16,-3 0 0 0,3-2 0 0,-4 2 0 16,1 0 0-16,0 0 0 0,0 0 8 0,-3 0-8 15,3-3 0-15,0 6 0 16,-3-3 0-16,3 3 0 16,-1-3-24-16,-2 0-6 0,0 0-2 0,0 3 0 0,0-3 53 0,3 0 11 0,-3 0 1 0,0 3 1 15,0-3-23-15,0 2-11 0,-1-1 10 0,1-1-10 16,0 2 26-16,0 1-1 0,0 0 0 0,-3-3 0 15,3 3-37-15,0-3-8 0,-3 2-2 0,0 1 0 16,0 0 22-16,0-3 0 0,-3 2 12 0,2-1-4 16,-2 1 6-16,0 1 1 0,0-3 0 0,0 3 0 15,0-6-1-15,0 3 0 0,-3 0 0 0,3 0 0 16,-3-2-22-16,3-1-5 0,-3 1-1 0,3-1 0 16,-3 0 62-16,0-2 13 0,0 0 3 0,0 2 0 15,0-2-64-15,0 3-26 0,-3-4 2 0,3 4 0 0,0-4 38 0,-3 4 8 16,0-3 2-16,3-1 0 0,-3 1-24 0,0 0 0 15,0 0 0-15,0 2 0 0,0-2 0 0,0 0 0 16,0-1 0-16,-3 1 0 0,3 0 0 0,-3 0 0 16,0 0 0-16,0-1 0 0,0-2 12 0,0 1-1 15,0-1-1-15,-3 0 0 0,0 0-10 16,3-3 0-16,-3 1 0 0,-3-1 0 0,3-2-10 0,-3 3-4 16,-3-3-1-16,0-3 0 15,-2 0-93-15,-1-3-18 0,-6 1-4 0</inkml:trace>
</inkml:ink>
</file>

<file path=ppt/ink/ink6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8T21:35:17.980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18234 5403 1552 0,'0'0'44'0,"-9"5"10"0,3-2-43 0,0 0-11 16,6-3 0-16,-6 2 0 16,6-2 46-16,-6 3 7 0,6-3 2 0,-6 3 0 0,6-3-14 0,0 0-2 15,-3 5-1-15,3-5 0 0,0 0-11 0,-3 8-3 0,1-3 0 0,2 0 0 16,0 1-10-16,0 2-2 0,0-3-1 0,2 3 0 16,1 0-11-16,0 0 0 0,0 0-10 0,0 0 10 15,3 0 0-15,0 0 0 16,0-3 0-16,0 3 0 0,0-3 0 0,3 0-9 0,0 1 9 0,-3 2 0 15,3-6 0-15,0 1-8 0,3 0 8 0,-3-3 0 16,3 0-9-16,-1 0 9 0,4-6-10 0,-3 4 10 16,3-4-9-16,0 1 9 0,3-3-8 0,-3-3 8 15,3 1 0-15,0-1-8 0,-1-2 8 0,1-3 0 16,0 0 11-16,0 0 7 0,-3-5 2 0,0 0 0 16,3 0-32-16,-4 0-5 0,4-3-2 0,-3 0 0 15,0 0 19-15,3 1 0 0,-3-1 0 0,3 0 0 0,0 0 0 16,-4 0 0-16,4 0 0 0,-3 1 0 0,0 1-22 15,0 1-1-15,0 0 0 0,-3 3 0 16,0-1-43-16,-3 6-9 16,2 0-1-16,-2-1-651 0</inkml:trace>
  <inkml:trace contextRef="#ctx0" brushRef="#br0" timeOffset="428.778">18576 5281 907 0,'0'0'20'0,"0"0"4"0,0 0 0 0,-6 0 2 0,6 0-26 0,0 0 0 0,0 0 0 0,-5 0 0 15,5 0 53-15,0 0 6 0,0 0 1 0,-6 6 0 16,3-4-17-16,-3 4-3 0,3-1-1 0,3 3 0 16,-3-3-20-16,3 6-4 0,0-1-1 0,0 1 0 15,3 0-14-15,-3 2-18 0,3 0 4 0,0 3 1 16,0-3 13-16,0 0 0 0,3 1 0 0,-3-1 0 16,2 0 0-16,4-2 0 0,-3-1 0 0,0-2 0 15,0 0 0-15,0 0 0 0,3-3 0 0,0 1 0 16,-3-4 0-16,3 1 0 0,0-3 0 0,3 0 0 15,0-3 57-15,0 1 15 0,0-4 2 0,2-2 1 16,1 0-36-16,3-5-7 0,0-3-2 0,0 0 0 16,3-2-19-16,3-3-11 0,-1 0 12 0,1-3-12 0,0-3 8 15,0 1-8-15,-3-1 0 0,5-2 0 16,-2 3-32-16,3-3-14 0,3-3-2 0,2 0-419 16,-2 0-83-16</inkml:trace>
  <inkml:trace contextRef="#ctx0" brushRef="#br0" timeOffset="6359.404">18353 9105 1346 0,'0'0'29'16,"0"0"7"-16,0 0 39 0,0 0-67 0,0 0-8 0,0 0 0 0,-3 5 0 15,3 0 8-15,0 3 0 0,0-2 0 0,0-1 0 16,3 0 18-16,-3 3 4 0,0 0 1 0,3 0 0 16,-3 3-3-16,3-1 0 0,0 3 0 0,0 1 0 15,3-1-8-15,-3 0-1 0,3 6-1 0,3-3 0 0,-3 2-18 0,3 1 10 16,3-4-10-16,-3 7 8 0,3-6-8 0,-1 2-11 16,1 1 3-16,0-4 0 15,0-1-25-15,0-1-5 0,0-2-1 0,0-4 0 0,0-1 39 0,-3-4 0 16,0-2 9-16,0 0-1 0,0-5-8 0,-1 0-10 15,4-6 10-15,-3 1-13 0,0-6 48 0,3 3 9 16,-3-3 3-16,3-6 0 0,0 4-7 0,0-3 0 16,3-6-1-16,3 1 0 0,-4-3-19 15,4-6-3-15,0 1-1 0,0 0 0 0,0-1-8 0,0 3-8 16,0 1 12-16,-1 2-12 0,-2-1 10 0,0 4-10 0,0 0 8 16,-3-1-8-16,0 3 8 0,0 0-8 15,-6 1 0-15,3 1 8 0,-3 1-8 0,0 3 0 0,0-1 0 16,-3 3 8-1,-1 3-51-15,1 3-10 0,-3-1-3 0</inkml:trace>
  <inkml:trace contextRef="#ctx0" brushRef="#br0" timeOffset="6766.348">18627 9073 996 0,'0'0'28'0,"0"0"7"0,0 0-35 0,0 0 0 16,-3 5 0-16,3-5 0 0,-3 3 55 0,0 5 4 16,0-3 1-16,3 1 0 0,-3 2-28 0,3-3-6 15,0 3-1-15,0 0 0 0,0 0 21 0,0 2 4 16,0-2 1-16,3 3 0 15,0-1-39-15,0-2-12 0,3 5 0 0,-3-2 0 0,3 0 0 0,3-3 0 16,0 0 0-16,0-1 0 0,3 1 0 0,0-2 0 16,-1-1 0-16,1-2 0 0,0-1 0 15,0 1 0-15,3-3 0 0,-3-3 0 0,3 1 36 0,0-1 6 16,-3-2 2-16,3-1 0 0,-4 1 19 0,4-5 4 16,-3 2 1-16,3-6 0 0,0-2-32 0,-3 1-7 0,3-7-1 0,-3 1 0 15,0 0-28-15,0 0 8 0,2-3-8 0,1 0 0 16,0 1 0-16,0 1 0 0,0-1 0 0,3-1 0 15,0 0 0-15,2 0 0 0,1 0-9 0,3-2 9 32,-3-3-158-32,3 0-26 0</inkml:trace>
  <inkml:trace contextRef="#ctx0" brushRef="#br0" timeOffset="11604.624">19341 4175 1170 0,'-3'-2'25'0,"0"-4"6"0,1 4 1 0,-1-6 1 0,3 3-33 0,0-1 0 16,0 1 0-16,3 2 0 0,-1 1 80 0,1-4 8 15,3 4 3-15,3-4 0 0,0 4-73 0,0-1-18 16,6-2 0-16,3 2 0 0,3 1 27 0,6 2 1 16,2-6 1-16,7 4 0 0,3 2 4 0,2 0 1 0,1 0 0 0,6 0 0 15,-7-6-12-15,10 4-2 0,0-1-1 0,8 0 0 16,-5 3-11-16,-1 0-8 0,-2 0 9 0,2 0-9 16,-2-2-12-16,-3-1-9 0,2 3-2 0,-2 0 0 15,-3 3 23-15,-4-1 0 0,-2 1 0 0,-3 2 0 16,-4 1 25-16,-5-6 10 0,0 2 1 0,-6 4 1 15,-3-4-21-15,0 4-4 0,-4-1 0 0,1 3-1 16,-3 0-3-16,-3 2-8 0,-3 1 12 0,0 5-4 16,0-6 1-16,-3 9 0 0,0-1 0 0,-3 4 0 15,0 1-9-15,0-1 0 0,-3 4 0 0,0-2 0 16,-3 0 0-16,3 2 0 0,-3 3 0 0,0-5 0 16,0 5 0-16,0 5 0 0,-3 4 0 0,3 4 0 15,0 0 0-15,-3 3 0 0,4 3 0 0,-4-1 0 16,-3-2 0-16,3 3 0 0,0 8 0 0,0 2 0 15,0-3 0-15,3 4 0 0,-3-6 0 0,3 5 0 0,0 3 0 16,0-6 0-16,0 9 0 0,3 4 0 0,0-7-9 16,0-2 9-16,3 1 0 0,0 9 0 15,3-3 0-15,-3 3 0 0,3-3 0 0,0 3 0 16,0-3 0-16,0 0 0 0,0 8 0 0,0 6 0 0,0-11 0 16,0 2 0-16,0 3 0 0,0 8 0 0,0-2 0 0,0-6 0 15,-3-3 0-15,3 8 0 0,-3 1 16 0,0-3-4 16,0-3 0-16,0 8 0 0,0-11-12 0,0 3-15 15,0 6 3-15,-3-1 1 0,0-8 37 0,3 4 7 0,-3-4 2 16,-3 11 0-16,3-8-19 0,0-2-3 16,-3-6-1-16,3 8 0 0,-3-5 12 0,3-1 3 15,-3 1 0-15,3 0 0 0,-3-8-3 0,3-3 0 0,-2 3 0 16,2 5 0-16,-3-2-10 0,0-6-2 0,0 0-1 16,0-2 0-16,0-6-2 0,-3 0 0 0,3 0 0 0,0 6 0 15,-3-6 4-15,3-2 1 0,-3-3 0 0,3-3 0 16,-3-2 2-16,0-6 0 0,3-2 0 0,-3 2 0 15,3-2-4-15,-2 0 0 0,2 5 0 0,-3-5 0 16,3 2 16-16,-3-5 4 0,3-2 0 0,0-1 0 16,0-2-32-16,0-3 0 0,0 0 0 0,0 0 0 15,0-5 0-15,0 0 0 0,0-3 0 0,-3 3 0 16,3-2 0-16,0-4 0 0,0 3 0 0,0 1 0 16,1-4 0-16,-1 1 0 0,-3-3 0 0,3 2 0 15,0-2 57-15,0 0 6 0,0 0 1 0,-3-3 0 16,3 1-64-16,-3-1-18 0,0 0-1 0,0-2 0 15,0 2 19-15,0-2 0 0,-3-3 0 0,0 2 9 16,1-2 2-16,-4 0 0 0,0 3 0 0,-6 0 0 16,3-3-11-16,-3 0 8 0,0 2-8 0,-5-2 8 15,-1 6-8-15,3-4 0 0,-3-2 0 0,0 6 0 0,1-6 15 16,-4 2 1-16,-3-2 0 0,-6 0 0 0,-2 0-16 16,-4 0 0-16,0 0 0 0,-5 0 0 0,2-2-17 15,-2 2 3-15,-7-3 1 0,-8 0-847 16,-1-2-168-16</inkml:trace>
</inkml:ink>
</file>

<file path=ppt/ink/ink7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8T21:38:07.091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10921 13521 1202 0,'0'0'26'0,"0"0"6"0,-6-3 35 0,0 1-67 0,3-1 0 0,3 3 0 0,-6-3 0 16,0-2 89-16,0 3 11 15,0-1 3-15,0 0 0 0,0 1-31 0,0 2-5 0,-3-3-2 0,0 0 0 16,0 3-11-16,0-2-2 0,3 2-1 0,-6 0 0 16,4-3-9-16,-4 0-2 15,0 3 0-15,0-2 0 0,0 2-12 0,0-3-2 0,-3 3-1 0,0 0 0 16,3 0-9-16,-3 0-1 0,4 0-1 0,-4 3 0 15,3-3-14-15,-3 0 11 0,0 2-11 0,0-2 10 32,3 3-31-32,-3 0-7 0,3 2 0 0,1-2-1 0,-1-1 50 0,0 4 11 0,3-4 1 0,-3 3 1 15,-3 1-26-15,3-4-8 0,-3 4 0 0,0-4 0 16,0 4 0-16,1-4 0 0,-1 1 0 0,-3 2 0 16,3-2 0-16,0 2 0 0,0 0 0 0,0 1 0 15,0-4 8-15,-2 4-8 0,2-1 0 0,0 0 0 16,0-2 0-16,3 2 0 0,-3 0 0 0,0 1 0 15,0 2 25-15,3-3 2 0,3 3 0 0,-2-3 0 16,2 1-43-16,0-1-9 0,0 3-2 0,0-3 0 16,3 3 27-16,0-3 0 0,-3 3 0 0,3-2 0 15,0 1 0-15,0 1 0 0,0-2 0 0,0 2-8 0,0 0 8 0,3-3 0 16,-3 3 0-16,3 0-8 0,-3 0 8 16,3 0 0-16,0 2 0 0,-2-2-8 0,2 0 8 15,0 3 0-15,0-1-9 0,0 3 9 0,0-2-10 0,0 2 10 16,0-2-13-16,3 2 5 0,-3 0 8 0,3 3-13 15,0-3 5-15,0 6 8 0,0-1-20 0,0-2 4 16,0 0 1-16,3 3 0 0,0-3 15 0,0 2 12 16,0-2-3-16,3 0 0 0,-3 0-9 0,3-3 0 0,-1 0 0 15,1 3 0-15,0-3-10 0,0 1 10 0,0-1-13 16,3 3 5-16,-3-3 8 0,3 0 0 0,0 3 10 0,0 0-10 16,0-3 0-16,0 0 0 15,3 3 0-15,0-3 0 0,0 1 0 0,2-1 0 0,-2-3 0 0,3 4-10 16,3-1 10-16,0-2 0 0,0 2 0 0,3-3 0 15,-4 1 0-15,7-3 0 0,-3 0 0 0,0 0 0 16,3 0 0-16,-3-3 0 0,2 0-9 16,-2 3 9-16,0-5 0 0,0 2 0 0,0-2-9 0,3 2 9 15,-4-2 0-15,4 2 0 0,0-5 0 0,0 3 0 16,3-1 0-16,-4-2 0 0,4 0 0 0,0 0-10 16,0 0 10-16,-6-2 9 0,0-1-1 0,-1 3-8 15,1-3 0-15,-3 1-17 0,-3-1 1 0,3 0 1 16,-3 1 15-16,0-1 0 0,-1-5 0 0,1 3-9 15,0-3 21-15,0 0 4 0,0 0 0 0,0-5 1 16,-3 2-30-16,3 1-7 0,0-4 0 0,-1-1-1 16,-2 1 21-16,0-2 0 0,0 1 0 15,0-1 0-15,-3 0 17 0,0 0 2 0,-3-3 0 0,0 4 0 0,0-1 10 0,0-3 3 16,-3 1 0-16,0-3 0 0,0-3 16 16,-3-3 3-16,0-2 1 0,0-3 0 0,-3 1-1 15,3-1 0-15,-6 0 0 0,3 0 0 0,0 1-14 0,-3 2-2 16,-3 2-1-16,0 3 0 0,0-2-15 15,-3-1-3-15,0-2-1 0,-3-3 0 0,-3 3-6 0,1-2-1 16,2-1 0-16,-6 3 0 0,3 2-8 16,0 3 0-16,0 3 0 0,-3-3 0 0,-2 3-8 0,-1 5-8 0,-3 1 0 15,-6 1-1 1,1 1-36-16,-4 3-7 0,-3 2-2 0,0 2-737 16,4-2-147-16</inkml:trace>
  <inkml:trace contextRef="#ctx0" brushRef="#br0" timeOffset="884.053">12921 13476 1602 0,'0'0'35'0,"-9"-5"7"0,0 2 2 0,-3-2 1 0,0 0-36 0,-3-1-9 16,-3 1 0-16,1 0 0 0,2-1 67 0,-3 1 11 15,-3 0 2-15,-3 0 1 0,3-1-16 0,-2 1-3 0,-1 0-1 0,0-1 0 16,0 1-12-16,-3 2-2 0,4 1-1 0,-4-1 0 15,0 0-13-15,0 1-2 0,-3 2-1 0,-2 0 0 16,-1 2-9-16,3-2-1 0,-3 3-1 0,1 2 0 16,2 1-19-16,0-1-12 0,3 3 1 0,1 0 1 15,5 2 10-15,-3 1 0 0,3 0 0 0,-3 4 0 16,0 1 0-16,4 3 0 0,2 2 0 0,-3 6 0 16,6-4-16-16,0 4 0 0,0 2-1 0,3 0 0 31,3-3-26-31,3 4-5 0,1-1 0 0,5 2-1 0,0 1-5 0,2 3-1 15,4 2 0-15,3 2 0 0,0-2-11 0,6-2-2 0,0-4-1 16,3 1 0-16,0 0 14 0,0-6 3 0,2 4 1 0,-2-1 0 16,3-6 29-16,3 7 6 0,-3-7 0 0,6 4 1 15,-1-6-39-15,4 3-8 0,-3-3-2 0,6-2 0 16,-1-1 47-16,1-5 9 0,-3 3 8 0,3-5-12 0,-4-1 12 0,4-2 0 16,-3 0-9-16,3 0 9 15,-1-5 0-15,1-1 10 0,0-2-1 0,3-2 0 0,-4-3-21 16,1-3-5-16,0 0-1 0,0-6 0 0,-7 1 29 0,1-3 5 15,0 0 2-15,0-2 0 0,-3-3 37 0,2 2 7 16,-2 1 2-16,0-3 0 0,-3-1 32 16,0 1 6-16,0 0 2 0,-4 0 0 0,1-3-25 15,-3 0-5-15,0-5-1 0,-3-3 0 0,0-2-3 0,-3 0-1 0,-3-1 0 16,0 1 0-16,0-1-17 0,-6-2-3 16,3 6-1-16,-6-4 0 0,3 1-20 0,-6-1-4 15,3-2 0-15,-6-5-1 0,0 2-13 16,0 1-2-16,-3-1-8 0,-3 3 12 0,-3 5-12 0,0 0 11 0,-2 3-11 0,-4 0 10 15,0-3-10-15,-3 3-12 0,0 3 2 0,-2-3 1 16,-1 2 9-16,-6 6 0 0,-3 0 0 0,-2 5 0 31,2 0-37-31,-6 3-6 0,4 0-1 0,-4 7 0 16,6 4-100-16,-2 4-21 0,-4 4-4 0</inkml:trace>
  <inkml:trace contextRef="#ctx0" brushRef="#br0" timeOffset="1661.441">14957 13555 1638 0,'0'0'46'0,"0"0"11"0,-6-2-45 0,0-1-12 0,3 1 0 0,-3-4 0 16,0 4 61-16,-3 2 11 0,3-6 1 0,-6 6 1 16,3-2-38-16,-5-4-8 0,2 4-2 0,-3-1 0 15,-3 0 6-15,0 1 2 0,0-1 0 0,-6 0 0 16,1 1-7-16,-1-1-2 0,-3 3 0 0,0-2 0 16,0 2-1-16,1 2 0 0,-1-2 0 0,-6 5 0 15,3-2-24-15,-3 0-17 0,4 2 2 0,-7 0 1 16,3 3 14-16,1 6 0 0,-1-1 0 0,0 0 0 15,3 3 0-15,3 0 0 0,4 2 0 0,-1 1 0 16,3-1 0-16,0 1 0 0,3 2 0 0,-3 0 0 16,7 3 0-16,-1 0 0 0,0 0 0 0,3 2-9 15,3 1-15-15,3-1-2 0,3 6-1 0,0-1 0 16,6-1-7-16,3 1-2 0,0-2 0 0,3 1 0 0,3-4 9 16,0 0 2-16,3 4 0 0,-1-4 0 0,4 0 16 15,0 1 9-15,3-3-10 0,0 0 10 16,3-3-32-16,2 0-1 0,1 0 0 0,3 3 0 0,3-8 33 0,0 0 0 15,-1-3 8-15,1 0-8 0,3-2 0 16,-4-3 0-16,1 2-11 0,3-4 11 0,0-4 0 0,2-2 0 16,1-2 0-16,0-4 0 0,-1 1-18 15,1-6 1-15,0 1 0 0,0-6 0 0,-4 0 17 0,1 0 9 16,0-2-1-16,-1-4 0 0,1 4 17 0,0-3 3 16,0-3 1-16,-4-3 0 0,-2 4 27 0,0-1 4 15,-3-5 2-15,-7 0 0 0,1-3-13 0,-6-3-2 16,0-2-1-16,-3 0 0 0,0 0 14 0,-6 0 4 0,3 3 0 0,-6-3 0 15,0 5-16-15,-3-2-2 0,-3-1-1 0,0 1 0 16,0-3-21-16,-3 0-4 0,-3 0 0 0,-3 2-1 16,0 1-19-16,-3 2 0 0,-6 3 0 0,-2 0 0 15,-1 5 0-15,-3 3 0 0,0 0 0 0,-6 2 0 16,4 1 0-16,-4 2 0 0,3 0 0 0,-3 3 0 16,4 2 0-16,-7 6-11 0,3 0 2 0,-3 5 0 31,-2 2-111-31,2 1-23 0,0 2-4 0,-2 6-868 0</inkml:trace>
  <inkml:trace contextRef="#ctx0" brushRef="#br0" timeOffset="2490.066">16987 13664 1728 0,'0'0'38'0,"-6"-3"8"0,0 1 2 0,0-4 0 0,0-2-39 0,0 3-9 0,0 0 0 0,-3-3 0 16,0 3 53-16,0-3 9 0,1 0 2 0,-4 0 0 16,0 0 0-16,0 0 0 0,0 0 0 0,0 0 0 15,-3 0-52-15,-3 0-12 0,3 0 0 0,-5 0 0 16,2 0 0-16,-3 3 0 0,0 0 0 0,-3-1 0 15,0 1 38-15,1 3 5 0,2-4 1 0,-6 4 0 16,3-1-28-16,-3 0-4 0,-2 3-2 0,-4-2 0 16,-3 2 0-16,3 2 0 0,-2-2 0 0,-4 6 0 15,6-1-10-15,-3 3-14 0,4 2 3 0,-1 4 1 16,3-1 10-16,-3 3 14 0,1 2-3 0,-1 3-1 16,3 3-59-1,0-3-12-15,1 1-3 0,2 4 0 0,3-5 36 0,0 3 8 0,0-3 0 0,7 6 1 16,2-1-21-16,0 1-5 0,3 2-1 15,0 2 0-15,3-1-14 0,3-1-2 0,3 2-1 0,0-2 0 16,0 1 37-16,6-7 7 0,-3 1 2 0,6 0 0 0,-3-3 5 16,6 3 2-16,0-3 0 0,0 0 0 0,6 1 10 0,0-4-12 15,0 3 12-15,5-2-12 0,1 2 0 0,3-3 0 16,3-2 0-16,3 0 0 0,-4-3 12 0,4-2-12 16,-3-3 12-16,3-3-12 0,-1 1 12 15,4-4-12-15,3-2 12 0,6-2-12 0,-4-4 12 0,4 1 0 0,3-6 0 16,-1 1 0-16,-2-3 0 0,3-1-13 0,-1-2 5 0,7-2 8 15,-4 2 33-15,4-2 15 0,3-4 2 0,-4-1 1 16,-2 1-1-16,-3 1 0 0,-4-3 0 0,7-2 0 16,-7-3-6-16,1-6-2 0,0 1 0 0,0-6 0 15,-7 3-3-15,1 3-1 0,-9-3 0 0,0 0 0 16,-7 5-22-16,-2-2-4 0,-3 2 0 0,-6-5-1 16,0 2 42-16,-6 1 9 0,0 0 2 15,-6-3 0-15,3 5-52 0,-9 3-12 0,0-3 0 16,-6 6 0-16,-6-1 54 0,-2 3 8 0,-1 0 2 0,-9 3 0 15,3 0-56-15,-5 3-8 0,-1-1 0 0,-3-2-10 16,3 5 10-16,1 0 0 0,-4 0 10 0,-3 6-10 31,1-1-20-31,-1 6-11 0,0-3-1 0,1 8-1 0,2 0-101 0,6 3-20 0,3 2-4 0,-2 3-808 16</inkml:trace>
  <inkml:trace contextRef="#ctx0" brushRef="#br0" timeOffset="3281.265">18791 13563 1810 0,'0'0'40'0,"-3"-5"8"0,-3-3 1 0,0 0 3 0,0-2-42 0,0-1-10 0,0 0 0 0,0 1 0 16,-3-1 56-16,3 3 8 0,0-2 3 0,-3-1 0 15,0 1-23-15,0 2-5 0,-2-3-1 0,-1 3 0 16,0-2 5-16,0 2 1 0,-3-3 0 0,0 3 0 16,0 3-20-16,0-3-4 0,-6 3-1 0,-2-1 0 15,2 1-7-15,-6 0 0 0,-3 2-1 0,-2 0 0 16,2 3-3-16,-3 0 0 0,0 0 0 0,1 3 0 16,2 0-20-16,0 2-5 0,3 0-1 0,0 6 0 15,1-1 26-15,-1 4 6 0,3 2 1 0,-3-1 0 16,3 4-27-16,-2-1-6 0,5 6-1 0,-3 3 0 15,3 2-16-15,3 0-3 0,3 3-1 0,1-3 0 16,2 0-37-16,3-3-7 0,0 1-1 0,3-1-1 16,0 1 17-16,3-1 3 0,3-2 1 0,0 5 0 15,0-2 0-15,3 2 0 0,0-3 0 0,3 3 0 16,0-5 20-16,0 3 5 0,3-4 1 0,0-1 0 0,2-4 14 0,4 1 2 16,0-4 1-16,0 1 0 0,3-2 21 0,3-1-11 15,0-3 11-15,2 1-8 16,1-3 8-16,0 0-8 0,0-3 8 0,3 0-8 0,-1-2 8 0,1 0 0 15,6-6 0-15,3 0 8 0,-1 1 0 0,4-4 1 0,0 1 0 0,2-3 0 16,-2 0 36-16,0 0 7 0,0-2 2 0,2-1 0 16,-2 1 6-16,6-6 2 0,-4 0 0 15,4-5 0-15,-3 0-3 0,-1-1-1 0,-8-1 0 0,3-4 0 16,-7 1-8-16,1-1-2 0,0 3 0 0,-3-2 0 16,-3 2 3-16,-4 3 0 0,1-3 0 0,-3 0 0 15,-3 3-11-15,-3-5-1 16,-3 2-1-16,-6-5 0 0,0 0 10 0,-3 0 1 0,-6-3 1 0,0 3 0 15,-3 0-29-15,-6 5-5 0,0-3-2 0,-3 3 0 16,0 1-14-16,-2-1 0 0,-1 0 0 0,-3 3 0 16,-3 2 36-16,0-2 4 0,-5 5 0 0,-4-2 1 15,0-1-30-15,-2 3-11 0,-1-2 0 0,0 2 9 16,6 0 9-16,1 0 2 0,-1 0 0 0,0 3 0 16,3 0-72-16,-2 5-13 0,2-3-3 15,-3 6-1-15,3 0-90 0,4 2-17 0,-1 3-4 16</inkml:trace>
  <inkml:trace contextRef="#ctx0" brushRef="#br0" timeOffset="4117.816">21220 13569 1552 0,'-15'-11'44'0,"9"6"10"0,-3-3-43 0,-3 0-11 0,3-3 0 0,-3 3 0 16,0 0 83-16,-3-2 14 0,1-1 3 0,2 3 1 15,-3 0-59-15,0-2-12 0,3 2-2 0,-6 0-1 16,3 0 29-16,0 0 7 0,-3 0 1 0,-2 0 0 0,-1 0-38 0,-3 3-7 15,-3-3-2-15,0 5 0 0,-2 1 9 0,2-1 2 16,-6 0 0-16,3 3 0 0,1-2-8 0,-1 2 0 16,3 0-1-16,0 5 0 0,0 0-8 15,1 3-2-15,-7 0 0 0,3 3 0 0,0-1-9 0,1 4 10 16,-1 2-10-16,0 2 10 16,0 3-19-16,3 3-4 0,1 3-1 0,-1-1 0 0,6 0 14 0,0 4 0 15,0-4 0-15,1 0 0 16,5 1-24-16,-3-3-3 0,-3 2 0 0,6 1 0 15,0-1-9-15,0 3-3 0,3-2 0 0,1 4 0 0,2-4 16 0,3 2 3 16,0 0 1-16,0 0 0 16,3-2-19-16,3-4-4 0,0-1-1 0,6-4 0 0,0 1 43 0,0-1 20 0,3-5-1 0,2 3-1 15,1-2-31-15,3-1-7 0,0-3 0 0,0 1-1 16,3-3 21-16,0-3 0 0,3 0 0 0,2-2 0 31,1-3-16-31,3-3-8 0,6 3-1 0,-1-5-1 0,4 0 26 0,0 0 0 0,0-3 0 0,2-3-8 16,-2 3 8-16,-3-2 0 0,5 2 0 0,-2-3 0 15,0 0 14-15,3-2 5 0,-1 0 1 0,1-6 0 16,0 1 20-16,-7-1 4 0,1-2 0 0,-3-3 1 16,-3 1 0-16,-3-1 0 0,-1-3 0 0,1 1 0 15,-6 5 0-15,0-3 0 0,-3 3 0 0,0 0 0 16,-6 2-9-16,-3-2-1 0,0 2-1 0,-6 1 0 16,0-3-3-16,-6 0-1 0,0-3 0 0,0 0 0 15,-6-3-30-15,0 4 0 0,0-4 0 0,-6 3 0 16,3 1 57-16,0 1 6 0,-6 1 1 0,-2 0 0 15,-4 2-64-15,-3 1-21 0,0 2 0 0,-2 0 0 16,-1 0 13-16,-3 3 8 0,6 3-10 0,-2-4 10 16,2 4-36-16,3-1-2 0,0 3 0 0,3 0 0 15,-2 3-123-15,5 2-25 0,0 3-5 0,0 0-1 0</inkml:trace>
  <inkml:trace contextRef="#ctx0" brushRef="#br0" timeOffset="4934.803">23399 13725 1474 0,'0'0'41'0,"-9"-3"11"0,3 1-42 0,-3-1-10 0,0-2 0 0,0-1 0 0,0-2 70 0,-3-2 12 16,3-1 2-16,-3-2 1 0,0 0-28 0,3-3-5 15,-6-3-2-15,4 1 0 0,-4-3-24 0,0 2-5 16,0-2-1-16,-3 2 0 0,3-2 4 0,-3 5 1 16,0-2 0-16,1-1 0 0,-4 1 8 15,3-1 2-15,-3 1 0 0,0-1 0 0,0 3-9 16,-5 3-2-16,-4-3 0 0,-3 3 0 0,0 2-4 0,-2-2-2 16,-1 3 0-16,-3-1 0 0,6 0 2 0,1 4 0 15,-1-1 0-15,0 2 0 0,1-2 0 0,-1 6 1 16,0-1 0-16,-6 3 0 0,4-3-21 0,-1 6 9 15,-3-3-9-15,3 5 0 0,1-2-12 0,5 5-10 16,-3 0-2-16,1 0 0 0,2 5 32 0,-3 0 5 16,0 0 2-16,1 3 0 0,-1 3-15 0,0-1-12 0,3 4 3 15,3 1 0-15,4-1-3 0,-1 4-1 0,0 3 0 0,6 0 0 16,3 6-8-16,0-6-2 0,4 2 0 0,2-1 0 31,0-4-20-31,3 1-4 0,0-1-1 0,3 0 0 16,3 1 1-16,0-1 0 0,0 1 0 0,3 2 0 0,0 0 27 0,3 3 4 0,3-3 2 0,3 5 0 15,-1-5 14-15,1 0 15 0,6 1-3 16,0-7-1-16,3 1-25 0,3-3-5 0,2 1-1 0,1-1 0 16,3-3 20-16,0 3-10 0,0-5 10 0,-1 3-8 15,1-6 8-15,0 0 0 0,6 1 0 0,-1-4 0 16,4 1-10-16,0-3 10 0,2 2-12 0,4-5 12 16,-6 1 0-16,-1-1 0 0,1-5 0 0,0 0 0 15,-1-3 8-15,1-2 8 0,0 0 1 0,0 0 1 16,-1-6 17-16,1 0 3 0,-3-2 1 0,-4 0 0 0,-2-6 18 15,-3 1 4-15,-3-1 1 0,-3 1 0 16,-1-3 1-16,1-3 0 0,-3-3 0 0,0-4 0 0,0-4-18 0,0-2-3 16,0 0-1-16,-3 0 0 0,-1 0-33 0,-2 5-8 15,0-2 0-15,0 2 0 0,-3-2 0 0,-3 2 0 16,0-5 0-16,-3-5 0 0,0 2 24 0,-3 3 2 16,-3 0 1-16,0 2 0 0,-3 1-27 0,0 2 0 15,-6 1 0-15,0 1 0 16,0-1-19-16,-6-4-5 0,1 1-2 0,-4-3-771 15,0 0-155-15</inkml:trace>
  <inkml:trace contextRef="#ctx0" brushRef="#br0" timeOffset="8005.942">20109 9478 1728 0,'0'0'38'0,"-6"3"8"0,3 2 2 0,0 0 0 16,1 3-39-16,2-3-9 0,0 3 0 0,0 3 0 16,0-3 53-16,0 2 9 0,0 1 2 0,2 2 0 15,1-2-52-15,0 5-12 0,0 0 0 0,0-1 0 0,0 4 43 0,3-3 5 16,0 0 2-16,0 2 0 0,3 1-31 0,-3-1-7 15,3 1 0-15,0-1-1 0,3-2-11 0,9 19 0 16,-3-12 0-16,-9-9 0 0,-1-4 0 0,7 1 0 16,0-1 9-16,3 1-9 0,0-3-12 0,3-3-8 15,3 1 0-15,-1-4-1 16,4-2-105-16,0-2-21 0,3-4-4 0,-3-4-636 16</inkml:trace>
  <inkml:trace contextRef="#ctx0" brushRef="#br0" timeOffset="8223.598">20934 9682 1340 0,'15'-6'38'0,"-12"1"8"0,0 2-37 0,0-2-9 0,3 0 0 0,-6 2 0 16,0 3 125-16,0 0 23 0,0 0 5 0,0 0 1 16,-3-5-53-16,3 5-10 0,-9-3-3 0,3 6 0 15,-3-3-23-15,-3 5-5 0,3-2 0 0,-3 5-1 16,0-3-22-16,-3 3-4 0,0 5-1 0,1-5 0 16,-4 3-18-16,-3-3-4 0,0 2-1 0,0 4 0 15,0-4-9-15,1 6 0 0,-1-3 9 16,0 3-9-1,0 3-21-15,3-3-9 0,0 2-2 0,0 1 0 16,1-4 2-16,-4 1 0 0,0 0 0 0,0 0 0 16,0-3-158-16,3-2-31 0,-2-3-6 0,2 0-575 0</inkml:trace>
  <inkml:trace contextRef="#ctx0" brushRef="#br0" timeOffset="8472.879">20443 9840 1616 0,'3'-5'36'0,"0"0"7"0,0 0 1 0,0-1 1 16,0-2-36-16,0 3-9 0,0 0 0 0,-3 2 0 0,0 3 78 0,0 0 14 15,0 0 2-15,0 0 1 0,0 0 11 0,0 0 2 16,0 0 1-16,0 0 0 0,0 0-72 0,-3 5-14 16,0 3-3-16,0 3-1 0,0 2 27 0,0 3 6 15,0 5 0-15,0 0 1 0,0 6-28 0,0 2-5 16,-3-3-2-16,3 1 0 0,0-1-7 0,-3-2-2 16,3 3 0-16,0-1 0 0,0-5-9 0,0 3 0 15,3 3 0-15,-3 2 0 0,0 2-8 16,3-2-8-16,0 6 0 0,0-1-1 0,0-5 17 0,3 0 0 15,-3-5 0-15,3 3 0 0,0-6 0 0,0-3 0 16,3 1 0-16,-3-3 0 0,0-3-10 0,3 0 2 0,-3-2 0 16,3-1 0-1,0-2-150-15,-3 0-30 0,3-2-5 0</inkml:trace>
  <inkml:trace contextRef="#ctx0" brushRef="#br0" timeOffset="8842.37">20666 10293 1958 0,'0'0'43'15,"0"0"9"-15,0 0 1 0,3-3 3 0,3 1-45 0,0-1-11 0,0 0 0 0,3 1 0 16,0-1 84-16,0 3 16 0,3 0 2 0,-4 0 1 0,4 0-42 0,0-3-8 16,0 6-1-16,0-3-1 15,0 0-27-15,-3 3-6 0,3-3-1 0,-3 2 0 16,-3 1-17-16,3 2 10 0,-3-2-10 0,0 2 8 0,-3 3-8 0,0 0 0 15,-3 3 9-15,0 2-9 16,-3 0 8-16,0 0-8 0,0 3 10 0,-3 0-10 16,-3-3 0-16,3 3-8 0,-3 0-1 0,-3 0 0 15,3 0-30-15,-3 0-5 0,3 0-2 0,0-3 0 0,0 3 37 16,3-6 9-16,0 4 0 0,0-1 0 0,3 0 0 0,3 0 8 16,-3-2-8-16,3-1 11 0,3 1-11 0,0 0 0 15,3-4 0-15,0 1-11 0,6-2 11 0,-3-1-8 16,6-2 8-16,0 2-8 0,0-5 8 0,3 0 0 15,-3 0 0-15,2-3 0 0,1-2 0 0,0 0 0 0,3-1 0 0,-3-2 0 32,3 1-24-32,-3-4-8 0,2-2-3 0,1 0-1005 0</inkml:trace>
  <inkml:trace contextRef="#ctx0" brushRef="#br0" timeOffset="9319.125">22125 9655 1825 0,'0'0'40'0,"-3"-5"8"0,3 5 1 0,0-5 3 0,0 5-41 0,0-6-11 0,0-2 0 0,0 8 0 16,0 0 58-16,0 0 10 16,0 0 1-16,0 0 1 0,6-2-26 0,-6 2-4 0,6 0-2 0,-4 0 0 15,4 2-17-15,0 1-3 0,-3 2-1 0,3 1 0 16,-3 4-9-16,3-2-8 0,0 5 9 0,0-2-9 16,-3 5 8-16,3-3-8 0,0 0 0 0,-3 1 0 15,3-1-9-15,0 0-8 16,3-2-2-16,-3 2 0 15,6-3-48-15,-3-2-9 0,3 0-3 0,-1 0 0 16,7 0-148-16,-3-5-29 0,3-6-7 0</inkml:trace>
  <inkml:trace contextRef="#ctx0" brushRef="#br0" timeOffset="9607.074">22741 9642 1886 0,'9'-19'41'0,"-3"12"9"0,-3-4 2 0,3-5 1 0,-1 3-42 0,-2-3-11 0,0 3 0 0,-3-3 0 16,0 3 103-16,0 2 18 0,-3-2 4 0,0 5 1 15,-2 0-44-15,2 0-9 0,-3 3-1 0,0 2-1 0,-3 0-45 0,3 1-9 16,-3 2-1-16,3 2-1 0,-3 4 39 0,0-1 8 16,-3 0 2-16,3 3 0 0,0 5-64 0,-3 1-15 15,3 2-1-15,-2 2-1 0,2 1 17 16,0 2-10-16,-3 0 10 0,0 0-8 0,0 0 8 0,0 0 0 16,-3 3 0-16,0-3 0 0,0 1 0 0,1-1 0 15,-4 0-9-15,0 3 9 0,-3 0-13 0,3 2 1 16,-3 1 1-16,0 2 0 15,1-3-14-15,2 1-3 0,-3-1-1 0,3-5 0 0,3 0 29 0,0-2 0 0,0 2 0 16,0-5 0 0,4 0-46-16,2 0-3 0,0-3-1 0,0 0 0 15,3-2-24-15,0-3-5 0,3 0-1 0,-3-3-604 0,3 3-120 0</inkml:trace>
  <inkml:trace contextRef="#ctx0" brushRef="#br0" timeOffset="10325.534">22642 10065 1728 0,'0'0'38'0,"0"0"8"0,0 0 2 0,0 0 0 0,0 0-39 0,0 0-9 0,0 0 0 0,0 0 0 16,0 0 91-16,0 0 16 0,0 0 3 0,0 0 1 15,0 0-38-15,3 8-7 0,0-2-2 0,-3 4 0 16,3 1-37-16,0-1-8 0,-3 1-2 0,0 2 0 15,0 0 19-15,0 3 3 0,0 0 1 0,-3 3 0 16,3 2-13-16,-3 0-3 0,0 5 0 0,3 4 0 16,-3-4-12-16,3 3-2 0,0 0-1 0,0 0 0 0,0-2-9 15,0-1-12-15,0-2 2 0,0 0 1 16,3-3 17-16,-3-2 4 0,3 2 1 0,0-5 0 0,-3 2-13 0,3-2-18 16,0 0 4-16,-3 2 1 0,3-2 13 15,-3-2 0-15,0 1 0 0,3-1 0 16,-3-4-54-16,0 1-8 0,-3-3-2 0,6 0 0 15,-3-8-117-15,0 0-24 0,0 0-5 0,0 0-654 0</inkml:trace>
  <inkml:trace contextRef="#ctx0" brushRef="#br0" timeOffset="11470.166">23312 9698 1825 0,'0'0'40'0,"0"0"8"0,0 0 1 16,0 0 3-16,3 2-41 0,3-2-11 0,0 0 0 0,3 0 0 0,0 0 31 0,0-2 4 16,3 2 1-16,-3-3 0 15,0 3-20-15,3-3-3 0,-3 1-1 0,2-1 0 0,1 3-12 0,0-3 0 16,0 1 8-16,0-1-8 0,0 3 0 0,0-3-18 15,0 1 4-15,0 2 1 0,0-3 13 0,-1 3 0 16,-2 0 0-16,3-3 0 16,-3 3-112-16,-3 0-20 0,0 0-4 0,-6 0-1 0</inkml:trace>
  <inkml:trace contextRef="#ctx0" brushRef="#br0" timeOffset="11656.729">23217 9960 1246 0,'-6'13'35'0,"3"-8"9"0,0 3-36 0,3-3-8 0,3 3 0 0,0 0 0 16,3 0 68-16,0-3 11 0,3 1 2 0,3-1 1 16,0-2 28-16,0-3 6 0,2 0 0 0,1 0 1 15,0-3-33-15,3 0-8 0,0-2 0 0,-3-3-1 16,3 0-75-16,0-2-16 0,-4-1-2 0,4-5-1 31,3 3-25-31,0-6-4 0,0 1-2 0,3-1-548 0,-4 1-110 0</inkml:trace>
  <inkml:trace contextRef="#ctx0" brushRef="#br0" timeOffset="11968.818">23797 9489 1314 0,'0'0'37'0,"0"0"8"0,3-3-36 0,-3-2-9 15,6 2 0-15,-3 0 0 0,3 1 104 0,0-1 20 16,3 0 3-16,-3 1 1 0,3 2-52 0,0-3-9 15,3 0-3-15,0 1 0 0,3 2 0 0,-3 0 0 16,2 0 0-16,1 0 0 0,0 0-17 0,0 2-4 16,0 1-1-16,0 0 0 0,0-3-18 0,-3 5-3 15,0-2-1-15,-3 2 0 0,-1 0-8 0,-2 1-3 0,0 1 0 0,-3 1 0 16,0 0 1-16,-3 3 0 0,-3 0 0 16,0-1 0-16,-3 1-10 0,0 2 12 15,0 0-12-15,-5 3 12 0,2 0-12 0,-3-3 10 0,-3 0-10 16,3 1 10-16,-3-1 21 0,3 0 4 0,-3 0 1 15,3 3 0 1,0-3-80-16,1-2-16 0,2 2-4 0,0 0 0 0,0-2 52 0,3 0 12 0,0-1 0 0,3 1-720 16,0-1-140-1</inkml:trace>
  <inkml:trace contextRef="#ctx0" brushRef="#br0" timeOffset="12174.969">24077 10264 2188 0,'0'0'48'0,"0"8"11"0,3 0 1 0,0 2 1 0,3 4-49 0,-3-1-12 0,0-3 0 0,0 1 0 0,0-1 54 0,0 1 8 15,0-3 2-15,0 3 0 0,-3-6-52 0,3 0-12 16,-3-5 0-16,0 0 0 0,0 0 0 0,0 0 0 16,0 0 0-16,0 0 0 15,0 0-48-15,0 0-13 16,0 0-3-16,0-8-614 0,0 3-123 0</inkml:trace>
  <inkml:trace contextRef="#ctx0" brushRef="#br0" timeOffset="12851.039">21232 9634 1011 0,'0'0'22'0,"0"0"5"0,0 0 1 0,0 0 0 0,-6 5-28 0,6-5 0 16,0 0 0-16,0 0 0 0,0 0 65 0,0 0 7 16,0 0 2-16,0 0 0 0,0-5-22 0,3-3-5 15,0 3-1-15,0-3 0 0,5 3 21 0,-2-3 4 16,3 0 1-16,3 0 0 0,0 3-2 0,0-3 0 16,3 2 0-16,0 1 0 0,0 0-18 0,-3-1-3 0,3 1-1 0,-1 0 0 15,-2 2-24-15,0 1-6 16,3-1-1-16,-3 0 0 0,3 3-17 0,-3-2 0 0,0 2 0 15,0 0 0-15,-3 2 0 0,2 1 0 0,-2 0 0 16,0 2 0-16,-3 0 0 0,0 3 0 0,0 0 0 0,0 3 0 16,-6-1 0-16,3 1 0 0,-6 2 0 0,3-2 0 15,-6 2 0-15,0-3 0 0,0 4 0 0,0-1 0 16,0 0 21-16,-3 0 1 0,1 3 0 0,2 0 0 16,-3-3-22-16,0 1 0 0,0 1 0 0,0 1 0 15,0 0 0-15,3 0 0 0,-3 0 0 0,3 0 0 16,3 2 0-16,0-2 0 0,-3 3 0 0,3-3 0 15,0-1-8-15,0 1 8 0,3-2-8 0,0-1 8 16,0 0-34-16,3-2-2 16,0-1 0-16,0 1-607 0,0-3-121 0</inkml:trace>
  <inkml:trace contextRef="#ctx0" brushRef="#br0" timeOffset="13035.432">21440 10325 1958 0,'0'0'43'0,"0"0"9"0,0 0 1 0,0 0 3 0,0 0-45 0,0 0-11 16,0 0 0-16,0 0 0 0,0 0 40 0,0 0 5 16,0 0 2-16,0-6 0 15,3 1-178-15,0-3-35 0,0 0-7 0,0 0-2 0</inkml:trace>
</inkml:ink>
</file>

<file path=ppt/ink/ink8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8T21:39:00.640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3899 5686 2170 0,'0'0'48'0,"3"8"9"0,3 3 3 0,-3 5 1 0,0 0-49 0,-3 2-12 0,0 1 0 0,-3 2 0 15,0 0 0-15,0 3 11 0,0 0-11 0,0-1 10 16,3 1 3-16,0-3 1 0,0-2 0 0,0 2 0 16,-3-5-2-16,0 2 0 0,3-2 0 0,0 0 0 15,0-3-12-15,3-2 11 0,0-3-11 0,0 0 10 16,-6-3-72-16,3-5-14 0,0 0-4 0</inkml:trace>
  <inkml:trace contextRef="#ctx0" brushRef="#br0" timeOffset="731.788">3911 4720 1162 0,'0'0'25'0,"0"0"6"0,0 0 1 0,0 0 1 0,0 0-33 0,0 0 0 0,0 0 0 0,0 0 0 16,0 0 0-16,0 0 0 0,6 6 0 0,-6-6 0 15,0 0 0-15</inkml:trace>
  <inkml:trace contextRef="#ctx0" brushRef="#br0" timeOffset="6065.828">4813 4593 828 0,'0'0'23'0,"0"0"6"0,0 0-29 0,0 0 0 0,0 0 0 0,0 0 0 16,0 0 69-16,0 0 8 0,0 0 2 0,0 0 0 15,0 0-25-15,0 0-5 0,0 0-1 0,-6 3 0 16,6-3-8-16,0 0-1 0,0 0-1 0,-3 5 0 16,-3-2 5-16,0 0 1 0,6-3 0 0,0 0 0 15,0 0-5-15,0 0-1 0,0 0 0 0,0 0 0 16,0 0-17-16,0 0-3 0,0 0-1 0,0 0 0 15,0 0-4-15,0 0-1 0,-6 0 0 0,6 0 0 16,0 0-24-16,3-6-4 0,-3 6-2 0,3-5 0 16,3 2 41-16,-3-4 8 0,-6 1 1 0,0 4 1 15,-3-4-23-15,3 4-10 0,3 2 8 0,0 0-8 16,0 0 9-16,0 0-9 16,0 0 10-16,0 0-10 0,0 0 13 0,0 0-3 15,0 0-1-15,0 0 0 0,0 0 1 0,0 0 0 16,0 5 0-16,-3-2 0 0,-3-1 6 0,3 1 2 0,3-3 0 0,0 0 0 0,9 5-18 15,-6 3 0-15,-12-5 8 0,6 5-8 0,3-3-10 0,0-5-6 16,0 0 0-16,3 5-1 16,0 3 31-16,0-3 6 0,-3 1 2 0,-3 2 0 0,6-3-14 0,-3 6-8 15,0-9 8-15,-3 6-8 0,6 0 22 0,0-3 0 16,-3 3 0-16,-6 0 0 0,0 0-31 0,-3-2-7 16,15 1 0-16,-6 1-1 0,0 0 17 0,0 0 0 15,-6 0 0-15,6 3 9 0,-3-3-9 0,3 0 0 16,0 0 0-16,0 0 0 0,-3-1 0 0,3 4 8 0,0-3-8 15,0 0 0-15,0 0 0 0,-3 0 0 16,0 0 0-16,3 0 0 0,3 0 0 0,-6 0 0 0,0 2 0 0,0-2 0 16,0 3 0-16,3-1 0 0,3 1 0 0,-3 2 0 15,-9-2 0-15,6-1 0 0,0 6 0 0,3-3 0 16,0 1 26-16,0 1 0 0,3 1 0 0,-3 0 0 31,3 0-43-31,-3 0-9 0,0 0-2 0,0-3 0 0,0 3 28 0,-3-5 0 16,0 4 0-16,0-4 0 0,3 2 0 0,0 0 0 0,-3-2 0 0,-3 0 0 15,3 2 0-15,3 8 0 0,9-5 0 0,-6-11 0 16,-3 3 0-16,0 3 0 0,-3-3 0 0,0 2 0 16,3 1 0-16,-6 2 0 0,-9 0 0 0,13 3 0 15,4-3 0-15,4 3 0 0,-6 3 0 16,3-1 0-16,-6-2 17 0,3 3 9 0,0-3 2 0,-3 2 0 16,0-2-40-16,1-3-8 0,-4 3-2 15,0-3 0-15,0 3 22 0,3-3 0 0,6 1 8 0,-3-4-8 16,0 3 9-16,3 1-9 0,3-4 10 0,-3 3-10 0,-6-2 10 15,0 0-10-15,6 2 10 0,-6 0-10 16,0 0 17-16,-3 1-2 0,-3-1-1 0,9 3 0 16,0 0-14-16,0 2 0 0,3 1 0 0,3-1 0 0,-3 1 0 0,-3-1 0 15,-3 1 0-15,0-1 0 0,3-2 0 0,3 3 0 16,-3-4 8-16,0 4-8 16,-3-3 10-16,0-3-10 0,0 0 10 0,3 1-10 15,-3-4 11-15,0 3-11 0,-3-2 12 0,6 2-12 0,6-2 11 0,-3 2-11 16,0 0 10-16,-3 0-10 15,0 3-15-15,3-2-9 0,-6 1-1 0,3 4-1 0,0-3 46 0,0 2 8 0,-12 1 3 0,9-1 0 16,3 1-23-16,-3-1-8 0,0-2 0 0,6 3 9 16,0-3-9-16,-3-3 0 0,-3 0 9 0,3 0-9 15,-3 1 8-15,3-1-8 0,3-3 10 0,3 1-10 16,3 0 8-16,-9 2-8 0,-3-5 0 0,-3 2 9 16,12-2-9-16,-3 3 10 0,-3 0-10 0,0-1 10 15,-9 1-10-15,6-1 10 0,3 1-10 0,0 2 10 16,-3-2-1-16,0 2 0 0,0 0 0 0,6 3 0 15,3-3-9-15,-3 0 0 0,6 3-12 0,-9-2 12 16,-9-1 0-16,9 0 0 0,9 0 0 0,-6 0 12 16,3 1-12-16,-6-1 0 0,-6-2 0 0,6-1-11 15,3 1 11-15,0-1 0 0,-9-2 0 0,9 3 0 16,3-1 0-16,0-2 0 0,-3 0 0 0,-3 3 0 16,-6-3 0-16,3 0 0 0,9 0 0 0,0 0 0 15,0 0 0-15,-3-1 0 0,-1 1 0 0,-2 0 0 16,3 0 0-16,0-2 0 0,-3 2 0 0,3 2 0 0,-3-2 0 0,0 0 0 15,0 3 0-15,0 2 0 0,0-3 0 0,0 1 8 16,-6 0-8-16,3 2 0 0,6-3 0 0,0 4 0 16,3-4 0-16,-3 3 0 0,-6 1 0 0,3-1 0 15,3-3 0-15,0 1 0 0,0 0 0 0,0-1 0 16,-3 1 0-16,0-1 0 0,3-2 0 0,0 0 0 16,-3 3 0-16,-3-3 0 0,0 0 0 0,0 0 0 15,6-3 0-15,-3 3 0 0,-6-3 0 0,6 3 0 16,6-3 0-16,-3 3 0 0,-3-2 0 0,0 2 0 0,6-3 0 15,-6 0 0-15,0 0 0 0,0 3 0 0,3-5 0 16,-3 5 0-16,6-3 0 0,-6 1 0 0,0-6 0 0,-3 5 8 16,6 0-8-16,0 0 0 0,-3 1 0 0,0 2 0 15,0-6 0-15,-6 6 9 0,-3-2-1 16,9-1-8-16,3 0 0 0,3 0 0 0,-6 1-10 0,0-1 10 16,3 0 0-16,0 1 16 0,0-1 0 0,0 3-1 15,3-6-15-15,-6 4 0 0,-3-1 0 0,0 0 0 16,-3 1 0-16,3-1 0 0,6 0 0 0,0 0 0 15,-3 1 0-15,0-1 0 0,0 0 0 0,0 1 0 16,-6-1 0-16,6 0 0 0,3 1 0 0,-6-1 0 16,0-3 0-16,3-2 0 0,3 6 0 0,0-1 0 15,3 0 0-15,-6-5 0 0,-6 6 0 0,6-6 0 16,0 5-9-16,6-2-5 0,0 2-1 0,-3-2 0 16,-3-3 24-16,0 0 5 0,0 0 1 0,-3 7 0 15,3-7-6-15,0 6-1 0,6-1 0 0,0-2 0 16,-6-3-8-16,0 0 0 0,-12 5 0 0,6-2 0 0,6-3 0 0,0 0 0 15,3 5 0-15,0-2 0 16,0-1 0-16,-3 1 0 0,0-1 0 0,0-2 0 16,0 0 0-16,3 3 10 0,3 0-10 0,-6-1 10 0,0-2-10 0,0 0 0 15,3 3 0-15,-3-3 0 0,0 0 0 0,0 0 0 16,0 5 0-16,0 1 0 0,3-1 0 0,0-2 0 16,-3-3 9-16,-3 5-9 0,3-5 18 0,0 5-1 15,3 0 0-15,-3 1 0 0,-6-1-26 0,6-5-6 16,0 3-1-16,0 2 0 0,0-5 39 0,0 0 7 15,0 3 2-15,-441 15 0 79,257-7-49-79,133-11-10 0,13 2-1 0,14 1-1 0,0 0 62 0,6-3 13 0,0 2 2 15,3 1 1-15,6-3-24 0,0 0-5 16,3 3 0-16,4-3-1 15,2 2-47-15,0-2-8 0,0 0-3 0,0 3 0 0,0-3 56 0,0 0 11 0,0 0 3 0,0 0 0 16,0 0-31-16,-3 3 0 0,0-3 0 0,0 0 0 16,-6 0-10-16,6 0-5 0,-3 0-1 0,6 0 0 31,0 0-36-31,0 0-7 0,0 0-1 0,27-6-1080 0</inkml:trace>
  <inkml:trace contextRef="#ctx0" brushRef="#br0" timeOffset="12194.236">8974 4940 981 0,'0'0'28'0,"0"0"6"0,0 0-34 0,0 0 0 16,0 0 0-16,-6 3 0 15,6-3 78-15,0 0 9 0,-6 2 1 0,6-2 1 16,0 0 13-16,0 0 2 0,0 0 1 0,0 0 0 0,0 0-65 0,0 0-14 15,0 0-2-15,3 6-1 0,0-1 24 0,3 0 5 16,0-2 0-16,3 0 1 0,0-1-33 0,3-2-8 0,0 0 0 0,2 0-1 16,4 0-11-16,0 0 0 0,0 0 0 0,3 0 0 15,3 0 53-15,-1 0 9 0,4 0 2 16,0-2 0-16,0-1-52 0,3 0-12 0,-1-2 0 0,1 0 0 16,3 2 54-16,3-2 8 0,-1 2 2 0,-2 3 0 15,3-5-52-15,-3 2-12 0,-1 0 0 16,1 3 0-16,-6-2 0 0,0-1 0 0,-4 1 0 15,1-1 0-15,-3 0 0 0,0 1 0 0,-3 2 0 0,-3-3 0 16,0 3 0-16,-4 0 0 0,1-5 0 0,-3 5 0 31,-3 0-48-31,0 0-13 0,-6 0-3 0,0 0 0 16,0 0-7-16,0 0-1 0,0 0-1 0,0 0-532 0,0 0-107 0</inkml:trace>
  <inkml:trace contextRef="#ctx0" brushRef="#br0" timeOffset="12855.093">9188 4752 1314 0,'0'0'37'0,"0"0"8"0,0 0-36 0,0 0-9 0,3-2 0 0,-3 2 0 16,3-3 104-16,-3 3 20 0,0 0 3 0,0 0 1 15,0 0-52-15,0 0-9 0,0 0-3 0,0 0 0 16,0 0-51-16,0 0-13 0,0 0 0 0,0 0 0 16,0 0 47-16,0 0 6 0,0 0 2 0,0 0 0 15,0 0-37-15,-3 5-7 0,0 1-2 0,0 1 0 16,-3-1-9-16,3-1 0 0,-3 0 0 0,-3 3 0 15,1-2 0-15,-1 1 0 0,0 1 0 0,0 0 0 16,-3 0 0-16,0 3 0 0,3-8 0 0,-3 4 0 16,0 1 20-16,3 0 3 0,-3-2 0 0,3 2 0 0,0 0-23 15,1-1 0-15,-1 1 0 0,0 3-8 0,3-8-9 16,0 5-2-16,3-1 0 0,-3-1 0 0,3 2 31 0,0-3 5 16,3 0 2-16,-3 3 0 15,3-2-31-15,0-1-5 0,0-5-2 0,3 8 0 0,-3-3 19 0,3 0 0 16,3 1 0-16,-3-1 0 0,3-2 48 0,-3 2 12 15,3 0 4-15,3-2 0 0,-3-1-52 0,2 4-12 16,1-4 0-16,0 4 0 0,3-4 0 0,-3 4 0 16,3-1 0-16,0 0 0 0,3-2 0 0,-3 2 0 0,3-2 0 0,-3 2 0 15,-1-2 0-15,4 2 0 0,-3 0 0 16,3-2 0-16,-3 0 0 0,0-1 0 0,3 1 0 16,-3 0 0-1,0 2-100-15,0-3-22 0,-3 1-5 0,-4 2-820 0</inkml:trace>
  <inkml:trace contextRef="#ctx0" brushRef="#br0" timeOffset="17406.867">14570 9938 1552 0,'0'0'44'0,"0"0"10"0,0 0-43 0,0 0-11 0,0 0 0 0,0 0 0 15,0 0 104-15,-6-2 20 0,6 2 3 0,-6-3 1 16,0 0-52-16,0 1-9 0,0 2-3 0,0 0 0 16,0-3-51-16,-3 3-13 0,0 0 0 0,-3 3 0 15,4-3 54-15,-4 0 8 0,0 0 2 0,-3 0 0 16,0 0-52-16,0 0-12 0,0 2 0 0,-3 1 0 16,1-3 21-16,-1 3 2 0,0-1 0 0,-3 1 0 15,3 0 14-15,0-1 3 0,0 1 1 0,1-3 0 16,-1 3-33-16,3-1-8 0,0 1 0 0,0 0 0 15,3 2 0-15,3-3 0 0,-3 1 0 0,6 2 0 16,-3-2 0-16,0 2 0 0,3 1 0 0,4-1 0 16,-4 0-49-16,3 1-12 0,0-1-3 0,3 0 0 0,-3 0 52 0,3 1 12 15,3 2 0-15,-3-3 0 0,0 0 0 16,3 1 0-16,0-1 0 0,0 3 0 0,0-3 0 0,-1-2 0 16,1 2 0-16,0 3 0 0,0-3 0 0,0 0 0 15,0 1 0-15,0 2 0 0,0-3 13 0,-3 3 6 16,3-3 1-16,0 3 0 0,0 0-20 0,-3 0 0 15,0 0 0-15,3 0 0 0,-3 0-12 0,0 0-7 0,0 2-1 16,0 4 0-16,0-4 20 0,0 6 0 0,0-3 0 0,0 6 0 16,0-3 0-16,-3 2 0 0,3 1 0 0,0 2 0 15,0-3 0-15,-3 6 0 0,3-5 0 0,0 2 0 16,-3 0 0-16,3-2 0 0,-3 2 0 0,3-3 0 16,-3 1 13-16,3-1 7 0,-3-2 0 15,0 0 1-15,3 0-21 0,-3 3 0 0,3-4 0 0,-3 4 0 16,0-3 0-16,3 2 0 0,-3-2 0 15,3 3 0-15,-2-1 0 0,2-2 0 0,0 3 0 0,0-3 0 16,-3 2 0-16,3-2 8 0,0-3-8 0,0 3 0 16,-3-3 8-16,3 0-8 0,3 1 10 0,-3-4-10 15,0 4 9-15,0-1-9 0,0 0 8 0,0-2-8 16,0-1 0-16,0 1 8 0,0-3-8 0,0 2 0 16,0-2 0-16,0 0 0 0,0 0 8 0,0 0-8 15,-3 0 0-15,3 0 0 0,0 0 0 0,0 0 8 16,0 0-8-16,0 0 0 0,0 0 0 0,0 0 0 15,0-1 0-15,0 1 0 0,0-2 0 0,3 2 0 16,-3-3 8-16,0 0-8 0,3 0 0 0,-3 1 8 0,0-6 0 16,2 5 0-16,1-2 0 0,0 2 0 0,-3-5 2 0,3 3 0 15,3-1 0-15,-6-2 0 0,6 6 4 0,-3-6 1 16,3 2 0-16,0-2 0 0,0 0-15 0,0 0-13 16,3 0 2-16,0 0 1 0,0-2 32 15,-3 2 6-15,6 0 2 0,-3-3 0 16,6 0-48-16,-1 3-10 0,1-2-1 0,0-1-1 0,0 0 46 0,3-2 8 15,0 2 3-15,3-2 0 16,-3 0-156-16,2 0-31 0,1-1-7 0,-3 1-1 0</inkml:trace>
  <inkml:trace contextRef="#ctx0" brushRef="#br0" timeOffset="22165.802">5700 5318 1041 0,'0'0'29'0,"0"0"7"0,0 0-28 0,0 0-8 0,0 0 0 0,0 0 0 15,0-2 87-15,0 2 16 0,-3-5 3 0,3 5 1 16,-3-3-26-16,3 3-5 0,0-5 0 0,0 5-1 16,0 0-20-16,0 0-4 0,-3-3-1 0,3 3 0 15,0 0-14-15,0 0-2 0,-12-3-1 0,6 1 0 16,12 2-5-16,0 0 0 0,-6 0-1 0,0 0 0 16,0 0-19-16,0 0-8 0,0 0 8 0,0 0-8 15,3 0 8-15,-3 0-8 0,-6 0 8 0,6 0-8 0,0 0 8 16,0 0-8-16,0 0 0 0,0 0 8 0,0 0-8 0,0 0 10 15,0 0-10-15,0 0 10 0,0 0-10 0,0 0 0 16,6 2 0-16,-6-2 8 0,3 3-8 0,-3-3 8 16,6 3-8-16,-3-1 8 0,-3-2-8 0,-1438 3 10 15,2894-3-10-15,-1445 0 10 0,-2-3-10 0,3 3 0 16,3 0 9-16,3-2-9 0,0 2 10 0,3-3-2 16,0 3-8-16,-1 0 12 0,1 0-12 0,0 0 9 15,0 3-9-15,0-1 8 0,0-2-8 0,-1 3 0 16,-2-3 0-16,0 5-11 0,-3-5 11 0,-3 3 14 15,0-3-3-15,0 2-1 0,0 1-10 0,-3-3 8 0,-1 3-8 0,1-3 8 16,0 2 2-16,0-2 0 0,0 0 0 0,0 3 0 16,0-3 4-16,-3 0 1 0,6 0 0 15,-3 0 0-15,0 0-6 0,0 3-1 0,0-3 0 0,3 0 0 16,-4 0-8-16,1 0 10 0,0 0-10 16,0 0 10-16,0 0-10 0,3 0 0 0,-3 0 9 0,0 0-9 15,0 0 12-15,0 0-3 0,0 0 0 16,-3-3 0-16,3 3-9 0,0 0 0 0,-4-3-10 0,4 1 10 31,-3-1-38-31,0 3-2 0,3-5 0 0,-3 2-647 0,0 1-129 0</inkml:trace>
  <inkml:trace contextRef="#ctx0" brushRef="#br0" timeOffset="24021.613">19178 9727 1508 0,'-6'-3'33'0,"3"0"7"0,3 3 44 0,-3-2-76 0,3 2-8 0,-3-3 0 0,-3 3 0 16,6 0 74-16,-6 3 13 0,0-3 2 0,0 2 1 15,6-2-38-15,-6 6-7 0,0-1-1 0,0 0-1 16,0 3-43-16,0 0 0 0,0 0-11 0,0 0 3 15,3 3 8-15,0-3 0 0,0 2 0 0,0 3 0 0,0 1 0 0,3-1 0 16,0 0 0-16,0 0 0 0,3 3 0 16,0-3 0-16,0 1 0 0,6-1 0 0,-3 0 0 15,3-2 0-15,0-1 0 0,3 1 0 0,0-3 8 0,0-3 4 16,0 3 1-16,3-5 0 0,0-1-13 0,2 1-18 16,-2-3 4-16,0 0 1 15,3-3 13-15,0 1 0 0,-3-4 0 0,6 1 0 0,-7 0 0 0,1-3 0 16,0 0 0-16,-3 0 0 0,0-3 48 0,-3 1 13 15,0-3 3-15,0 2 0 0,0-2-52 0,-3 2-12 16,0-2 0-16,-3 2 0 0,0-2 54 0,-3 0 8 16,0 2 2-16,-3 1 0 0,0-4 0 0,0 4 0 15,-3-1 0-15,0 3 0 0,-3-2-52 0,0-1-12 16,0 3 0-16,-3-2 0 0,-3-1 0 0,0 3 0 0,0 3 0 0,-2-3 0 16,-1 3 0-16,-3-1 0 15,3 1 0-15,-6 2 0 0,3 1 0 0,-2-1 0 0,2 6 0 16,0-1 0-1,3-2-48-15,0 3-13 0,0 0-3 0,3 2 0 16,1 0-103-16,5 3-21 0,-3 0-4 0,0 3 0 0</inkml:trace>
  <inkml:trace contextRef="#ctx0" brushRef="#br0" timeOffset="24727.614">20589 9721 1314 0,'0'0'37'0,"0"0"8"0,0 0-36 0,-6 0-9 0,6 0 0 0,-6 0 0 15,0 0 97-15,0 0 18 0,0 0 3 0,-3 3 1 16,3-3-37-16,-3 0-7 0,3 3-2 0,-3-1 0 16,0 1-58-16,0 2-15 0,3 1 0 0,-3-4 0 15,-2 4 36-15,5-1 5 0,-3 0 1 0,0 3 0 16,3 0-30-16,-3 0-12 0,3 0 11 0,0 2-11 16,0 1 0-16,3 2 0 0,0 0 0 0,0 1 0 15,3-4 0-15,3 6 0 0,-3-3 0 0,3 1 0 16,3-1 0-16,0 0 0 0,3-2 0 0,0 2-10 15,0-5 10-15,3 0 0 0,0 0 0 0,-1-3-8 16,4-2 25-16,0 2 6 0,0-2 1 0,-3-3 0 16,3-3-24-16,0 3 0 0,0-5 0 0,-3 2 0 0,2-2 0 0,1-1 0 15,3-2 0-15,-3 1 0 0,3-1 0 0,-3 0 0 16,0-3 0-16,0 0 0 0,-1 1 12 0,-2-1-1 16,0 3-1-16,-3-2 0 0,-3-1 30 15,0 1 5-15,0-4 2 0,-3 4 0 0,-3-1 3 16,0 3 1-16,-3-2 0 0,0 2 0 0,0 2-16 0,-6-1-3 15,3-1-1-15,-6 0 0 0,3 2-31 0,-3-2-12 16,-2 3 1-16,2 3 0 0,-3-6 60 0,0 2 12 16,0 4 3-16,0-1 0 0,3 3-52 0,0 0-12 15,0-3 0-15,0 3 0 16,-2 0-48-16,2 3-13 0,-3-3-3 0,0 3 0 16,0-1 0-16,-3 1 0 0,3 0 0 0,0-1-682 15,-2 4-137-15</inkml:trace>
  <inkml:trace contextRef="#ctx0" brushRef="#br0" timeOffset="28590.108">7971 5300 1074 0,'0'0'30'0,"0"0"8"0,0 0-30 0,-6 3-8 0,6-3 0 16,-6 2 0-16,0-2 52 0,3 3 10 0,3-3 2 0,-6 3 0 16,0-1-8-16,0 1 0 0,6-3-1 0,-6 5 0 15,3 0-37-15,-3-2-7 16,6-3-2-16,0 0 0 0,-3 5 37 0,0 1 7 0,3-6 2 0,-3 5 0 16,3-5-37-16,0 5-7 0,0-5-2 0,0 0 0 15,0 3 23-15,0-3 4 0,3 5 0 0,0 0 1 16,0 1-15-16,3-4-3 0,-3 1-1 0,3 0 0 15,0-1 6-15,3 1 2 0,-3-3 0 0,3 3 0 16,0-3-6-16,0 0 0 0,0 0-1 0,0 0 0 16,2 0-5-16,1 0-1 0,3 0 0 0,-3-3 0 15,0 3 1-15,3-3 0 0,-3 3 0 0,3-2 0 16,-3-1-14-16,3 3 0 0,2-3 0 0,1 3 0 16,-3-2 0-16,3-1 0 0,0 3 0 0,0 0 0 15,-3 0 12-15,2 0-4 0,1 0-8 0,-3 0 12 16,3 0-12-16,-3 3 0 0,0-1 8 0,0-2-8 15,0 3 0-15,-3-3 0 0,2 0 0 0,4 3 0 0,-6-1 15 0,0-2-3 16,0 0-1-16,0 3 0 16,-3-3-26-16,0 0-5 0,0 0 0 0,0 0-1 0,-3 0 68 15,2 0 13-15,1 0 4 0,0 0 0 0,-3 0-52 0,3 0-12 16,-3 0 0-16,0 0 0 0,3 0 0 0,-3 0 0 16,3 0 0-16,-3 0 0 0,0 0 0 0,3 0 0 15,-3 0 0-15,3 0 0 0,0 0 11 0,-3 0-1 16,2 0 0-16,-2 0 0 0,3 0-10 0,-3 0 8 15,3 0-8-15,-3 0 8 0,0 0-8 0,3 0 0 0,-3 0 0 16,0 0 0-16,-3 0 0 0,3 3 0 0,0-3 0 16,0 2 0-16,0-2 0 0,-6 0 8 15,6 0-8-15,0 0 0 0,-3 3 0 0,3-3 0 0,0 0-14 0,-3 0 5 32,3 0-132-32,-1 0-27 0,-2 0-4 0,3-3-2 0</inkml:trace>
  <inkml:trace contextRef="#ctx0" brushRef="#br0" timeOffset="29769.436">19243 10952 1661 0,'0'0'47'0,"0"0"10"0,-3-6-45 0,-3 1-12 0,3 0 0 0,-3 0 0 16,3-1 92-16,-3 4 16 0,0-4 3 0,1 4 1 15,2-4-31-15,-3 4-5 0,0 2-2 0,-3-3 0 16,3 3-26-16,0-2-6 0,-3 2-1 0,3 0 0 16,-3 0-33-16,3 2-8 0,0-2 0 0,-3 3 0 15,3-1 0-15,0 4 0 0,-3-1 0 0,3 0 0 16,0 1 53-16,0 2 9 0,0-1 2 0,1 4 0 15,-1 0-52-15,0-1-12 0,3 1 0 0,0-1 0 16,0 4-48-16,0-4-13 0,3 3-3 0,0 1 0 16,3-4 52-16,0 4 12 0,0-1 0 0,3 0 0 0,0 0 0 15,2-2 0-15,1-3 0 0,3 0 0 0,0 0-16 0,3-3-1 16,0 0 0-16,0-2 0 0,3-3 27 16,0-3 6-16,-1 1 0 0,4-4 1 0,-3 1-17 0,0-3 0 15,0 0 0-15,0 0 0 0,0 0 0 0,-4-2 0 16,1-1 0-16,-3-2 0 0,0 2 0 15,0-2 0-15,-3 2 0 0,-3-2 0 0,3 0 0 0,-6 0 0 16,3-1 0-16,-3 1 0 0,-3 0 55 0,0 0 7 16,0 0 2-16,-3-1 0 0,0 4-52 0,-3-1-12 15,3 1 0-15,-3-1 0 0,-3 3 40 0,0-3 6 0,0 4 1 16,-3 1 0-16,0 1-31 0,-3 2-7 16,1 1-1-16,-4-1 0 0,3 3-8 0,-3 0 0 15,3 0 0-15,-3 5 0 16,0-2-47-16,1 0-5 0,2 2 0 0,0 0-1 15,3 3-61-15,0-3-12 0,0 1-2 0,3 4-580 0,0-2-115 0</inkml:trace>
  <inkml:trace contextRef="#ctx0" brushRef="#br0" timeOffset="30382.338">20577 10714 1695 0,'0'0'37'0,"0"0"8"0,0 0 2 0,0 0 1 0,0 0-39 0,0 0-9 0,0 0 0 0,0 0 0 15,0 0 89-15,0 0 16 0,0 0 3 0,0 0 1 16,0 5-29-16,0 0-5 0,3 3-2 0,-3 0 0 16,3-3-20-16,-3 6-4 0,3-3-1 0,-3 5 0 15,0-2-16-15,3 2-4 0,0 3-1 0,-3-3 0 16,3 3-12-16,-3 0-3 0,3 0 0 0,-3 2 0 15,3 1-4-15,-3-1 0 0,0-2-8 0,3 5 12 16,-3-5-12-16,0 3 8 0,0-1-8 0,0 3 0 16,0-2 8-16,0-1-8 0,2 1 0 15,-2-1 0-15,0-2 0 0,3 0-20 0,-3 0 4 0,0-3 0 0,3 1 25 0,-3-1 6 16,3-3 1-16,-3 1 0 0,3-3-26 16,-3 0-5-16,0-3-1 0,3 0 0 15,-3 1-92-15,0-6-18 0,0 0-4 0,0 0-917 16</inkml:trace>
  <inkml:trace contextRef="#ctx0" brushRef="#br0" timeOffset="34459.084">6310 6091 1083 0,'0'0'24'0,"0"0"4"0,0 0 2 0,0 0 1 0,0 0-31 0,0 0 0 16,0 0 0-16,0 0 0 0,0 0 97 0,-6-3 14 15,6 3 2-15,-6 0 1 0,0-2-31 0,6 2-7 16,-6 0 0-16,0 0-1 0,0 0-21 0,6 0-4 15,0 0-1-15,-9 0 0 0,3 0-14 0,-3 2-3 0,3-2-1 16,-3 0 0-16,3 0-10 0,-2 0-1 16,-1 3-1-16,3-3 0 0,0 5-4 0,-3-5-1 0,0 0 0 0,0 3 0 15,0-3 6-15,0 0 0 16,0 3 1-16,3-3 0 0,-3 2-29 0,0-2-7 0,3 3-1 0,-3-3 0 16,3 3 16-16,-2-3 0 15,-1 0 0-15,0 2 0 0,3-2 20 0,-3 0 8 0,0 0 0 0,0 0 1 16,0 0-21-16,0 0-8 0,0 3 0 0,0-3 9 15,0 0-9-15,0 0 0 0,0 0 0 0,1 0 8 16,2 0-8-16,-3 0 0 0,3 3 0 0,-3-3 0 16,3 0 0-16,-3 0 0 0,3 0 0 0,0-3 0 15,-3 3 0-15,3 3 0 0,-3-3 0 16,3 0 0-16,-3 0 26 0,0 0 3 0,3 0 1 0,-3 0 0 16,1 0-46-1,2 0-10-15,-3 0-2 0,0 0 0 0,3 0 28 0,0 2 8 0,0-2 0 0,0 0 0 16,0 0 9-16,0 3 3 0,0-3 0 0,0 0 0 0,0 0-30 15,3 0-6-15,3 0 0 0,-6 2-1 16,-3-2 17-16,3 0 0 0,6 0 0 0,0 0 0 0,0 0 0 0,-3 3 0 16,-3 0 0-16,0-1 0 0,6-2 0 0,0 0 0 15,0 0 0-15,0 0 0 0,0 0 0 0,0 0 0 16,-3 6 0-16,-2-4 0 0,5-2 0 0,0 0 0 16,0 0-8-16,-3 6 8 0,3-6 0 0,-3 2 0 15,3-2 0-15,0 0 0 0,0 0 0 0,-3 6 0 16,3-6 0-16,0 0 0 0,0 0 12 0,0 0 5 15,-6 2 2-15,6-2 0 0,0 0-31 0,0 0-5 0,-3 3-2 16,3-3 0-16,0 0 19 0,0 0 0 16,0 0 0-16,0 0 0 0,-9 3 0 0,3-1 0 0,6-2 0 0,0 0 0 15,0 0 0-15,0 0 0 0,0 0 8 0,0 0-8 16,0 0 0-16,0 0 0 0,0 0 0 0,0 0 0 16,0 0 0-16,0 0 0 15,-6 3 0-15,6-3 0 0,0 0 0 0,0 0 0 16,0 5 0-16,0-5 0 0,0 0 0 0,0 0 0 0,0 0 0 15,0 0 0-15,0 0 0 0,0 0 0 0,0 0 0 0,0 0-10 16,0 5 23-16,0-5 5 0,0 0 1 0,0 0 0 31,0 0-67-31,0 0-12 0,0 0-4 0,0 0 0 0,0 0 38 0,0 0 7 0,0 0 2 0,0 0 0 16,0 0-57-16,0 0-11 0,0 0-3 16</inkml:trace>
  <inkml:trace contextRef="#ctx0" brushRef="#br0" timeOffset="39038.63">19392 11939 2329 0,'0'0'51'0,"0"0"10"0,0 0 3 0,0 0 2 0,0 0-53 0,0 0-13 0,0 0 0 16,-3 8 0-16,3-8 63 15,0 0 9-15,-3 5 3 0,3-5 0 0,-6 3-33 0,3 5-6 16,0-3-2-16,0 3 0 0,0-3-8 0,-3 3-2 0,3 0 0 0,0 0 0 16,0 0-3-16,0 0-1 0,3 2 0 0,-3 1 0 15,0 2-5-15,3 0-2 0,-3-2 0 16,3 2 0-16,-3 3-13 0,3-3 9 0,0 3-9 0,-3 3 8 16,3-3-8-16,-2-1 0 15,2-1 0-15,0 2 0 0,0-1 0 0,0 1 0 0,0 0 0 0,0 3 0 16,0-3 0-16,0-1-14 0,0 1 3 15,0 0 1 1,2-3-30-16,-2 1-5 0,3-4-2 0,0 1 0 0,0-3-186 16,0 0-38-16</inkml:trace>
  <inkml:trace contextRef="#ctx0" brushRef="#br0" timeOffset="39610.707">20732 11878 1552 0,'0'0'44'0,"-6"-3"10"0,-3 3-43 0,3 0-11 0,-3 0 0 0,3 0 0 16,-3 3 71-16,0-3 12 0,3 3 2 0,-3-1 1 15,3 1-18-15,-3 2-3 0,3 0-1 0,-3 1 0 16,0-1-17-16,-3 3-4 0,4 0-1 0,-1 2 0 16,3 1 34-16,-3 0 8 0,0 2 0 0,-3 0 1 15,3 3-33-15,0 0-8 16,0 2 0-16,0-2-1 0,3 3-43 0,-3-3-11 0,3 0-1 0,0 2 0 15,3-2 12-15,0 0 0 0,3 0 0 0,0 0 0 16,3-6 0-16,0 3 0 0,3 1 0 0,0-4-8 16,3 3 8-16,3 1 0 0,-3-6-9 0,3-1 9 15,3 1 0-15,-3 0-11 0,3-5 11 16,-1 0-8-16,1-3 23 0,3 0 5 0,0-3 0 0,0 0 1 16,3-2-21-16,0-3 0 0,-4 3 0 0,4 0 0 15,-3-3-17-15,0 2-8 0,0-2-2 0,-3 0 0 16,0-2 27-16,-3-1 0 0,-1 1 0 0,-2-1 8 15,-3-2 12-15,0-3 2 0,0 3 1 0,-6-3 0 0,0-3 10 0,0 1 3 16,-3 2 0-16,-3-5 0 0,-3 0-13 16,0-1-3-16,1 1 0 0,-7 3 0 0,3-1-10 0,-3 1-2 15,-3 5-8-15,3-3 12 0,-3 2-12 0,0 4 0 16,-2-1 0-16,2 1 0 16,0 2-35-16,0 2-13 0,0-2-2 0,0 3-1 15,0-3-165-15,1 3-32 0</inkml:trace>
  <inkml:trace contextRef="#ctx0" brushRef="#br0" timeOffset="40762.761">8123 6118 1036 0,'0'0'23'0,"0"0"5"0,0 0 0 0,0 0 1 0,0 0-29 0,0 0 0 0,0 0 0 0,0 0 0 15,0 0 57-15,0 0 6 0,-3-6 1 0,3 6 0 16,0 0 0-16,0 0 0 0,0 0 0 0,0 0 0 15,0 0-52-15,0 0-12 0,0 0 0 0,0 0 0 16,3-2 54-16,0-4 8 0,3 6 2 0,-3-2 0 16,2 2 0-16,4 0 0 0,-3 0 0 0,6 0 0 15,-3 0-52-15,3 0-12 0,3 2 0 0,0-2 0 16,3 0 0-16,0 0 0 0,2 3 0 0,4 0 0 16,0-1 0-16,3 1 0 0,-3 0 0 0,2-1 0 15,1-2 0-15,-3 0 0 0,3 3 0 0,0-3 0 16,-1 0 0-16,4 0 0 0,0 0 0 0,0 0 0 15,2 2 0-15,-2-2 0 0,-3 0 0 0,3 3 0 16,-3 0 54-16,-4-1 8 0,-2-2 2 0,-3 0 0 16,3 3-52-16,-6-3-12 0,0 0 0 0,0 0 0 0,-7 0 0 15,4 0 0-15,-3 3 0 0,0-3 0 0,-3 0 0 0,3 0 0 16,-3 0 0-16,0 0 0 0,-6 0 0 0,3 0 0 16,-3 0 0-16,0 0 0 15,0 0 0-15,0 0 0 0,6 2 0 0,-6-2 0 16,0 0-48-16,0 0-13 0,0 0-3 0,0 0-844 0</inkml:trace>
  <inkml:trace contextRef="#ctx0" brushRef="#br0" timeOffset="42259.54">20615 13008 1915 0,'0'0'42'0,"0"0"9"0,-6 2 1 0,1 1 2 0,-1 0-43 0,3 2-11 0,-3-2 0 0,0 5 0 16,0-3 63-16,0 3 10 0,0 0 3 0,-3 2 0 15,3-2-28-15,-3 3-4 0,3 2-2 0,0 3 0 16,3 0-22-16,-3 2-4 0,3 1 0 0,0 2-1 16,0 0-7-16,0 0-8 0,0-2 11 0,3 2-11 15,0-2 8-15,0-1-8 0,3-2 0 0,0-3 0 16,3 3 0-16,0-3 0 0,0-2-13 0,3-1 5 16,0 1 8-16,0-3 0 0,0-3 0 0,0 1-8 15,0-4 8-15,3 1 0 0,-1-3-9 0,-2 0 9 16,3-5 0-16,3-1 0 0,-3 1 0 0,3-3 0 15,0 0 10-15,3 0 0 0,-3-2 0 0,0-1 0 16,-1-2 15-16,1-3 3 0,-3 0 1 0,0 0 0 16,-3-5-1-16,3 0-1 0,-6 2 0 0,0-5 0 15,-3 3 4-15,-6 0 1 0,3 0 0 0,-6 0 0 0,-3 2-4 16,-3 1-1-16,0 5 0 0,-3-3 0 16,-3 2-12-16,-2 4-3 0,-1-1 0 0,-3 3 0 0,0 3-12 15,-3 0 0-15,-2-1 0 0,-7 4 0 16,0-1-98-16,-3 3-16 0,-5 3-3 0,-7-1-1 0</inkml:trace>
  <inkml:trace contextRef="#ctx0" brushRef="#br0" timeOffset="44198.571">19416 13055 1810 0,'0'0'40'0,"0"0"8"0,0 0 1 0,0 0 3 0,0 0-42 0,0 0-10 0,0 0 0 0,0 0 0 15,0 0 84-15,0 0 14 0,0 0 3 0,0 0 1 16,0 0-28-16,0 0-6 0,0 0 0 0,0 0-1 16,-3 6-3-16,0-1 0 0,3-5 0 0,-3 8 0 15,0 2-51-15,0 1-13 0,0-3 0 0,0 5 0 16,3 0 28-16,-3 1 2 0,0 2 1 0,3-1 0 16,-3 1-14-16,0 3-2 0,3-1-1 0,0 4 0 15,-3-4-14-15,3 1 0 0,0-1 0 0,-3 3 0 16,3-2 16-16,0-1 3 0,-3-2 1 0,3 3 0 0,0-3-30 15,-3-1-6-15,3 1 0 0,-3 0-1 0,3-3 17 16,0 1 0-16,-3-1 0 0,3-3 0 0,0 4-12 0,-3-6 2 16,3 2 0-16,0-2 0 15,0 0-22-15,0-3-4 0,3 1 0 0,-3-6-1 16,0 0-175-16,0 0-36 0,6 0-6 0</inkml:trace>
  <inkml:trace contextRef="#ctx0" brushRef="#br0" timeOffset="45886.287">8897 6641 1321 0,'0'0'28'0,"0"0"7"0,0 0 1 0,0 0 2 0,0 0-30 15,0 0-8-15,0 0 0 0,0 6 0 0,2-1 84 0,-2-5 16 16,6 3 4 0,0-1 0-16,3 1-55 0,-3 0-10 0,6-1-3 0,0-2 0 15,3 3-10-15,0-3-2 0,3 0-1 0,3 0 0 0,-1 0 1 0,7 0 1 16,0 0 0-16,3-3 0 0,-3 3-8 0,5 0-1 15,-2-2-1-15,0-1 0 0,0 0-5 0,-4 1-1 0,7-4 0 16,-3 4 0-16,3-4-9 0,-4 4 8 0,1-3-8 16,-3 2 8-1,3-2-37-15,-6 2-8 0,-1 0-2 0,1-2 0 0,-3 2 83 16,-3 1 16-16,-3-1 3 0,0-2 1 0,-1 2-52 0,-2-2-12 0,0 2 0 16,-3-2 0-1,0 2-48-15,-3-2-13 0,0 2-3 0,0 1 0 16,-3-1 0-16,-3 3 0 0,0 0 0 0,0 0-477 15,0 0-96-15</inkml:trace>
  <inkml:trace contextRef="#ctx0" brushRef="#br0" timeOffset="46473.628">9099 6469 1074 0,'0'0'30'0,"0"0"8"0,0 0-30 0,0 0-8 0,3-5 0 0,-3 5 0 16,0 0 155-16,0 0 29 16,0 0 7-16,0 0 1 0,0 0-103 0,0 0-20 15,0 0-4-15,0 0-1 0,0 0 0 0,0 0 0 0,0 0 0 0,0 0 0 16,0 0 0-16,0 0 0 0,-6 5 0 0,3 1 0 15,-3-1-51-15,0 3-13 0,0-3 0 0,0 1 0 16,-3-1 0-16,3 3 0 0,-6 0 0 0,3 2 0 16,1 1 0-16,-4-1 0 0,3 4 0 0,-3-1 0 15,3-2 0-15,-3 4 9 0,3-4-9 0,0 5 8 16,0-3-8-16,0 0 0 0,3-2 0 0,-3 2 0 16,6-2 0-16,-3-1 0 0,3 4 0 0,0-4-11 15,0-2 11-15,3 3 0 0,-3-3 0 0,3 0 0 16,0-1 0-16,3 1 0 0,-3-2 0 0,3 2 0 15,0-3 0-15,3 0 0 0,-3 3 0 0,3-3 0 16,0 1 0-16,3-1 0 0,-3 0 0 0,3-2 0 16,0 2 0-16,0-2 0 0,3 0 0 0,-3 2 0 0,3-3 0 15,0 1 0-15,-1 0 0 0,4-3 0 16,-3 2 0-16,3 1 0 0,-3 0 0 0,3-1 0 16,0 1-156-16,-3 0-28 0,3-1-7 0,-3 1-1 15</inkml:trace>
  <inkml:trace contextRef="#ctx0" brushRef="#br0" timeOffset="47712.142">19193 14188 1728 0,'0'0'38'0,"0"0"8"16,0 0 2-16,0 0 0 0,0 0-39 0,0 0-9 0,0 0 0 0,0 0 0 0,0 0 87 0,0 0 15 15,0 0 3-15,0 0 1 0,0 0-21 16,0 0-4-16,0 0-1 0,0 0 0 16,0 0-21-16,0 5-5 0,0 0-1 0,0 1 0 15,-3 2-29-15,3 0-5 0,-3 0-2 0,3 2 0 16,-3-2 38-16,0 3 7 0,0 2 2 0,0 0 0 0,-3 3-52 0,3 0-12 15,0 0 0-15,0 2 0 0,-3 3 0 0,3 1 0 16,0-1-12-16,0 3 12 0,0-3 0 0,3 0 0 16,-3 0 8-16,3-2-8 15,0-1-45-15,0-5-15 0,0 3-4 0,3-3 0 16,0 1-51-16,0-4-10 0,0 3-3 0,3-2 0 16,0-3-143-16</inkml:trace>
  <inkml:trace contextRef="#ctx0" brushRef="#br0" timeOffset="48150.179">20663 14085 1552 0,'0'0'44'0,"0"0"10"0,0 0-43 0,0 0-11 15,0 0 0-15,0 0 0 0,0 0 104 0,0 0 20 16,-3 5 3-16,0 0 1 0,0 1-20 0,0-4-4 16,0 6-1-16,3 0 0 0,-3 0-63 0,3 0-12 15,0 3-2-15,-3 2-1 0,3-3 11 0,0 6 1 16,-3 0 1-16,3 3 0 0,-3-4-10 0,3 7-1 16,0-1-1-16,-3 3 0 0,0-1-26 0,3 1 0 0,-3 0 0 15,0 3 0 1,0-4-46-16,3-1-14 0,0-1-4 0,-3-3 0 15,3-2 12-15,-3 0 3 0,3-3 0 0,-3 3-978 0</inkml:trace>
  <inkml:trace contextRef="#ctx0" brushRef="#br0" timeOffset="48655.646">19517 15252 1854 0,'0'0'40'0,"-3"2"9"0,0 3 2 0,3-5 1 0,-3 6-41 0,3-6-11 0,-3 5 0 0,0 0 0 15,3-5 76-15,-3 8 14 0,0-2 2 0,0 2 1 16,0-1-23-16,3 1-5 0,-3 0-1 0,0 0 0 16,3-2 0-16,-3 4 0 0,0-2 0 0,0 3 0 15,0-3-51-15,0 5-13 0,0-3 0 0,-2 6 0 16,2-2 26-16,0 1 2 0,0 4 1 0,0-1 0 31,0 1-46-31,0-1-10 0,0 4-1 0,0 1-1 0,0-1 29 0,3 1 0 0,0-1 0 0,0-1 0 16,0-3 0-16,0-2 0 0,0 0 0 0,0-3 0 31,3 1-57-31,0-4-6 0,3-2-1 0,-3 0-682 0,3-3-137 0</inkml:trace>
  <inkml:trace contextRef="#ctx0" brushRef="#br0" timeOffset="49152.91">20726 15217 1465 0,'0'0'32'0,"0"0"6"0,0 0 2 0,0 0 2 0,0 0-34 0,0 0-8 0,3 8 0 0,-3-8 0 16,0 5 60-16,0 3 11 0,0 0 1 0,0 0 1 15,0 0 44-15,0 0 9 0,0 3 2 0,0-1 0 16,0 3-52-16,0-2-9 0,0 2-3 0,0 0 0 16,-3 1-51-16,3-4-13 0,0 6 0 0,-3-3 0 15,3 3 54-15,0 0 8 0,-3 0 2 0,3 3 0 16,-3-1-52-16,0 1-12 0,0 2 0 0,0 0 0 16,3 0 0-16,-3-2 0 0,3 2 0 0,0-3 0 15,0 1 0-15,0-3 0 0,0-3 0 0,0 0 0 16,0-2-11-16,0-1-5 0,0-2 0 0,0 0-1 15,0-2-24-15,0-1-5 0,0-5-1 0,0 0 0 16,0 0-116-16,0 0-23 0,0 0-5 0,0 0-692 0</inkml:trace>
  <inkml:trace contextRef="#ctx0" brushRef="#br0" timeOffset="50293.876">9084 7337 1497 0,'0'0'32'0,"0"0"8"0,0 0 0 0,0 0 4 0,6 3-36 0,-3-3-8 0,3 0 0 0,3 0 0 15,-3 0 60-15,3 0 9 0,3 0 3 0,-3 0 0 16,2 0-13-16,1 0-3 0,3 0 0 0,0 0 0 16,3-3 7-16,3 3 1 0,-3 0 0 0,3-2 0 15,-4-1-52-15,4 0-12 0,0 1 0 0,3-1 0 0,0 0-11 0,2 1-5 16,-2-1 0-16,3 3-1 0,-3-2 17 0,0 2 0 15,0-3 0-15,-1 3 0 16,-2-3-41-16,3 3-5 0,-6 0-1 16,0-2 0-16,0 2-65 0,-7 0-12 0,1-3-4 0</inkml:trace>
  <inkml:trace contextRef="#ctx0" brushRef="#br0" timeOffset="50790.225">9310 7181 1586 0,'0'0'44'0,"0"0"12"0,0 0-45 0,0 0-11 0,0 0 0 0,0 0 0 16,0 0 78-16,0 0 14 0,0 0 2 0,0 0 1 15,0 0-6-15,0 0-1 0,0 0 0 0,0 0 0 16,-6 3-70-16,6-3-18 0,-6 3 0 0,0-1 0 16,6-2 55-16,-6 3 7 0,1 2 2 0,-1 0 0 15,3 1-52-15,-3-1-12 0,-3 0 0 0,0 3 0 16,0 0 0-16,3 0 0 0,-3 3 0 0,0-1 0 15,0 3 0-15,0-2 0 0,-3-3 0 0,0 5 0 16,3 0 0-16,-2-2 0 0,2 2 0 0,0 1 0 0,0-4 0 0,0 3 0 16,0-2 0-16,0 2 0 0,3 0 0 0,0 1 0 15,0-1 0-15,3 0 0 0,0 0 0 0,0-2 0 16,3-1 0-16,0 1 0 0,3-3 0 0,-3 0 0 16,6 0 0-16,-3 0 0 0,0-3 0 0,3 0 0 15,3 1 0-15,-3-4 0 0,6 1 0 0,-3 0 0 16,3-3 0-16,0 0 0 0,2-3 0 0,1 3 0 15,0-3 0-15,3 1 0 16,0-1-48-16,0-2-13 0,3 2-3 0,-4-2 0 16,4 0-119-16,0 2-24 0,24-10-5 0,-7-1 0 0</inkml:trace>
  <inkml:trace contextRef="#ctx0" brushRef="#br0" timeOffset="52040.886">19318 16381 1958 0,'-9'0'43'15,"3"3"9"-15,0-3 1 0,0 0 3 0,6 0-45 0,-6-3-11 0,6 3 0 0,-6-2 0 16,6 2 30-16,-6-3 4 0,6 3 1 0,-6-3 0 0,6 3-26 0,-3 0-9 15,-3-2 0-15,0 2 9 0,6 0-9 0,-6 5 0 16,0 0 0-16,0 3 0 0,0 3-9 0,-3 2-4 16,3 3-1-16,-2 3 0 15,2-1-14-15,0 1-2 0,0 2-1 0,3 3 0 16,-3-3-21-16,6-3-4 0,0 1 0 0,0-1-1 0,3 1 45 16,0-3 12-16,3 0 0 0,3-3 0 15,-1-3-53-15,4-2-9 0,0 0-2 0,3-2 0 0,0-4 52 0,3-2 12 16,0-2 0-16,0-1 0 0,2-5 0 0,-2-3 0 15,0-2 0-15,0-3 0 0,0 0 9 0,0-2 5 16,0-1 1-16,-3-4 0 0,-1 1-15 0,1-1 0 16,0-4 0-16,-6 3 0 0,0 0 42 0,-3 1 6 15,0-1 0-15,-3 3 1 0,-3 0 12 0,-3 2 3 0,-3 3 0 0,0 0 0 16,0 0 0-16,-6 0 0 16,3 3 0-16,-6 0 0 0,3 2 0 0,-2 1 0 15,-1 2 0-15,-3 0 0 0,0 3-52 0,0 2-12 0,0-2 0 0,-3 5 0 16,4 0 0-16,-4 5 0 0,3 0 0 0,0 3 0 15,0 3-39 1,3 2-7-16,0 3-2 0,-2 0 0 0,5 2-160 0,3-2-32 16,-9 19-6-16,9-6-2 0</inkml:trace>
  <inkml:trace contextRef="#ctx0" brushRef="#br0" timeOffset="52611.701">20416 16321 1728 0,'0'0'38'0,"-6"2"8"0,-3-2 2 0,0 3 0 0,3-3-39 0,0 0-9 16,6 0 0-16,-9 0 0 0,9 0 33 0,-6 0 5 15,6 0 1-15,-6 2 0 0,6-2-15 0,-6 6-4 0,4-1 0 0,-4 0 0 16,3 3-12-16,0 0-8 0,0 3 10 0,0 2-10 15,0 0 0-15,3 0-8 0,0 3-1 0,0 0 0 16,3 0 9-16,0 0 12 0,0 0-2 0,3 0-1 16,0 0-58-16,2-3-12 15,1 0-3-15,3 0 0 0,3-5 52 0,-3 3 12 0,3-3 0 0,0-3 0 16,0 0 0-16,3-2 0 0,2 0 0 0,-2-3 0 16,3-3 0-16,0 0 0 0,0 1 0 15,3-4 0-15,-4-2 12 0,1 1 4 0,0-1 2 0,0-3 0 16,-3 0 2-16,0-2 1 0,0-3 0 0,-4 3 0 15,1 0 3-15,-6 0 1 0,0-3 0 0,-3 3 0 16,0-1 18-16,-6 1 3 0,0 0 1 0,-3 0 0 16,-3 2 27-16,-3 3 6 0,-3-2 0 0,0 2 1 0,-3 0-55 0,-2 2-11 15,-4 4-3-15,0-1 0 0,0 3-12 16,-3 0-15-16,-2 3 3 0,-4-1 1 16,0 4-41-16,0-1-9 0,-5 0-2 0,2 6-617 15,-3 2-123-15</inkml:trace>
  <inkml:trace contextRef="#ctx0" brushRef="#br0" timeOffset="53211.469">19210 17408 1497 0,'-11'13'32'0,"5"-7"8"0,0 1 0 0,-3 1 4 0,3 3-36 0,0 0-8 16,0-1 0-16,0 3 0 15,0 1-49-15,3-1-12 0,-3 0-3 0,3 3 0 16,0-3 0-16,3 3 0 0,-3 0 0 0,3 2 0 15,0-4 0-15,0-1 0 0,3 0 0 0,0 0 0 0,0-2 41 0,3 0 8 16,3-4 2-16,0-1 0 0,0-4 57 0,3-2 12 16,0 0 3-16,-1-2 0 0,4-4 18 0,0 1 4 15,0-3 1-15,0-2 0 0,0-1-14 0,0-2-4 16,0 2 0-16,0-2 0 0,-1 0-5 0,-2 0-2 16,-3 2 0-16,0-2 0 0,0 2 11 0,-3 1 3 15,0-1 0-15,-3-2 0 0,0 2-6 0,-3 3-1 16,0-2 0-16,-6-1 0 0,3 3 0 0,-6-2 0 0,3 2 0 15,-6 0 0-15,0 2-51 0,0 1-13 0,-2 2 0 0,-4 1 0 16,3-1 28-16,0 1 2 0,0 2 1 0,-3 0 0 31,0 2-50-31,0-2-9 0,4 3-3 0,-4 2 0 0,3-2-3 16,0 2-1-16,3 3 0 0,0-3 0 0,3 3-200 16,-3 0-40-16,-11 5-8 0,14-2-1 0</inkml:trace>
  <inkml:trace contextRef="#ctx0" brushRef="#br0" timeOffset="53769.44">20359 17390 1958 0,'0'0'43'0,"-6"0"9"0,-2 0 1 0,-1 2 3 0,0-2-45 0,0 0-11 0,0 3 0 0,0-1 0 16,0 1 0-16,0 2 0 0,3 1 0 0,-3-1 0 15,3-2 0-15,0 5 0 0,0-1 0 0,3 4 0 32,-3 2-19-32,3-2-5 0,3 2-2 0,-3 3 0 15,3-3-10-15,0 0-1 0,3 1-1 0,-3-1 0 0,3 0-21 16,3-2-4-16,0-1-1 0,3 1 0 15,3-3 19-15,-3-3 3 0,6 3 1 0,-3-3 0 0,3-2 7 0,3-3 2 0,-4-3 0 16,4 1 0-16,3-4 32 0,-3 1 8 0,3-3 0 0,-3 0 1 16,0-2 44-16,-1 2 9 0,1-3 2 0,0 1 0 0,0-4 0 15,-6 4 0-15,3-1 0 0,-6-2 0 0,0 2 0 16,0 1 0-16,-3 2 0 0,-3-3 0 0,-1 3 0 0,-2 0 0 16,0 0 0-16,-2 3 0 0,-4-3 51 15,0 0 10-15,-3 0 3 0,0 3 0 0,-3 0-116 0,0-1-24 16,-3 1-4-16,0 3 0 15,-3-1-25-15,0 3-5 0,-2-3-1 0,-1 6-1057 0</inkml:trace>
  <inkml:trace contextRef="#ctx0" brushRef="#br0" timeOffset="63187.751">19806 8496 1497 0,'-15'6'32'0,"6"-4"8"0,0 1 0 0,-3 0 4 0,0-3-36 0,0 2-8 16,0 1 0-16,3-1 0 0,-2 1 0 0,-1 0 0 15,0-1 0-15,-3-2 0 0,3 3 53 0,0-3 9 16,-3 0 2-16,3 0 0 0,-3 0-52 0,3 0-12 15,-2 0 0-15,2 0 0 0,0-3 47 0,-3 1 6 16,3-1 2-16,-3 3 0 0,0-3-37 0,3 1-7 16,-3-1-2-16,1 1 0 0,2 2 39 0,-3-3 7 15,3 3 1-15,-3 0 1 0,-3 0-40 0,3 3-8 16,0-3-1-16,0 2-8 0,4-2 0 0,-7 5 0 16,6-2 0-16,-3 0 0 0,0-1 26 0,3 1-2 15,-3 2 0-15,0 1 0 0,0-1-38 0,1 0-8 0,2 1-2 0,-3 1 0 16,0 1 24-16,0 0 0 0,0 0 0 0,-3 3 0 15,3-3 15-15,1 2 7 0,-1 4 2 0,3-1 0 16,-3 0-39-16,3 0-7 0,0 1-2 0,0 1 0 16,3-1 24-16,-3 2 0 0,3-3 0 0,3 3 0 15,-2-1 0-15,2 4 0 0,0-6 0 0,3 6 0 16,0-3 12-16,3 0 8 0,0 2 0 0,0 1 1 16,3-4-21-16,3 4 0 0,0-3 0 0,-1 0 8 15,4 2-24-15,0-2-5 0,0 0-1 0,3 0 0 16,0 2 22-16,0-2 0 0,3 0 0 0,0 0 0 15,0 0 0-15,0 0 0 0,2 0 0 0,1-3 0 0,0 0 0 16,0-2 0-16,0-1 0 0,0 1 0 16,0-1 13-16,2-2 7 0,-2-2 2 0,0-1 0 0,0 0-22 0,0 1 0 15,0-4 0-15,3 1 0 16,-4-1 0-16,1 1 8 0,-3 0-8 0,3-3 0 0,-3 2 0 0,3-2 8 16,0 0-8-16,-4-2 0 15,1 2-16-15,0-3-8 0,0 0-2 0,0 1 0 0,0-3 26 16,0-1 0-16,0 4 0 0,-3-6 0 0,2 2 46 0,-2-4 14 15,0 2 4-15,0-3 0 0,3 1-64 0,-6-4 0 16,3 1-14-16,-3 3 2 0,0-4 12 0,0-1 16 16,-3 1-4-16,0-2-1 0,2-2 5 0,-2 2 2 15,0-2 0-15,0-1 0 0,0 3-2 0,0-5 0 0,-3-3 0 16,0 0 0-16,0 3-3 0,0-3-1 16,-3 1 0-16,3-4 0 0,-3 3-12 0,0-2 8 0,0-1-8 15,0 1 0-15,-3-1 8 0,3 4-8 16,-3-4 0-16,-3 3 9 0,3 3-9 0,-6-3 0 0,3 3 0 0,0-3 0 15,-3 3-15-15,1 3 2 0,-4-1 0 0,0 3 0 32,-3 0-24-32,0 3-5 0,-6 0-1 0,3 2 0 0,-3 1-121 15,1 2-25-15,2 0-5 0</inkml:trace>
  <inkml:trace contextRef="#ctx0" brushRef="#br0" timeOffset="63957.605">21026 8409 1792 0,'-24'-3'51'0,"15"1"10"0,-2-1-49 0,-1-2-12 0,0 2 0 0,-3-2 0 15,3 2 0-15,-3 1 0 0,-3 2 0 0,0-3 0 16,0 0 0-16,-2 3 0 0,-1 0 0 0,0 0 0 16,-3 0 0-16,3-2 0 0,-2 2 0 0,-1 0 0 15,0 0 36-15,3 0 5 0,0 0 1 0,0 2 0 16,1 1-16-16,-1 0-3 0,3 2-1 0,0 0 0 16,3 3 20-16,0-3 4 0,0 3 1 0,0 3 0 15,4-1-34-15,-1-2-13 0,0 3 11 0,3 2-11 16,0 3 0-16,0-3 0 0,3 3 0 0,0 0 0 15,0 0 16-15,3 2-4 0,-3 1 0 0,3 2 0 0,3 0-12 0,-3 3 0 16,3 3 0-16,3-1 0 16,-3 1-18-16,3-1-6 0,3-2-2 0,-3 2 0 15,3 1 26-15,3-1-10 0,-3 1 10 0,3-1 0 0,0-2 0 16,3 2 0-16,0 1 0 0,0 2 0 0,2-3 0 0,1 1 0 16,3-3 0-16,-3 2 0 0,3 1 0 0,0-6 8 15,0 0-8-15,-1 0 12 0,4 0 0 0,0-2 0 16,0-6 0-16,3 3 0 0,0-3-2 0,-1-2-1 15,1-1 0-15,0 1 0 0,0-3 11 0,0-3 3 16,-1 0 0-16,1-2 0 0,0 0-7 0,-3-3-2 16,0 0 0-16,0-3 0 0,-1 0 10 0,1-2 1 15,-3-3 1-15,0 0 0 0,-3-2-26 0,3-4 0 16,-3 4 8-16,0-6-8 0,-1 3 40 0,-1445-6 5 16,2892 1 2-16,-1449-6 0 0,0 0-24 0,0-2-5 15,0-1-1-15,0-2 0 0,-3 3-17 0,0-1 0 0,-1-5 0 0,1 3 0 16,0-3 0-16,-3 1 0 0,3-1 0 0,-3-2 0 15,0-3 0-15,-3 2 0 0,0-2 0 16,0-3 0-16,-3 6 0 0,3-3 0 0,-3 0 0 0,-3 0 0 16,0 2 0-16,-3 1 0 0,0-3 0 0,-3 0 0 15,-3 3 0-15,-3-1 0 0,-2 1 0 0,-7-1 0 32,3 4-48-32,-9 4-12 0,0 1-4 0,-11 2-1049 0</inkml:trace>
</inkml:ink>
</file>

<file path=ppt/ink/ink9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8T21:40:38.707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10251 3212 1497 0,'0'0'32'0,"0"0"8"0,0 0 0 0,0-8 4 0,0 8-36 0,0-5-8 0,0 5 0 0,0 0 0 0,0 0 53 16,0 0 9-16,0-3 2 0,0 3 0 16,0 0-13-16,0 0-3 0,6 0 0 0,0 0 0 0,-3 6-31 0,3-4-6 15,0 6-2-15,0 0 0 0,0 0-1 0,3-3-8 16,-1 6 12-16,1-3-4 0,3 0-8 0,-3 0 0 15,3 0 0-15,0 2 0 0,0-2 0 0,0-5-9 16,0 5 9-16,0-6-13 0,0 4 13 0,2-6 0 16,-5 2 0-16,3-2-9 0,-3 0 9 0,0-2 0 15,0-1 0-15,0-2 0 0,-3 2 0 0,3-5 0 16,0 3 0-16,0-3 0 0,0-3 0 0,0 1 12 16,0-1-2-16,2 1-1 0,1-1-9 15,0-2 0-15,0 0 0 0,0-3 0 0,3 0 32 0,0 0 5 16,0-2 1-16,-3-1 0 0,2-2-26 0,-2 0-12 0,3-1 10 0,-3 4-10 15,-3-3 23-15,3 2-2 0,-3 3 0 32,-3 6 0-32,0-6-43 0,-3 5-9 0,0 3-1 0,-3-2-1 15,-3 5-30-15,0-1-5 0,0 4-2 0,-6 2-502 0,0-6-100 0</inkml:trace>
  <inkml:trace contextRef="#ctx0" brushRef="#br0" timeOffset="3731.733">16591 3128 1728 0,'0'0'38'0,"0"0"8"0,0 0 2 0,0 0 0 0,0 0-39 0,0 0-9 0,0-3 0 0,0 3 0 16,0 0 83-16,0 0 14 0,0 0 3 0,0 0 1 16,0-5-59-16,0 5-12 0,0 0-2 0,0 0-1 15,0 0 24-15,0 0 5 0,0 0 0 0,0 0 1 16,0 0-30-16,3 5-7 0,-3-5 0 0,6 3-1 15,-3 2-19-15,3 0-16 0,-3 3 4 0,0 0 0 16,3 0 12-16,-3-3 0 0,3 3 0 0,-3 0 0 16,3-5 0-16,0 2 0 0,0-2 0 0,0-1 0 15,-1 1 0-15,1 0 0 0,3-3 0 0,0 0 0 16,0-3 48-16,0 0 13 0,3-2 3 0,0 0 0 16,0 2-52-16,3-10-12 0,3 5 0 0,-1-5 0 0,1 0 0 15,3-3 0-15,0 0 0 0,0 0 0 0,0 0 0 0,0-3 0 16,-4 1 0-16,4-3 0 0,-3-3 0 0,3 3 0 15,0 0 0-15,0 5 0 0,-1-5 0 0,1 5 0 16,-3 2 0-16,3 1 0 0,0 3 0 0,-6-4 0 0,3 7 0 16,-7-7-782-1,4 6-159-15</inkml:trace>
  <inkml:trace contextRef="#ctx0" brushRef="#br0" timeOffset="7461.514">10873 6260 1224 0,'0'0'27'0,"0"0"5"0,3-5 2 0,-3 0 0 0,0 0-34 0,0-3 0 0,0 2 0 0,-3 1 0 0,3 0 119 15,-3-3 17-15,-3 3 3 0,0-1 1 16,-3 1-28-16,3 0-4 0,-3-1-2 0,0 4 0 0,0-1-38 0,-2 0-7 15,2 1-1-15,-6 2-1 0,0 0-27 0,0 0-6 16,0 0-1-16,-3 2 0 16,0 4-11-16,3-1-2 0,-2 3-1 0,-1 3 0 0,-3-1-11 0,3 1-12 15,3 5 2-15,-3-1 1 0,3 4 9 16,1-3 0-16,-1 2 0 0,0 4 0 0,3-4 0 0,0 3 0 16,0 3 0-16,-3-3 0 0,3 0 9 0,-3 3 4 15,3-3 1-15,-2 3 0 0,5 0-14 0,-3 2 0 16,6 1 0-16,-3 2 0 0,3 0 0 0,3 0-12 0,0-2 12 15,0-1-10-15,3-2 10 0,3 0-10 0,0-6 10 0,3 3-10 16,0-2 10-16,3-3 0 0,3 0-9 16,0-6 9-16,-1 4-12 0,4-7 3 0,-3 1 0 0,3 0 0 15,-3-5-4-15,3 0-1 16,3-3 0-16,0 0 0 0,3-3 14 0,-1-2 0 16,4-1-10-16,0 1 10 0,6 0 0 0,-3-3-9 0,2-3 9 0,1 1 0 15,-3-4 0-15,0 1 0 0,-4 0 0 0,1 0 9 16,-3-6-1-16,-3 3-8 0,0-2 12 0,0-1-4 15,-3-2 8-15,-1 0 2 0,-2 0 0 0,3 0 0 16,-6 0 37-16,0-1 7 0,-3 4 2 0,0-1 0 16,-3 1-52-16,0 2-12 0,-6 0 0 0,3 3 0 15,-3-3 54-15,-3 3 8 0,0-1 2 0,-3 1 0 16,3 0-52-16,-6 0-12 0,0 0 0 0,0 2 0 16,1 3 0-16,-1-3 0 0,-3 4 0 0,0-1 0 0,0 0 12 15,-3 5-1-15,0-2 0 0,-3 2 0 0,4 0-11 16,-4 1-16-16,0 2 4 0,-3-3 1 15,3 3-19-15,3 3-4 0,-2-3-1 0,2 5 0 16,3-2-97-16,0-1-20 0,3 4-4 0,0 2-912 0</inkml:trace>
  <inkml:trace contextRef="#ctx0" brushRef="#br0" timeOffset="8665.687">16924 6268 1368 0,'0'0'30'0,"-6"-2"6"0,4-4 2 0,-1 1 0 0,0 0-30 0,-3 0-8 0,3-1 0 0,0 1 0 16,-3 0 81-16,3-1 15 0,-3 4 4 0,0-4 0 16,0 1-29-16,3 3-6 0,-3-4-1 0,3 4 0 15,-3-1 0-15,0 0 0 0,0 1 0 0,0-1 0 16,0 0-51-16,-3 3-13 0,0 0 0 0,0 0 0 15,0 0 54-15,1 3 8 0,-4-3 2 0,0 3 0 16,0-1-52-16,-3 4-12 0,3-1 0 0,-3 0 0 0,3 3 0 16,-3 0 0-16,0 0 0 0,1 3 0 0,-1 2 0 15,3-3 0-15,0 4 0 0,0 1 0 16,0-1 0-16,0 2 0 0,3-3 0 0,-3 3 0 0,6 0 0 16,-6-1 0-16,4 1 0 0,-1 0 0 15,-3 0 15-15,3 0 0 0,0-3 0 0,0 3 0 0,0-3-15 0,3 3 0 16,0-3 0-16,0 3 0 0,3 0 0 0,0 0 0 15,3 0 0-15,-3 2 0 0,3 1-8 0,3-1 8 16,0-2 0-16,0 3 0 0,6-1 0 0,-3-2-8 16,3 0 8-16,0-3 0 0,3 1-10 0,0-4 2 0,-3 3 0 0,3-5 0 15,2 3 0-15,-2-3 0 0,3 0 0 0,3-3 0 16,0 0 8-16,0 1 9 0,0-1-1 0,2 0-8 16,4-2 0-16,-3 0-16 0,3-3 2 0,0 2 0 15,3-2 14-15,-7-2 0 0,4 2 0 0,0-3 0 16,-3 0 0-16,3 1 0 0,-6-4 0 0,2 4 0 15,-2-4 0-15,0 4 0 0,-3-4 0 0,3 1 0 16,-3 0 0-16,0 0 0 0,-1-1 0 0,1 1 10 16,-3-3-10-16,0 0 8 0,3 0-8 0,-6 0 8 15,0-2 10-15,0-1 2 0,0 0 0 0,-3 1 0 16,0-3 3-16,0-3 1 0,-3 3 0 0,3-3 0 16,-3 0 6-16,-3 0 2 0,2 0 0 0,-2 0 0 15,3 0-7-15,-3 0-1 0,-3 3 0 0,3-3 0 0,-2 3 0 16,-1 0 0-16,0 0 0 0,0-3 0 15,-3 3-9-15,3-1-3 0,-3 1 0 0,-3 0 0 16,0 0-12-16,0 2 0 0,0-2 0 0,0 2 0 0,-3 1 0 0,0-1 0 16,0-2 0-16,0 5 0 0,1-3 0 15,-1 1 0-15,-3 2 0 0,3 0 0 0,0 0 0 0,-3 3 0 16,3-3 0-16,0 2 0 16,-3-2-55-16,0 6-7 0,1-4-2 0,-1 1 0 15,-3 3-51-15,0-1-10 0,0 0-3 0,0 3-921 0</inkml:trace>
  <inkml:trace contextRef="#ctx0" brushRef="#br0" timeOffset="22714.559">11730 9901 1609 0,'0'0'35'0,"0"0"7"0,0 0 2 0,0 0 2 0,-3-2-37 0,3 2-9 15,-3-6 0-15,0 1 0 0,0 2 80 0,0 1 13 16,-3-3 3-16,0 5 1 0,3-3-26 0,-5 0-6 15,2 3-1-15,0 0 0 0,-3 0 0 0,0 0 0 16,0 3 0-16,0 0 0 0,0 2-51 0,0-3-13 16,0 4 0-16,0 2 0 0,3 0 0 0,-3 0 0 15,0 5 0-15,3-3 0 16,0 6 0-16,1-3 0 0,-1 3 0 0,0 0 0 0,3 0 0 0,0-3 0 16,-3 1 0-16,6-1 0 0,0 0 0 0,0 0 0 15,3 0 0-15,0 1 0 0,3-1 0 0,0-2 0 0,3-4 0 16,-1 4 0-16,1-6 0 0,3 3 0 0,0-2 0 0,0-1 0 15,3-2 0-15,0-1 0 0,0-2 0 0,-3 0 0 16,3-2 0-16,-1-1 0 0,-2-2 0 0,3-1 0 16,0-2 0-16,-3 0-16 0,3-2 3 0,-3 2 1 15,0-3 12-15,0 3 16 0,-3-2-3 16,-1 2-1-16,1-3-12 0,-6 1 0 16,0-1 0-16,0-2 0 0,-3 2 54 0,0-2 8 0,-3 0 2 0,-3 2 0 15,0-2-52-15,-2 2-12 0,-1 3 0 0,-3 1 0 16,0-1 0-16,-3 5 0 0,3 0 0 0,0 6 0 15,-3-3-48-15,0 5-13 0,-3 3-3 16,1 3 0-16,-4-1 0 16,-3 4 0-16,3-1 0 0,-3 3-947 0</inkml:trace>
  <inkml:trace contextRef="#ctx0" brushRef="#br0" timeOffset="23406.062">11629 11042 1486 0,'0'0'32'16,"0"0"8"-16,0 0 0 0,0 0 3 0,0 0-35 0,0 0-8 0,0 0 0 0,0 0 0 15,0 0 56-15,-6 2 8 0,6-2 3 0,-6 3 0 16,0 0-3-16,0-1 0 0,0 4 0 0,3-1 0 16,-3 0-17-16,0 6-4 0,3-3-1 0,-3 2 0 0,1 1-30 0,2-1-12 15,0 4 11-15,3 2-11 0,-3-1 20 0,3 1-3 16,0 0 0-16,0 0 0 0,3 0-30 15,0 0-7-15,0-3 0 0,-1 0-1 0,7 1 3 16,-3-1 1-16,3-3 0 0,3 1 0 16,0 0-18-16,0-4-3 0,3 1-1 0,-3-2 0 0,3-1 17 15,-3-2 3-15,2-3 1 0,1 0 0 16,-3-3-12-16,3 0-2 0,0 1-1 0,-3-6 0 16,3 0 67-16,0 0 14 0,0 0 2 0,-3-5 1 0,2 2 21 0,-2-2 4 15,3 2 0-15,-3-2 1 0,-3-3-10 0,0 0-3 0,0-2 0 16,-3-1 0-16,0 1 0 0,-3-3 0 0,0-1 0 15,-3 4 0-15,-3-3-37 0,0 2-8 0,0 1-2 0,-3 2 0 16,-3 3-5-16,0-3-2 0,0 5 0 0,0 1 0 16,-3-1 22-16,0 0 4 0,0 6 0 0,-2-3 1 31,-1 5-81-31,0 1-16 0,0 2-3 0,0 2-1 0,0 1 50 0,-3 2 14 16,3 3 0-16,-5 3 0 0,-4 0-211 15,3 2-34-15</inkml:trace>
  <inkml:trace contextRef="#ctx0" brushRef="#br0" timeOffset="24016.877">11715 11955 1638 0,'0'0'36'0,"0"0"7"0,0 0 1 0,0 0 3 0,0 0-38 0,0 0-9 0,0 0 0 0,-3-6 0 16,3 6 106-16,0 0 19 0,0 0 4 0,0 0 1 15,0 0-50-15,0 0-9 0,0 0-3 0,0 0 0 16,0 0-20-16,0 0-4 0,0 0 0 0,-6 6-1 16,3-1-17-16,0 3-3 0,1 2-1 0,-1 1 0 15,3 2-8-15,0 0-2 0,0 1 0 0,-3 2 0 0,3-1-4 0,0 4-8 16,0-3 11-16,-3 2-11 15,3 4 0-15,0-1 0 0,-3 0 0 0,3 0 0 0,-3 0 8 16,3 3-8-16,0 0 0 0,-3 2 0 0,3-2 0 16,0-3 0-16,-3 3 0 0,3-3 0 15,-3 0 0-15,3-2-12 0,0-3 3 0,-3 0 1 16,3-3-37-16,0 0-7 0,-3-2-2 0,3-1-690 16,0-2-139-16</inkml:trace>
  <inkml:trace contextRef="#ctx0" brushRef="#br0" timeOffset="24802.863">11614 13288 1410 0,'0'0'40'0,"0"0"9"0,0 0-39 0,-6 3-10 0,6-3 0 0,-6 2 0 15,3 4 104-15,-3-4 18 16,0 4 4-16,0-1 1 0,3 0-46 0,-3 1-9 16,4-1-1-16,-4 5-1 0,3-4-32 0,-3 2-6 15,3 0-2-15,0 2 0 0,0 1-10 0,0 2-3 16,0-2 0-16,0 2 0 0,0 0-9 0,3 3-8 0,-3 0 9 0,0 2-9 16,0-2 0-16,3 5 0 0,0-2 0 0,0 2 0 15,0-2 0-15,0 2 0 0,0-5 0 0,0 2 0 16,3 1 0-16,0-3 0 0,0-3 0 0,3 0 0 15,0-2 0-15,0-3-8 0,3 0 8 0,-3 2 0 16,2-5-17-16,4 1 0 0,0-4 0 0,-3 4 0 16,6-6-7-16,-3 0-2 15,0 0 0-15,0-3 0 0,0 0 6 0,0 1 2 0,0-1 0 0,-1-2 0 16,1-3 1-16,0-3 0 0,0 1 0 0,0-1 0 16,0-2 17-16,0-3 0 0,0-3 0 0,0 4 0 15,0-7 27-15,-3 4 9 0,-1-3 1 0,1 0 1 16,-6-1 12-16,3 4 2 0,-3-1 1 0,0 1 0 15,0-1 7-15,-6 3 0 0,0 1 1 0,0-1 0 0,-3 0-12 0,0 3-2 16,-3-1-1-16,1 4 0 0,-4-4-17 16,0 4-3-16,0-1-1 0,-3 1 0 15,0 2 7-15,0 0 0 0,0 0 1 0,-3 5 0 0,-2 1-42 16,-4-1-9-16,3 3-2 0,-6 0 0 0,3 3 0 0,-2-1-1 16,-1 1 0-16,0 2 0 15,0-2-177-15,0 2-35 0</inkml:trace>
  <inkml:trace contextRef="#ctx0" brushRef="#br0" timeOffset="27399.116">11826 11854 1314 0,'0'0'37'0,"0"0"8"0,0 0-36 0,-3-5-9 0,3-1 0 15,0 6 0-15,-3-5 104 0,0 3 20 16,0-4 3-16,-3 1 1 0,6 5-43 0,-6-5-8 0,3 2-1 0,-3 0-1 16,6 3-20-16,-6-5-4 0,0 2-1 0,0 1 0 15,3-1 14-15,-3 1 2 0,0-1 1 0,0 3 0 16,-3-3-55-16,3 1-12 0,0 2 0 0,-3 0 0 15,0 0 0-15,0 0 0 0,1 0 0 0,-4 0 0 16,3 0 36-16,-3 0 3 0,0 0 1 0,-3 2 0 16,0-2-28-16,0 3-4 0,0 0-8 0,0-1 11 15,-2 1-11-15,2-1 12 0,0 4-12 16,0-1 12-16,0 3-12 0,0-3 0 0,3 3 0 16,-3 0 0-16,3 3 0 0,1-1 0 0,2 4 0 0,0-1 0 15,0 0 14-15,0 3-2 0,0 0-1 0,3 2 0 16,-3 1-11-16,3-1 0 0,0 1 0 0,0-1 0 15,3-2-16-15,-3 3-6 0,3-1-1 0,-3 1 0 16,3-3-14-16,0 2-3 16,3 1-1-16,-6-1 0 0,6 1 33 0,-3-1 8 0,0 3 0 0,0 1 0 15,1-4 0-15,-1 3 0 0,3 0 0 0,-3 1 0 16,0 1 0-16,0-1 0 0,3-4 0 0,0 1 0 16,0-1 0-16,-3 1-13 0,3-1 5 0,0-2 8 0,3 0-9 0,-3 0 9 15,3-3 0-15,-3 0 0 0,3 1 0 0,0-1 0 16,2 0 0-16,-2-2 0 0,3-1 0 0,0 1-8 15,3-1 8-15,0 1 0 0,0-3 0 0,0-3-10 16,3 3 10-16,0 0-8 0,0-3 8 0,0 3 0 16,3-5 0-16,2 2 0 0,-2-2-8 0,0 0 8 15,6-3-8-15,-3 0 8 0,-3 0 10 16,3-3 7-16,0 3 2 0,-4-3 0 0,7-2-35 16,-3 2-6-16,-3-2-2 0,0 0 0 0,0-1 24 0,-3-2 0 0,0 1 0 0,2-1 0 15,-5 0 0-15,3-3 0 16,0 3 0-16,-3 0 0 0,3 0 12 0,-3-2 11 0,3 2 1 0,-3-3 1 15,0 1-39-15,0-1-8 0,0 3-2 0,0-3 0 16,-4 1 24-16,4-3 15 0,0 2-3 0,-3-5 0 16,0 0 6-16,0-2 1 0,0-1 0 0,0-2 0 15,0 0 4-15,0-3 1 0,0 0 0 0,0 0 0 16,0 3 0-16,0 3 0 0,0-3 0 0,-3 2 0 16,3 1-5-16,-3-1-1 0,0 1 0 0,0 2 0 15,0 0 2-15,-3 0 0 0,0-3 0 0,0 1 0 16,-3 2-4-16,0-3-1 0,0 1 0 0,0-3 0 15,-3 2 4-15,0 1 1 0,-3-1 0 0,0 1 0 16,0 2-20-16,0 3 0 0,-3-1 0 0,0 4 0 16,0-1 0-16,-3 1 0 0,4 2 0 0,-4 2 0 0,0 1 0 15,0 0 0-15,3-1 0 0,-3 4 0 16,3-1 0-16,-3 1 0 0,3 2 0 0,-2-3 0 16,-1 3-48-16,-3 0-12 0,0 0-4 0,0 0-751 15,-3 3-150-15</inkml:trace>
  <inkml:trace contextRef="#ctx0" brushRef="#br0" timeOffset="35769.24">16246 8562 1824 0,'0'0'76'0,"0"0"-60"16,0 0 38-16,-3 8 8 0,3 0 2 0,-3 3 0 15,3-1-52-15,-3 4-12 0,0-1 0 0,0 3 0 16,0 2 0-16,0 1 0 0,0-1 0 0,0 4 0 16,0-4 0-16,0 1 0 0,0 2 0 0,0-5 0 15,0 2 0-15,0-2 0 0,0 0 0 0,0 0 0 16,0-3 32-16,0-2 3 0,3 2 1 0,-3-5 0 16,0 0-12-16,3-3-3 0,0-5 0 0,0 0 0 15,0 0 4-15,0 0 1 0,0 0 0 0,0-8 0 16,0 0 0-16,0-2 0 0,3-6 0 0,0 0 0 15,0-3-6-15,0-2 0 0,3-3-1 0,0-2 0 16,0-1-19-16,0-2 0 0,3-2 0 0,0 1 0 0,0-1 55 0,3 2 7 16,0-1 2-16,-1 1 0 0,1 0-56 0,3 3-8 15,3-1 0-15,0 1-10 0,0 2 21 0,0-2 4 0,3 2 1 16,-4 0 0-16,1 3-6 0,3 2-1 0,-3 3 0 0,0 1 0 16,0 1-9-16,-3 1 8 0,-4 5-8 0,1 0 8 15,0 3-25-15,0 0-6 16,-3 2-1-16,0 3 0 0,0 3 24 0,-3 2 0 0,0-2 0 0,0 4 0 15,-3 4 11-15,0 2 6 0,0 3 2 0,0 3 0 16,-6-1-37-16,3 1-7 16,-6-1-2-16,0 3 0 0,0 1-23 0,-3-1-5 0,0-3-1 15,-3 3 0-15,0 1-57 0,-3-1-12 16,0 0-3-16,-2 0 0 16,-4-2 52-16,3-3 9 0,-6-1 3 0,3 1 0 0,-3 0 51 0,4 0 13 0,-1 0 0 0,0 0 0 15,3-6-16-15,0 4-1 0,0-4 0 0,3 1 0 16,4-3 27-16,-1-3 6 0,0 0 0 0,6 1 1 15,0-4-17-15,6-2 0 0,0 0 0 0,0 0 0 16,0 0 56-16,0 0 8 0,0 0 2 0,0 0 0 16,0 0-34-16,6-2-6 0,3 2-2 0,0-3 0 15,0 3 12-15,0-3 1 0,2 1 1 0,1 2 0 16,0 0-38-16,3-3-23 0,3 0 3 0,-3 3 1 16,3-2 19-16,0 2 0 0,-1 0-8 0,1-3 8 15,3 3-35-15,-3-3-3 0,3 3-1 0,-3-2 0 16,0-4-46-16,-1 4-10 0,-2-3-1 0,3 2-1 15,-3-2 49-15,-3 2 11 0,0-2 1 0,0-1 1 0,-3 4 35 0,-3-4 0 0,0 4 0 0,0-1 0 16,-6 3 31-16,0 0 13 0,0 0 2 0,0-5 1 16,0 5 27-16,0-3 6 0,0 3 0 0,-6-2 1 15,3-1 38-15,3 3 7 0,-6-3 2 0,0 3 0 32,6 0-52-32,-6 3-9 0,6-3-3 0,-6 5 0 0,0 0-51 15,3 1-13-15,0 2 0 0,0 0 0 0,0 0 0 0,3 2 0 16,0 1 0-16,0 2 0 0,0 0 0 0,0 3 0 0,3 0 0 0,0 0 0 15,-3 0 0-15,3 2 0 0,0-2 0 0,0 3 0 16,0-3 54-16,0-1 8 0,0 1 2 0,0 0 0 16,-3 0-52-16,3-3-12 0,0 3 0 0,0-3 0 31,-3-2-48-31,3 2-13 0,0-2-3 0,-3-1 0 0,3-2-24 0,-3 0-6 0,3-2-1 0</inkml:trace>
  <inkml:trace contextRef="#ctx0" brushRef="#br0" timeOffset="36315.632">16871 8719 1580 0,'0'0'67'15,"0"0"-54"-15,0 0 85 16,0 0 17-16,0 0 3 0,0 0 1 16,0 0-88-16,0 0-18 0,0 0-3 0,0 0-1 15,-3 5-9-15,3-5 0 0,-3 5 0 0,0 0 0 0,0 1 0 0,0 2 0 0,3 0 0 0,-3 0 0 32,0-1 53-32,0 1 9 0,0 3 2 0,-3-3 0 0,3 0-52 0,0 2-12 0,0-2 0 0,-3 3 0 15,3-3 0-15,3 3 0 0,-3-1 0 0,0 1 0 16,3-3 0-16,0 2 0 0,0-2 0 0,0 0 0 15,3 0 0-15,0 0 0 16,0-3 0-16,0 1 0 0,3-1 0 0,-3 0 0 0,3-2 0 0,0 2 0 16,0-2 0-16,3-1 0 0,-3 1 0 0,3-3 0 15,0 0 0-15,0 0 0 0,-3 0 0 16,3 0 0-16,-3 0 0 0,-1-3 0 0,1 1 0 0,0 2 0 16,0-3 0-16,-3 0 0 0,3 1 0 0,-3-4 0 15,3 1 54-15,-3 0 8 0,3 2 2 0,0-2 0 16,0-3-52-16,-3 3-12 0,0-1 0 0,0 1 0 15,3-3 0-15,-3 3 0 0,0-3 0 0,-3 3 0 16,3-3 54-16,0 2 8 0,-3-1 2 0,3 1 0 16,-3-2-52-16,0 3-12 0,0-3 0 0,0 3 0 15,-3-3 0-15,3 3 0 0,-3-3 0 0,0 2 0 16,-3 1 54-16,0 0 8 0,0-3 2 0,0 2 0 16,-3 1-52-16,0 3-12 0,0-4 0 0,0 4 0 15,-3-1-48-15,1 3-13 0,-1 0-3 0,-3 0 0 16,3 0 0-16,-3 3 0 0,3 2 0 0</inkml:trace>
  <inkml:trace contextRef="#ctx0" brushRef="#br0" timeOffset="37189.097">17127 8689 2269 0,'0'0'64'0,"0"0"15"0,0 0-63 16,0 0-16-16,-3-5 0 0,3 5 0 0,0 0 105 0,0 0 19 0,0 0 3 0,0 0 1 16,0 0-68-16,0 0-14 0,0 0-2 0,0 0-1 15,0 0-27-15,-6 5-6 0,3 1-1 0,0 2 0 16,0 2-9-16,0 1 0 0,0-1 0 0,0 4 8 16,0-1 2-16,0 0 0 0,3 0 0 0,-3 1 0 15,3-1-10-15,-3 0-17 0,3-2 4 0,0 2 1 16,0-5 12-16,3 5 0 0,-3-5 0 0,3 3 0 15,3-1-28-15,-3-2-4 0,3-3 0 16,0 1 0-16,0-1-4 0,0 0-2 0,3-2 0 16,-3-3 0-16,3 0-6 0,0 0-2 0,0 0 0 15,-1-3 0-15,-2 1 37 0,3-4 9 0,0 1 0 0,0-3 0 16,0 3 36-16,-3-3 8 0,0 3 3 0,-3-3 0 16,3 0 5-16,-3 0 2 0,3 0 0 0,-3 0 0 15,0 0-9-15,0 3-1 0,0-3-1 0,-3 0 0 16,3 0-10-16,0 0-1 0,-3 3-1 0,3-3 0 15,0 5-15-15,-3-2-4 0,0 5 0 0,0 0 0 16,0 0-12-16,0 0 0 0,0 0 0 0,0 0 0 16,6 2-8-16,-3 4 8 0,-3-1 0 0,3 3 0 15,0-3 0-15,-3 3 0 0,3 0 0 0,0 3 0 16,0-3-48-16,-1 2-5 0,1-2-2 0,0 3 0 16,3-3-7-16,-3 0-2 0,3-1 0 0,0-1 0 15,0-1 0-15,0 0 0 0,0-2 0 0,0 0 0 16,3-3-13-16,-3-3-3 0,3 0-1 0,-3-2 0 15,3 0 27-15,0-3 6 0,0 0 0 0,0 0 1 0,0-3 38 0,-1 1 9 0,1-3 0 0,0 2 0 16,0-2 49-16,0 0 12 0,-3-3 3 0,0 0 0 16,0 0 51-16,0-3 10 0,-3 1 3 0,0-3 0 15,3 2-52-15,-3 1-9 0,0-4-3 16,0 7 0-16,-3-1 0 0,3 0-1 0,-3 3 0 0,0 2 0 16,3 3-27-16,-3 0-4 0,3 3-2 0,-3 2 0 15,0 3 4-15,0 0 1 0,0 0 0 0,0 0 0 16,0 0-35-16,0 0-20 0,0 6 2 0,-3 4 1 15,3 1 17-15,-3 5 0 0,3-3 0 0,-3 5 0 16,3 1 0-16,-3 5 0 0,3-1 0 0,-3 1 0 16,3 0 0-16,-3 0 0 0,3-3 0 0,0 0-10 15,0-2-16-15,0-1-3 0,0-2-1 0,0 0 0 16,0 0-39-16,0 0-8 0,0-3-2 0,0 0 0 16,0-2-4-16,0-1-1 0,0-2 0 0,-3-2 0 15,3-6 2-15,0 0 0 0,0 0 0 0,0 0 0 16,0 0 31-16,0 0 7 0,0 0 0 0,0 0 1 15,0 0 43-15,0-6 19 0,-3 1-2 0,3-3 0 0,-3 0 38 16,0 0 7-16,3-2 2 0,-3-1 0 16,3 0 51-16,-3 1 10 0,3 2 3 0,0-3 0 0,0 3-64 0,3 1-13 15,-3-1-3-15,3 0 0 16,0 0-20-16,0 2-4 0,3 1 0 0,0 0-1 0,0 0-23 16,0-1 0-16,3 1-12 0,-3 2 4 0,3-2 16 0,2 5 3 0,-2-5 1 15,3 2 0-15,3 0-12 0,-3-2-12 16,3 2 2-16,3-2 1 15,-3 0-200-15,3 0-40 0</inkml:trace>
  <inkml:trace contextRef="#ctx0" brushRef="#br0" timeOffset="37652.478">17966 8785 1824 0,'-6'0'38'0,"0"2"8"16,6-2-37-16,0 0-9 0,0 0 0 0,0 0 0 0,0 0 82 0,0 0 14 0,0 0 4 0,0 0 0 16,3 3-27-16,3 0-5 0,3-3 0 0,0 0-1 15,0-3-6-15,3 3-1 0,3 0 0 0,-3-3 0 16,3 3-16-16,2-2-4 0,-2-1-1 0,0 0 0 15,3 3-21-15,-3-2-4 0,0 2-1 0,-3 0 0 16,3-3-13-16,0 0 0 0,-1 3 0 0,-2-2 0 16,0 2 0-16,0-3 0 0,0 3 0 15,0-2 0-15,0 2-42 0,-3 0-8 16,-3 2-2-16,3 1 0 16,-3-3-159-16,-6 0-32 0,3 2-6 0</inkml:trace>
  <inkml:trace contextRef="#ctx0" brushRef="#br0" timeOffset="37868.415">18061 8914 1728 0,'0'0'36'0,"0"0"8"16,0 0-35-16,0 0-9 0,6-2 0 0,-3-1 0 16,3 0 124-16,0 1 24 0,0-1 4 0,0 3 0 15,3-3-62-15,-3 1-13 0,3-1-2 0,-3 3-1 16,0-2-16-16,3 2-3 0,-3-3-1 0,0 3 0 15,3-3-28-15,-3 3-6 0,3 0 0 0,0 0-1 16,-4 0-19-16,4 0 0 0,3 0 0 0,-3 0 0 16,3-2-9-16,12 2-9 0,-3-3-2 0,-12 3 0 15,3 0-200-15,0 0-41 0</inkml:trace>
  <inkml:trace contextRef="#ctx0" brushRef="#br0" timeOffset="39029.03">18630 8613 1811 0,'0'0'37'0,"0"0"11"15,0 0-39-15,0 0-9 0,0 8 0 0,0 0 0 16,0 0 63-16,0 2 10 0,0 1 3 0,0-1 0 16,-3 4-48-16,3 1-8 0,0-1-3 0,-3 4 0 15,3-2-17-15,0 0 0 0,-3 2 0 0,3-2 0 16,0 0 8-16,-3 0-8 0,3 0 0 0,-3 0 0 15,3-3 0-15,-3 3 0 0,3-3 0 0,-3-2 0 16,3 2 8-16,0-5-8 0,0 0 0 0,-3 0 0 16,3-3 10-16,0-5-10 0,0 0 8 0,0 0-8 15,0 0 32-15,0 0 2 0,0 0 0 0,0 0 0 16,0 0 23-16,0-5 5 0,0-1 1 0,3-1 0 16,-3-4-15-16,0-2-2 0,3-1-1 0,-3-1 0 0,3-1-11 15,-3-3-2-15,3 1-1 0,-3-6 0 0,3 3-8 0,0-6-2 0,3 1 0 16,-3-3 0-16,3 5-5 0,0-3 0 15,0 4-1-15,0-4 0 0,0 9-3 0,3-4 0 0,-3 4 0 0,6 2 0 16,-4 0-12-16,1 0 0 0,3 3 0 16,0 2 0-16,0-2 25 0,0 5 3 0,3-2 0 15,-3 2 0 1,3 0-45-16,0 3-9 0,-3-1-2 0,2 1 0 0,-2 2 45 0,3 1 9 0,-3-1 2 16,0 3 0-1,0 3-45-15,-3-1-9 0,0 1-2 0,0 0 0 0,-3 2 36 0,0 0 8 0,0 3 0 0,0 0 1 16,-6 3-39-16,2 2-8 15,-4 0-2-15,-1 0 0 0,0 1-16 0,-3-1-3 0,0 0-1 16,-6 0 0-16,3 1-12 0,-3 1-2 16,-3 1-1-16,0-3 0 0,0 3 15 0,-3 0 2 15,4 0 1-15,-4 0 0 0,3 0 25 0,-3-3 6 0,3 0 1 0,0 1 0 16,3-4 17-16,0 1-8 0,0-1 8 0,3 1 0 16,1-3 0-16,2 0 0 0,0-3 0 0,3 3 0 15,0-5 0-15,0 2 14 0,3-5-4 0,0 5-1 16,0-5-21-16,0 6-4 0,0-6 0 0,3 5-1 15,0 0 17-15,0 0 0 0,0 1 0 0,3-4 0 16,0 4 13-16,-1-4 0 0,1 4 0 0,0-4 0 16,3 4 5-16,-3-4 1 0,3 1 0 0,0 2 0 15,3-2-4-15,-3-1-1 0,0 1 0 0,3 2 0 0,0-2-14 16,0 2 0-16,0-2 0 0,-1 2 0 16,1-2 0-16,3-1 0 0,0 1 0 0,-3 0 0 0,3-1-12 15,-3 1-8-15,3 0-1 0,-3-3-1 16,0 2-14-16,-4 1-2 0,4-3-1 0,-3 0 0 15,-3 3 3-15,3-3 1 0,-3 0 0 0,0 0 0 0,0 0 35 0,-3 0 0 0,-3 0 0 0,0 0 0 16,3-3 0-16,-3 3 0 0,3-3 0 0,-3 3 0 16,3-5 44-16,0 0 16 0,-3 2 4 0,0-2 0 15,3 0 0-15,-3-1 0 0,0 1 0 0,0 2 0 16,0-2 0-16,0 0 0 0,3-1 0 0,-3 6 0 16,0-5-52-16,3 0-12 0,0 0 0 0,0-1 0 15,0 4 54-15,0-4 8 0,3 4 2 0,0-1 0 16,0 0-52-16,0 1-12 0,-1 2 0 0,1 0 0 15,0-3 0-15,0 3 0 0,0 0 0 0,0 0 0 16,0 0 11-16,0 3-1 0,-3-3 0 0,-3 0 0 16,6 0-10-16,0 5 0 0,0-2 0 0,-3 2 0 15,3-2 0-15,-3 2 0 0,-3-5-12 0,0 8 12 16,0 0-32 0,0 0 2-16,-3 0 0 0,0 0 0 0,-3 2 2 0,0-2 0 0,0 0 0 0,0 3 0 15,-3-3 14-15,0 2 3 0,0-2 1 0,0 0 0 16,0 0 10-16,4 3 0 0,-4-3 0 0,3-1 0 15,0 1 0-15,0-2 0 0,3-1 0 0,0 3 0 16,3-8 0-16,0 5 0 0,0-5 0 0,0 3 0 16,0-3 0-16,6 5 0 0,0-2 0 0,0-1 0 15,0-2 0-15,3 0 0 0,-1 0 0 0,1 0 0 16,3 0-28-16,0-2-3 0,0-1-1 0,3 1 0 16,-3-1-52-16,3 0-10 0,-3 1-2 0</inkml:trace>
  <inkml:trace contextRef="#ctx0" brushRef="#br0" timeOffset="39266.392">19419 8883 1637 0,'0'0'69'16,"0"0"-55"-16,0 0 142 0,0 0 28 0,0 0 5 0,0 0 2 15,0 0-75-15,0 0-16 0,0 0-2 0,0 0-1 16,0 0-13-16,0 0-2 0,0 0-1 0,0 0 0 15,0 0-65-15,3 5-16 0,0 0 0 0,0 3 0 16,0 0 0-16,-3 0 0 0,3 0 0 0,0 0 0 16,-3 0 0-16,0 2 0 0,3-2 0 0,-3 3 0 15,3 0 0-15,-3-1-11 0,0-2 2 0,0 5 0 16,0-5-88-16,3 3-18 0,-3-3-3 16</inkml:trace>
  <inkml:trace contextRef="#ctx0" brushRef="#br0" timeOffset="39443.698">19434 8652 2135 0,'0'-13'90'16,"3"0"-72"-1,-3 2 82-15,3-2 16 0,0 5 3 0,0 0 1 16,0 0-53-16,3 3-11 0,-3 0-1 0,0 2-1 15,-3 3-94-15,5-3-20 0,1 3-3 0</inkml:trace>
  <inkml:trace contextRef="#ctx0" brushRef="#br0" timeOffset="39887.089">19562 8838 1805 0,'0'0'76'0,"3"5"-61"16,-3-2 116-16,3 5 23 0,-3-3 5 0,3 3 1 16,0-3-80-16,-3 3-15 0,3 0-3 0,-3 0-1 15,3 0-37-15,-3 0-8 0,0 0-2 0,0 2 0 16,0-2-14-16,0 0 0 0,0 3 8 0,-3-1-8 16,0-2 22-16,3 3 2 0,-3-3 0 0,0 2 0 15,0-2-24-15,0 3 0 0,0-3 0 0,0-3 0 16,0 3 0-16,0-3 0 0,3-5 0 0,0 0 0 15,0 0 0-15,0 0 0 0,0 0 0 0,0 0 0 16,0 0 0-16,0 0 0 0,3-5 0 0,0-3 0 0,0 0 0 0,3 0 0 16,0 0 0-16,3 0 0 0,-1-2 56 0,1-1 6 15,0 3 2-15,3-2 0 0,0 2 0 0,0-3 0 16,0 3 0-16,0 0 0 16,0 3-52-16,-3-3-12 0,3 3 0 0,0-1 0 0,-4 1 0 0,1 2 0 0,0 1 0 15,0-1 0-15,0 1 0 0,-3 2 0 0,0 0 0 0,-3 0 0 16,3 2 0-16,-3 1 0 0,3-1 0 0,-3 1 0 15,0 2 0-15,0 1 0 0,0-1 0 0,0 0 0 16,-3 1 0-16,3-1 0 0,-3 3 0 0,3 0 0 31,-3 0-48-31,0 2-13 0,0-2-3 0,3 3 0 16,-3-1-51-16,0 1-10 0,0-3-3 0,0 3-1024 0</inkml:trace>
  <inkml:trace contextRef="#ctx0" brushRef="#br0" timeOffset="40300.289">20184 8949 1652 0,'0'0'36'0,"0"0"8"0,0 0 2 0,3-3 0 0,3-2-37 0,-3 2-9 0,0-2 0 0,3 2 0 16,0 1 129-16,-3-1 24 15,3 0 5-15,-1 1 1 0,1-1-56 0,3-2-11 16,-3 2-3-16,3 3 0 0,3-3-26 0,0 1-6 0,3-1-1 0,-3 3 0 15,3-3-19-15,3 1-4 0,-4-1-1 0,4 3 0 16,3-2-16-16,-3 2-4 0,3-3-1 0,-3 3 0 16,0-3-11-16,-1 3 0 0,1 0 0 0,-3 0 0 15,0 0 0-15,0 0 0 0,-3 0 0 0,0 3 0 32,0-3-41-32,-3 3-4 0,0-1-1 0,-4 1 0 15,1-1-134-15,-3 1-28 0,-3-3-4 0</inkml:trace>
  <inkml:trace contextRef="#ctx0" brushRef="#br0" timeOffset="40530.877">20288 9060 2113 0,'0'0'46'0,"0"0"10"16,0 0 1-16,-6 3 3 0,3-3-48 0,3 0-12 0,0 0 0 0,0 0 0 15,0 0 99-15,0 0 17 0,0 0 3 0,0 0 1 0,0 0-44 16,0 0-9-16,0 0-2 0,0 0 0 0,0 0-10 0,0 0-3 15,6 0 0-15,0 0 0 0,0 0-12 0,3 0-4 16,0 0 0-16,0 0 0 0,3 0-16 0,0 2-3 16,-1-2-1-16,4 0 0 0,0 3-16 0,0-3 8 15,0 2-8-15,3-2 0 0,-3 0 10 0,3 0-10 16,-1 0 8-16,1 0-8 16,0 0-129-16,0 0-31 0,3 0-7 0,-6-5-1077 15</inkml:trace>
  <inkml:trace contextRef="#ctx0" brushRef="#br0" timeOffset="42856.508">21086 8660 1972 0,'0'0'44'0,"0"0"8"0,0-8 3 0,0 3 0 0,0 0-44 0,0 0-11 16,0-3 0-16,0 2 0 15,3 4 102-15,-3 2 18 0,0-6 4 0,0 6 1 0,3-5-53 0,-3 5-12 16,3-5-1-16,-3 5-1 0,0 0-30 0,0 0-5 16,0 0-2-16,3 0 0 0,-3 0-13 0,6 2-8 15,-3 1 8-15,3 2-8 0,-3 3 0 0,-1 0 8 16,1 5-8-16,3 1 0 0,-3-1 0 0,0 3 0 15,3 0 0-15,0 2 8 0,0-2-18 0,0 3-3 16,0-4-1-16,3-1 0 16,0-1-29-16,3-2-5 0,0-4-2 0,0 1 0 15,3-2 2-15,-1-1 1 0,1-5 0 0,0 0 0 0,0 0 23 0,0-5 5 16,-3 2 1-16,3-5 0 0,0 0 18 0,-3-2 0 16,-3-1 0-16,-1 0 9 0,1 1 28 0,-3-3 6 15,0-1 1-15,0 1 0 0,-3 0 19 0,0-3 4 16,0 3 1-16,-3 0 0 0,0-1-10 0,0 4-2 0,0-3 0 0,-3 2 0 15,3 3-13-15,-3 0-3 0,0 0-1 0,0 3 0 16,3 0-13-16,0 5-2 0,0 0-1 0,0 0 0 16,-6-3-11-16,6 3-1 0,0 0-1 0,-6 3 0 15,0-3-10-15,3 5 0 0,-3 0 0 0,3 6 8 16,1-1-8-16,-1 4 0 0,0 1 0 0,0 4 0 16,0 2 0-16,0 3 0 0,0 0 0 0,0 2 0 15,0-2 0-15,3 0 0 0,-3-3 0 0,0 0 0 16,3 0 0-16,-3-2-9 0,0-1 9 0,3 1 0 15,-3-3-14-15,0 0 4 0,0 2 1 0,0-2 0 16,0 3 9-16,0-4 0 0,-3 1 0 0,-3 0 0 0,3 0-9 0,-3 0 9 16,0-3-10-16,0 3 10 0,0-5 0 0,-3-1 0 15,1 1 0-15,-1-3 0 0,0-3 0 16,0 0 0-16,0 1 0 0,0-4 0 0,0-2 0 16,3-2 0-16,0 2 0 0,0-6 0 0,0 4 10 0,0-4-10 15,1-2 8-15,2 1-8 0,0-1 0 16,3-3 0-16,-3 0 0 0,3 1 0 0,0-1-8 0,3 1-8 15,0-1 0-15,0 0-1 16,3 1-75-16,3 2-16 0,0-3-2 0,0 6-726 16,6-3-146-16</inkml:trace>
  <inkml:trace contextRef="#ctx0" brushRef="#br0" timeOffset="43277.8">21464 9057 2102 0,'0'0'46'0,"0"0"10"0,0 0 1 0,0 0 3 0,0-5-48 0,0 2-12 0,0-2 0 0,3 0 0 15,-3-1 88-15,3-1 16 0,3 1 4 0,-3 1 0 16,3-3-43-16,-3 3-8 0,3-1-1 0,2 1-1 16,1 0-9-16,0 0-2 0,0 2 0 0,0-2 0 15,3 2-4-15,0 0-2 0,0-2 0 0,0 5 0 16,0-3-13-16,3 1-2 0,-4-1-1 0,1 3 0 15,0 0-14-15,0 0-8 0,-3 0 8 0,0 3-8 16,0-3 0-16,-3 2 0 0,0 1 0 0,0 2 0 16,-3-2 0-16,-3 2 0 0,0 3 0 0,-3 0 0 15,0 0-18-15,0 3 2 0,-6-1 0 0,0 3 0 0,0 1 2 16,-3 2 1-16,-3-1 0 0,0 4 0 16,4-1 13-16,-1-2-12 0,0 3 12 0,0-1-12 0,3-4-4 0,0-1-1 15,3 0 0-15,0-2 0 16,3-3 17-16,0 0 0 0,3-1 0 0,0 1 0 0,0-2 0 0,0-6 0 15,0 0 0-15,6 2 0 0,0 1 0 0,3 0 0 16,0-3 0-16,0 0 0 0,3 0 0 0,0-3 9 16,0 0-1-16,-1 3 0 0,4-5-8 0,0 2 0 0,0-2 0 15,0 0 0 1,0-3-21-16,0 3-7 0,3-3 0 0,-4 0-816 16,1-3-164-16</inkml:trace>
  <inkml:trace contextRef="#ctx0" brushRef="#br0" timeOffset="44110.207">22065 8719 2077 0,'0'0'45'0,"0"0"10"0,0-6 1 0,3 1 4 0,-3 0-48 0,3-3-12 0,0 2 0 0,0 1 0 15,0 0 104-15,0 0 18 0,0-1 4 0,0 4 1 16,0-4-55-16,-3 6-10 0,0 0-2 0,0 0-1 15,3-2-30-15,-3 2-5 0,0 0-2 0,0 0 0 16,6 2-22-16,-3 4 9 0,0 2-9 0,0 5 0 16,0-3 0-16,0 6 0 0,0 3 0 0,0-3 0 15,0 2 0-15,3 1 0 0,-3-3-12 0,2-1 3 32,4 1-32-32,0-2-7 0,3 1 0 0,0-1-1 15,0-4-22-15,0 1-4 0,0-1-1 0,3-4 0 16,0-1 14-16,2 0 2 0,-2-2 1 0,3-3 0 0,-3-3 34 0,3 1 6 0,0-1 2 0,0-2 0 15,-3-3-15-15,-1 0-2 16,1 0-1-16,-3 0 0 0,-3 0 81 0,3-3 16 0,-6 1 3 0,0-1 1 16,-3-2-3-16,0-3-1 0,-3 3 0 0,3-6 0 15,-6 4 2-15,3-1 0 0,-3-3 0 0,-3 3 0 16,3 0 0-16,-3 3 0 0,0-3 0 0,0 6 0 16,0-1-52-16,0 3-12 0,3 0 0 0,-3 6 0 0,0-4 40 0,3 4 4 15,0 2 2-15,0 0 0 16,3 0-34-16,-3 2-12 0,0 6 9 0,1-2-9 0,-1 4 0 0,0 3 0 15,0 1 0-15,0 1 0 0,0 7 16 0,3-4-1 16,0 3-1-16,0 0 0 0,0 1-14 0,0-4 0 16,3 1 0-16,-3-1 0 0,0-2-9 0,0 0-5 0,0 0-1 15,0-3 0-15,-3 0 15 0,0 1 0 0,0-1 0 16,-3 3 0-16,3-3 0 0,-3 3 0 16,-3 0-10-16,0 0 10 0,0-1 0 0,0 1 0 0,0 0 0 0,-3 0 0 15,3-3 0-15,-3 0 0 0,3-2 0 16,-2 0 0-16,-1-1 0 15,3-2 0-15,0-3 0 0,0 1 0 0,0-1 8 0,0-2 8 0,3-1 3 16,-3-2 0 0,3 0-67-16,0-2-12 0,0 2-4 0,3-6 0 15,3 4-51-15,0-4-10 0,0-1-3 0</inkml:trace>
  <inkml:trace contextRef="#ctx0" brushRef="#br0" timeOffset="44390.252">22625 9004 2419 0,'0'0'53'0,"0"0"11"0,0 0 3 0,0 0 1 16,0 0-55-16,0 0-13 0,0 0 0 0,0 0 0 0,0 0 54 0,0 0 8 15,0 0 2-15,0 0 0 16,0 0 0-16,0 0 0 0,0 0 0 0,-3 6 0 16,3 2-52-16,0-3-12 0,0 3 0 0,0 2 0 15,0-2 54-15,0 3 8 0,0-1 2 0,0 1 0 0,0 2-52 0,-3 1-12 16,3 1 0-16,-3-1 0 0,0 2 0 0,3-3 0 15,-3 3 0-15,0-1 0 16,0-1 0-16,0-4 0 0,0 4 0 0,0-1 0 16,-3-3-48-16,3-2-13 0,0 0-3 0,-3 3 0 15,3-6 52-15,0 0 12 0,0 1 0 0,-3-1 0 16,6-5-208-16,0 0-38 0,0 0-8 0,0 0-2 0</inkml:trace>
  <inkml:trace contextRef="#ctx0" brushRef="#br0" timeOffset="44836.69">22017 8486 1861 0,'0'0'40'0,"0"0"9"0,0 0 2 0,0 0 2 0,0 0-42 0,0 0-11 15,0 0 0-15,6 0 0 0,0-3 84 0,3 3 16 16,0 0 2-16,3-3 1 0,0 3-31 0,3 0-7 16,0-2-1-16,3 2 0 0,-1-3-16 0,1 0-4 15,0 1-1-15,3-1 0 0,0 1-8 0,3-1-2 0,-1 0 0 16,7-2 0-16,-3 2-16 0,6-2-3 16,0 2-1-16,-1 1 0 0,-2-1-13 0,0 3 8 15,-3-3-8-15,-1 3 0 0,-5-2 0 0,-3 2 8 0,-3 0-8 16,0 0 0-16,-3 0 0 0,0 2 0 0,0-2-9 15,-4 3 9 1,-2-3-91-16,3 3-12 0,-3-1-2 0,-6-2-655 0,3 3-130 0</inkml:trace>
  <inkml:trace contextRef="#ctx0" brushRef="#br0" timeOffset="53327.199">12474 3149 1773 0,'-6'-8'36'0,"3"3"11"0,0-3-38 0,3 0-9 0,0 5 0 0,0-5 0 15,3 0 65-15,-3 0 11 0,3 3 3 0,0 5 0 16,-3 0-36-16,3-8-7 0,-3 8-2 0,6 0 0 16,-6 0-17-16,3 3-3 0,3 2-1 0,0-2 0 15,-3 4-5-15,3 4 0 0,0-3-8 0,0 5 12 16,0 3-12-16,0 0 0 0,3-3 0 0,-3 3 0 16,3-3 0-16,0 3 0 0,0-5 0 0,0-1 0 15,2 1 0-15,-2-3 14 0,3 2-4 0,-3-4-1 16,3-1-9-16,-3 0-12 0,3-2 2 0,-3-3 1 15,3-3 9-15,-3-2 16 0,3 0-4 0,0-1-1 16,-1 1 27-16,4-8 6 0,-3 2 0 0,6-2 1 0,-3 0-22 16,0-3-5-16,3 0-1 0,0-2 0 0,-1 2 38 15,1-3 7-15,0 1 2 0,0-3 0 0,0 2-52 16,3-7-12-16,-3 2 0 0,2-3 0 0,1 3 0 16,-3 3 0-16,3-3 0 0,-3 3 0 0,0 3 0 0,0 5 0 15,-4-3 0-15,1 5 0 0,-3 1 0 0,-3 2 0 16,0-3-9-16,0 6 9 15,-6-1-46-15,-3 6-3 0,0 0-1 0</inkml:trace>
  <inkml:trace contextRef="#ctx0" brushRef="#br0" timeOffset="53721.71">12858 3093 1773 0,'-3'-10'36'0,"3"10"11"16,0-3-38-16,0-2-9 0,3 2 0 0,-3-2 0 15,0 5 71-15,3-6 12 0,-3 6 2 0,0 0 1 16,0 0-25-16,0 0-5 0,0 0 0 0,0 0-1 16,0 0-31-16,6 6-5 0,-3-1-2 0,0 3 0 15,3 3-27-15,-3-1-6 0,0 6 0 0,3-5-1 16,-3-1 17-16,3 6 0 0,0-8 0 0,0 5 0 15,0-2 0-15,0-1 0 0,0-2 0 0,0 3 0 16,3-3 0-16,-3 0 0 0,3-3 0 0,0 0 0 16,-1-2 0-16,1 2 0 0,3-5 0 0,-3 0 0 15,6 0 48-15,-3-5 12 0,3 2 4 0,3 1 0 0,0-4 0 16,-1 4 0-16,4-6 0 0,0 0 0 0,3 5-27 16,-3-7-5-16,3 2 0 0,-1 0-1 15,-2-3 1-15,0 3 1 0,0-2 0 0,-3-1 0 0,3 1-33 0,-4 2 0 0,4-3 0 16,0-2 0-16,-3 2 0 0,0 1 0 0,0-1 0 0,0 0 0 31,-4 3-44-31,4 1-16 0,-3 4-4 0,-3-2 0 0,0 2-115 16,-3 3-23-16,0 0-5 0</inkml:trace>
  <inkml:trace contextRef="#ctx0" brushRef="#br0" timeOffset="55448.494">18556 2913 1751 0,'0'-2'74'0,"0"-6"-59"16,0 2 3-16,0 4 1 0,0 2 0 0,0 0 0 16,3-8 36-16,-3 8 7 0,3-3 2 0,-3 3 0 15,0 0-31-15,0 0-5 0,0 0-2 0,6 5 0 16,-4 3-14-16,1 0-2 0,3 0-1 0,-3 5 0 16,3 1-9-16,-3-1 0 0,0 3 0 0,3 0 8 15,0 0-8-15,0-1 0 0,0 4 0 0,0-8 0 16,0 2 0-16,3 0 0 0,0-2 0 0,0-3 0 15,0-1-32-15,0-1-3 0,0-1 0 0,0-5 0 16,2 3 59-16,-2-3 12 0,0 0 3 0,3 0 0 16,0-3-27-16,0-2-4 0,0-3-8 0,3 0 11 15,0 0 12-15,0 0 2 0,-1-5 1 0,1-3 0 16,0 3-6-16,3-1 0 0,-3-1-1 0,3 1 0 16,0-2-11-16,-3 1-8 0,-4-1 12 0,4-3-12 15,-3 3 8-15,3 6-8 0,-3-9 0 0,0 3 0 16,-3 3 0-16,3 3 0 0,-3-4 0 0,-3 4 0 15,0-1-37-15,0 3-5 0,-3 0-1 0</inkml:trace>
  <inkml:trace contextRef="#ctx0" brushRef="#br0" timeOffset="55835.704">18725 2924 1659 0,'0'0'34'0,"0"0"10"0,0 0-36 15,0 0-8-15,0 0 0 0,0 0 0 0,0 0 79 0,3 0 13 0,-3 0 4 0,6 0 0 16,-3 0-52-16,0 8-11 0,3-6-1 0,0 6-1 16,-3 0-18-16,3 3-3 0,0 5-1 0,0-6 0 15,0 9-9-15,0-3 0 0,0 5 0 0,3-5 8 31,-3 0-31-31,3-3-6 0,0 0-2 0,2 3 0 0,-2-5 31 0,3 2 0 0,3 0 0 0,-3-2 0 16,0-1 0-16,0 1 0 0,0-6 0 0,-3 0 0 16,3-2 37-16,-3 0 14 0,2-3 2 0,-2-3 1 15,3 0-8-15,-3 1-2 0,6-1 0 0,-3-2 0 16,0 2-5-16,3-5-2 0,0 0 0 0,0 3 0 16,-1-3-37-16,4 0 0 0,0-5-9 0,0 5 9 15,0-5 15-15,3-3 10 0,-3 3 3 0,5-6 0 16,-5 6-28-16,3-3 0 0,0-3 8 0,-3 4-8 15,3-1-21-15,-4 0-7 0,1 0 0 0,0 3-1 16,0-6-131-16,3 3-25 0</inkml:trace>
  <inkml:trace contextRef="#ctx0" brushRef="#br0" timeOffset="56823.962">22565 2823 1580 0,'0'-10'67'16,"3"4"-54"-1,-3-7 41-15,0 5 8 0,3 0 2 0,0 0 0 16,-3 0 0-16,3 3 0 0,0-3 0 0,0 3 0 15,-3 2-17-15,3-2-3 0,-3 5-1 0,0 0 0 16,0 0-29-16,0 0-6 0,3 0 0 0,-3 0-8 16,6 5 14-16,-3 3-4 0,0 0-1 0,0 5 0 15,-3-2-9-15,3 2 0 0,0 3 9 0,0 3-9 16,-3-4 0-16,3-1 0 0,0 4 0 0,0 1 0 16,0-3 0-16,0-6-16 0,3 3 4 0,0 1 0 15,-4-6 21-15,4 0 4 0,-3-1 1 0,3-1 0 16,0 2-25-16,0-6-5 0,0-2 0 0,0 3-1 0,0-6 17 0,3 1 9 15,0-4-1-15,0 4 0 0,3-11 1 16,3 2 0-16,0-2 0 0,2-1 0 0,4-1 44 0,0-1 9 0,3 2 2 16,0-7 0-16,3 5-52 0,-1-5-12 0,1 0 0 0,3 0 0 15,-3-3 0-15,-1 0 0 0,1-2 0 16,-3 2 0-16,3 0 0 0,0-2 0 16,-4-3 0-16,4 5 0 0,-6 3 17 0,0 2 1 15,-3 6 0-15,-3-3 0 0,0 3-29 0,-4 5-5 0,-2 0-2 0,-3 0 0 31,-3 3-78-31,-3 5-15 0,0 0-3 0</inkml:trace>
  <inkml:trace contextRef="#ctx0" brushRef="#br0" timeOffset="57210.566">22827 2770 1577 0,'0'0'66'16,"0"0"-53"-1,0 0 14-15,0 0 2 0,0 0 1 0,3 8 0 16,0-5 20-16,-3 2 4 0,3 1 1 0,0 1 0 16,0-4-32-16,-3 5-7 0,3-3 0 0,0 3-1 15,0 6-15-15,0-7 0 0,0 7 8 0,3-6-8 0,-3 7 0 0,3-1 8 0,0-4-8 31,3 4 0-31,-3-1-26 0,-1-3-11 0,4 1-3 0,0 0 0 0,0-4 92 0,0 1 19 0,3 0 3 0,0-5 1 16,0 2-18 0,-3-2-3-16,3 5-1 0,-3-8 0 0,3 0 9 15,-3-5 2-15,5-1 0 0,-2 1 0 0,3 0-52 0,0-3-12 16,0 0 0-16,3-3 0 0,3 1 0 0,0-4 0 16,-1 1 0-16,4 3 0 0,3-6 0 0,-3 2 0 15,3 1 0-15,-1 3 0 0,1-9 20 0,-3 3 0 0,0 0 1 0,-3 1 0 31,2-7-41-31,-2 6-9 0,0-5-2 0,0 5 0 16,0 3-69-16,-3-3-15 0,-1-2-2 0</inkml:trace>
  <inkml:trace contextRef="#ctx0" brushRef="#br0" timeOffset="61243.459">13037 9986 1094 0,'0'-26'23'0,"0"18"5"0,0-3-28 0,3 0 0 0,-3 1 0 0,0-1 0 15,0 3 108-15,0-2 16 0,0 2 3 0,0-3 1 16,-3 3 0-16,0 3 0 16,3 0 0-16,-3 2 0 0,3 3-52 0,0 0-9 0,0 0-3 0,0 0 0 15,-9 0 0-15,3 3 0 0,0-1 0 0,-3 4 0 16,3 2-51-16,0 0-13 0,-3 5 0 0,3 0 0 16,-2 3 0-16,2 2 0 0,0 1 0 0,-3-1 0 15,3 4 0-15,0-4 0 0,3 1 0 0,0-1 0 16,0 1 0-16,3-1 0 0,3-2 0 0,0 0 0 15,3-3 0-15,0 0 0 0,0-2 0 0,3-3 0 16,0-3-20-16,2-2-6 0,4 0-2 0,0-1 0 16,0-2-6-16,3-2-2 0,3-1 0 0,0-2 0 15,-1-3 36-15,4 0 0 0,-3-3 0 0,3 1 0 16,0-1 0-16,-3-5 0 0,-1 3 0 0,-2-3 0 16,0 3 33-16,-3-3 14 0,-3 0 2 0,0-3 1 15,-3 4-23-15,-3-4-5 0,0 1-1 0,-3 2 0 16,-3-3 29-16,-3 1 6 0,0 2 0 0,0 0 1 15,-6 3-57-15,0-1-11 0,0 1-2 0,-6 5-1 16,3 0 14-16,-6 0 15 0,3 6-3 0,-5-1-1 16,2 0-11-16,-3 3-11 0,0 0 3 0,-3 6 0 15,0 2-36-15,4 2-8 0,-4 3 0 0</inkml:trace>
  <inkml:trace contextRef="#ctx0" brushRef="#br0" timeOffset="61844.754">13144 10730 1976 0,'-9'2'41'0,"0"1"9"16,0-1-40-16,0 4-10 0,0-1 0 0,1 0 0 15,-1 3 74-15,0 0 13 0,-3 0 2 0,3 0 1 16,0 3-22-16,-3-1-5 0,3 1-1 0,0-1 0 16,0 1-50-16,0 2-12 0,0-2 0 0,3 5 0 15,-3-3 0-15,4 0 0 0,-1 3 0 0,3 0 0 16,0-3 0-16,0 3 0 0,0-3 0 0,3 3 0 16,-3-3 0-16,3 1 0 0,3-1 0 0,-3 0 0 15,6 0 0-15,-3-2 0 0,3-1 0 0,2 1 0 16,1-3 0-16,0 0 0 0,3-3 0 0,0-2 0 0,0-1 0 15,3-4 0-15,3 2 0 0,0-5 0 0,0-1 0 0,-1-2 0 16,1-2 0-16,3 2 0 0,0-5 0 16,0 2 0-16,-3-2 0 0,2 0 0 0,-5-1 14 0,3 1 0 15,-3-3 0-15,0 0 0 0,-3 0-22 0,-3 1-5 0,0-1-1 0,-3-3 0 16,0 3 39-16,-3 0 8 0,0 1 2 16,0-4 0-16,-6 3-12 0,3 0-3 0,-6 3 0 0,0-3 0 15,0 3-6-15,-3 0-2 0,-3 2 0 0,0 3 0 16,-3 0-12-16,0 3 9 0,-3 2-9 0,-2 1 8 15,-1 4-18-15,0 1-4 0,0 0-1 0,0 5 0 16,-3-1-49-16,7 4-9 0,-4 2-3 0</inkml:trace>
  <inkml:trace contextRef="#ctx0" brushRef="#br0" timeOffset="62549.877">13037 11986 1820 0,'-18'16'38'0,"12"-10"8"0,0-1-37 0,0 3-9 0,3-3 0 0,-3 3 0 16,0 0 92-16,0 0 16 0,0 0 3 0,1 0 1 16,-1 2-41-16,0-2-8 0,3 3-2 0,-3-1 0 15,0 1-33-15,3 2-6 0,0 0-2 0,-3 1 0 16,3-1 36-16,0 3 6 0,-3-3 2 0,3 6 0 15,0-4-76-15,0 1-14 0,0 3-3 0,3-1-1 16,0-2 30-16,3 3 0 0,-3-3-8 0,3 2 8 16,0-5-29-16,0 3-3 0,3-2-1 0,0-4 0 15,3 1 33-15,0-3 0 0,0 0 0 0,3-3 0 16,-1-3 0-16,1-2 0 0,3 3 0 0,0-6 0 16,0 1 0-16,3-6 0 0,0 0 0 0,0 0 0 15,-1-5 10-15,1 0 9 0,0-1 1 0,0-2 1 16,0 1-33-16,0-4-8 0,-3 1 0 0,-1 2-1 0,-2-3 78 15,0 1 16-15,-3-1 3 0,0 1 1 0,-3-1-34 0,-3 3-7 16,0-5-2-16,-3 2 0 0,0 1-10 16,-3 2-3-16,0-2 0 0,-3-1 0 0,-3 3-8 0,0 3-1 0,0-3-1 0,-3 3 0 15,-2 2-2-15,-1 3 0 0,0-2 0 0,-6 4 0 16,3 4-26 0,0 2-6-16,-3 0-1 0,1 5 0 0,-1 0 24 0,0 6 0 0,3 0 0 0,0 2 0 31,0 0-155-31,3 3-26 0,-2 2-6 0</inkml:trace>
  <inkml:trace contextRef="#ctx0" brushRef="#br0" timeOffset="63147.236">13058 13106 1824 0,'0'0'38'0,"0"0"8"0,0 0-37 0,0 0-9 0,0 0 0 0,0 0 0 16,0 0 104-16,0 0 18 0,0 0 4 0,0 0 1 15,0 0-50-15,0 0-9 0,0 0-3 0,-3 5 0 16,0 3-52-16,3 0-13 0,-3 0 0 0,3 5 0 16,0 0 54-16,0 0 8 0,-3 3 2 0,3 3 0 15,0-3-52-15,0 5-12 0,0-3 0 0,0 1 0 16,0 2 0-16,0-2 0 0,0-1 0 0,0 1 0 15,0-1 0-15,0-2 0 0,0 3 0 0,0-1 0 16,3 1 0-16,-3-4 0 0,0 1 0 0,3 0 0 16,-3 0 0-16,0-3 0 0,3 3 0 0,-3-3 0 15,0-2 13-15,3 0 0 0,-3-3 0 0,0-1 0 16,3-1-42-16,-3-6-9 0,0 0-2 0</inkml:trace>
  <inkml:trace contextRef="#ctx0" brushRef="#br0" timeOffset="64469.619">12730 13021 1250 0,'0'0'52'16,"0"0"-41"-1,0-5 76-15,3 2 15 0,-3-2 3 0,3 2 1 16,0 0-49-16,0 1-9 0,3 2-3 0,-3-3 0 15,6 0 15-15,-3 1 2 0,0-1 1 0,3 1 0 16,0 2-50-16,3-3-13 0,0 0 0 0,0 1 0 0,0-1 32 16,2 0 0-16,4 1 1 0,-3-4 0 0,0 4-1 0,3-1-1 0,0 0 0 0,0 1 0 31,2-3-31-31,1-1-21 0,0 1 3 0,0 2 1 0,0 1 17 16,3-1 0-16,-4 0 0 0,1 3 0 0,-3-2 8 0,0 2 8 15,-3-3 1-15,0 3 1 0,0-3-30 16,-3 3-5-16,-1 0-2 0,1 3 0 0,-3-3 19 0,0 3 8 15,-3-1-8-15,0 1 12 0,0 0-4 0,-3 2 0 0,0-2-8 0,0 2 12 16,0 0-12-16,0 0 11 0,-3 1-11 0,3 2 10 16,0 0-10-16,-3-3 0 0,3 3 0 0,0 0 0 15,-3 0 0-15,3 0 0 0,-3 0 0 0,3 2 0 16,0 1 0-16,-3-1 0 0,3 1 0 0,-3 2 0 16,3 0 0-16,-3 1 0 0,0 2 0 0,3 2 0 15,-3-2 0-15,0 0 0 0,3 0 0 0,-3 2 0 16,0 1 0-16,0-3 0 0,3-1 0 0,-3 1 0 15,0 0 0-15,0-3 0 0,0 1 0 0,0-1 0 16,0 3 0-16,0-3 0 0,0 6 0 0,0-6 0 16,0 3 0-16,0-3 0 0,0 0 0 0,0 3 0 15,0-3 0-15,0 0 0 0,0 1 0 0,0-1 0 16,-3-3 0-16,3 4 0 0,0-4 0 0,0 4 0 16,-3-4 0-16,3 1 0 0,0-3 0 0,0 0 0 15,0-1 0-15,-3 1 0 0,3-2 0 0,0-1 0 16,0 0 0-16,0-5-14 0,-3 6 3 0,3-6 1 15,-3 5 10-15,3-5 0 0,0 0 0 0,-3 8 8 16,-3-6 2-16,6-2 1 0,-3 6 0 0,-3-4 0 0,-3 1 1 16,3 0 1-16,0-1 0 0,0 1 0 15,0 0 5-15,-3-1 1 0,0 1 0 0,0-3 0 0,1 3-1 0,-4-1 0 16,3-2 0-16,-6 3 0 0,0-3-2 0,3 3-1 16,-3-3 0-16,-3 5 0 0,3-5-15 0,-2 0 0 0,-1 2-9 15,0-2 9-15,3 3 0 0,-3 0 0 0,3-1 0 0,-3 1 0 16,3-3 24-16,1 3 12 0,-1 2 1 0,0-2 1 15,3-1-10-15,-3 1-1 0,0 2-1 0,3-2 0 16,-3 0-26-16,3 2 0 0,-2-3-9 0,2 1 9 16,3 0 0-16,0-1 0 0,0 1 0 0,0 0 9 15,3-1-9-15,0-2 8 0,0 3-8 0,6-3 8 16,-6 0-8-16,6 0 0 16,0 0 0-16,0 0 0 0,0 0 0 0,0 0 0 0,0 0 0 0,0 0 0 15,0 0 0-15,0 0 0 0,0 0 0 0,0 0 0 16,0 0 0-16,0 0 0 0,0 0 0 0,0 0 0 15,0 0-12-15,0 0 12 0,0 0-10 0,0 0 10 16,0 0 0-16,0 0 0 0,0 0-8 0,0 0 8 16,0 0 0-16,3-5 0 0,-3 5 0 0,0-6 0 15,3 1 0-15,-3 0 0 0,0-3 0 0,0 0 0 16,0 0 0-16,0-3 0 0,0 1 0 0,0-3 0 16,3-3 0-16,-3 0 0 0,0-3 0 0,3-2 0 15,-3 0 0-15,0 0 0 0,3-3 0 0,-3 0 0 16,0 0 0-16,3 1 0 0,0-4 0 0,-3 3 0 15,3-2 0-15,-3-1 0 0,3 1 8 0,0-1-8 16,0 1 16-16,-3-3-1 0,3-3 0 0,0 3 0 0,-3 3 5 16,0 2 0-16,3 0 1 0,-3 3 0 0,0 5-11 0,0 0-2 15,0 0-8-15,0 3 12 0,0 0-12 0,0 2 9 16,0 0-9-16,0 1 8 0,0 2-8 16,0 0 0-16,0 3 9 0,-3-1-9 0,3 1 0 0,-3 0 0 0,3 2 0 15,0 3 8-15,0 0-8 0,0 0 0 0,0 0-8 0,0 0 8 16,0 0-20-1,0 0 0-15,0-5 1 0,0 5 0 16,0 0-17-16,3-3-4 0,3 1-1 0,-3 2 0 16,3-3-100-16,-3 0-20 0,3 1-4 0</inkml:trace>
  <inkml:trace contextRef="#ctx0" brushRef="#br0" timeOffset="67426.482">15734 9798 1436 0,'0'0'30'0,"-3"5"6"16,0 1-28-16,3-1-8 0,-3 3 0 0,0 0 0 0,3 0 32 0,-3 2 4 0,0 4 2 0,3-1 0 15,-3 0-10-15,3 0-3 0,0 3 0 0,0-3 0 16,0 3-40-16,0 0-8 15,0-3-1-15,0 3-1 0,0-2 54 0,0-1 11 0,0 3 3 0,0-6 0 16,0 1-19-16,0-1-3 0,0 1-1 0,0-3 0 16,-3 0-20-16,3 0 0 0,0 0 0 0,0-3 8 15,0-5 40-15,-3 5 9 0,3-5 2 0,0 0 0 16,0 0-7-16,0 0-2 0,0 0 0 0,0 0 0 16,-3-5-4-16,0 0-1 0,-3-3 0 0,3-3 0 15,0 1-19-15,0-1-4 0,3-5-1 0,0 0 0 16,0-2-3-16,0-3-1 0,0-3 0 0,3 0 0 15,0-3-17-15,0 4 0 0,3-4 0 0,0 1 0 16,0 2 55-16,3 0 7 0,-3 0 2 0,3 3 0 16,0 0-52-16,0 2-12 0,0 4 0 0,-1-4 0 15,1 6 0-15,3-3 0 0,-3 3 0 0,3-1 0 16,3 1 0-16,-3 3 0 0,3-4 0 0,-3 4 0 16,3 2 16-16,0 0 1 0,-4 3 0 0,1-1 0 15,0 4-27-15,0 2-6 0,-3 0 0 0,0 5-1 16,-3-2 17-16,0 2 0 0,0 3 0 0,-3 0 0 15,0 0 0-15,-3 2 0 0,0 1 0 0,0 2 0 16,-3-2 0-16,0 2 0 0,-3-2 0 0,0 2 0 16,0 0-55-16,-3 0-7 0,-3 3-2 0,3-3 0 15,-3 3 32-15,0-2 5 0,-2-1 2 0,2 3 0 16,0-1-11-16,0-1-3 0,0 2 0 0,0-1 0 16,0-1 39-16,0 2 0 0,3-3 0 0,-3 0 0 15,6-2 0-15,0-1 0 0,0-2 0 0,1 3 0 0,2-3 0 0,0-3 0 16,0 3 0-16,0-5 0 0,3 2 0 0,0-5 0 15,3 5 0-15,0-2 0 0,0-1 0 16,0 1 0-16,2-3 0 0,1 3 0 0,0-3 0 0,3 0 0 0,-3-3 0 0,3 3 0 16,3 0 0-16,0-3 0 0,3 3 0 0,-3 0 0 15,3 0 0 1,-3-2 15-16,2 2-1 0,1 0 0 0,3 0-22 0,-3-3-5 0,0 0-1 16,-3 3 0-16,3 0 14 15,0 0 0-15,-3-2 0 0,2 2 0 0,-2 0 0 0,0-3 0 0,0 1 0 0,-3-1 0 16,3 3-54-16,-3-3-8 15,0 1-2-15,-3-1 0 0,0 3 52 0,0-3 12 0,-3 1 0 0,-3 2 0 16,3-6 0-16,-3 6 0 0,0 0 0 0,0 0 0 16,3-2 0-16,-3 2 0 0,0 0 0 0,0-6 0 15,0 6 48-15,0 0 13 0,-3-5 3 0,3 5 0 16,0 0 0-16,-3-5 0 0,3 5 0 0,0 0 0 16,-3-5-52-16,3 5-12 0,0 0 0 0,0 0 0 15,0 0 54-15,0 0 8 0,0 0 2 0,0 0 0 16,0 0-52-16,0 0-12 0,0 0 0 0,0 0 0 15,3 5 0-15,0 0 0 0,0 0 0 0,0 3 0 16,0 0 0-16,0 3 0 0,0-3 0 0,0 2 0 16,0 4 0-16,-3-4 0 0,2 1 0 0,1 2 0 15,0-2 0-15,-3 2 0 0,3-3 0 0,0 1 0 16,0 0 16-16,-3-1 0 0,0 1 0 0,3 2 0 16,-3-5-26-16,0 3-5 0,3-4-1 0,-3 4 0 15,0-6-8-15,0 3-1 0,0-8-1 0,0 6 0 16,0-6-112-16,0 0-22 0,0 0-5 0</inkml:trace>
  <inkml:trace contextRef="#ctx0" brushRef="#br0" timeOffset="68529.542">16320 9957 1579 0,'-6'0'32'0,"0"3"10"0,0 2-34 0,0-3-8 0,6-2 0 0,-9 3 0 16,9-3 53-16,-6 5 9 0,6-5 2 0,-2 6 0 15,2-6 0-15,-3 5 0 0,3-5 0 0,-3 5 0 16,3 1-52-16,0 2-12 0,0-3 0 0,3 0 0 15,0 3 54-15,-1-3 8 0,1 1 2 0,0 2 0 16,3-3-52-16,-3 3-12 0,0-3 0 0,0 3 0 16,0 0 0-16,0-3 0 0,0 1 0 0,0 1 0 15,0-1 0-15,-3 2 0 0,3 0 0 0,-3-3 0 16,3 3 0-16,-3-3 0 0,0-5 0 0,0 8 0 16,0-8-48-16,-3 5-13 0,3-5-3 0</inkml:trace>
  <inkml:trace contextRef="#ctx0" brushRef="#br0" timeOffset="68735.59">16332 9737 1824 0,'0'-8'38'0,"0"3"8"0,0 0-37 15,0 5-9-15,0 0 0 0,3-3 0 0,0-2 51 0,-3 5 8 0,3-3 1 0,0-2 1 16,-3 5-46-16,3-3-15 0,-3 3 8 0,3-5-8 16,0 5-150-16,3-3-34 0</inkml:trace>
  <inkml:trace contextRef="#ctx0" brushRef="#br0" timeOffset="69212.35">16445 9946 1337 0,'0'6'56'16,"-3"2"-44"0,3-3 41-16,0 3 9 0,3 0 2 0,-3-3 0 0,0 3 0 15,3 0 0-15,-3-3 0 0,3 6 0 16,-3-6 0-16,3 3 0 0,0 0 0 0,-3 0 0 15,3 0-64-15,-3 0 0 0,3-3-9 0,-3 3 0 16,0 0 9-16,0 0 12 0,0-3-2 0,0 3-1 16,0-8-9-16,0 5 0 0,0-5 0 0,0 0 0 0,0 0 0 0,0 0 0 0,0 0 0 0,0 0 8 15,0 0 13-15,0 0 3 0,0 0 0 0,0 0 0 16,0 0 11 0,0 0 2-16,3-5 1 0,0 0 0 0,0-1-1 0,0 1 0 15,3-3 0-15,-3 0 0 0,3 0 3 0,0 0 1 0,0-2 0 0,0-1 0 16,3 1 7-16,-3-1 2 0,0 1 0 0,-1-1 0 15,4 3-39-15,-3-3-11 0,0 3 0 0,0 1 0 16,3 1 0-16,-3 1 0 0,3 0 0 0,-3-1 0 16,0 6 0-16,0-2 0 0,0 2 0 0,0 0 0 15,0 2 0-15,0 4 0 16,-3-1 0-16,3 3 0 0,0-3 31 0,-3 6 5 0,3-3 0 0,-3 2 1 16,3 1-22-16,-4-1-5 0,1 4-1 0,0-4 0 15,-3 1-44-15,3 2-9 0,0-2-1 0,-3-1-1 16,3 1 37-16,-3-1 9 0,0 1 0 0,0 0 0 15,0-1-53-15,0-2-9 0,0 0-2 0</inkml:trace>
  <inkml:trace contextRef="#ctx0" brushRef="#br0" timeOffset="69444.063">16868 10063 1501 0,'0'0'63'15,"0"0"-51"-15,0 0 99 0,0 0 19 0,0 0 4 16,6-3 1-16,0 0-38 0,3 1-7 0,0 2-2 0,-3-3 0 16,3 1-20-16,-1 2-4 0,-2-3 0 0,3 3-1 15,0-3-18-15,-3 1-3 0,3 2-1 0,0-3 0 16,0 3-19-16,-3 0-4 0,3-3-1 16,-3 3 0-1,3-2-17-15,-3 2 8 0,3 0-8 0,-3 0 0 0,3 0 0 0,-4 0 0 0,4 0 0 0,-3 0-12 31,0 0-42-31,0 2-8 0,0-2-2 0</inkml:trace>
  <inkml:trace contextRef="#ctx0" brushRef="#br0" timeOffset="69682.868">16951 10192 1824 0,'0'0'38'0,"0"0"8"15,0 0-37-15,0 0-9 0,0 0 0 0,0 0 0 16,3-2 104-16,3 2 20 0,-3-3 3 0,3 0 1 16,0 1-52-16,0 2-9 0,0-3-3 0,3 1 0 15,-3-1 0-15,3 3 0 0,-3-3 0 0,3 1 0 16,0 2-51-16,-3-3-13 0,2 3 0 0,1 0 0 16,0-3 0-16,0 3 0 0,0-2 0 0,0 2 0 15,3-3 0-15,-3 3 0 0,3 0 0 0,-3-3 0 16,3 1-100-16,0-1-22 0,-1 3-5 0</inkml:trace>
  <inkml:trace contextRef="#ctx0" brushRef="#br0" timeOffset="71223.571">17701 9960 1314 0,'0'0'37'0,"0"0"8"0,0 0-36 15,0 0-9-15,0 0 0 0,0 7 0 0,0 1 53 0,0 0 9 0,0 3 2 0,0-3 0 16,0 2-8-16,0 1 0 0,0 0-1 0,0 2 0 16,0-3-37-16,0 4-7 0,0-4-2 0,0 3 0 15,0 1 24-15,-3-4 5 0,3 4 1 0,0-4 0 16,0 1-25-16,0-1-5 0,0 1-1 0,0-3 0 15,0-3 8-15,0-5 0 0,0 8 1 0,0 0 0 16,0-8 38-16,0 0 7 0,0 0 2 0,0 0 0 16,0 0-52-16,0 0-12 0,0 0 0 0,0 0 0 15,0 0 54-15,0 0 8 0,0 0 2 0,3-5 0 16,-3-3-52-16,0 0-12 0,3 0 0 0,-3-3 0 16,0 1 54-16,3-1 8 0,-3-5 2 0,3 3 0 15,0-3-52-15,0 0-12 0,0 0 0 0,0-2 0 16,3-3 0-16,0 0 0 0,0-3 0 0,0 3 0 15,0-3 0-15,0 3 0 0,0-1 0 0,0 4 0 16,0-1 0-16,0 1 0 0,3-1 0 0,0 3 0 16,-1 3 0-16,1 0 0 0,0 2 0 0,3-2 0 15,-3 5 0-15,3 3 0 0,0 0 0 0,-3-1 0 0,3 4 24 0,-3-1 3 16,3 3 0-16,-3 0 0 16,0 0-27-16,-1 3 0 0,1-1 0 0,-3 4 0 15,0-1 0-15,-3 3-9 0,0 2 9 0,0 1-13 0,-3 0-5 0,-3 4-1 16,0-1 0-16,0 2 0 15,-3 2-36-15,-3 1-7 0,0 2-2 0,-2-3 0 16,-1 3 0-16,0-2 0 0,-3 0 0 0,3 2 0 16,-3-5 0-16,3-1 0 0,-3-1 0 0,3-1 0 0,3 0 64 0,1-2 0 0,-1 2 14 0,0-2-2 15,3-1-12-15,0-2 8 0,0 0-8 0,3 0 8 16,0 0-18-16,3-3-4 0,0-5-1 0,0 5 0 16,0-5 15-16,3 6 0 0,0-4 0 0,3 1 0 15,0 0 0-15,0-3 0 0,3 0 0 0,0 2 0 16,-1-2 0-16,1 3 0 0,0-3 0 0,3 0 0 15,0 0 48-15,0 3 13 0,-3-3 3 0,3 2 0 16,-3 1-52-16,3-3-12 0,-3 3 0 0,0-1 0 16,0 1 0-16,-1 2 0 0,-2-2 0 0,3-1 0 15,0 1 0-15,-3 2 0 0,0-2 0 0,3 2 0 16,-3-2 0-16,0 0 0 0,0-1 0 0,0 1 0 16,0 0-151-16,0-1-33 0,0 1-6 0,0-3-2 15,0 0 52-15,3 0 9 0,-3 0 3 0,-1 0 0 16,1 0 51-16,0 0 10 0,-3-3 3 0,3 1 0 15,-3-1 108-15,0 0 21 0,-3 3 5 0,3-2 1 0,0-4 45 0,-3 1 10 16,3 0 2-16,-3-1 0 16,0 1-13-16,0 0-3 0,0-3 0 0,0 0 0 0,0 3-31 0,0-3-6 0,3 0-2 15,-3 0 0-15,3 0-7 0,3 0-2 0,-3 0 0 0,3 0 0 16,0 0 0 0,0 3 0-16,0-3 0 0,3 3 0 0,-3-1-51 0,3 1-13 0,-3 0 0 15,3 2 0-15,-3 1 54 0,0-1 8 0,2 0 2 0,-2 1 0 16,3 2-52-16,-3 0-12 0,0 0 0 0,0 0 0 15,0 2 0-15,0 1 0 0,0 0 0 0,-3 2 0 16,0-3 0-16,0 4 0 0,-3-6 0 0,3 5 0 16,-3 0 0-16,0 1 0 0,0 2 0 0,0-3 0 15,-3 3 0-15,0 0-16 0,0-3 3 0,-3 3 1 32,3-3-32-32,-3 3-7 0,3-3-1 0,-3 1 0 0,0-1 52 0,3 0 16 0,0 1 0 15,3-6 0-15,-6 5-26 0,6-5-5 0,0 0-1 0,-3 5 0 16,3-5 16-16,0 0 0 0,0 0 0 0,0 0 0 15,0 0 0-15,6 6 0 0,-3-4 0 0,3 1 0 16,0-3 0-16,0 0 0 0,3 2 0 0,0-2 0 16,0 3 0-16,0-3 0 0,0 3 0 0,0-3 0 15,0 2 0-15,0 1 0 0,-3 0 0 0,0-1 0 16,-1 1 0-16,-5-3 0 0,3 5 0 0,-3 3 0 16,3-3 0-16,-3 3 0 0,-3 0 0 0,0 0 0 15,0 0 0-15,-2 3 0 0,-1-3 0 0,0 2 0 16,0-2 0-16,-3 0 0 0,0 0 0 0,0 0 0 15,0 0 0-15,0 0 0 0,3 0 0 0,-3 0 0 16,3-3 0-16,0 0 0 0,0 1 0 0,0-4 0 16,6-2-104-16,-6 3-17 0,6-3-4 0</inkml:trace>
  <inkml:trace contextRef="#ctx0" brushRef="#br0" timeOffset="72671.559">18535 10147 1824 0,'0'0'38'0,"0"0"8"15,0 0-37-15,0 0-9 0,0-5 0 16,0 5 0-16,0 0 53 0,0 0 9 0,0 0 2 0,0 0 0 16,0 0 0-16,0 0 0 0,0 0 0 0,0 0 0 15,0 0 0-15,0 8 0 0,0-3 0 0,0 6 0 16,-3-3-52-16,0 0-12 0,0 2 0 0,0 1 0 15,0 2 0-15,0-2 0 0,0-1 0 0,0 4 0 16,0-4 0-16,3 3 0 0,-3 1 0 0,3-1 0 16,0-3 0-16,3 1 0 0,0 0 0 0,0-1 0 15,3-2 0-15,0 0 0 0,0 0 0 0,0 0 0 16,3-3 0-16,-3-2 0 0,3 0 0 0,-3-1 0 16,2-2 0-16,1 0 0 0,0-2 0 0,3-1 0 0,-3 0 0 15,0-2 0-15,3-3 0 0,-3 3 0 0,0-3 0 16,0-3 0-16,0 3 0 0,0-2 0 0,0-1 54 0,-3 1 8 0,-4-4 2 0,4 1 0 15,-3 2-52 1,-3-2-12-16,3 0 0 0,-3 2 0 0,-3-2 25 0,3 3 3 16,-3-4 0-16,0 4 0 0,-2-1 6 0,-1-2 2 0,0 5 0 0,-3-3 0 15,0 1-36-15,0 2 0 16,0 0 0-16,0 0 0 0,0 0 0 0,-3 3 0 0,3 2 0 0,0-2 0 16,0 5 0-16,0-3 0 0,0 1 0 15,1 2 0-15,2 2 0 0,0 1 0 0,6-3 0 0,0 0 0 16,-3 8-44-16,3-3-16 0,0 3-4 15,3 0 0-15,0-3 52 0,3 3 12 0,0 0 0 0,2-3 0 16,1 1-54-16,3-1-8 0,0-2-2 0,3 2 0 16,0-5 52-16,0 0 12 0,3 0 0 0,0 0 0 15,-1-3 0-15,-2 1-12 0,3-1 12 0,0 0-12 16,-3 1 12-16,-3-1 0 0,3 0 0 0,-3 1 0 16,-3-1 0-16,-4 1 10 0,1-1-10 0,0 0 8 15,-3 1 45-15,-3 2 9 0,0 0 2 0,0 0 0 16,0 0 0-16,0 0 0 0,0 0 0 0,0 0 0 15,0 0-52-15,0 0-12 0,0 0 0 0,0 0 0 16,0 0 0-16,0 0 0 0,0 0 0 0,0 0 0 16,0 0 0-16,0 0 0 0,-3 5 0 0,-3 0 0 0,3 0 0 15,3 1 0-15,-3 2 0 0,3-3 0 0,0 3 0 16,0 0 0-16,3 0 0 0,-3 0 0 16,3 2 0-16,3-2 0 0,-3 0 0 0,3 3 0 0,0-3 0 15,0-3 0-15,0 3 0 0,0 0 0 16,3-3-48-16,-3-2-13 0,6-1-3 0,-3 1 0 0,-3-3 52 0,3 0 12 0,0 0 0 15,0-3 0-15,-3 1 0 0,0-1 0 0,-1 1 0 0,-2-1 0 16,0-2 0-16,0-1 0 0,0 1 0 0,0 2 0 16,0-2 0-16,-3 0 0 0,3-3 0 0,-3 5 0 15,3-5 48-15,-3 3 13 0,0 0 3 0,3-1 0 16,-3 1-52-16,0 0-12 0,3 0 0 0,-3-1 0 16,0 6 0-16,0-2 0 0,0 2 0 15,0 0 0-15,0 0 32 0,0 0 4 0,3-6 1 0,-3 6 0 16,0 0-59-16,0 0-12 15,0 0-2-15,0 0-1 0,0 0 81 0,0 8 16 0,3-2 3 0,-3 1 1 16,0 1-52-16,3 3-12 0,-3-3 0 0,3 2 0 16,-3 1-48-16,3 0-13 0,0-1-3 0,0-2 0 15,0 3 52-15,3-3 12 0,-3 0 0 0,0-3 0 16,3 0-54-16,0-2-8 0,0 0-2 0,0-3 0 16,0 0 38-16,3-3 7 0,0-2 2 0,-1-1 0 15,1-2 6-15,0-2 2 0,3-1 0 0,-3-2 0 16,0 2 9-16,3-2 0 0,0 0 0 0,0 2 0 15,-3-2 16-15,3 0 9 0,-3-3 2 0,0 3 0 16,-1 2-27-16,1-5 0 0,0 3 0 0,-3-3 0 16,0 3 56-16,0-3 7 0,-3 0 1 0,3-2 0 15,-3 2-52-15,0 0-12 0,0 0 0 0,0 3 0 16,-3 0 54-16,0-1 8 0,0 4 2 0,0 2 0 16,0 3-52-16,0-1-12 0,0 6 0 0,0 0 0 0,0 0 0 15,0 0 0-15,0 0 0 0,-3 8 0 0,3 0 0 0,-3 3 0 0,0 2 0 16,3 3 0-16,-3 0 21 0,0 0 2 15,3-1 0-15,0 4 0 0,-3 0-23 0,3-4 0 0,0 4 0 16,0-3 0-16,0 0 0 0,0 0 0 0,0-1 0 0,0 1-8 31,0 0-16-31,0-3-4 0,0 3 0 0,0 0 0 16,0-3-21-16,0 1-5 0,0-4-1 0,3 1 0 16,-3-1-7-16,0-4-2 0,3-1 0 0,-3-5 0 0,0 0 52 0,0 0 12 0,0 0 0 0,0 0 0 15,0 0 0-15,0 0 0 0,0-5 0 0,0-1 0 16,0-2 0-16,-3 0 0 0,3 3 0 0,-3-3 0 15,3-2 48-15,-3 2 13 0,0 0 3 0,0 0 0 16,3 0-52-16,-3 0-12 0,0 0 0 0,3 3 0 16,-3-3 0-16,3 5 0 0,0-2 0 0,0 0 0 15,3 2 54-15,0-2 8 0,0 2 2 0,0-2 0 16,3 2-52-16,0 0-12 0,0 1 0 0,0-1 0 16,3 0 0-16,3 1 0 0,0-1 0 0,0-2 0 15,0 2-48-15,2-2-13 0,-2 0-3 0</inkml:trace>
  <inkml:trace contextRef="#ctx0" brushRef="#br0" timeOffset="73096.388">19755 10198 1337 0,'0'0'56'16,"6"2"-44"0,0-2 144-16,-3 0 28 0,3 0 7 0,0 0 1 15,3 0-103-15,-3 0-20 0,3-2-4 0,0-1-1 16,3 3 52-16,0-3 9 0,2 1 3 0,-2-1 0 16,3 3-103-16,3-3-25 0,-3 1 0 0,3 2 0 15,0 0 0-15,0-3 0 0,2 1 0 0,-2 2 0 16,-3-3 0-16,0 3 0 0,0 0 0 0,0 0 0 15,-3 0-41-15,0 3-4 0,-1-3-1 0,-2 0 0 16,-3 0-180-16,0-3-36 0</inkml:trace>
  <inkml:trace contextRef="#ctx0" brushRef="#br0" timeOffset="73311.098">19809 10343 2030 0,'0'0'57'0,"0"0"14"0,0 0-57 0,6 0-14 0,0-2 0 0,0-1 0 16,3 0 105-16,-1 1 19 0,1-1 3 0,0 0 1 15,0-2-52-15,3 2-9 0,0 1-3 0,0-1 0 16,0 0-37-16,0 1-8 0,3-1-2 0,0 1 0 16,-1-1-8-16,1 0-1 0,0 1-8 0,0-1 12 15,0 3-12-15,0-3 0 0,3 1 0 0,-3-1 0 16,2 3-119-16,-2-3-26 0,0 1-6 0</inkml:trace>
  <inkml:trace contextRef="#ctx0" brushRef="#br0" timeOffset="73699.401">20559 9981 2055 0,'3'-8'43'0,"-3"2"9"16,3 4-41-16,-3 2-11 0,3-5 0 0,-3 5 0 15,0 0 88-15,0 0 15 0,0 0 3 0,0 0 1 16,0 0-53-16,0 0-10 0,0 0-3 0,-3 5 0 15,3 3-23-15,0 2-5 0,-3 1-1 0,3 2 0 0,0 0-2 0,-3 3-1 0,3 0 0 0,-3 0 0 16,3 3-9-16,-3-1 0 0,0 1 0 0,0-1 8 16,0 1-8-16,3-1 0 0,-3 1 0 0,0-1 0 15,3 1 0-15,0-1 0 0,-3-2 0 16,3 0 0-16,0 3 0 0,0-6 0 0,0 0 0 16,0 0 0-16,0 0 24 0,0-5-1 15,3 0 0-15,-3-2 0 16,0-6-121-16,0 0-24 0,0 0-5 0,0 0-1 0,0 0-102 0,0 0-21 15</inkml:trace>
  <inkml:trace contextRef="#ctx0" brushRef="#br0" timeOffset="74048.395">20565 10007 2030 0,'-6'-16'57'0,"3"3"14"15,-3 0-57-15,3 2-14 0,0 1 0 0,0 2 0 16,0 2 54-16,3-2 8 0,0 6 2 0,0 2 0 15,0 0 0-15,0 0 0 0,3-3 0 0,-3 3 0 16,6 0 0-16,0 3 0 0,0-1 0 0,0 4 0 16,3-1-25-16,-3 3-5 0,3 0-1 0,0 0 0 15,-1 2-11-15,1 4-2 0,0-4-1 0,3 4 0 16,0-1-11-16,0 0-8 0,0-2 12 0,0 2-12 16,0 0 8-16,0 0-8 0,0 0 0 0,0 1 0 15,-4-1 0-15,1-2 0 0,0 2 0 0,0-3 0 16,-6 4 9-16,3-1-9 0,-3-3 0 0,-3 4 9 0,-3-1-9 15,0 0 0-15,-3 0 0 0,-3 1 0 0,0-1 0 0,0 0 0 0,-5 0 0 16,2-2 0 0,-3-1-46-16,0-2-14 0,0 3-4 0,0-3 0 0,0-3 52 0,0 0 12 15,3 1 0-15,-2-4 0 0,-1 1 0 16,3 0 0-16,-3-3 0 0,3 0 0 16,3 0-156-16,0-3-29 0,3 0-6 0,6 3-1 15,0-8 0-15,6 3 0 0,3-3 0 0,0-2 0 16,3-1 6-16,3-2 1 0</inkml:trace>
  <inkml:trace contextRef="#ctx0" brushRef="#br0" timeOffset="74998.154">20886 10187 1602 0,'15'-5'71'0,"-3"2"14"0,0 3-68 0,-6-2-17 0,0 2 0 0,0-3 0 15,-3 3 112-15,-3 0 18 0,0 0 4 0,0 0 1 16,0 0-38-16,0 0-7 0,0 0-2 0,0 0 0 16,-3 8-32-16,3-3-8 0,-6 0 0 0,3 3-1 15,-3-2-23-15,3-1-4 0,-3 3 0 0,0 0-1 16,3 0-19-16,-3 2 8 0,0-2-8 0,0 0 0 15,3 3 0-15,0-1 0 0,0-2 0 0,3 3 0 16,0-1 0-16,0 1 0 0,3 0 0 0,0-1 0 16,0-2 0-16,0 3 0 0,3-3 0 0,0 0 0 15,3-3-12-15,-3 0 3 0,3 0 1 0,0-2 0 16,0-3-7-16,0 0-1 0,0 0 0 0,-3 0 0 16,0-3 4-16,0-2 1 0,-1 3 0 0,1-4 0 15,-3-2 2-15,3 0 0 0,-3 0 0 0,-3 0 0 16,3-2 9-16,0-1 0 0,-3 1 0 0,0-1 0 0,3-2 0 15,-3 2 0-15,3-2 0 0,0 3 0 0,-3-4 15 16,3 4 1-16,0-4 1 0,-3 4 0 0,3-3 0 0,0 2 0 16,-3 1 0-16,3-1 0 0,3 3 1 0,-3-3 0 0,3 3 0 15,-3-2 0-15,3 5-6 0,0-3-2 0,-3 5 0 0,3-2 0 32,0 2-10-32,3 0 12 0,-3 1-12 0,0 2 12 0,3 0-12 0,-4 2 10 0,4 1-10 0,-3 0 10 15,3-1-10-15,-3 4 12 0,3-1-12 0,-3 3 12 16,0-3-12-16,0 3 8 0,0 3-8 0,0-3 8 15,-3 2-8-15,0 1 0 0,0-3 0 0,0 2 0 16,0 1 0-16,0 2 0 0,-3-2 0 16,3 2 0-16,-3-2 0 0,0-1 0 0,0-2 0 0,0 3 0 15,0-1 0-15,0-2 0 0,0 0 0 0,0 0 0 16,0 0 0-16,0-3 0 0,0-5 0 0,0 0 0 16,0 0 0-16,0 0 0 0,0 0 0 0,0 0 0 15,0 0 0-15,0 0 0 0,0 0 0 0,0 0 0 16,0 0 0-16,0 0 0 0,6-5 0 0,-3 0 0 15,3-1 0-15,0-2 0 0,0 3 0 0,-3-3 0 16,2 3 0-16,4-3 8 0,-3 3-8 0,3-3 0 16,-3 2 0-16,3 1 0 0,0-3 8 0,0 3-8 15,0 0 0-15,0-1 8 0,3 1-8 0,-3 0 8 16,0 2-8-16,0 0 0 0,-3 1 0 0,2 2 8 16,-2-3-8-16,0 3 0 0,0 0 0 0,0 0 0 15,-3 3 0-15,-3-3 0 0,3 2 0 0,0 4 0 16,0-1 0-16,0 3 0 0,0 0 0 0,-3 0 0 15,0 2 0-15,0-2 0 0,-3 3 8 0,3 2-8 16,-3-2 0-16,3-1 0 0,0 1 0 0,-3 2-11 0,3 0-5 0,0-5-2 16,0 3 0-16,0 0 0 0,3-4 0 0,-3 1 0 15,6 0 0-15,-3-2 0 0,0-1 10 0,3-2 8 16,-3-1-12-16,6-2 12 0,-3 0-8 0,3 0 8 16,0-2 0-16,3-1 0 0,-3-2 0 0,3-1-8 15,2 4 8-15,-2-6 0 0,3-3 0 0,0 3 11 0,0-5-2 0,0 2 0 16,-3 1 11-16,3-3 1 0,-3-1 1 0,-1 1 0 15,1 0 14-15,-3 2 2 0,0-2 1 0,-3 0 0 16,0 0 4-16,-3 2 1 0,0 0 0 0,0 1 0 16,-3 2-9-16,-3 3-2 0,0-3 0 0,-3 2 0 15,0 1-13-15,0 3-4 0,-3-1 0 0,0 3 0 16,0 0-8-16,1 3-8 0,-1-1 9 0,0 3-9 16,0 1 12-16,0 2-4 0,0 2-8 15,3 1 12-15,3-1-12 0,0 4-18 0,0 2 4 0,3-1 1 16,3 1 13-16,0 0 0 0,3 0 0 0,0-3-9 15,0 3 0-15,3-3 0 0,3-2 0 0,-3 0 0 16,2-1-8-16,1-5-2 0,3 3 0 0,-3-2 0 16,3-4-20-16,0 1-4 0,0-3-1 0,3 0 0 15,0 0-167-15,-1-3-33 0,1 1-8 0</inkml:trace>
  <inkml:trace contextRef="#ctx0" brushRef="#br0" timeOffset="75440.475">22011 10264 1914 0,'0'0'54'0,"0"0"13"0,0 0-54 0,0 0-13 0,0 0 0 0,6-3 0 15,0 3 91-15,0 0 15 0,3 0 3 0,3 0 1 16,-3 0-23-16,6 0-5 0,-3 0-1 0,3 0 0 15,0 3-21-15,3-3-4 0,-4 2 0 0,4-2-1 16,0 0-23-16,0 0-5 0,0 0-1 0,0 0 0 16,0-2-12-16,-1 2-2 0,1-3-1 0,3 3 0 15,-3 0-11-15,0 0 0 0,0 0 0 0,-3 0 8 16,-1 0-8-16,-2 0 0 0,0 3 0 0,0-3 0 16,-6 2 0-16,3-2-20 0,-3 0 3 0,-6 0 1 15,0 0-44-15,0 0-9 0,0 0-2 0,-3 8 0 16,-3-2-125-16,-9 7-26 0,0 0-5 0</inkml:trace>
  <inkml:trace contextRef="#ctx0" brushRef="#br0" timeOffset="75652.959">22128 10446 1530 0,'-6'6'32'0,"0"-4"8"16,6-2-32-16,0 0-8 0,0 0 0 0,0 0 0 0,0 0 96 0,3 6 19 0,0-4 3 0,3 4 1 15,0-4 5-15,2-2 0 0,1 3 1 0,3 0 0 16,-3-3-33-16,3 0-8 0,-3-3 0 0,3 3-1 15,-3-3-30-15,3 3-5 0,0 0-2 0,0-2 0 16,-1 2-25-16,4 0-5 0,-3-3 0 0,3 3-1 16,-3-3-15-16,3 3 0 0,0-2 0 0,3 2 0 31,-3-3-17-31,2 0-10 0,-2 1-1 0,0-1-1 0,3 0-191 16,0 3-37-16</inkml:trace>
  <inkml:trace contextRef="#ctx0" brushRef="#br0" timeOffset="76854.895">23059 10039 1094 0,'0'0'46'0,"0"0"-37"16,0 0 95-16,0 0 20 0,0 0 3 0,0 0 1 15,0 0 0-15,0 0 0 0,0 0 0 0,0 0 0 16,0 0-52-16,0 0-9 0,0 0-3 0,0 0 0 15,0 0 0-15,0 0 0 0,0 0 0 0,0 0 0 16,0 0-51-16,0 0-13 0,0 5 0 0,0 1 0 16,-3 1 0-16,3 1 0 0,0 0 0 0,0 3 0 15,0-3 0-15,0 0 0 0,3 0 0 0,-3 2 0 16,3-2 0-16,-3 3 0 0,3-3 0 0,3 0 0 16,-3-3 0-16,3 3 0 0,0-3 0 0,3 3 0 15,0-5-48-15,0-1-13 0,3 1-3 0,0 0 0 16,0-3 44-16,2 0 8 0,1 0 1 0,0-3 1 15,0 0-2-15,0 1 0 0,3-1 0 0,-3-2 0 16,-3 0 12-16,-1-1-8 0,1 1 8 0,-3 0-8 16,-3-3 8-16,0 0 0 0,-3 3 10 0,0-3-10 0,0 0 34 15,-3 2 1-15,-3-2 0 0,0 0 0 16,0 3 9-16,0-3 1 0,0 0 1 0,0 3 0 0,-3-3-9 16,3 3-1-16,0 0-1 0,-3-1 0 15,3 1-9-15,3 5-2 0,-3-3 0 0,3 3 0 0,0 0 0 0,0 0 0 0,0 0 0 0,0 0 0 16,0 0-24-16,-5 6 0 0,2-1 0 0,3 3 0 15,-3 0 0-15,3 0 0 0,0 2-10 0,0 3 10 16,0 1 0-16,0-1-9 0,0 3 9 0,0 0 0 16,0 0 0-16,0-1 0 0,-3 4 0 0,0-1 0 15,0 1 0-15,0 2 8 0,0-2 0 0,-3 2 0 16,0 0-8-16,0-2-13 0,-3-1 3 0,0 1 1 16,0-4 0-16,0 1 0 0,-3-2 0 15,0-1 0-15,0-3 9 0,1 1 0 0,-4-3 0 0,0 0 8 16,0 0-8-16,3 0 0 0,0-3 0 0,0 3 0 15,0-5 0-15,0-1 0 0,3 4 0 0,0-6 0 16,1 2 0-16,-1-2 0 0,3-2 0 0,0 2 0 16,6 0-101-16,-6-6-22 0,3 1-4 0</inkml:trace>
  <inkml:trace contextRef="#ctx0" brushRef="#br0" timeOffset="77174.328">23372 10330 2079 0,'0'0'59'0,"0"0"13"0,0 0-58 15,0 0-14-15,6 0 0 0,-3-3 0 0,3 3 87 0,0 0 14 0,0-2 3 0,-3 2 1 32,2 0-43-32,1 0-9 0,0 0-1 0,-3 2-1 0,3-2-31 0,0 0-7 0,-3 3-1 15,-3-3 0-15,6 5-12 0,0-2 0 0,-3 2 8 0,-3 0-8 16,3 1 10-16,-3 2-1 0,-3 0 0 0,3 0 0 15,-3 2-9-15,-3-2 0 0,3 3 0 0,-3-3 0 16,3 2 0-16,-3 1 0 0,0-1 0 0,3-2 0 16,-3 3 0-16,3 0 0 0,1-1 0 0,-1 1 0 15,0-3 0-15,3 0 0 0,3-1 0 16,-3 1 0-16,3-2 0 0,-1-1 0 0,1-2 0 0,3 2 0 31,0-2-49-31,0-1-12 0,3 1-3 0,-3-3 0 0,6 0-102 0,0-3-21 16,0 1-4-16</inkml:trace>
  <inkml:trace contextRef="#ctx0" brushRef="#br0" timeOffset="77803.302">23839 10092 2310 0,'3'-8'48'0,"-3"3"11"15,3-1-47-15,0 1-12 0,0 0 0 0,0-1 0 16,-3 6 53-16,3-5 9 0,-3 5 2 0,0 0 0 16,0 0 0-16,0 0 0 0,0 0 0 0,0 0 0 0,3 3-52 15,0 2-12-15,0 0 0 0,0 1 0 0,0 2 0 0,0 2 0 0,0 1 0 0,0-1 0 16,0 1 0-16,0-3 0 0,3 2 0 0,0 1 0 31,0 0-48-31,3-3-13 0,-1 2-3 0,1-2 0 16,0-3 0-16,3 3 0 0,3-5 0 0,0 2 0 0,-3-2 42 0,3 0 8 0,0-3 2 0,0 0 0 15,-1 0 12-15,-2 0 0 0,0-3-10 0,3 0 10 16,-6 3 0-16,0-5 0 0,-3 0 0 16,0-1 0-16,0 1 16 0,-3 0-3 0,0-3 0 15,0 0 0-15,0 0 27 0,-3 0 4 0,0 0 2 0,0 0 0 16,0-2 9-16,0 2 1 0,-3 0 1 0,3 0 0 15,-3 0-11-15,0 3-2 0,3-3-1 0,-3 5 0 16,0-2-11-16,3 5-1 0,-3-3-1 0,3 3 0 16,0 0-7-16,0 0-2 0,0 0 0 0,0 0 0 15,0 0-12-15,0 0-9 0,-3 3 12 0,0 2-12 16,0 3 0-16,3 0 0 0,0 2 0 0,0 1 0 16,0 2 0-16,3-2 0 0,-3 2 0 0,0 3 0 15,3-3 0-15,-3 6 0 0,0-1 0 0,0 1 0 16,0-1 0-16,-3 3 0 0,3-2 0 0,-3 2 0 15,-3 0 0-15,3 0 0 0,-3-2 0 0,0-1 0 16,-3 1 0-16,0 0 0 0,-3-4 0 0,0-1-9 16,1-1 9-16,-1 0 0 0,-3-2-9 0,0-3 9 15,0 2 0-15,0-2-11 0,3 0 11 0,-3-3-8 0,3 3 8 16,0-2 0-16,1-1 0 0,-1-2 0 0,3-1 0 16,3 1 0-16,-3-3 0 0,3 0 0 15,6 0-53-15,0 0-9 0,0 0-2 0,-3-5 0 16,0-1-204-16,3-2-42 0</inkml:trace>
  <inkml:trace contextRef="#ctx0" brushRef="#br0" timeOffset="78041.584">24262 10370 1918 0,'0'0'40'0,"0"0"9"0,0 0-39 0,0 0-10 0,0 0 0 0,0 5 0 16,0 0 94-16,0-5 17 0,0 6 3 0,3 1 1 15,-3-1-34-15,0-1-6 0,3 0-2 0,-3 3 0 16,0 0-16-16,3-2-3 0,-3 1-1 0,0 4 0 16,0-3-11-16,0 0-2 0,0 3-1 0,0-4 0 15,-3 1-13-15,3 3-2 0,-3 0-1 0,3-1 0 16,-3 1-12-16,0-1-3 0,3 1 0 0,-3-1 0 16,0 1-8-16,0 0 0 0,0-3 9 0,0 5-9 15,0-5-48-15,0 2-15 16,0 1-2-16</inkml:trace>
  <inkml:trace contextRef="#ctx0" brushRef="#br0" timeOffset="85404.245">14737 3120 850 0,'-12'5'17'0,"12"-5"6"0,-6 0-23 0,0 0 0 0,0 3 0 0,0-3 0 15,3 2 107-15,-3 4 17 0,0-4 3 16,0 6 1-16,3-8-52 0,-3 3-9 0,6-3-3 0,0 0 0 16,0 0 18-16,0 0 3 0,0 0 1 0,0 0 0 15,0 0 2-15,0 0 1 0,0 0 0 0,0 0 0 16,0 0-26-16,3-3-6 0,3-2-1 0,3 0 0 16,3-3 27-16,6 0 5 0,0-3 0 0,2 0 1 15,4 1-71-15,0-6-18 0,3 3 0 0,3-8 0 16,-4 5 0-16,4-5 0 0,0-1 0 0,3 1 0 15,-1 3 0-15,1-1 0 0,3 3 0 0,0-2 0 16,-4 5 0-16,1-1 0 0,0 1 0 0,-6 3 0 16,-1-4 0-16,-5 4 0 0,0-1 0 0,-6 3 0 15,-3 0 0-15,0 3 0 0,-3 2 0 0,-3-2 0 16,0 2-48-16,-6 3-12 0,0 0-4 0,0 0 0 16,0 0-23-16,0 0-5 0,-3 8 0 0</inkml:trace>
  <inkml:trace contextRef="#ctx0" brushRef="#br0" timeOffset="85762.108">14754 3323 1580 0,'0'0'67'0,"6"-5"-54"15,-3-3 67-15,6 3 14 0,-3-3 2 0,0 0 1 16,6 0-7-16,0 0-2 0,0 0 0 0,6 0 0 16,-3 0-27-16,6-5-5 0,-1 0-2 0,1 2 0 15,3-5-18-15,0 3-3 0,0 0-1 0,2 0 0 16,4-3-12-16,0 0-4 0,0 0 0 0,2 0 0 15,-2 3-16-15,0-6 8 0,0 4-8 0,-3-4 0 16,-4 6 31-16,1 0-1 0,-3-3 0 0,0 8 0 16,-3-5-30-16,0 2 0 0,-6 0 0 0,2 3 0 15,-2 6-96-15,-3-6-26 0,-3 5-5 0,-3 1-1 16,-3 2-109-16,0 0-23 0</inkml:trace>
  <inkml:trace contextRef="#ctx0" brushRef="#br0" timeOffset="86295.639">14683 2940 1792 0,'6'-8'51'0,"0"-3"10"15,0 9-49-15,0-6-12 0,0 0 0 0,-3 2 0 16,3 4 54-16,-3-6 8 0,0 5 2 0,-3 3 0 16,0 0-17-16,0 0-3 0,0 0-1 0,0 0 0 15,0 0-20-15,0 0-4 0,0 0-1 0,0 0 0 16,0 0-18-16,0 0 8 0,0 11-8 0,-3-3 0 15,3 2 0-15,-3 9 0 0,3-3 0 0,-3 0 0 16,-3 5 0-16,3 3 0 0,0 2 0 0,-3 0 0 16,3 1 0-16,-3-6 0 0,3 0 0 0,0 3 0 15,0-3 0-15,0 0-12 0,0 3 1 0,0-5 1 16,3 2-3-16,-3-3-1 0,3 6 0 0,-3-8 0 16,3 3 14-16,0-1 0 0,3 1 0 0,0-3-9 15,0-1 9-15,0-1 0 0,3-4 0 0,0 3 0 16,0-7 0-16,3 2 0 0,3 0 0 0,0-6 0 15,0-2 22-15,2 0 0 0,4 0 0 0,0-2 0 0,3 2-22 16,-3-6 9-16,3-2-9 0,0 3 0 0,-1-3 57 16,1 6 5-16,-3-6 1 0,3-3 0 0,0 3-50 15,0-3-13-15,-4 4 0 0,4-4 0 16,0 3 0-16,-3 0 0 0,3 0 0 0,-3 0 0 0,-3 3 0 0,-1-3 0 16,1 5 0-16,0-2 0 15,-3 2-141-15,3-2-31 0,-3 2-5 0</inkml:trace>
  <inkml:trace contextRef="#ctx0" brushRef="#br0" timeOffset="87477.22">14192 9743 1268 0,'0'0'26'0,"0"0"7"0,0 0-33 0,0 0 0 0,0 0 0 0,0 0 0 16,0 0 72-16,0 0 8 0,0 0 2 0,0 8 0 15,0-1-15-15,0-1-3 0,0 2-1 0,-3 2 0 16,3-2 1-16,0 3 1 0,0-1 0 0,-3 4 0 16,3-4-53-16,0 6-12 0,0 0 0 0,0 2 0 15,0 1 0-15,0-1 12 0,3 1-4 0,-3 0-8 16,3-1 0-16,0 1 0 0,3-1 0 0,-3 1 0 16,3-6 0-16,3 3 0 0,-3-3 0 0,3 0 0 15,2-2 0-15,1-3 0 0,-3 0 0 0,3 0 0 16,3-3 0-16,-3 0-9 0,3-2 9 0,0-3 0 15,0 0 0-15,3-3 8 0,-4 1 0 0,1-4 0 16,3 1 16-16,-3-3 3 0,3 0 1 0,-3 0 0 16,0 0 0-16,-3-2 0 0,-1 2 0 0,1-3 0 0,-6 1 28 15,3-4 5-15,-3 4 2 0,-3-4 0 0,0 1-19 16,0-3-3-16,-3 0-1 0,0 1 0 0,0-1-12 16,0 0-2-16,-3-3-1 0,0 3 0 0,-3 1-25 0,0 1 0 15,0 1 0-15,-3 0 0 0,0 2 0 16,-2 1 0-16,-1-1 0 0,-3 6 0 0,0 0 0 15,0-1 0-15,0 1 0 0,0 2 0 0,0 3 0 0,0 0 0 0,1 0 0 0,-4 6 0 32,3-1-46-32,3 0-14 0,-3 3-4 0</inkml:trace>
  <inkml:trace contextRef="#ctx0" brushRef="#br0" timeOffset="88113.96">14487 10984 1526 0,'-6'-3'43'0,"3"0"10"0,-3 1-42 0,6 2-11 0,-3-6 0 0,3 6 0 16,0 0 77-16,-3-2 14 0,3 2 2 0,0 0 1 15,0 0-16-15,0 0-3 0,0 0-1 0,0 0 0 16,0 0-26-16,0 0-6 0,0 8-1 0,0 0 0 16,0-1-7-16,0 4-2 0,3 0 0 0,0 2 0 15,-3 3-6-15,3 2-2 0,0 3 0 0,-3 3 0 16,3 0-4-16,-3 0 0 0,3 2-1 0,0 3 0 16,-3-2-3-16,3-3 0 0,0 2 0 0,-3 1 0 15,0-4-7-15,3 1-1 0,-3-3-8 0,0 1 12 16,0-4-12-16,0 3 11 0,2-2-11 0,-2-1 10 15,0 1-10-15,0-3 0 0,0 0 9 0,0-1-9 16,0-1 0-16,0-4 0 0,-2 4 0 0,2-4 8 16,2-2-38-16,-2 3-7 0,0-6-2 0,0 0 0 15,0 3-185-15,0-3-36 0</inkml:trace>
  <inkml:trace contextRef="#ctx0" brushRef="#br0" timeOffset="88792.776">14445 12317 1792 0,'-3'-5'51'0,"0"0"10"15,0-1-49-15,-3 1-12 0,3 0 0 0,3 5 0 16,-3-6 76-16,-3 4 12 0,0 2 2 0,0-3 1 16,0 3-39-16,0 0-8 0,0 3-2 0,0-1 0 0,3 1-16 0,-3 2-3 0,1 1-1 0,-1 4 0 15,3 1-10-15,-3-1-1 0,3 4-1 0,0 1 0 16,0 1-10-16,0 3 0 0,3-1 0 0,0 1 0 15,0-1 0-15,3-2 0 0,0-2 0 0,3 1 0 16,0-1-14-16,0-1 5 0,2-3 1 0,1 1 0 31,0 0-15-31,0-3-2 0,3-1-1 0,0-1 0 0,0-1 26 0,3 0 0 0,0-2 0 0,0-3 0 16,0 0-24-16,-1-5 0 0,-2 2 0 16,0-5 0-16,0 3 24 0,0-3 0 0,0 0 0 15,0 0 0-15,-3 0 21 0,3-2 0 0,-3-1 0 0,0 0 0 16,-4 1 35-16,1-3 6 0,0-3 2 0,0 2 0 15,-3-4 0-15,-3-1 0 0,0 1 0 16,0-1 0-16,-3 1-54 0,0-1-10 0,-3 3 0 0,0 1 0 16,1-1 0-16,-1 2 0 0,-3 4 0 0,0-1 0 15,0 1 0-15,-3 4 0 0,0-2 0 0,-3 6 0 16,3-1 16-16,-3 1-2 0,0 2 0 0,-2 0 0 16,2 2-46-1,-3 3-8-15,0-2-3 0,0 8 0 0,0-3-115 0,0 5-23 0,3 0-5 0</inkml:trace>
  <inkml:trace contextRef="#ctx0" brushRef="#br0" timeOffset="89512.233">14498 13148 1934 0,'0'0'40'0,"-5"0"9"15,5 0-39-15,-6 0-10 0,6 0 0 0,-6 0 0 16,0 3 59-16,0 2 9 0,-3 0 3 0,3 3 0 16,-3 3-33-16,3-1-6 0,0 4-2 0,-3 1 0 15,3 1-8-15,-3 0-2 0,3 0 0 0,0 3 0 16,-3-1-12-16,6-2-8 0,-3 2 10 0,3-2-10 16,3 3 0-16,-3-3 0 0,3 2 0 0,0 1 0 15,3-3 0-15,0 0 0 0,3 2-8 0,0-2 8 0,0-3-9 16,3 3 9-16,-3-3-13 0,3 1 5 0,3-1-6 0,-3-5-1 15,3 0 0-15,0-3 0 0,0 0 5 0,0-2 1 16,-4-3 0-16,4-3 0 0,0-2 9 0,-3 0 0 0,3-1 0 0,-3-2 0 16,3 0 0-16,-3-2 11 0,0-1-1 15,0 1 0-15,0-1 43 0,-3-2 9 0,3 2 2 0,-6-2 0 16,3 2 0-16,-4-2 0 16,-2 0 0-16,0 0 0 0,0 0 0 0,-2-1 0 0,-1 1 0 15,-3 0 0-15,3 0-52 0,-3-1-12 0,0 1 0 0,-3-3 0 16,0 0 0-16,3 3 9 0,-3-3-9 0,0 3 8 15,-3-3-8-15,3 3 0 0,-3 2 9 0,3 1-9 16,-3-1 0-16,1 1 0 0,-1-1 0 0,0 3-12 16,0 0-29-16,0 3-7 0,0-3 0 0,-3 0-1 15,6-3-175-15,-3 1-34 0</inkml:trace>
  <inkml:trace contextRef="#ctx0" brushRef="#br0" timeOffset="91191.385">14201 10867 1094 0,'0'0'46'0,"0"0"-37"15,0 0 95-15,0 0 20 0,0 0 3 0,0 0 1 16,0 0-65-16,0 0-13 0,0 0-2 0,0 0-1 16,0 0-24-16,6 0-5 0,0 0-1 0,0 0 0 15,0 0 15-15,3 0 2 0,2 0 1 0,1 0 0 16,3-3-12-16,0 1-3 0,3-1 0 0,0 1 0 16,0-4-2-16,6 4-1 0,-4-4 0 0,1 1 0 15,0 0-1-15,3-1 0 0,0 1 0 0,-1 0 0 16,-2 0 0-16,0-1-1 0,3 1 0 0,-3 2 0 15,0-2-6-15,-3 0-1 0,2 2 0 0,-2 0 0 16,0 1-8-16,-3-1 0 0,0 1 0 0,-6 2 8 16,3-3 4-16,-3 3 0 0,0 0 0 0,-4 0 0 15,1 3 0-15,-6-3 1 0,0 0 0 0,6 2 0 16,-6-2 3-16,3 3 0 0,-3-3 0 0,0 0 0 16,6 2-4-16,-6-2-1 0,3 3 0 0,3 2 0 15,-6-5-3-15,3 6 0 0,0-4 0 0,0 4 0 16,0-1-8-16,0 0 8 0,0-2-8 0,0 2 8 15,0 0-8-15,0 1 10 0,0-1-10 0,0 3 10 0,0-3-10 0,0 3 12 16,0-3-12-16,0 3 12 0,0 0-12 0,0 0 10 0,0 3-10 16,-3-1 10-16,3 1-10 0,0 0 10 0,-3 2-10 0,3 0 10 15,0 0-10-15,-3 3 0 0,3 0 0 16,0 3 0-16,-3-1 0 0,3 3 0 0,0 0-12 0,-3 1 12 16,3 1 0-16,0-1 0 0,-3 1 14 0,0-1-4 15,3-1-10-15,-3 0 0 0,3-3 0 0,-3 1 0 16,3 2 0-16,-3-2 0 0,0-1 0 0,0 3 0 15,0-2-13-15,0-1 5 0,0-2 8 0,-3 3-13 16,3-1 13-16,-3-2-12 0,3 0 12 0,-3 3-12 16,3-1 12-16,-3-2 0 0,0 5-10 0,3-5 10 15,-3 0-10-15,0-3 10 0,3 0-13 0,-3 1 5 16,3-4 8-16,-3 1 0 0,3-1 0 0,-3-2 0 16,3 3 0-16,-3-3 0 0,3 0 0 0,0 0-8 15,-3-3 8-15,3 0 0 0,-3 1 0 0,3-1 0 16,0-5 0-16,0 0 0 0,0 0 0 0,0 5 0 15,0-5 0-15,-3 5 0 0,3-5 0 0,0 6 0 16,0-6 8-16,0 0-8 0,0 0 10 0,0 0-10 16,-3 5 15-16,3-5-3 0,0 0-1 0,-6 5 0 15,6-5 5-15,-6 3 2 0,6-3 0 0,-6 5 0 16,6-5-2-16,-6 0-1 0,0 0 0 0,-3 0 0 16,3 0 1-16,0 0 1 0,-3 0 0 0,0 0 0 15,0 0-1-15,1-2 0 0,-4 2 0 0,0 0 0 16,0-3-16-16,-3 3 0 0,0-3 0 0,-3 3 0 0,0 0 0 15,0 0 0-15,4-2 0 0,-7 2 0 0,3 0 0 16,-3 2 0-16,0-2 0 0,-3 3 0 0,1-3 0 16,-1 3 0-16,0-3 0 0,-3 2 0 0,3-2 22 0,1 3 4 15,-1-3 1-15,0 3 0 16,3-3-43-16,0 0-9 0,3 0-2 0,1 0 0 0,2 0 73 16,0 0 14-16,0 0 4 0,3 0 0 0,3 0-64 0,0-3-15 15,0 3-1-15,3-3-1 0,0 1 17 0,6 2 0 0,-6-3 0 0,6 3 9 16,-6-3-9-16,6 3 0 0,-3-2 0 0,3 2 0 15,-3-6 0-15,3 6 0 0,-3-5 0 0,3 0 0 16,-3-1 0-16,3 4 0 0,0 2 0 0,0-8 0 16,3 3 8-16,-3-3 5 0,0 0 2 0,0 0 0 15,0 0-15-15,0-3 0 0,0 1 0 0,0-4 0 16,0-1 0-16,0-4-18 0,0 1 4 0,0-4 1 16,0 1 13-16,0-3 0 0,0-2 0 0,3-1 0 15,-3 1 0-15,0-3 0 0,3 0 0 0,-3-3 0 16,0 0 15-16,3-2-4 0,-3-1-1 0,3-2 0 15,0 3-10-15,0 0 0 0,3-1 0 0,-3 4 0 16,0 1 0-16,3 4 0 0,-3-1 0 0,0 4 8 16,3 1-8-16,-3 4 0 0,3-1 0 0,-3 1 0 15,3 2 0-15,-3 3 0 0,0-3 0 0,3 5 0 16,-3-2 0-16,0 3 0 0,0-1 0 0,3 3 0 16,-6 0 0-16,3 0 0 0,0 3 0 0,0-3 0 15,0 3 0-15,0 2 0 0,-3 3 0 0,0 0 0 16,0 0-56-16,0 0-6 0,6-3-2 0,-6 3 0 15,6 0-112-15,2 0-24 0,-2 0-4 0</inkml:trace>
  <inkml:trace contextRef="#ctx0" brushRef="#br0" timeOffset="93836.758">15898 11171 1579 0,'0'0'32'0,"0"0"10"0,0 0-34 0,0 0-8 0,0 0 0 0,0 0 0 15,0 0 102-15,-6 6 18 0,6-6 4 0,-6 5 1 16,0 0-69-16,3 3-15 0,0 0-2 0,0 3-1 16,0-1-7-16,0 4-2 0,0-1 0 0,3 3 0 15,-3 0-29-15,0-1 0 0,0 1 0 0,-3 3 0 16,3-1 0-16,0 1-21 0,0-3 3 0,0 5 1 16,3-3 27-16,-3 1 6 0,0 2 0 0,3-2 1 15,-3-1-27-15,3 1-6 0,0-3 0 0,-3-1-1 16,3 1-24-16,0-2-5 0,-3-4-1 0,3 3 0 15,0-5 69-15,0 0 14 0,0-2 2 0,0-1 1 16,0-5-11-16,0 0-3 0,0 0 0 0,0 0 0 16,0 0-71-16,0-5-14 0,0-6-4 0,3 0 0 0,-3-2 52 15,3-3 12-15,0-2 0 0,0-1 0 0,0-2 0 0,0 0 0 16,0-3 0-16,3 0 0 0,-3 3 41 16,3-3 11-16,0 0 3 0,3 1 0 0,-3-1-37 0,0-3-7 15,3 4-2-15,-3-4 0 0,2 1 44 0,1-1 9 16,3-2 2-16,-3 3 0 0,0 4-52 0,3-1-12 0,-3 1 0 0,3 7 0 15,0-1 22-15,-3 5 2 16,3 1 0-16,0-1 0 0,-1 3-24 0,4 0 0 16,-3 3 0-16,0 2 0 0,0-2 0 0,0 2 0 0,0 3 0 0,-3 0 0 15,0 3 0-15,0-1 0 0,3 1 0 0,-7 0 0 16,1-1-17-16,0 4-5 0,-3 2-1 0,0-3 0 16,0 3 23-16,0 2 0 0,-3-2 0 0,0 6 0 15,0-1-9-15,-3 0 9 0,0 0-12 0,0 3 12 16,0 0-22-16,-3-3 2 0,0 3 1 0,-2 0 0 15,-1-3-16-15,0 1-3 0,-3-1-1 0,0 3 0 16,0-3 30-16,-3 0 9 0,3-2 0 0,-3 2 0 0,-3 0-12 16,7-2 12-16,-4-1-12 0,0 1 12 15,3-3 0-15,0 0 0 0,3 0 0 0,-3 2 0 16,6-4-8-16,-3 2 8 0,3-3 0 0,0 3 0 16,3-3-11-16,0 3 11 0,3-8-10 0,3 5 10 15,0 3-11-15,0-3 11 0,3 1-12 0,3-1 12 16,0 0-15-16,0 1 4 0,3-1 1 0,3-2 0 15,-3-1-18-15,3 1-4 0,0 2-1 0,-1-2 0 16,1-3 33-16,0 2 14 0,0 1-1 0,0 0 0 0,-3-3-13 16,0 0-18-16,0-3 4 0,-3 3 1 0,0 0 13 15,-1-3 0-15,-2 3 0 0,3-2 0 16,-6 2 0-16,3-3 0 0,-3 1 0 0,-3 2 0 16,6-3 0-16,-6 3 0 0,3-3 0 0,-3 3 0 0,3 0 0 15,-3-5 0-15,3 2 0 0,-3 3 0 0,3-5 43 0,0 2 11 0,0-2 2 0,0 2 1 16,3-2-40-16,-3 0-8 0,3 2-1 0,0-2-8 15,0 0 58-15,0-1 5 0,3 4 1 0,-3-4 0 16,3 4-50-16,-3-1-14 0,2 0 0 0,1 1 8 16,-3 2-8-16,3-3 0 0,0 3 0 0,-3 0 0 15,0 0 0-15,0 0 19 0,0 0-3 0,-6 0-1 16,0 0-15-16,3 5 0 0,0 1 0 0,0-1 0 16,-3 0 0-16,-3 3 0 0,3-2 0 0,-6 4 0 15,3-2 0-15,-6 3-15 0,3 2 3 0,-3 0 1 16,0 0 11-16,-3 3-8 0,3 0 8 15,-2 0-8-15,2 0-8 0,0 0-2 0,0 0 0 0,3-3 0 16,-3 0-22-16,3 0-5 0,3 1-1 0,-3-4 0 16,3 3 37-16,3-2 9 0,-3-3 0 0,3 0 0 15,0 0 0-15,3 2 0 0,3-2 0 0,-6-2 0 16,6-4 0-16,-3 1 0 0,3-1 0 0,0-2 0 16,3 3 0-16,0-3 0 0,0 0 0 0,3-3 0 15,-4 3 0-15,4-2 0 0,3-3 0 0,-3-1 0 16,3 4 0-16,0-6 0 0,3 2 0 0,-3-2 0 15,3 0-51-15,-4-2-5 0,4-1 0 0,0 1-1 16,-3-1-9-16,0 1-2 0,0-1 0 0,-3 0 0 16,-3 3 44-16,0-2 9 0,-1 2 2 0,1-3 0 15,-3 3 13-15,-3 0 15 0,3 1-3 0,0 1-1 0,-3-2 42 16,-3 3 9-16,3 0 2 0,-3 2 0 16,0 3 9-16,0-5 3 0,0 5 0 0,0 0 0 0,0 0-32 15,0 0-5-15,0 0-2 0,0 0 0 0,0 0-17 0,0 0-4 0,0 0-1 0,0 0 0 16,0 0 2-16,0 0 1 0,-6 5 0 15,0 0 0-15,3 1-29 0,0-1-5 0,3 3-2 0,-3 0 0 16,3 0 18-16,0 2 0 0,0-2 0 0,0 3 0 16,3-3 13-16,-3 2 7 0,3-2 0 15,0 0 1-15,3 0-21 0,-3-2 0 0,3 1 0 0,0-1 0 32,-3 2-23-32,3-6-2 0,0 4-1 0,0-1 0 0,0-2 11 0,0-3 3 0,0 2 0 15,0-2 0-15,0 0 24 0,3-2 6 0,-3 2 1 0,0-3 0 16,-1 0-19-16,-2-2-14 0,3 2 2 0,0-2 1 15,-3-3 11-15,3 3 16 0,-3-3-4 0,0 0-1 16,0 0 35-16,0-3 7 0,-3 1 2 0,3-1 0 16,-3 1-37-16,-3-1-7 0,3-2-2 0,-3 2 0 15,0-2 44-15,0 2 9 0,0 1 2 0,0-1 0 16,-3 3-52-16,0-2-12 0,0 2 0 0,-2 0 0 16,2 3 21-16,-3-1 2 0,0 4 0 0,0-1 0 15,0 0-23-15,0 1 9 0,0 2-9 0,0 2 0 16,0 1 0-16,0 2-22 0,0-2 3 0,0 2 1 15,0 3-43-15,3 0-9 0,-2 0-2 0,2 3 0 16,0-1-92-16,3 3-20 0,0-2-3 0</inkml:trace>
  <inkml:trace contextRef="#ctx0" brushRef="#br0" timeOffset="94786.329">16817 11478 1948 0,'3'-5'40'0,"0"0"11"0,-3-1-41 15,3 1-10-15,0 0 0 0,-3 0 0 0,0-1 129 0,0 1 24 0,0 2 5 0,0 3 1 16,-3-8-71-16,3 8-13 0,0-5-3 0,0 5-1 16,0-5-18-16,0 5-3 0,0 0-1 0,0 0 0 15,0 0-21-15,0 0-4 0,0 0 0 0,0 0-1 16,0 0-14-16,0 0-9 0,0 0 12 0,0 0-12 16,0 0 0-16,0 0 0 0,0 5 0 0,0 3 0 15,0 3 0-15,0-1 0 0,3 1 0 0,-3 2 0 16,3 0-9-16,-3 1-3 0,3-1 0 0,-3 0 0 15,3 0-26-15,3 0-6 16,-3-2 0-16,3 2-1 0,-3-2-36 0,3-3-7 16,3-3-2-16,-3 3 0 0,3-3 30 0,-3-2 7 0,3 0 1 0,-3-3 0 15,0 0 33-15,2 0 7 0,-2-3 2 0,3 0 0 16,-3 1 10-16,0-4 9 0,3 1-1 0,-3 2-8 16,-3-5 36-16,3 3 0 0,-3-3 0 0,0 3 0 15,0-3 11-15,0 0 2 0,-3 0 1 0,3 0 0 16,-3 0 0-16,0-2 0 0,3 2 0 0,-3 0 0 15,0 0-6-15,-3 0-2 0,3 0 0 0,0 0 0 16,-3 3-30-16,3-3-12 0,0 5 11 0,-3-2-11 16,3 5 42-16,0 0 2 0,0 0 1 0,0 0 0 15,0 0-32-15,0 0-13 0,0 0 11 0,0 0-11 16,0 8 0-16,0 2 0 0,0 1 0 0,0 2 0 16,0 0 0-16,0 3-8 0,3-2 8 0,-3 1-10 15,3 1-17-15,-3-2-3 0,6 1-1 0,-3-1 0 16,0-4-36-16,0 1-7 0,3-1-2 0,-3-2 0 0,3-2 61 0,0-1 15 0,0-2 0 0,0-1 0 31,2 1-61-31,-2-3-10 0,3-3-1 0,0 3-1 0,0-5 73 0,3 0 0 0,0-3 0 0,-3 0 14 16,3-3-29-16,3 1-5 15,-3-4-2-15,3-2 0 0,-4 1 22 0,1-4 12 0,3 1-2 0,-3-1 0 16,0 3 2-16,-3 0 0 0,0 0 0 0,0-2 0 16,0 5 41-16,0-3 9 0,-3 0 2 0,0 3 0 15,0-3-10-15,0 5-2 0,-3-2 0 0,-1 0 0 16,1 2-9-16,0 1-3 0,-3 2 0 0,6 0 0 15,-6 0-3-15,0 2-1 0,3 4 0 0,-3 2 0 16,0 0-28-16,0 0-8 0,0 0 0 0,0 0 0 16,0 0 0-16,0 5 8 0,0 0-8 0,0 6 8 15,0 0-8-15,-3 2 0 0,3 0 0 0,0 3 0 16,0 0 0-16,-3 2 0 0,0 1 0 0,0 2 0 16,3 0 0-16,-3 3-10 0,1 0 10 0,2 0-10 15,-3-1-10-15,3-1-3 0,-3 1 0 0,3-1 0 16,0-4-8-16,-3 1-1 0,3-4-1 0,0 1 0 15,0 0-7-15,0-3 0 0,0 1-1 0,0-1 0 16,0-2-31-16,-3-4-5 0,0 1-2 0,3-8 0 16,0 0-72-16,0 0-14 0,0 0-3 0,0 0-1 15,0 0-67-15,0 0-12 0,3-8-4 0,6-29 307 32,-6 0 20-32,-6 27 5 0,3-3-64 15,-3-1-16-15,3 1 0 0,-3 0 0 16,0 2 155-16,0-2 28 0,0 2 5 0,-3 1 2 0,6-1-58 15,-3-2-11-15,3 2-2 0,-3 4-1 0,3-4-51 0,0 3-11 0,3 0-1 16,-3 3-1-16,3 0-30 0,0-1-5 0,0 1-2 0,0 2 0 16,3 1-8-16,0-1-1 0,-1 3-8 0,1-3 12 15,0 3-12-15,3 0 9 0,-3-2-9 0,3-1 8 16,0 0-8-16,3 1-11 0,0-1 3 0,0-2 0 16,0 0-185-1,6-3-37-15</inkml:trace>
  <inkml:trace contextRef="#ctx0" brushRef="#br0" timeOffset="95169.561">17844 11576 1606 0,'0'0'33'0,"0"0"9"0,0 0-34 0,0 0-8 15,0 0 0-15,3 3 0 0,3 0 88 0,0-3 16 0,0 2 4 0,0 1 0 16,0-1-25-16,3-2-5 0,-3 0-1 0,3 3 0 15,0-3-10-15,0 0-3 0,3-3 0 0,-1 3 0 16,1 0-13-16,3-2-3 0,-3-1-1 16,0 3 0-16,3-2-22 0,-3-1-4 0,3 0-1 15,0 1 0-15,-1-1-12 0,-2 0-8 0,3 1 8 0,0-1-8 16,-3 0 0-16,0-2 0 0,0 2-10 0,-3 3 10 31,0-2-127-31,-3 2-18 0,3 0-4 0</inkml:trace>
  <inkml:trace contextRef="#ctx0" brushRef="#br0" timeOffset="95371.282">17901 11751 1824 0,'-6'3'38'0,"6"-3"8"0,0 0-37 0,0 0-9 0,0 0 0 0,0 0 0 15,0 0 104-15,0 0 20 0,0 0 3 0,6-3 1 16,0 3-26-16,3-3-5 0,3 1-1 0,-1-1 0 15,4 0-32-15,0 1-8 0,0-4 0 0,3 4-1 16,-3-4-32-16,0 1-7 0,3 0 0 0,-4 0-1 16,4-1 9-16,-3-2 1 0,3 0 1 0,0 0 0 15,-3 0-100-15,3-2-20 0,-3-1-4 0</inkml:trace>
  <inkml:trace contextRef="#ctx0" brushRef="#br0" timeOffset="96745.789">21303 2567 1606 0,'-15'-11'33'15,"9"11"9"-15,0-5-34 0,3 2-8 0,-3 3 0 0,3 0 34 0,-3 0 5 0,0 0 1 0,0 3 0 16,1 2-9-16,-1 3-2 0,3-3 0 0,-6 6 0 16,3 2-29-16,-3 0-13 0,0 6 1 0,-3-1 0 15,3 1 12-15,0 2 0 0,-3 0 0 0,0 3 0 16,0 2 0-16,0-2 0 0,1-3 0 0,-1 9 0 15,0-1 0-15,3 0 0 0,-3 3 0 0,0-1 0 16,3 4 0-16,0-4 0 0,0 4 0 0,0-6 0 31,-3 0-54-31,6-2-8 0,-3-1-2 0</inkml:trace>
  <inkml:trace contextRef="#ctx0" brushRef="#br0" timeOffset="97025.394">21404 2749 1773 0,'-3'-16'50'0,"0"0"11"16,0 3-49-16,0 0-12 0,0 2 0 15,0 1 0-15,-3 2 58 0,0 5 9 0,1-2 1 0,-1 2 1 0,0 3-4 0,0 3-1 16,-3 2 0-16,3-2 0 0,-3 7-51 0,0 1-13 0,0 5 0 0,-3 2 0 15,3-2 0-15,-3 5 0 0,3 3 0 0,-3 0 0 16,0 3 0-16,1 2 0 0,-1-3 0 0,0 9 0 16,3-4 0-16,0 4 0 15,0-4 0-15,-3 4 0 0,3-3 0 16,3-3 0-16,-3 0 0 0,0 5 0 16,0-10-48-16,3 5-13 0,-2-8-3 0</inkml:trace>
  <inkml:trace contextRef="#ctx0" brushRef="#br0" timeOffset="97454.727">20767 3067 1580 0,'-3'-3'67'15,"0"-2"-54"1,3 5 82-16,-6-6 16 0,6 6 3 0,0 0 1 16,0-2-26-16,0 2-5 0,0 0 0 0,0 0-1 15,0 0-38-15,0-5-7 0,0 5-2 0,0 0 0 16,3-3-11-16,-3 3-2 0,0 0-1 0,6 0 0 16,-3 0-22-16,3 8 0 0,0-6 0 0,-3 6 0 15,3 3 0-15,0 0 0 0,0-1 0 0,0 6 0 16,3 0 14-16,0-5-2 0,-3 2 0 0,3 3 0 15,3-3-12-15,-3 0-16 0,2 0 3 0,1 3 1 16,0-5 12-16,3 2 0 0,-3 0 0 0,0-5 0 0,0 0 0 0,0 0 0 16,0-3 0-16,0 3 0 0,-1-8 0 0,1 8 0 0,0-8 0 15,0 3 0-15,3-1 0 0,0-4 0 0,3 2 0 0,-3-3 0 32,3-2 48-32,2 2 13 0,-2-5 3 0,3 0 0 0,0 0-48 0,0 3-16 0,0-3 9 0,-1-8-9 15,1 6 10-15,0-1-10 0,0-5 12 0,0 3-12 16,-3 5 0-16,-1-8 0 0,-2 6-15 0,0-1 5 15,-3 3-48 1,3 0-10-16,-3 3-1 0</inkml:trace>
  <inkml:trace contextRef="#ctx0" brushRef="#br0" timeOffset="99251.558">18582 11306 2032 0,'0'0'42'0,"0"0"10"0,0 0-41 0,0 0-11 0,0 0 0 0,0 0 0 16,0 0 9-16,0 6 0 0,-3-1 0 0,0 6 0 16,0-1 38-16,0 3 7 0,3 3 2 0,-2 0 0 15,-1 3-44-15,0 2-12 0,0 0 0 0,0 0 0 16,0 3 0-16,3-3 0 0,-3 6 0 0,0-6 0 15,0 0 0-15,3-3 0 0,-3 1 0 0,0-1 0 16,3-4 0-16,-3 2 0 0,0-6 0 0,3 1 0 16,-3-1 0-16,3-2 0 0,-3 0 0 0,3-3 0 15,0-5 8-15,0 0-8 0,0 0 10 0,0 0-10 16,0 0 8-16,0 0-8 0,0 0 0 0,0-7 0 16,-3-1 14-16,3 0-3 0,0-6-1 0,0 1 0 15,3-3-10-15,-3-2-14 0,3-3 3 0,0-3 1 16,0 0 46-16,0 0 8 0,3-5 3 0,0 0 0 15,0 0-11-15,0 2-1 0,2-2-1 0,1 3 0 16,-3-3 2-16,3 5 0 0,0-3 0 0,0 1 0 0,0 0-20 16,0 2-4-16,3 3-1 0,0-3 0 0,-3 5-11 0,3 1 0 15,3 2 0-15,-4 3 0 0,1-1 24 0,0 4 2 0,0 2 1 16,0 0 0-16,-3 3-27 0,3 2 0 16,-3 0 0-16,-3 3 0 0,3 0 0 15,0 3 0-15,-3 2 0 0,0 1 0 0,-3 2-24 0,0 2 0 0,-3 1 0 16,0 5 0-16,0-3 8 0,-3 3 2 0,0 2 0 0,0 1 0 15,-3-3-7-15,-3-1-2 0,3 4 0 0,-6-3 0 32,3 0-5-32,0 0 0 0,-3-3-1 0,3 3 0 15,-3-3-27-15,0 3-4 0,3-3-2 0,-2 0 0 0,-1-2 36 0,3 2 7 0,-3-2 2 0,3-1 0 16,0 1-3-16,0 2-1 0,3-5 0 0,-3 3 0 16,3-1 10-16,0-2 3 0,0 0 0 0,3 0 0 15,0 0 8-15,0 0 0 0,3-3 0 0,0 0 0 16,0 1 0-16,0-1-8 0,0-5 8 0,3 5 0 15,0-2 0-15,0 2 0 0,3 1 0 0,0-4 0 16,0 1 0-16,0-1 12 0,0 4 0 0,0-4-1 16,3 1-30-16,0 0-5 0,-3 2-2 0,3-2 0 15,0 2 42-15,0-2 9 0,-3 2 2 0,2-2 0 16,1 2-43-16,0-3-9 16,0 4-2-16,0-1 0 0,-3-2-81 0,3-1-16 0,0 1-3 0,0 2-1 15,-3-2 0-15,0 2 0 0,3-2 0 0,-6 2 0 16,3-2 103-16,-3-1 25 0,-3-2 0 0,3 3 0 15,-3-3 0-15,0 0 0 0,6 5 0 0,-6-5 0 16,0 0 24-16,0 0 11 0,0 0 1 0,0 0 1 16,0 0 43-16,0 0 9 0,0 0 2 0,0 0 0 15,0 0-22-15,0 0-4 0,0 0-1 16,3-5 0-16,3 2 0 0,-4-2 0 0,4-3 0 0,0 0 0 0,3 0 30 0,0 0 6 16,-3-2 0-16,3 2 1 0,0-3-29 0,3 3-7 0,0-2-1 15,-3 2 0-15,3 0-17 0,0 0-4 0,-3 3-1 16,2-1 0-16,-2 1-16 0,0 0-3 0,-3 2-1 0,3 1 0 15,-3 2-22-15,0-3 0 0,0 3 0 0,-6 0 8 16,6 5 14-16,-3-2 3 0,0 2 1 0,0 0 0 16,-3 3-72-16,0 0-14 15,0 0-4-15,-3 0 0 0,0 0 52 0,-3 3 12 0,3-1 0 0,-3 1 0 32,0-1-54-32,3-2-8 0,-3 0-2 0,0 3 0 0,3-3 52 0,-3 0 12 0,0 0 0 0,3-3 0 15,-3 0 0-15,3 1 0 0,3-6 0 0,-2 7-9 16,2-7-1-16,0 0 0 0,0 6 0 0,0-6 0 15,0 0 10-15,2 2-13 0,1 4 5 0,0-4 8 16,0 1-14-16,3 0 5 0,0-3 1 0,-3 0 0 16,3 0 8-16,3 0 0 0,-3 0 0 0,3 2 0 15,-3-2 8-15,0 0 8 0,3 3 0 0,-3 0 1 16,0-3-5-16,3 2 0 0,-3-2-1 0,0 6 0 16,-6-6-11-16,6 2 0 0,-3 1 0 0,-3-3 0 15,3 8 53-15,0-3 9 0,-3 0 2 0,0 3 0 16,0-2-52-16,-6 2-12 0,3-1 0 0,-3 4 0 15,0-3-16-15,0 0-5 0,0 3-2 0,-3-4 0 16,3 1-14-16,-3 3-3 0,0-3-1 0,0 2 0 16,0-2 17-16,3 0 4 0,-3 0 1 0,0 0 0 15,3-2-129-15,0-1-25 0,1 0-6 0</inkml:trace>
  <inkml:trace contextRef="#ctx0" brushRef="#br0" timeOffset="99514.397">19249 11608 2066 0,'0'0'43'0,"0"0"10"0,-6 0-42 0,6 0-11 0,0 0 0 0,-6 0 0 16,6 0 91-16,0 0 16 0,0 0 3 0,0 0 1 16,-6 3-75-16,6-3-16 0,-3 8-2 0,3-3-1 15,-3 0 16-15,3 3 3 0,0-3 1 0,0 3 0 16,0 0-21-16,3-2-5 0,-3 1-1 0,0 1 0 15,3 0 6-15,-3 3 0 0,0-3 1 0,0 2 0 16,0-2-17-16,0 0 0 0,0 3 0 0,-3 0 0 16,3-1 0-16,-3 1-9 0,0-3 1 0,0 2 0 15,0-2 8-15,0 3 11 0,-3-3-3 0,4 0 0 16,-1 0-160-16,-3-3-32 0,0 0-6 16</inkml:trace>
  <inkml:trace contextRef="#ctx0" brushRef="#br0" timeOffset="99706.728">19333 11500 2374 0,'-12'-30'49'0,"6"20"12"0,3-1-49 0,0-2-12 0,0 2 0 0,0 1 0 16,3 2 65-16,-3 0 11 0,0 0 1 0,3 3 1 16,0-1-45-16,0 1-9 0,0 0-1 0,0 2-1 15,0-2-22-15,0 5 0 0,0-5 0 0,0 5 0 31,0 0-40-31,3-3-12 0,-3 3-2 0,3 0-1 16,-3 0-52-16,6 0-10 0,0 5-3 0</inkml:trace>
  <inkml:trace contextRef="#ctx0" brushRef="#br0" timeOffset="100172.653">19383 11552 1292 0,'0'11'54'16,"-3"-3"-43"-16,3 0 64 0,0 0 13 0,0 0 2 0,0 0 1 15,0 0 0-15,0-3 0 0,0 3 0 0,0 0 0 16,0 0-5-16,3 0-1 0,-3 0 0 0,0 0 0 16,0-1-25-16,0 1-6 0,0 0-1 0,0 0 0 15,3 0-33-15,-3-2-6 0,0 1-2 0,3 1 0 16,-3 0-12-16,0-2 0 0,0 2 0 0,0-3 0 16,0 3 39-16,0-3 5 0,0-5 0 0,0 5 1 15,0-5-21-15,0 8-4 0,0-8 0 0,0 6-1 16,0-6-19-16,0 0 0 0,0 0 0 0,0 0 0 15,0 0 0-15,0 0 0 0,0 0 0 0,0 0 0 16,0 0 0-16,0 0 0 0,0 0 0 0,0 0 0 16,3-3 0-16,0-2 0 0,0-1 0 0,0-2 0 15,0 1 0-15,0-1 0 0,0-3 0 0,3 0 0 16,-3 1 55-16,3-1 7 0,0 3 2 0,0-2 0 16,0-1-52-16,0 1-12 0,0 2 0 0,2 0 0 15,1-3 0-15,-3 6 0 0,3-3 0 0,0 3 0 0,-3-1 34 0,3 4 4 16,-3-4 1-16,3 6 0 0,-3 0-31 15,3 0-8-15,-3 3 0 0,0 0 0 0,0 2 24 0,0 0 0 16,-3 3 0-16,3 0 0 0,0 3-24 0,-3-3 0 0,2 2 0 0,-2 1 0 16,0-3 0-16,0 2 0 0,0-2 0 0,0 3 0 15,0-1 0-15,-3-2 0 0,0 3 0 0,0-3 0 32,0 2-47-32,0-2-13 0,0-2-4 0,0 2 0 0,0-8 52 0,0 8 12 0,0-8 0 15,0 5 0-15,0-5-105 0,0 0-19 16,0 0-3-16</inkml:trace>
  <inkml:trace contextRef="#ctx0" brushRef="#br0" timeOffset="100598.502">19958 11671 1482 0,'0'0'31'0,"0"0"6"0,0 0-29 16,6 0-8-16,-3 0 0 0,5 0 0 0,1 0 110 0,0 0 21 0,3 0 4 0,0 0 1 16,0 0-32-16,0 0-7 0,3-2-1 0,0 2 0 15,3-3-36-15,-4 1-8 0,4 2-2 0,-3-3 0 16,3 0 11-16,-3 1 3 0,0 2 0 0,-3-3 0 16,3 0-56-16,-1 1-8 0,1 2 0 0,-3-3-10 15,3 0 10-15,-3 1 0 0,0-1 0 0,0 3 0 16,-3 0 0-16,0-3 9 0,0 3-9 0,-3 0 0 15,0 0-44-15,-6 0-16 16,3 3-4-16,-3-3 0 0,0 0-51 0,0 0-10 16,0 0-3-16</inkml:trace>
  <inkml:trace contextRef="#ctx0" brushRef="#br0" timeOffset="100816.206">20050 11841 1758 0,'0'0'36'0,"0"0"10"16,0 0-37-16,0 0-9 0,0 0 0 0,6-3 0 16,0 3 118-16,3-2 22 0,-3-1 4 0,3 3 0 15,0-3-64-15,2 1-12 0,-2-1-4 0,3 0 0 16,0 1 0-16,-3-4 0 0,3 4 0 0,0-1 0 16,0 0-51-16,-3 1-13 0,3-1 0 0,-3 1 0 0,2-1 34 15,1 0 4-15,0 1 1 0,-3-1 0 0,6 0-39 16,-3 1 0-16,0-1 0 0,3 0 0 15,3 1-80-15,-3-4-16 0,2 4-4 0</inkml:trace>
  <inkml:trace contextRef="#ctx0" brushRef="#br0" timeOffset="103186.51">20862 11425 1451 0,'0'0'61'0,"0"0"-49"15,0 0 100-15,0 0 19 0,3-5 4 0,-3 5 1 16,3-5-41-16,-3 5-8 0,0-3-2 0,0 3 0 16,0 0-18-16,0 0-4 0,3-2-1 0,-3 2 0 15,0 0-25-15,0 0-5 0,0 0 0 0,6 0-1 16,-6 0-11-16,0 0-3 0,3 2 0 16,3 1 0-16,-3-1-5 0,0 1 0 0,0 2-1 0,0 3 0 15,0-2-11 1,0 2 8-16,0 2-8 0,0 1 8 0,0-1-8 0,3 1 0 0,0 2 0 0,0-2 0 15,0 2 0-15,0-2 0 0,0-1 0 0,0 1 0 16,0-1-10-16,3-2-1 0,-3 3 0 16,3-3 0-16,-4-3-26 15,1 0-6-15,3 1-1 0,-3-4 0 0,3 1 36 0,-3-3 8 0,0 0 0 0,3 0 0 16,-3 0 0-16,0-3 0 0,3 1 0 0,-3-1 0 16,-3-2 0-16,3 2 0 0,-3-2 0 0,0-1 0 15,0-1 0-15,0 1 0 0,-3-2 0 0,3 0 0 16,-3 0 49-16,0 0 12 0,-3 1 3 0,3-4 0 15,0 3-52-15,-3 0-12 0,0-2 0 0,3 2 0 16,-3-3 45-16,0 3 7 0,3 0 0 0,-3 3 1 16,0-3-25-16,3 5-4 0,-3-2-2 0,3 5 0 15,0 0-22-15,0-5-13 0,-3 2 1 0,3 3 1 16,0 0 33-16,0 0 6 0,0 0 2 0,0 0 0 16,0 0-48-16,0 0-10 0,0 0-1 0,3 5-1 15,-3 3 48-15,0 3 10 0,3-1 1 0,-6 4 1 16,3-1-30-16,0 0 0 0,0 3 0 0,-3 2 0 15,0-2-18-15,3 0-10 0,-3 3-1 0,0-1-1 0,-3-2 52 16,3 0 10-16,-3-3 3 0,0 0 0 0,-3 1-35 0,3-1 0 16,0 0 0-16,-3-2 0 0,0 2 0 0,1-2 0 0,-1-1 0 15,0 1 0 1,0-3 0-16,0 2 0 0,0-2 0 0,0-2 0 0,0 1 0 16,3-1 0-16,-3-1 0 0,0 0 0 0,3-2-24 0,3 0 0 0,3-3 1 15,0 0 0 1,0 0-97-16,0 0-20 0,0 0-4 0,0 0-1 15,0 0-83-15,3 0-16 0,6 0-3 0</inkml:trace>
  <inkml:trace contextRef="#ctx0" brushRef="#br0" timeOffset="103554.592">21160 11740 1337 0,'0'0'56'0,"0"0"-44"15,0 0 140-15,0 0 28 0,0 0 5 0,0 0 2 16,0 0-43-16,0 0-9 0,0 0-2 0,3 0 0 15,3-2-55-15,-3-1-11 0,3 3-3 0,0-3 0 16,0 3 0-16,0-2 0 0,0-1 0 0,0 0 0 16,3 3-51-16,-3 0-13 0,3 0 0 0,-3-2 0 15,-1 2 0-15,1 0 0 0,0 0 0 0,-3 0 0 16,3 0 0-16,-3 2 0 0,-3-2 0 0,3 6 0 16,0-4 0-16,-3 4 0 0,0-1 0 0,3 3 0 15,-6 0 0-15,0-3 0 0,0 3 0 0,-3 0 0 16,3 0 0-16,-3 3-8 0,0-4 8 0,1 1-13 15,-1 3-35-15,3 0-8 0,-3-1 0 0,3 1-1 16,0-1 45-16,0-2 12 0,0 3 0 0,3-3 0 16,0 0 0-16,3-3 0 0,0 0 0 0,3 1 0 0,0-4 0 0,3 1-12 15,-4-3 12-15,4 0-12 0,0 0 12 0,0-3 8 16,0 1-8-16,3-1 11 0,-3-2-29 0,3-3-6 16,-3 2 0-16,3-2-1 15,0 1-111-15,-3-1-23 0,3-3-4 0</inkml:trace>
  <inkml:trace contextRef="#ctx0" brushRef="#br0" timeOffset="103958.127">20892 11227 1440 0,'0'0'40'0,"0"0"11"15,0 0-41-15,-3 0-10 0,3 0 0 0,0 0 0 0,0 0 77 0,0 0 14 0,0 0 2 0,0 0 1 16,0 0 10-16,0 0 3 0,0 0 0 0,0 0 0 16,3 0-34-16,3 0-6 0,3 0-2 15,0 0 0-15,0 0-4 0,3-3-1 0,0 3 0 16,0-2 0 0,0 2-18-16,0 0-4 0,2 0-1 0,1 0 0 15,3 0-37-15,-3 2-13 0,3-2 0 0,3 0 0 16,-3-2 13-16,2 2 0 0,1-3 0 0,0 3 0 0,3-3 0 0,-3 1 0 0,3-1 0 0,-4 0 0 31,1 3-105-31,3-2-19 0,-3-1-3 0</inkml:trace>
  <inkml:trace contextRef="#ctx0" brushRef="#br0" timeOffset="104913.519">21693 11431 1577 0,'-3'-6'66'0,"3"6"-53"16,-6-2 93-16,3-4 18 0,3 6 4 0,-3-2 1 15,3 2-1-15,0 0 0 0,0-5 0 0,0 5 0 16,0 0-102-16,0 0-26 0,0 0 0 0,0 0 0 16,0 0 56-16,0 0 7 0,0 0 1 0,0 0 0 15,0 0-52-15,0 0-12 0,0 5 0 0,0 0 0 16,3 3 0-16,-3 0 0 0,3 0 0 0,0 0 0 16,0 0 0-16,3 2 0 0,0 1 0 0,0 2 0 15,0-5 0-15,3 3 0 0,0-1 0 0,0-2 0 16,0 0-52-16,2-3-12 0,-2 3-4 0,0-2 0 15,3-4 22-15,-3 1 4 0,0-3 1 0,0 0 0 16,0 0 13-16,0-3 4 0,0 3 0 16,0-5 0-16,0 2 13 0,0-2 11 0,-1 0-13 0,-2 0 5 0,0-1 8 15,0 1 0-15,-3-3 0 0,0 3 0 16,0-3 12-16,-3 0 0 0,0 3 1 0,-3-3 0 16,3 0 39-16,-3 2 8 0,0-2 2 0,-3 1 0 0,3 1-28 0,0-2-6 15,0 0 0-15,-2 3-1 0,2-3 8 0,0 3 1 0,0 2 1 0,0-2 0 16,0 2 1-16,3 3 0 0,-3-5 0 15,3 5 0-15,0 0-10 0,0 0-1 0,0 0-1 0,0 0 0 16,0 0-26-16,0 0 0 0,0 0 0 0,0 0 0 16,6 5 0-16,-3 1 0 0,3 1 0 0,-3 1 0 15,2 3 0-15,1 2 0 0,0 0 0 0,0 3 0 16,0 0 0-16,-3 5 0 0,3-2 0 0,-3 2 0 16,0 0 0-16,0 0 0 0,0-2 0 0,-3-1 0 15,0 1 0-15,0-3 0 0,-3 0 0 0,0 0 0 16,0-3 0-16,-3 0 0 0,0 0 0 0,-3 1 0 15,0-4 0-15,0 3 0 0,1-2 0 0,-4 0 0 16,0-1 0-16,0 1-9 0,0-3 0 0,0 0 0 16,-3-1 9-16,3 1 0 0,-3-5 0 0,3 2 0 15,-2-2 0-15,2 0 0 0,0-3 0 0,0 2 8 16,3-2-8-16,0-2 0 0,0 2-11 0,0 0 11 16,3-3-112-16,6 3-16 0,-3-5-3 0,3-3-1 15,0 2-64-15,3-1-12 0,3-1-4 0</inkml:trace>
  <inkml:trace contextRef="#ctx0" brushRef="#br0" timeOffset="105185.406">22050 11677 1792 0,'0'0'51'0,"0"0"10"0,0 0-49 0,0 0-12 0,0 0 0 0,0 0 0 16,0 0 98-16,0 0 17 0,0 0 3 0,0 0 1 15,0 0-37-15,-3 5-7 0,3-5-2 0,-3 5 0 16,3-5-7-16,-3 6-2 0,3-6 0 0,0 8 0 15,0-3-51-15,0 0-13 0,0 0 0 0,3 3 0 16,-3-2 54-16,0 2 8 0,0 0 2 0,3 2 0 16,-3 1-52-16,0-3-12 0,0 2 0 0,0 1 0 15,0 2 0-15,0-2 0 0,0 2 0 0,-3 3 0 32,3-3 0-32,-3 3 0 0,3 0 0 0,-3 0 0 0,0-3 0 0,3 3 0 0,0-3 0 15,-3 0 0 1,3-2-164-16,-3-1-36 0,3 1-8 0</inkml:trace>
</inkml:ink>
</file>

<file path=ppt/ink/ink10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04-07T21:47:59.267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11638 5559 877 0,'0'0'18'0,"0"0"5"0,3-5-23 0,0 0 0 0,0-1 0 0,-3 4 0 16,3-4 71-16,-3 6 9 0,0 0 3 0,3-5 0 31,-3 5 0-31,0-3 0 0,0 3 0 0,0 0 0 0,0-5-17 0,0 5-3 0,0 0-1 0,0 0 0 31,0 0-25-31,0 0-5 0,0 0 0 0,0 0-1 0,-6 5-22 0,0 1-9 0,3-1 8 0,-3 3-8 16,3 0 0-16,-3 0 0 0,3 0 0 0,0 0 0 15,3 0 0 1,-3 0 0-16,3-3 0 0,3 3 0 0,-3-3 0 0,3 0-11 0,0 1 11 0,3-4-12 16,0-2 12-16,0 3-8 0,3-3 8 0,0 0-8 15,-3-3 8-15,3 1 0 0,-3-4 0 0,3 4 0 16,-3-3 17-16,-1-1-1 0,-2-2 0 0,0 3 0 16,0 0 29-16,-3-1 6 0,0 1 1 0,0-3 0 0,-3 0-3 0,0 3 0 0,0 0 0 0,-2-1 0 31,-1 1-22-31,-3 2-5 0,3-2-1 15,-3 2 0-15,3 3-13 0,0-2-8 0,-3 2 10 0,3 2-10 0,-3-2 0 0,3 3 0 0,0 2 0 0,0-2 0 16,6-3 0-16,-3 5 0 0,3-5 0 0,0 0 0 16,0 0-11-16,0 6 11 0,0-6-10 0,3 8 10 31,0-6-10-31,3 4 10 0,0-6-10 0,0 2 10 16,3-2 0-16,0 0 0 0,0 0-8 0,0-2 8 0,-3 2 0 0,3-3 0 0,-3 0 0 0,0 1 0 31,-1-4 0-31,1 4 0 0,-3-1 0 0,0 0 0 0,-3 3 19 0,0-5-3 0,3 2-1 0,-3 3 0 31,-3-5 6-31,3 2 2 0,0 3 0 0,-3-5 0 0,3 5-9 0,-6-2-2 0,6 2 0 0,-5-3 0 16,-1 3-12-16,0 0 8 0,0 3-8 15,0-3 0-15,0 2 0 0,0 3 0 0,0 1 0 0,3-1 0 16,-3 0 0-16,6-5 0 0,-3 6 0 0,3-6 0 16,0 5 0-16,0 0-10 0,0-5 10 0,3 8-12 15,0-5 4-15,3 2 0 0,-3-2 0 16,3-1 0-16,0-2 8 0,0 0 0 0,0 0 0 0,0 0-8 15,0 0 8-15,2-2 0 0,-2-1 0 0,-3 3 0 16,3-8 0-16,-3 6 0 16,0-4 0-16,0 4 0 0,-3-4 15 0,3 1-2 0,-3 0 0 0,0-1 0 0,0 4 9 15,0-4 2-15,-3 4 0 0,0-3 0 16,3 5-6-16,-9-6-1 0,9 6 0 0,0 0 0 0,-6-2-17 0,0 2 8 16,-2 0-8-16,2 2 0 0,0 1 0 0,-3 2 0 0,3 0 0 0,0-2 0 31,0 5 0-31,0-3 0 0,3 1 0 0,0 2 0 0,0-3 0 0,3 0-11 0,-3 3 11 0,3-3-13 15,3 1 2 1,0-1 1-16,0 0 0 0,3-2 0 16,-3 0 10-16,3-1 0 0,0-2-9 0,3 3 9 0,-3-3 0 0,0-3 0 0,3 3 0 0,-4-2 0 31,4-4 0-31,-3 1 0 0,0 2 0 0,0-5 0 0,0 3 12 16,-3 0 0-16,3 0 0 0,-3-1 0 0,-3 1 6 0,3 0 2 0,-3-1 0 0,0 1 0 15,0 0-2-15,-3-1 0 0,3 1 0 0,-3 3 0 16,0-4-9-16,-3 4-1 0,3-1-8 0,-3 0 12 15,3 3-12-15,-3 0 0 0,0 0 0 16,-3 0 0-16,4 6 0 0,-4-4 0 0,3 4 0 0,0-1 0 16,0 0 0-16,0 3-8 0,0-3 8 0,3 3-13 15,0 0-2 1,3-2 0-16,-3 4 0 0,3-7 0 0,3 2 5 0,-3 0 1 0,3-2 0 0,3 0 0 16,-3-1 9-16,3 1 0 0,0-3 0 0,0 3-8 15,0-3 8-15,0 0 0 0,2-3 0 0,-2 0 0 16,0 1 9-16,0-4-9 0,0 1 12 0,-3 0-12 15,3 2 20-15,-3-5-4 0,0 6 0 0,0-4 0 16,0 1 0-16,-3 0-1 0,3-1 0 0,-3 1 0 0,0 0-7 0,-3-1 0 16,3 1-8-16,-3 3 12 15,0-4-12-15,0-2 0 0,0 6 0 0,0-4 0 0,0 4 0 16,3 2 0-16,-3-3 0 0,3 3 0 0,0 0-27 0,0 0 2 0,0 0 0 16,0 0 0-1,0 0-35 1,0 0-8-16,0 0 0 0</inkml:trace>
</inkml:ink>
</file>

<file path=ppt/ink/ink11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8T21:43:00.208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23268 4932 1102 0,'-9'-8'46'16,"0"-2"-37"0,0 2 79-16,0-3 15 0,-3 3 3 0,3 0 1 15,0 3-28-15,-3-6-6 0,3 6-1 0,-3-3 0 16,3 0-25-16,-2 3-6 0,2-3-1 0,-6 3 0 16,3-3-4-16,0 2-2 0,0-2 0 0,0 6 0 15,0-9-6-15,0 3 0 0,0 3-1 0,-3 0 0 16,4-3 3-16,-4 0 1 0,0 0 0 0,0 3 0 0,0-1-10 0,0 4-1 0,0-4-1 0,0 1 0 15,-2 2-7 1,2 1-2-16,-3-1 0 0,0 1 0 0,3-1-2 0,-6 0-8 16,3 3 12-16,0-2-4 0,1-1-8 0,-1 0 10 0,0 3-10 15,0-2 10 1,0 2-10-16,3-6 0 0,0 4 0 0,-2-1 8 16,2 0-8-16,0 1 0 0,0-1 0 0,-3-2 0 0,3 2 8 0,0-2-8 15,-3 2 0-15,1 1 8 0,-1 2-8 0,0-6 0 0,-3 4 0 0,0 2 8 16,0-3-8-16,-2 3 0 0,2 0 0 0,0 0 0 15,3 3 0-15,-3-3 0 0,3 2 0 0,-3 4 0 16,4-6 0-16,2 2 0 0,0 1 0 0,0 2 0 16,-3 0 0-16,3 1 0 0,-3-1 0 0,1 0 0 15,2 3 0-15,-3 0 0 0,0 0 0 0,0 0 0 16,-3 3 0-16,3-6 0 0,0 3 0 0,1 0 0 16,-1 0 12-16,0 0 11 0,3 0 1 0,-3 2 1 15,3 1-25-15,0-3 0 0,-2 0 0 0,5 2 0 16,-3 1 0-16,3-6 0 0,0 3 0 0,0 0 0 15,0 3-17-15,3-3-9 0,-3 0-2 0,0-1 0 16,3 1 28-16,-2 3 0 0,-1-3 0 0,0 0 0 16,0 5 0-16,3-8 0 0,-3 6 0 0,0 0 0 15,3 2 0-15,-3 0 0 0,-3 0 0 0,3 0 0 16,1 1 0-16,2 4-8 0,-3-5 8 0,3 3 0 16,-3-2-32-16,3 1-2 0,3-1 0 0,-3 2 0 15,0-1 34-15,3-4 0 0,0 5 0 0,3-3 0 0,-3-2 18 16,3 2 10-16,0 0 3 0,0-2 0 15,0-1-50-15,3 1-9 0,-3 2-3 0,3-2 0 16,0 2 50-16,0 0 9 0,3 3 3 0,-3 0 0 16,3 0-50-16,0 2-9 0,0 3-3 0,3-2 0 0,0 2 31 15,0 0 0-15,0-2 0 0,3 2 0 16,-3-2 0-16,3-4 0 0,-3 4 0 0,3-3 0 0,0 0 0 0,0 0 0 0,0-3 0 16,0-3 0-16,2 4 0 0,-2-1 0 0,3-3 0 0,0 4 0 15,3-1 0-15,-3 0 18 0,3 0-2 0,3 1-1 16,-3-1-15-16,-1 0 0 0,1 0 0 0,0 1 0 15,0-1-16-15,3 0 3 0,0 0 1 0,0 3 0 16,3-3 12-16,-1 1 0 0,1-1 0 0,3 3 0 16,0-3 0-16,0 0 13 0,-1 0-2 0,4 1-1 15,-6-1-10-15,3 0 0 0,0-2 0 0,-3 2 0 16,-1 0-9-16,-2-2 9 0,3 2 0 16,-3-3 0-16,3-2-9 0,0 0 9 0,-1 0 0 0,4 0-9 15,0 0 9-15,0-3 0 0,0 3-9 0,0 0 9 16,-1-2-10-16,1 2 10 0,-3-1-13 0,3-1 5 15,0-1 8-15,-4 0 0 0,1 1 0 0,3-4 0 16,-6 1 0-16,3 0 0 0,0-3 0 0,-1 0-8 16,1 2 8-16,-3-2 14 0,6 0-3 0,-3 0-1 15,0 0-10-15,-1 0-17 0,4 0 4 0,0 3 1 16,-3 0 12-16,0-1 0 0,0 1 0 0,-4-1 0 16,4 1 0-16,0 0 0 0,-3-3 0 0,0 0 0 15,0 2 0-15,0-2 0 0,2 0 0 0,-2 0 0 16,0 0 9-16,0 0 2 0,0 0 0 0,0 0 0 0,3-2-11 0,-4 2 0 15,-2 0 0-15,3-3 0 0,0 0 0 0,-3 3 0 16,3 0 0-16,0-2 0 0,-3-1 0 0,-1 3 0 0,1-2 0 16,0 2 0-16,0-3 0 0,3 0-14 0,-3 1 3 0,0-4 1 31,-3 4 10-31,2-6 0 0,-2 2 10 0,0-2-10 0,3 1 17 0,-3-1-2 0,3 0-1 0,-3 0 0 16,0-3 0-16,3 3 0 0,-3-2 0 0,2-1 0 15,-2-2-30-15,3-3-5 0,-3 3-2 0,0-6 0 16,0 3 23-16,0-2 0 0,0-3 0 0,0 2 0 15,0-2 47-15,-4 0 13 0,4 0 4 0,-3-1 0 16,0 4-52-16,-3-3-12 0,3 2 0 0,-3 3 0 16,0-2 0-16,-3 2 0 0,3 0 0 0,-3 0 0 15,0-2 0-15,0-1 0 0,0 1 0 0,0-4 0 16,-3 4 0-16,0-3 0 0,0 0 0 0,0-1 0 16,0 1 54-16,0-3 8 0,0 1 2 0,-3 1 0 15,0-1-52-15,3 1-12 0,-3 1 0 0,0 0 0 16,0 5 0-16,0-2 0 0,-3 2 0 0,3 3 0 15,-3-6 0-15,0 6 0 0,0-3 0 0,0 3 0 16,0-3 0-16,-3 3 0 0,3-1 0 0,-3-4 0 16,-2 2 0-16,2 0 0 0,0 0 0 0,-3-2 0 15,0 2 0-15,0-3 0 0,-3 1 0 0,3-1 0 16,-3 3 0-16,0 1 0 0,4-1 0 0,-4 5 0 16,0-7 0-16,0 7 0 0,0 3 0 0,0-5 0 15,0 2 0-15,-3 1 0 0,4 2 0 0,-4-3 0 0,0 3 0 0,0 3 0 16,0-8 0-16,-3 2 0 0,3 3 0 0,-2 3 0 0,-4-8 0 0,0 5 0 15,3 0 0-15,-3 0 0 0,3 0 0 16,-2 3 0-16,-1-1 0 16,3-2-15-16,0 6 3 0,-3-6 1 15,3 3-33-15,1-1-6 0,-4 1-2 0</inkml:trace>
  <inkml:trace contextRef="#ctx0" brushRef="#br0" timeOffset="2391.078">6087 2461 1299 0,'-6'0'27'0,"6"0"6"16,-3 2-33-16,3-2 0 0,0 0 0 0,0 0 0 16,0 0 66-16,0 0 6 0,0 0 2 0,0 0 0 0,0 0 22 0,9 0 4 0,0 0 0 0,2-2 1 31,4 2-25-31,3-8-6 0,3 3-1 0,3 2 0 16,3-2-20-16,5-3-4 0,1 2-1 0,3-2 0 15,3 1-9-15,-1-1-3 0,4-6 0 0,0 4 0 0,2 2-12 0,1-5-2 0,2 5-1 0,1-8 0 16,-6 5-9-16,-1 1-8 0,-2-4 12 15,0 1-12-15,-3 3 8 0,-4-4-8 0,-2 1 0 0,3 3 0 16,-6 2 0-16,-4-6-17 0,1 1 1 0,0 3 1 16,-6-1 15-16,-6 0 0 0,0 3 0 0,-3 3 0 31,-3-3-27-31,-3 3-2 0,0 2-1 0,-3-2 0 0,0 2-108 16,-3-2-22-16,-3 2-4 0</inkml:trace>
  <inkml:trace contextRef="#ctx0" brushRef="#br0" timeOffset="2973.486">6357 2183 1117 0,'0'0'47'16,"0"0"-38"-16,0 0 43 0,0 0 9 0,0 0 2 0,0 0 0 16,0 0 9-16,0 0 1 0,0 0 1 0,0 0 0 15,0 0-43-15,0 0-9 0,0 0-2 16,-5 5 0-16,2 1 0 0,0 1 0 0,-3-4 0 0,0 5 0 16,0 3-5-16,0-3-2 0,0 0 0 0,-3 2 0 15,0 1-13-15,0-1 0 0,-3 3 0 0,3-5-10 16,-3 6 19-16,0-4 4 0,0 3 1 0,1 1 0 15,-1-4-22-15,0 4-5 0,-3-1-1 0,3-3 0 16,3 4 24-16,0-1 5 0,0-5 1 0,3 5 0 16,0-2-26-16,0-4-5 0,3 1-1 0,0 3 0 15,3-3 16-15,-3 0 16 0,3 2-3 0,3 1-1 16,-3-8-12-16,3 5 9 0,3 0-9 0,-3-3 8 16,3 3 11-16,0-3 1 0,0 3 1 0,3 0 0 15,-3-5-9-15,3-1-3 0,3 6 0 0,0-5 0 16,-3 2-9-16,3-5 8 0,-1 3-8 0,4 2 8 15,-3-5-8-15,0 3 0 0,3 2 0 0,-3-5 0 16,3 0 0-16,-3 0 0 0,0 0 0 0,0 0-11 16,-1 0-130-16,1 0-27 0,0 0-4 0</inkml:trace>
  <inkml:trace contextRef="#ctx0" brushRef="#br0" timeOffset="26138.39">23330 9470 1269 0,'0'0'36'0,"-6"0"8"0,0-3-36 0,0 3-8 0,0-2 0 0,3 2 0 16,-3-3 57-16,0 3 10 0,3-3 1 0,-3 1 1 15,1-1-5-15,2 1-2 0,-3-4 0 0,0 4 0 16,0-4-14-16,-3 1-4 0,0 0 0 0,0-1 0 16,-3 1-3-16,3 0-1 0,-3 0 0 0,0 2 0 15,-3-2-12-15,0 2-4 0,1-2 0 0,-7 2 0 16,3 3-2-16,0-3-1 0,0 3 0 0,-3-2 0 16,-2 2-12-16,-1 0-9 0,0-3 12 0,-3 3-12 15,0 0 10-15,-2 0-10 0,-1 3 8 0,-3-1-8 16,0 1 0-16,4 2 8 0,-4 3-8 0,-3 0 0 15,3 3 0-15,1-3 0 0,-4 2 0 0,0 1 0 16,0 2-8-16,-2 3 8 0,-1-3 0 0,-3 3 0 16,7 3-16-16,-1-1 2 0,0 1 0 0,0-1 0 15,1 3 14-15,2-2-12 0,-6-1 12 0,4 4-12 16,-1-4 12-16,3 3 0 0,0-2 0 0,4 2 0 16,-1 0 0-16,3 0 0 0,0 3 0 0,1 0 0 15,5 2 0-15,0-2-9 0,0 3 9 0,0-1-8 0,3 1 8 16,0-4 0-16,1 4 0 0,2-3 0 0,0 2 0 15,6-2-8-15,0 0 8 0,0 5 0 0,3-3 0 0,0 1-10 0,3 4 10 16,0 1 0-16,3-3 0 0,3 3 0 0,0-3 0 0,3 3 0 16,0 0 0-16,3-6 0 0,0 3-8 15,3 0 8-15,0-2 0 0,0-3 0 0,5-1 0 0,-2 4 0 16,3-3-8-16,0 0 8 0,0-1 0 0,3 4 0 16,3-3-30-16,-1-1 1 15,4 4 0-15,0-3 0 0,6-3 44 0,-4 0 9 0,4-2 1 0,0-1 1 16,0 1-18-16,-1-3-8 0,1-3 8 15,3 0-8-15,0 0-19 0,-1-5-9 0,4 3-1 16,0-3-1-16,-1 0 40 0,1-3 8 0,0 0 2 0,3 0 0 16,-4 1-32-16,1-4-7 0,-3 1-1 0,2 0 0 15,1-3 20-15,0 2 0 0,-1-2 0 0,4 0 0 16,-6 0 11-16,0-2 5 0,-1-1 2 0,1 0 0 16,-3-2-29-16,-1 2-5 0,-2-4-2 0,-3-1 0 15,3-3 18-15,-3 3 0 0,-1-5 0 0,-2 0 0 16,0-1 23-16,-3-1 8 0,0-4 1 0,-4 0 1 15,1-2 3-15,0-3 0 0,0 1 0 0,0-4 0 16,-3 1 10-16,0-1 2 0,-3 1 1 0,2-3 0 16,-2 0 3-16,0 0 1 0,0-3 0 0,0 3 0 15,-3-3-18-15,0 0-4 0,3 0-1 0,-3-2 0 16,0 0 20-16,0-1 4 0,0-2 1 0,0 5 0 0,-4-2-44 16,1 5-11-16,0 0 0 0,0 0 0 0,-3-3 0 15,-3 3 0-15,3-3 0 0,-3-5 0 0,0 5 0 0,-3 1 0 0,0-4 0 0,-6 3 0 16,3 9 0-16,-2-1 0 0,-1 3-10 0,-3-1 10 15,0 4 0-15,0-1 0 0,-3-2 0 0,0 3 10 16,-3-1-10-16,3 3 0 0,-2-2 0 0,-4 2 0 16,0 0 0-16,-3 0 0 0,-3 0 0 0,0-2 0 31,-2 5-49-31,-4-1-12 0,0 1-3 0,-3 2 0 16,1 1-51-16,-4 5-10 0,3-3-3 0</inkml:trace>
  <inkml:trace contextRef="#ctx0" brushRef="#br0" timeOffset="27067.432">3961 8994 1538 0,'0'0'32'0,"0"0"8"0,0 0-32 0,0 0-8 0,0 0 0 0,0 0 0 15,0 0 68-15,0 0 12 0,0 0 2 0,0 0 1 16,0 0-14-16,0 0-2 0,0 0-1 0,0 8 0 16,0 2-23-16,-3-2-5 0,3 5-1 0,0 1 0 15,0 2 1-15,0 5 0 0,3 3 0 0,-3-1 0 16,0 1 4-16,0 3 1 0,0-1 0 0</inkml:trace>
  <inkml:trace contextRef="#ctx0" brushRef="#br0" timeOffset="27178.823">4839 9473 2426 0,'-12'21'216'16,"7"0"-173"-1,2-5-43-15,6 2 0 0,0-2 0 0,-1-2 0 16,1-4 11-16,-6 3 0 0,1-5 0 0,-1 0 0 16,3 0-11-16,-3 0 0 0,3-3 0 0,-3 1-11 15,3-1-34-15,0-5-7 0,0 0-2 0,0 0 0 16,0 0-145-16,0 0-29 0,0 0-5 0</inkml:trace>
  <inkml:trace contextRef="#ctx0" brushRef="#br0" timeOffset="28342.177">4798 9330 1796 0,'3'-3'37'0,"0"0"10"0,-3 3-38 0,0 0-9 0,0 0 0 0,0 0 0 16,0 0 65-16,0 0 11 0,0 0 3 0,0 0 0 16,0 0-39-16,0 0-8 0,0 0-2 0,0 0 0 15,0 0-18-15,0 8-4 0,3-2-8 0,-3-1 12 16,0 3 0-16,-3 3-1 0,0-4 0 0,0 7 0 16,3-1 1-16,0 3 1 0,3 0 0 0,0 5 0 15,-3 0-13-15,0 3 0 0,0 0-9 0,-3 2 9 16,6-2 0-16,-3 2 16 0,3 1-1 0,-3-1-1 15,0-2-14-15,-3-3 0 0,0 3 0 0,0-3 0 16,0 0 10-16,3 1-1 0,-3-1 0 0,6 18 0 0,3-9-9 16,-6-17 0-16,-3-3 0 0,178 19 0 0,168-10 0 0,-260-11 0 15,-68 3 0-15,6 10 0 16,6-8 0-16,-4-8 0 16,16 1 0-16,29 4 0 0,-35-2 0 0,-30-3 0 0,-6-2 0 0,3 5 0 15,-3-5 0-15,3-1 0 0,-3 1 0 0,3-3 0 16,0 0 0-16,0 0 0 0,0 0 0 0,-3-5 0 15,-3 2 0-15,0-2 0 0,-3 2 0 0,4-10 0 16,5 0 0-16,5 5 0 0,1-3 0 0</inkml:trace>
  <inkml:trace contextRef="#ctx0" brushRef="#br0" timeOffset="29010.172">4801 9150 1179 0,'-12'8'33'0,"3"2"8"16,6-2-33-16,0 3-8 0,6-1 0 0,0 4 0 16,-3-4 52-16,0 6 8 0,0-3 1 0,0 3 1 15,0 3-30-15,3-1-5 0,0 1-2 0,0-1 0 16,-3 4 3-16,0-1 0 0,0 0 0 0,-3 3 0 15,3-3-2-15,3 3 0 0,0 2 0 0,-3-2 0 0,3 0-13 16,-3-3-2-16,3 0-1 0,0-2 0 0,-3-1 0 16,0-2 0-16,0 0 0 0,0-3 0 0,0-2-2 0,0-1-8 15,0-2 12-15,3 0-4 16,0-3 29-16,0-2 6 0,0 2 1 0,0-5 0 0,-3 0-44 16,0 0-19-16,0 0 2 0,-3-5 0 0,3-3 17 15,-3-2 14-15,3 2-2 0,0-6-1 0,-3 1-2 0,-3-5 0 0,3-4 0 0,0 1 0 16,0-5-9-16,3 2 8 0,0-5-8 15,3 2 8-15,-3 1 1 0,3 0 0 0,0-4 0 0,-3 7 0 16,3-1 14-16,-3-3 2 0,3 4 1 0,-3 1 0 16,0-1 7-16,3 1 2 0,-3 1 0 0,-3 3 0 15,0-1-26-15,0 3-9 0,-3 0 0 0,3 6 9 16,3-1 29-16,3 3 6 0,3 0 0 0,-3 6 1 16,-3 2-21-16,0 0-4 0,0 0 0 0,0 0-1 15,0 5-10-15,-3 0-1 0,3 3-8 0,0 3 12 16,-3 2 2-16,3 0 0 0,0 3 0 0,0 0 0 15,0 0-5-15,-3 0-1 0,3 0 0 0,-3 0 0 16,0-1-8-16,-3 1 0 0,3-2 0 0,-3-1 8 16,6 0-8-16,0 0 0 0,6 0 0 0,-6-2 0 15,3 0-102-15,0-1-16 16,0 1-3-16</inkml:trace>
</inkml:ink>
</file>

<file path=ppt/ink/ink12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04-07T21:49:42.718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7605 6036 1310 0,'0'0'37'0,"0"0"8"16,0 0-36-16,0 0-9 0,0 0 0 0,0 0 0 15,0 0 52-15,0 0 8 0,0 0 1 0,-3 7 1 16,3 1-10-16,-3-2-1 0,0 2-1 0,3 2 0 31,-3 1-27-31,0-1-6 0,3 4-1 0,-3-1 0 0,3 5-16 0,0 1 8 0,-3 2-8 0,3 0 0 16,0 6 0-16,0-4 0 0,0 1 0 0,0 3 0 16,0-6 0-16,0 3 0 0,0-3 0 0,0-3 0 15,0 1 0-15,0-3-14 0,0 0 4 0,0 2 1 16,-3-5-37-16,3 1-7 0,0-1-2 0</inkml:trace>
  <inkml:trace contextRef="#ctx0" brushRef="#br0" timeOffset="355.625">7605 6059 1552 0,'0'0'44'0,"0"0"10"0,0 0-43 0,0 0-11 0,0 0 0 0,0 0 0 15,0 0 53-15,0 0 9 0,0 0 2 0,0 0 0 16,0 0 0-16,0 0 0 0,0 0 0 0,0 0 0 15,0 0-52-15,-6 6-12 0,3-1 0 0,-3 0 0 16,0 3 33-16,0-3 4 0,-3 3 1 0,0 0 0 16,3 0-26-16,-3 3-12 0,0-1 10 0,0 4-10 15,0-1-28-15,0 0-12 16,0 0-3-16,1 3 0 0,-1-3 35 0,0 3 8 0,3 3 0 0,-3-3 0 16,3-3-53-16,0 0-9 0,3 0-2 15</inkml:trace>
  <inkml:trace contextRef="#ctx0" brushRef="#br0" timeOffset="615.906">7408 6507 1314 0,'0'0'37'0,"0"0"8"0,0 0-36 0,0 0-9 0,0 0 0 16,0 0 0 0,0 0 36-16,3 0 6 0,3 0 1 0,0 0 0 0,0 0 10 15,3 0 3-15,0-3 0 0,0 3 0 0,6 0-4 0,-3-3-1 0,3 3 0 0,-1 0 0 16,1-2-21-16,0 2-4 0,3-3-1 0,0 3 0 16,-3 0-6-16,0 0-2 0,0-3 0 0,-4 1 0 15,4-1-65-15,0 3-12 0,0-5-4 0</inkml:trace>
  <inkml:trace contextRef="#ctx0" brushRef="#br0" timeOffset="5348.096">8325 3641 1792 0,'0'0'51'0,"0"0"10"0,0 0-49 0,-9 0-12 0,3-5 0 0,0 5 0 16,-3 0 115-16,3 0 20 0,0 5 4 0,-3-5 1 31,0 3-74-31,1 2-14 0,-1-3-4 0,0 6 0 0,-3 3-21 16,0-3-5-16,0 3-1 0,0 7 0 0,0-2-21 0,0 0 0 0,0 2 0 16,0 6 0-1,4-5 0-15,-1-1 0 0,0 1-12 0,3-1 4 0,0-2-12 0,0-3-1 0,0 1-1 0,3-7 0 16,0 4 6-16,0-6 0 0,0 3 1 0,3-8 0 31,0 0 15-31,0 0 0 0,0 0 0 0,0 0 0 0,3-8 0 0,0 3-9 0,3-6 9 0,0 1 0 16,0-6 0-16,3 0-8 0,3-5 8 0,-1 0 0 31,1 0 0-31,3 2 0 0,0-5 0 0,3 3 0 16,0 3 0-16,0-1 19 0,-3 6-3 0,0-3-1 0,-4 0 11 0,1 6 2 0,-3-4 1 0,0 6 0 31,-3 0 2-31,0 6 0 0,-6 2 0 0,0 0 0 0,0 0 5 0,0 0 2 0,0 0 0 0,0 0 0 15,0 0-21-15,0 5-4 0,-3 3-1 0,3 3 0 16,3 2-12-16,-3-3 0 0,3 4 8 0,0-1-8 16,0 0 0-16,3 6 0 0,0-3 0 0,0 5 0 15,0-5 0-15,3 5 0 0,-3-3 0 0,3 1 0 16,0-1-22-16,-1-2-7 0,1-5-2 0,3 2 0 16,0-2-88-16,0-1-17 0,0-2-4 0</inkml:trace>
</inkml:ink>
</file>

<file path=ppt/ink/ink13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8T21:47:07.227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12799 13492 1200 0,'-9'-5'51'16,"0"-3"-41"0,0 2 54-16,3-2 10 0,-6 3 2 0,3 0 1 15,0 0-21-15,-3-1-5 0,4-2-1 0,-4 3 0 16,-3 2-6-16,3-2 0 0,0 3-1 0,0-4 0 16,0 4-10-16,-3-4-1 0,3 4-1 0,-3-4 0 15,4 4-3-15,-1-1-1 0,0-2 0 0,0 2 0 16,0-2-27-16,0 2 0 0,0 1 0 0,0-1 0 15,-3 0 30-15,0 1 1 0,1-1 0 0,-4 0 0 16,0 3-14-16,3-2-2 0,-3 2-1 0,3-3 0 16,-3 3-14-16,0 3 9 0,1-3-9 0,-1 2 8 0,0-2-8 15,3 0 0-15,0 0 0 0,-3 0 0 16,3 3 0-16,0-3 0 0,1 3 0 0,-1-1 0 0,0 1 10 0,0 0-10 16,3-1 12-16,-3 3-12 0,0-2 13 15,0 2-4-15,3 1-1 0,-2 2 0 0,-4 0-8 0,0-3-9 16,0 3 9-16,-3 0-13 0,3 0 13 0,-3 0 0 0,4 2 0 15,-4-2 0-15,0 5 0 0,3 1 8 0,0-4 0 0,0 6-8 16,1 0 0-16,2 2 0 0,-3-2-10 0,3 5 10 16,3-5 0-16,0 3 0 0,3-1 0 0,-3 1 0 15,3-3 0-15,0 0 0 0,3 0-11 0,-2 2 11 16,-1-2 0-16,3 2-8 0,-3 1 8 0,3-3 0 16,0 0 0-16,-3 2-8 0,3-2 8 0,0 0 0 15,3 5 0-15,0-2-8 0,0 2 8 0,3 0 0 16,-3 0 0-16,3 0 0 0,3 1 0 15,-3-4 0-15,3 1-8 0,0-1 8 0,0 1-8 0,0-1 8 16,3 1 0-16,-3-3-8 0,3-1 8 0,0 1 0 16,0 3 12-16,0-3 7 0,0 2 1 0,3 1 1 15,-3-3-33-15,2 0-8 0,-2 5 0 0,0-5-1 16,3 2 13-16,0 1 8 0,0-1-10 0,0 1 10 16,3-1 15-16,0-2 9 0,0 3 1 0,3-4 1 15,0 1-26-15,-1-2 0 0,4-1 0 0,0 0 0 16,0 0-17-16,3-2-9 0,0-3-2 0,0 2 0 15,-1-2 28-15,1 0 0 0,0-2 0 0,3 1-8 16,-3 1 29-16,0 0 7 0,-4-2 0 0,4 2 1 16,3-1-43-16,-3-4-9 0,3 2-1 0,2 3-1 15,4-2 15-15,0-1 10 0,0 0-12 0,3 3 12 16,-4-3-8-16,1 1 8 0,-3-4 0 0,3 4 0 0,-7-4 0 0,1 1 0 0,0-3 0 0,3 3 0 16,-6-3 0-16,2 2 0 0,4-2 0 0,-3 0 0 15,3 0 0-15,-3 0 0 0,-1-2 0 16,4-1 0-16,-3 0 0 0,-3 3 0 15,0-2 0-15,0-1 0 16,-4 0-27-16,1-2-5 0,-3 2 0 0,-3-2-1 0,3-3 77 0,-3 3 16 0,0-3 4 0,-3 3 0 16,3-3-64-16,-3 2-21 0,-1-1 0 0,1-1 0 15,0 0 21-15,0 2 13 0,-3-2-1 0,3 1-1 16,-3-4 6-16,0 0 2 0,3-2 0 0,-3 0 0 16,0 0 5-16,3-3 0 0,-3 0 1 0,0-3 0 15,3 1-3-15,-3-3-1 0,0 0 0 0,3-1 0 16,-4 1-2-16,1 3-1 0,3-4 0 0,-3 4 0 15,3-1-1-15,-3 4 0 0,3-1 0 0,-3-3 0 16,0 3-1-16,0 0-1 0,0 1 0 0,0-4 0 16,0 1 6-16,0-1 2 0,-3-5 0 0,3 3 0 15,-3 0-23-15,0-3 0 0,-3 0 0 0,3 0 0 16,0 3 0-16,-3 0 0 0,0 0 0 0,3 0 0 16,-3 2 0-16,0 3 0 0,0-2 0 0,0 2 0 15,-3 0 0-15,0 0 0 0,0 0 0 0,0 3 0 16,-3-3 24-16,-3 3 0 0,-3-3 0 0,0-2 0 15,0 2 12-15,0 0 4 0,-3-3 0 0,-3 1 0 0,4-1-32 16,-4 1-8-16,0-3 0 0,0 2 0 16,0 3-12-16,0 3-4 0,0 0-1 0,-2-3 0 0,2 5 27 15,0-2 6-15,0 0 0 0,0 2 1 0,-6-2-17 0,1 2 0 16,-4-2 0-16,0 0 0 16,-3 0-100-16,0 2-23 0,-2-2-5 0</inkml:trace>
  <inkml:trace contextRef="#ctx0" brushRef="#br0" timeOffset="18906.541">3940 11195 2188 0,'3'-5'195'0,"0"0"-156"0,-3-6-6 0,-3-13 31 0,3 8-32 0,-3 0-1 0,0-2-1 0,1-3 0 0,2-3 0 15,0 0-9-15,0 0-1 0,0 1-1 0,0-4 0 16,2 1-19-16,1-3 10 16,3-1-10-16,69-30 8 15,53 9-8-15,-36 30 0 0,27-5 0 0,101-30 0 0,-109 16 0 0,-94 25 0 0,-20-1 0 0,9-19 0 16,3 11 0-16,-3 16 0 16,3-2 0-16,-3 2 0 15,0 0-49-15,-3 0-12 0,0 0-3 0,-6 0 0 16,-6 6-170-16,-6-1-34 0</inkml:trace>
  <inkml:trace contextRef="#ctx0" brushRef="#br0" timeOffset="19644.32">3958 10640 1576 0,'3'-8'32'0,"0"0"9"16,0 2-33-16,-3 1-8 0,0 0 0 0,0 5 0 15,0 0 54-15,0 0 9 0,0-5 1 0,0 5 1 16,0 0-1-16,0-3-1 0,6 3 0 0,-3-3 0 15,-3 3-50-15,0 0-13 0,0 0 0 0,0 0 0 16,0 8 0-16,0 3 0 0,0-3 0 0,0 5 0 16,0 3 28-16,-3 2 1 0,3 1 0 0,-3 5 0 15,3-3-29-15,0 5 0 0,0 1-8 0,3-1 8 16,0-2-26-16,0 0 2 0,0-3 0 0,0 3 0 16,-3-3-4-16,-3 3 0 0,3 0 0 0,-3-3 0 15,3 0 9-15,0-3 2 0,0 4 0 0,3-6 0 16,-3-1 17-16,0-1 0 0,0-1-8 0,0-3 8 15,0-2-16-15,0-2 0 0,0-6 0 0,0 0 0 0,0 0 32 16,0 0 8-16,0 0 0 0,0 0 1 0,0-6 17 0,0-4 3 0,0-1 1 16,-3 1 0-16,3-4 6 0,-3 1 2 0,3 0 0 15,0-3 0-15,0 0-22 0,0 0-4 0,0 0 0 0,0 1-1 16,0 1-41-16,3-2-8 0,0 3-2 0,-3 0 0 16,0 0 37-16,-3-3 7 0,0 0 2 0</inkml:trace>
  <inkml:trace contextRef="#ctx0" brushRef="#br0" timeOffset="22687.263">20002 9036 2158 0,'0'0'45'0,"0"0"10"0,0 0-44 0,0 0-11 0,0 0 0 0,0 0 0 15,0 0 0-15,0 0 0 0,0 0 9 0,0 0-9 16,0 0 20-16,-3 5 0 0,3 3 0 0,0-2 0 0,3 2-10 0,0-1-2 0,0 1-8 16,3 0 12-1,0 3-1-15,3 0-1 0,0 2 0 0,0 0 0 0,3 0 0 16,0 0 0-16,0 1 0 0,2 2 0 0,1-3-2 16,-3 0-8-16,3 0 12 0,0 3-4 15,3-3-8-15,-3 1 0 0,0-4 0 0,0 1 8 0,2-1-21 0,-2-2-5 16,6-2-1-16,-3 1 0 15,3-4 19-15,-3 2 0 0,3-2 0 0</inkml:trace>
  <inkml:trace contextRef="#ctx0" brushRef="#br0" timeOffset="22944.248">20967 8914 1824 0,'0'0'76'0,"-6"0"-60"16,0 0 38-16,0 3 8 0,0-3 2 0,0 3 0 16,-3-1 25-16,0 4 6 0,0-1 1 0,-6 0 0 15,3 6-56-15,-3-3-12 0,1 5-1 0,-1 3-1 16,-3 5-17-16,-3 0-9 0,0 6 10 0,-3 2-10 16,3-3 0-16,1 3 8 0,-4 0-8 0,0 0 0 15,3-2 0-15,0-1 0 0,1-2 0 0,-1 3 0 16,-3-9 0-16,3 1-8 0,-3-3 8 0,-3-1-13 15,4-1-16-15,-1-1-3 0,3-2-1 0,-3 2 0 16,6-5-66-16,0-3-13 0,4 0-2 0</inkml:trace>
  <inkml:trace contextRef="#ctx0" brushRef="#br0" timeOffset="23217.994">20359 9272 1451 0,'0'-11'61'15,"3"3"-49"1,-3 0 100-16,3 0 20 0,-3 6 4 0,0 2 1 0,0 0-38 0,0 0-8 0,0 0-2 0,0 0 0 15,0 0-20-15,0 0-4 0,0 5-1 0,0 5 0 16,0 1-25-16,3 2-6 0,-3 0-1 0,3 3 0 16,0 3-13-16,0-3-3 0,0 0-1 0,0 2 0 15,3 6-3-15,-3 5-1 0,3 3 0 16,-3 5 0-16,3-3-1 0,0-2 0 0,-3 2 0 0,3 1 0 16,0-3-1-16,0-3 0 0,0-3 0 0,0 6 0 15,0 2 3-15,0 1 1 0,0-1 0 0,3 3 0 16,-3-3-13-16,-1-4 8 0,1-1-8 0,3 0 0 15,-3-8-17-15,0 0-10 0,3-2-1 0,0-1-1 16,-3-5-27-16,3 1-4 0,-3-4-2 0,3-4 0 16,-3-1-208-16</inkml:trace>
  <inkml:trace contextRef="#ctx0" brushRef="#br0" timeOffset="23645.385">20806 9756 2038 0,'-3'-3'58'0,"0"-2"12"0,0 0-56 0,3-1-14 0,0 1 0 0,0 0 0 16,3-1 82-16,0-2 14 0,3 3 2 0,-3 0 1 31,6 0-41-31,-3-1-8 0,3 1-2 0,0 0 0 0,0-1-15 0,2 1-3 0,4 0-1 0,-3 0 0 15,0-1-11-15,0 1-2 0,0 2-1 0,0-2 0 16,0 2-7-16,0 1-8 0,-3 2 11 0,0 0-11 16,2 0 0-16,-2 2 0 0,0 1-10 0,0 2 10 15,-3-2 0-15,0 5 0 0,0-3 0 0,0 3 0 16,-6 3 0-16,0 2 0 0,0 0 0 0,-3 0 0 16,-3 3-59-16,0 0-4 15,0 0-1-15,-3 3 0 0,0-4 50 0,-3 7 14 0,4-4 0 0,-1 3 0 16,0-2 0-16,0 2 0 15,0-3 0-15,0 4 0 0,3-6-9 0,3-1 9 0,0 1 0 0,3-2 0 16,0-1 0-16,3-3 0 0,0 1 0 0,3-3 0 16,0 0 18-16,0-3-2 0,3-2-1 0,0 2 0 15,0-5-1-15,0 0 0 0,2 0 0 0,1-3 0 16,3 1 17-16,0-4 3 0,0-1 1 0,3-1 0 16,3-3-131-16,0-2-25 0,2-3-6 0</inkml:trace>
  <inkml:trace contextRef="#ctx0" brushRef="#br0" timeOffset="24139.946">21729 9407 1792 0,'12'-6'51'0,"-3"4"10"16,5-4-49-16,-2 4-12 0,3-4 0 0,0 4 0 15,0-4 54-15,3 1 8 0,0 0 2 0,3 2 0 16,-1-2-36-16,4 0-8 0,0 2 0 0,0-2-1 15,3 5-11-15,-4 0-8 0,1 0 9 0,0 2-9 16,-3-2 8-16,0 3-8 0,-3-3 0 0,-1 0 9 16,-2 0-9-16,12 3 0 0,-12-3 0 0,-9 0 8 15,-3 0-29-15,-3 0-7 0,0 0 0 0,0 0-1 16,0 0-28-16,0 0-6 0,0 0-1 0,0 0 0 16,0 0-204-16</inkml:trace>
  <inkml:trace contextRef="#ctx0" brushRef="#br0" timeOffset="24349.388">21863 9536 1337 0,'0'0'28'0,"0"0"6"0,0 0-34 0,0 0 0 0,0 0 0 0,0 0 0 15,6 0 109-15,0 0 15 0,-3-2 4 0,2-1 0 16,1 0-49-16,3 3-10 0,-3-2-1 0,3-1-1 15,3 3-15-15,-3-3-4 0,6 1 0 0,-3-1 0 16,3 3-16-16,0 0-4 0,0-3-1 0,-1 1 0 16,4 2-14-16,-3-3-2 0,3 0-1 0,0 1 0 15,-3-1-27-15,3-2-6 0,-1-3-1 0</inkml:trace>
  <inkml:trace contextRef="#ctx0" brushRef="#br0" timeOffset="24814.638">22622 8814 1963 0,'-3'-8'40'0,"3"3"12"16,-3-3-42-16,3 0-10 0,3-3 0 0,-3 3 0 0,3-2 57 0,-3 2 10 0,3 0 1 0,0 0 1 15,0 0-22-15,3 0-5 0,-1 0-1 0,1 3 0 16,3-3-19-16,0 2-4 0,3 1-1 0,0 3 0 16,3-1-7-16,3 0-2 0,0 1 0 15,0 2 0-15,2 0-8 0,1 2 0 16,0 1 0-16,3 5 0 0,-6 0 0 0,3 0 0 0,-4 2 0 0,-2 1 0 16,0 2 0-16,-3 0 8 0,0 1-8 0,-3 1 0 15,-3-1 9-15,0 2-9 0,-3 2 10 0,-3-2-10 16,0 0 11-16,-3 0-11 0,-3 0 12 0,-3-1-12 15,0-1 8-15,-3 2-8 0,0-1 0 0,-3 1 0 16,0 3 0-16,4-1 0 0,-4 1 0 0,0 2 0 16,0 0 0-16,3 3 0 0,-3 2 0 0,3-2 0 15,0 0 0-15,3-5 0 0,3-1 0 0,-2 1 0 16,5-3 0-16,0-1 0 0,0-1 0 0,3-1 0 16,0-3 0-16,0 1 0 0,3 0 10 0,-3-3-10 15,3-1 12-15,0 1-2 0,2 0-1 0,1 0 0 16,-3-2-9-16,3-1 0 0,0 3 0 0,0-3 0 15,0 0-145-15,3 1-28 0</inkml:trace>
  <inkml:trace contextRef="#ctx0" brushRef="#br0" timeOffset="24965.77">22907 9682 1862 0,'0'8'78'0,"3"-3"-62"15,-3 0 93-15,0-5 19 0,0 6 4 0,0-6 1 16,3 2-87-16,-3-2-18 0,0 5-3 0,0-5-1 31,6 3-91-31,-6-3-18 0,3 0-4 0</inkml:trace>
</inkml:ink>
</file>

<file path=ppt/ink/ink14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8T21:49:29.883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15368 5096 1941 0,'0'0'55'0,"0"0"12"0,0 0-54 0,6 0-13 0,0 0 0 0,0 0 0 15,2 0 76-15,4 0 13 0,0-2 3 0,0 2 0 16,3 0-23-16,3-3-4 0,3 0-1 0,0 1 0 15,2-1-14-15,1 0-3 0,0 3-1 0,3-8 0 16,0 6-25-16,-4-1-5 0,1-2 0 0,0 5-1 16,0-5-15-16,0 2 11 0,-3 0-11 0,-1 3 10 15,1-5-10-15,0 0 0 0,0 2 9 0,-3 0-9 16,0 1 8-16,-4 2-8 0,1-3 10 0,0 3-10 16,-6 0-31-16,0 0-12 0,-3 0-2 0,0 3-1 15,-6-3-141-15,0 0-28 0,0 0-5 0</inkml:trace>
  <inkml:trace contextRef="#ctx0" brushRef="#br0" timeOffset="241.386">15493 5258 1824 0,'0'0'76'0,"0"0"-60"15,0 0 89-15,0 0 19 0,0 0 3 0,0 0 1 16,0 0-3-16,0 0 0 0,0 0 0 0,0 0 0 15,0 0-46-15,6 0-10 0,0 2-1 0,3-2-1 16,-4 0-17-16,4 3-3 0,3-3-1 0,-3 0 0 16,3 0-18-16,0 0-3 0,3 0-1 0,-3 3 0 15,3-3-14-15,0 0-10 0,-1 0 12 0,4 0-12 16,-3 0 8-16,3 0-8 0,-3 0 0 0,6-3 0 16,-3 3 0-16,0-3 0 0,-1 3-8 0,4-2 8 15,3-4-86-15,24-2-11 16,-10 3-3-16</inkml:trace>
  <inkml:trace contextRef="#ctx0" brushRef="#br0" timeOffset="1206.647">16493 4691 1580 0,'6'-2'67'15,"-3"-1"-54"1,0-2 94-16,3 2 18 0,-3 0 4 0,3 1 1 16,-6 2-37-16,3 0-7 0,-3 0-2 0,0 0 0 15,0 0-33-15,6 0-7 0,-6 0-2 0,3 5 0 16,-1-2-34-16,1 5-8 0,0 0 0 0,0 2 0 15,0-2 53-15,-3 5 9 0,3-2 2 0,0 2 0 16,-3 0-52-16,3 1-12 0,0-1 0 0,-3 3 0 0,3-3 0 16,0 3 0-16,3-3 0 0,-3 0 0 15,3-2-48-15,0 0-13 0,0-1-3 0,0 1 0 0,3-3 52 0,-3-3 12 0,3 0 0 16,3-2 0 0,-3-1 0-16,3-2 0 0,2-2 0 0,-2-1 0 0,3-2 0 0,-3 0 0 0,0-3 0 0,0 0 10 15,0 0-10-15,-3-3 0 0,3 1 0 0,-3-4 8 16,-3 1 16-16,0-3 4 0,-1 0 0 0,-2 1 0 15,0-4 1-15,0 1 1 0,0-4 0 0,-3 1 0 16,0 3 27-16,0-4 6 0,0 7 1 0,-3-7 0 16,3 7-35-16,0 1-6 0,-3 1-2 0,3 5 0 15,-3 0-2-15,3 3-1 0,0 5 0 0,0 0 0 16,0 0-18-16,0 0 0 0,0 0 0 16,-3 5 0-16,1 8 0 0,2 1 0 0,-3 2 0 0,0 5 0 15,3 0 0-15,-3 0 0 0,0 3 0 0,3 0-9 16,-3-3 9-16,3 3 0 0,0-1 0 0,-3 1 0 15,3 3 0-15,-3-1 0 0,3 6 0 0,-3-3 0 16,0 0-8-16,0 3 8 0,0 2-8 0,0 1 8 16,0-6-14-16,0-3 2 0,-3 3 1 0,0-7 0 15,0-1 2-15,0 0 0 0,0-5 0 0,-3 2 0 16,0-2-1-16,0 0 0 0,0 0 0 0,-3 0 0 16,1-3 10-16,-1 0 0 0,0-2 0 0,0 2 0 15,0-5 0-15,0 0 14 0,3-3-3 0,-6 1-1 16,3-1-1-16,-3-5 0 0,1 0 0 0,-1 0 0 15,0-5 5-15,0 2 1 0,0 0 0 0,0-2 0 0,3 0 12 16,0-1 2-16,0 1 1 0,3 0 0 0,1-3-30 16,2 3 0-16,0-1 0 0,3-2 0 15,0 3-45-15,3-3-15 0,3 3-4 0,0 0 0 16,3-1 0-16,0-2 0 0,2 6 0 0</inkml:trace>
  <inkml:trace contextRef="#ctx0" brushRef="#br0" timeOffset="1701.931">17118 5054 1900 0,'0'0'54'0,"0"0"11"15,0 0-52-15,3-3-13 0,-3 3 0 0,0-5 0 16,0 5 62-16,0 0 10 0,0 0 1 0,0 0 1 16,3-5-22-16,-3 5-4 0,0 0 0 0,0 0-1 15,0 0-5-15,0 0-1 0,0 0 0 0,0 0 0 16,0 0 0-16,0 0 0 0,0 0 0 0,0 0 0 16,-3 5-13-16,0 0-2 0,-3 1-1 0,0-1 0 15,0 3-25-15,-3 2 0 0,0-4 0 0,0 2 0 16,-3-1 0-16,3 1 0 0,0 3 0 0,-2-3 0 15,2 0 0-15,-3 2 0 0,3-2 0 0,-3 3 0 16,3-3 0-16,-3 0 0 0,3 2 0 0,0-4 0 16,0 2 17-16,0 0 2 0,0 0 0 0,3-1 0 0,1-1-19 15,-1-1 0-15,3 0 0 0,3-5 0 0,0 0 0 0,-3 6 0 16,3-6 0-16,0 0 0 0,-3 8 0 16,3-8 0-16,0 0 0 0,3 5 0 0,3 0 0 0,-3-2 0 15,3-1 0-15,-1 1 10 0,4 0-25 0,-3-3-5 0,3 0 0 0,0 0-1 16,0 0 21-16,0 0 0 0,0-3 0 0,3 3 0 15,0 0 0-15,-3 0 0 0,3-3 0 0,0 3 0 16,-1-2 0-16,1 2 0 0,3 0 0 0,-3-3 0 16,3 3 0-16,-3 0 0 0,0-2 0 0,-3 2 0 15,3-3-160 1,-3 0-30-16,-3 3-6 0</inkml:trace>
  <inkml:trace contextRef="#ctx0" brushRef="#br0" timeOffset="1988.003">17103 5112 2072 0,'-3'-5'59'0,"-3"-1"12"15,3 4-57-15,3 2-14 0,-3-5 0 0,3 5 0 16,0 0 96-16,0 0 17 0,0 0 3 0,0 0 1 16,0 0-42-16,0 0-9 0,0 0-2 0,0 0 0 15,0 7 0-15,3 1 0 0,-3 0 0 0,3 3 0 16,0 0-51-16,0-4-13 0,0 7 0 0,-3-4 0 0,3 4 0 15,0-4 0-15,-3 3 0 0,3 1 0 16,-3-1 0-16,3 0 0 0,-3 0 0 0,0 3 0 16,3 3 29-16,-3-6 3 0,0 5 1 0,3 1 0 15,-3 2-53-15,0-2-10 0,0 2-2 0,0 0-1 0,0 0 77 0,3-5 16 16,-3 3 4-16,0-1 0 16,0-5-103-16,3 0-20 0,-3 1-4 0,0-4-1 15,3-2 0-15,-3 0 0 0,3 0 0 0</inkml:trace>
  <inkml:trace contextRef="#ctx0" brushRef="#br0" timeOffset="5090.677">17454 5088 1413 0,'0'0'29'0,"0"0"7"16,0 0-28-16,0 0-8 0,0 0 0 0,0 0 0 15,0 0 88-15,3-5 16 0,-3 5 3 0,3-3 1 16,0 3-40-16,3-5-7 0,0 2-1 0,0 3-1 0,0-2-6 0,3 2-1 16,0 0 0-16,0 0 0 0,3 0-14 0,0 0-3 15,2 0-1-15,-2 0 0 0,3 0-10 16,3 0-1-16,-3 0-1 0,6 0 0 0,-3 0-5 0,0 0-1 15,-1 0 0-15,1 0 0 16,0 0-7-16,0 0-1 0,-3 0-8 0,3-3 12 0,0 0-12 0,-1 3 8 16,4-2-8-16,-3-3 0 15,0 2 10-15,0 0-10 0,-3 3 10 0,0-5-10 0,0 2-12 16,-4 1-9-16,4-4-2 0,-6 4 0 16,0-1-124-16,-3 0-25 0,0 1-4 0</inkml:trace>
  <inkml:trace contextRef="#ctx0" brushRef="#br0" timeOffset="5411.399">17785 4911 1427 0,'-6'-11'29'0,"6"11"9"0,0 0-30 0,0-5-8 0,-3 2 0 0,3-2 0 15,0 0 102-15,0 0 19 0,0 5 4 0,0-3 1 16,0 3-27-16,0-8-6 0,0 8-1 0,0 0 0 15,0 0-23-15,0 0-5 0,0 0 0 0,0 0-1 16,0 0-22-16,0 0-4 0,0 0-1 0,0 0 0 16,0 0-20-16,0 0-5 0,-3 8-1 0,-3-3 0 15,3 6-10-15,0-1 0 0,3 1 0 0,-3 2 0 16,0 3 0-16,0 0 8 0,3 5-8 0,-3-2 0 16,0-1 0-16,0 3 0 0,3 3 0 0,-3 0 0 15,3-3 0-15,-3 0 0 0,3 0 8 0,0-2-8 16,-3 0 0-16,3-1 0 0,0-2 0 0,-3 0 8 0,3 0 16 15,0-3 2-15,0-3 1 0,0 1 0 16,0 0-73-16,0-1-14 0,0-2-4 0</inkml:trace>
  <inkml:trace contextRef="#ctx0" brushRef="#br0" timeOffset="21833.548">18451 4771 1804 0,'3'-6'37'0,"0"4"10"16,0-6-38-16,0 3-9 0,0-1 0 0,0 1 0 15,-3 0 102-15,3-1 18 0,0-2 4 0,0 3 1 16,0 0-26-16,-3 2-6 0,3-2-1 0,-3 0 0 15,0 5-23-15,0 0-5 0,0 0 0 0,0 0-1 16,0 0-24-16,0 0-5 0,0 0-1 0,0 0 0 16,-6 2-18-16,0 6-4 0,-3-2-1 0,0 4 0 15,0 1-10-15,1-1 0 0,-1 4 0 0,0 1 0 16,0-1 0-16,0-1 0 0,3 0 0 0,0 3 0 16,0-3 0-16,3 0 0 0,0 1 0 0,0 2 0 15,6-6-9-15,-3 6 9 0,6-5-12 0,-3 2 12 16,6-3-29-16,-3 1 1 0,6-3 0 0,-3-3 0 0,0 3 13 0,3-8 3 15,2 0 1-15,-2 0 0 0,3-8 11 0,0 3-10 16,-3 0 10-16,3-3-10 0,-3-3 10 0,-3 0 0 0,3 1 0 0,-3 2 0 16,-4-8 8-16,4 6 3 0,-3-1 1 0,0-2 0 15,0-1 11-15,-3 4 2 16,0-6 1-16,0 5 0 0,0 1-9 0,0-1-1 16,-3 1-1-16,0 4 0 0,0-2-15 15,0 6 11-15,0-3-11 0,0 5 10 0,0 0-10 0,0 0 12 0,0 0-12 16,0 0 12-16,0 0-12 0,-3 5 0 15,3 3 0-15,-3 0 0 0,3 2-8 0,-3 1 8 0,3 2 0 0,0-2 0 16,0 2 0-16,3-3 0 0,0 1-9 0,0 5 9 16,3-8 0-16,0 5 0 0,0 3 0 0,3-8 0 15,0 2-11-15,0 4 11 0,3-6-10 0,0 0 10 16,0-3 0-16,2-2-9 0,1-1 9 0,0-2 0 16,0-2 0-16,3-4 0 0,-3 4 0 0,0-6 0 15,0 0 0-15,-1 0 0 0,-2-3 0 0,0 1 8 16,0-1 48-16,0-2 11 0,-3 2 1 0,3-2 1 15,-3 0-40-15,-3 0-8 0,3-3-1 0,-3 0-1 16,0 0-19-16,-3-3 10 0,3 4-10 0,0-1 8 16,-4-3-8-16,1 3 0 0,0 0 0 0,-3 0 0 15,3 3-9-15,-3 3-7 0,0-1-2 0,3 6 0 16,-3-1-27-16,0 1-6 0,0 5-1 16</inkml:trace>
  <inkml:trace contextRef="#ctx0" brushRef="#br0" timeOffset="22674.48">18389 4482 1630 0,'-6'-5'68'0,"0"2"-54"16,0 3 86-16,3-2 16 0,-3-1 4 0,0 0 1 15,3 3-37-15,3 0-7 0,-6-2-1 0,6 2-1 16,0 0-15-16,0 0-2 0,0 0-1 0,0 0 0 16,0 0-23-16,0 0-5 0,0 0-1 0,0 0 0 15,0 0-11-15,6-3-2 0,3 3-1 0,3 0 0 16,-3 0 10-16,6 0 3 0,3-2 0 0,0 2 0 15,2 0-10-15,1 0-1 0,0 0-1 0,3 0 0 16,0-3-3-16,2 3-1 0,1-3 0 0,0-2 0 16,6 2-1-16,3 3 0 0,-1-5 0 0,1 2 0 15,0 3-10-15,-4 0 8 0,-2-2-8 0,-3 2 8 16,0 0-8-16,-6-3 0 0,-4 3 9 0,1-3-9 16,0 3 0-16,-3 0 8 0,0-2-8 0,-3-1 0 15,-3 3 0-15,0-3 9 0,-3 3-9 0,0 0 0 16,0 0 8-16,-6 0-8 0,0 0 0 0,0 0 0 0,0 0 0 0,0 0 0 15,6 0 0-15,-6 0 0 16,0 0 0-16,0 0 0 0,0 0 0 0,0 0 0 16,0 0-150-16,0 0-34 0,3 8-6 0</inkml:trace>
  <inkml:trace contextRef="#ctx0" brushRef="#br0" timeOffset="25633.468">19386 4551 2187 0,'0'-5'62'0,"0"0"14"0,0-1-61 0,0 1-15 0,0 2 0 0,0 3 0 15,0-5 80-15,3 2 12 0,-3 3 4 0,0-8 0 16,0 8-36-16,0 0-8 0,0-5 0 0,0 5-1 16,0 0-20-16,0 0-4 0,0 0-1 0,0 0 0 15,0 0-26-15,0 0 0 0,0 0 8 0,0 0-8 16,0 5 0-16,0 6 0 0,0 0 0 0,0-1 0 16,3 3 0-16,-3 1 0 0,0 4 0 0,3-2 0 15,0 3 0-15,-3-4 0 0,3 7 0 0,0-7 0 16,3 1-9-16,0-2 9 0,0-1-12 0,0-3 12 15,3 1-15-15,-3-3 4 0,3 0 1 0,0 0 0 16,2 0 10-16,-2-8 0 0,3 2-9 0,-3-2 9 16,0 0 0-16,3-2 0 0,-3-4 0 0,0 4 0 15,0-6 0-15,-3 0 0 0,0 0 0 0,0-3 8 0,0 1 13 16,0-1 3-16,-3 1 0 0,0-9 0 0,-1 6 7 16,-2-3 1-16,3 0 1 0,-3-2 0 0,0 4-4 15,0 1-1-15,0 0 0 0,0 0 0 0,0 2-12 0,0 1-4 0,0 2 0 16,-3 2 0-16,3 1-3 0,0 5-1 0,0 0 0 15,0 0 0-15,0 0-8 0,0 0 0 16,0 0 0-16,0 0 8 0,0 0-8 0,-2 8 0 0,2 3 0 0,-3 4 0 16,3 1 0-16,-3 5 0 0,0 1-9 0,0 4 9 15,0-2 0-15,0 0 0 0,0 0 0 16,0-1 0-16,0 4 0 16,0-9 0-16,0 1 0 0,0 2 0 0,-3-2 0 0,3-1 0 0,-3 1 0 0,0-1 0 15,0 3 0-15,-3 3 0 0,3-3 0 0,-3 6 0 16,0-6 0-16,-3 3 0 0,3-3 0 0,-2 5 0 15,-1-12 0-15,3 4 0 0,-3-2 0 0,0-3 0 16,0 0 0-16,0-5 0 0,0 0 0 0,0 0 0 16,0 0 16-16,-3-3 0 0,4-2 0 0,-4 0 0 15,0-1-16-15,0 1-18 0,3-3 4 0,-3 0 1 16,3 0 13-16,-3-3 0 0,3 1 0 0,1-1 0 16,2 0 0-16,0-2 0 0,0-3 0 0,3 3 0 15,0-3-43-15,6 0-2 0,-3 0-1 0,6 0 0 16,3 0-135-16,0 0-27 0,6 0-6 0</inkml:trace>
  <inkml:trace contextRef="#ctx0" brushRef="#br0" timeOffset="25929.959">19636 4982 1789 0,'0'0'76'15,"3"-2"-61"-15,0-1 133 0,-3 3 28 0,3-5 4 0,0 2 2 16,-3 3-70-16,0 0-15 0,3-2-2 0,-3 2-1 15,0 0-29-15,0 0-5 0,6 0-2 0,-6 0 0 16,3 2-20-16,3 6-4 0,-3-5-1 0,0 5 0 16,0 0-5-16,0 2-2 0,-3 1 0 0,3 2 0 15,-3 3-2-15,0 0-1 0,0 2 0 0,0-2 0 16,0 5 14-16,0-5 3 0,0 0 1 0,0 3 0 16,0-3-41-16,-3-3-17 0,3 3 1 0,0-3 0 15,-3 0 16-15,3 0 0 0,0-2 8 0,-3-1-8 16,3 1 0-16,0 2 8 0,-3-2-8 0,3-1 0 15,0 1 0-15,0 2 0 0,0-2 0 0,0 2 0 16,0-2-32 0,0-1-7-16,0 1-1 0,0-3 0 0,3 2-196 0,-3-2-40 0</inkml:trace>
  <inkml:trace contextRef="#ctx0" brushRef="#br0" timeOffset="35525.695">15448 6258 1599 0,'0'0'33'0,"0"0"8"0,0 0-33 0,0 0-8 0,0 0 0 0,0 0 0 16,0 0 90-16,0 0 16 0,0 0 3 0,0 0 1 15,6 2-22-15,-3 1-5 0,3 0-1 0,3-3 0 16,0 0 0-16,3 0 0 0,0 0 0 0,2-3 0 16,4 0-14-16,-3 1-4 0,3-1 0 0,3 0 0 15,-3 1-36-15,3-1-8 0,-4 1-2 0,4-1 0 16,-3 0-18-16,0 1 8 0,3-1-8 0,-3 0 0 16,0 1 9-16,-1-1-9 0,1 0 0 0,3 1 9 15,-3 2-9-15,3-3 0 0,-3 3-12 0,0 0 12 16,-4 0-43-16,1 0-1 15,0 0 0-15,-3 0 0 0,-3 0-145 0,-3 3-30 0,0-1-5 16</inkml:trace>
  <inkml:trace contextRef="#ctx0" brushRef="#br0" timeOffset="35809.332">15561 6459 2006 0,'-12'3'42'0,"12"-3"9"0,0 0-41 16,0 0-10-16,0 0 0 0,0 0 0 16,0 0 116-16,0 0 22 0,0 0 4 0,0 0 1 15,6-3-47-15,0 3-10 0,0 0-2 0,3-3 0 16,3 3-25-16,-3 0-6 0,3-2-1 0,3-1 0 0,-3 3-11 0,-1-3-2 16,1 1-1-16,3 2 0 0,-3-3-20 0,3 0-4 0,-3 1-1 0,3-1 0 15,0 0-13-15,0 1 8 0,-1-1-8 0,4 0 0 16,0 1 0-16,0 2 0 0,3-3 0 0,0 3 0 31,0-2-43-31,-1-1-1 0,1 3-1 0,3-5 0 16,-3 5-190-16,3-3-37 0</inkml:trace>
  <inkml:trace contextRef="#ctx0" brushRef="#br0" timeOffset="90549.006">16523 6163 2066 0,'0'-6'43'0,"0"1"10"16,-3 0-42-16,3-1-11 0,0 6 0 0,0-2 0 16,0 2 104-16,0 0 20 0,0 0 3 0,0 0 1 15,0 0-103-15,0 0-25 0,0 0 0 0,0 0 0 0,-3 5 32 0,0 3 2 0,-3 3 0 16,3 2 0-1,-3 0-24-15,0 6-10 0,3-1 8 0,-3 3-8 16,0 0 0-16,3 1 8 0,-3 1-8 0,3 1 0 16,3-3 24-16,-3 1 0 0,3-4 0 0,0 1 0 15,3-1-40-15,0-2-8 0,0-3-1 0,3-2-1 0,0 2 16 0,0-5 10 0,3 3-12 16,0-4 12-16,-3 1-10 0,3-2 10 0,0-4-8 16,-1 1 8-1,1 0-28-15,0-6 0 0,0 0 0 0,0-2 0 0,3 0 28 0,-3-1 0 0,0 1 0 0,0-3 0 16,0-2 46-16,0 2 14 0,0-3 4 0,0 1 0 15,-3-1-52-15,2-2-12 0,-2 2 0 16,0-2 0-16,0 0 54 0,-3 2 8 16,0-2 2-16,0 0 0 0,-3 2-52 0,3 0-12 0,0 4 0 15,-3-1 0-15,0 5 0 0,0 3 0 0,0 0 0 0,0 0 0 16,0 0 0-16,0 0 0 0,0 5 0 0,0 6 0 16,0-3 0-16,0 5 0 0,-3-2 0 0,6 2 0 15,-3 0 0-15,3 0-16 0,3 0 3 0,-3-2 1 16,3 2 12-16,3-2 0 0,-3-1 0 0,3 1 0 15,0-3-9-15,3 0 9 0,0 0-8 0,0 0 8 16,-1-3 0-16,1 3-10 0,0-3 10 0,3-2 0 16,-3 2 9-16,0-5 9 0,3 3 2 0,-3-3 0 15,0-3-20-15,0 1 0 0,-4-4 0 0,4 1 0 16,-3 0 0-16,0-3 0 0,0 3 0 0,0-3 0 16,0-3 55-16,-3 3 7 0,0-5 2 0,3 2 0 15,-6-2-52-15,3 0-12 0,0-3 0 0,-3 0 0 16,0 0 0-16,0-2 8 0,0-4-8 0,0 4 0 15,-3-3 0-15,0 2 0 0,3 1 0 0,-3 2 0 0,0 0 0 16,0 3 0-16,-3 2 0 0,3 3 0 16,0 0-106-16,-3 0-18 0,3 0-3 0</inkml:trace>
  <inkml:trace contextRef="#ctx0" brushRef="#br0" timeOffset="91465.169">17335 6128 1851 0,'0'-5'52'0,"0"0"12"0,0-1-51 16,3 4-13-16,-3-4 0 0,0 1 0 0,0 0 96 0,3-1 17 0,-3 6 3 0,0-5 1 15,0 5-37-15,0 0-7 0,0 0-1 0,0 0-1 16,0 0-15-16,0 0-4 0,0 0 0 0,0 0 0 15,0 0-41-15,0 0-11 0,0 0 0 0,0 0 0 16,0 0 0 0,0 8-17-16,0 0 4 0,0 3 1 0,0-1 12 0,0 3 16 0,0 1-3 0,3 2-1 15,-3-1-20-15,3 1-5 0,0 3-1 0,0-1 0 16,0 1 22-16,0-3 5 0,3 0 1 0,0-3 0 16,0-3-62-1,0 4-13-15,0-6-3 0,0 0 0 0,3-3 52 0,-3-3 12 0,3 1 0 0,-1 0 0 16,1-6 0-16,0-2 0 0,0 0 0 0,0-1 0 15,0-4 0-15,0-1 0 0,0-2 0 0,0 0 0 16,-3-1 34-16,3-2 10 0,-3 1 1 0,0-4 1 16,0 3 2-16,-3 0 1 0,0 0 0 0,0 1 0 15,0 1-8-15,-3 1-1 0,0 3-1 0,0-1 0 16,0 3-16-16,0 0-3 0,-3 0-1 0,3 3 0 16,-3 2-6-16,3 3-1 0,0 0 0 0,0 0 0 15,0 0-12-15,0 0 0 0,0 0 0 0,0 0 0 16,0 0 0-16,0 0 0 0,0 0 0 0,-3 6 0 15,0 4 0-15,0 3-8 0,0 1 8 0,3 1 0 16,-3 7 0-16,3-1 0 0,0 5-8 0,-3 1 8 16,3-1 0-16,-3 1 0 0,3 2 0 0,0-5 0 15,0 2-10-15,-3-5 10 0,3-2-8 0,-3 2 8 16,0-5-26-16,0 0 0 0,-3-1 0 0,0-1 0 0,0-1 26 0,-3 0 0 0,0 0 0 16,0 1 0-16,0-1 0 0,0-3 0 15,0 4 0-15,-2-4 0 0,2 1 0 0,-3-3 0 0,3 0 0 16,-3 0 0-16,3-3 0 0,0 0 8 0,-3-2 0 0,3 0 0 15,0-3-8-15,-3 0 0 0,3 0 0 0,-3-3 8 16,4 0-8-16,-1-2 0 0,0 2 0 16,3-2 0-16,0 0 0 0,0-1 0 0,0 1 0 0,3-3-8 15,0 3-34 1,3 0-6-16,3-1-2 0,3 1 0 0,0 0-167 0,6-1-34 16,0 1-6-16</inkml:trace>
  <inkml:trace contextRef="#ctx0" brushRef="#br0" timeOffset="91766.246">17722 6435 1963 0,'0'0'40'0,"0"0"12"0,0 0-42 0,0 0-10 0,3-5 0 0,-3 5 0 16,0 0 132-16,3-3 24 0,-3 3 4 0,0 0 2 16,0 0-58-16,0 0-11 0,0 0-2 0,0 0-1 15,0 0-34-15,0 0-8 0,0 0 0 0,0 0-1 16,0 0-14-16,3 3-2 0,0 2-1 0,-3-2 0 15,3 5-6-15,-3-3-2 0,0 3 0 0,0 0 0 16,0 0-22-16,0 2 0 0,0 1 0 0,0 2-8 16,0-2 8-16,-3 5 0 0,3-1 0 0,-3 4 0 15,0 0 49-15,3 2 12 0,-3 0 3 0,0 3 0 16,3-1-103-16,-3-1-20 0,0-1-4 0,3 3-1 0,-3-6 80 0,3 1 15 16,-3-3 3-16,3-3 1 15,0 0-56-15,0 0-11 0,0-2-3 0,0-1 0 16,0 1-23-16,0 0-5 0,0-3-1 0,0-1 0 15,0-1-109-15,0-1-23 0</inkml:trace>
  <inkml:trace contextRef="#ctx0" brushRef="#br0" timeOffset="95609.043">15499 7769 1337 0,'0'0'28'0,"0"0"6"15,0 0-34-15,0 0 0 0,0 0 0 0,0 0 0 16,0 0 109-16,0 0 15 0,0 0 4 0,0 0 0 16,0 0-52-16,0 0-9 0,0 0-3 0,0 0 0 15,0 0-6-15,6 0-2 0,0-3 0 0,-1 3 0 16,4 0-11-16,0-3-2 0,3 3-1 0,3 0 0 15,-3-2-11-15,3 2-3 0,3-3 0 0,0 3 0 16,0-3-19-16,2 1-9 0,1 2 8 0,-3-3-8 16,3 0 0-16,-3 1 8 0,3-1-8 0,-4 1 0 0,1-1 0 15,0 0 0-15,3 3 0 0,-3-2 0 16,-3-1-32-16,0 3 2 0,0-3 0 0,-4 3 0 16,1 0-38-16,-3 0-8 0,-3 0-2 0,0 0 0 15,0 0-140-15,-6 0-28 0</inkml:trace>
  <inkml:trace contextRef="#ctx0" brushRef="#br0" timeOffset="95946.223">15597 7933 1638 0,'0'0'46'0,"0"0"11"15,0 0-45-15,0 0-12 0,0 0 0 0,0 0 0 16,0 0 80-16,0 0 15 0,0 0 2 0,0 0 1 16,0 0-28-16,0 0-6 0,6 0 0 0,-3 0-1 15,3 0-4-15,3 0-1 0,0 0 0 0,-3 0 0 16,2 0-13-16,4-3-2 0,-3 3-1 0,3 0 0 16,0-3-14-16,0 3-2 0,0 0-1 0,0-2 0 15,3 2-11-15,-3-3-2 0,0 0-1 0,2 3 0 16,1-2-11-16,0-1 0 0,0 3 0 0,3-2 0 0,-3 2 0 15,3 0 0-15,-3-3 0 0,2 3 0 16,1-3-20-16,-3 3-5 0,3-2-2 0,-3 2 0 16,0-3-65-16,-3 3-12 0,3-3-4 0</inkml:trace>
  <inkml:trace contextRef="#ctx0" brushRef="#br0" timeOffset="132948.958">16359 7470 1925 0,'0'0'40'0,"0"-6"10"0,0 1-40 0,0 0-10 0,0-1 0 0,3 1 0 15,-3 0 116-15,0 0 22 0,3-1 4 0,-3 1 1 16,3 2-51-16,-3 3-9 0,0-5-3 0,3 0 0 16,-3 5-28-16,3-3-7 0,-3 3-1 0,3-5 0 15,-3 5-17-15,0 0-4 0,0 0-1 0,0 0 0 16,0 0-11-16,0 0-3 0,3 3 0 0,3 4 0 15,-3-1-8-15,0 4 0 0,0 1 9 0,0 2-9 16,0 0 0-16,0 3 0 0,0 3 0 16,-1-3 0-16,1 0 0 0,0-1 0 0,3 1 0 0,0 0 0 15,0-3-22-15,3 1 1 0,0-4 0 0,0 1 0 16,3-1-8 0,-3-2-2-16,3 0 0 0,0 0 0 0,-3-5 5 0,3-1 1 0,-1-2 0 0,-2-2 0 15,0-1 9-15,3 1 1 0,0-4 1 0,-3 1 0 16,0-3 30-16,0 0 5 0,0 0 2 0,-3-5 0 15,0 2-23-15,0-2 0 0,0 0 0 0,-3-3 0 16,0 0 56-16,0-2 6 0,-3 2 2 0,3-3 0 16,-3 1-52-16,0 2-12 0,0-3 0 0,-3 3 0 15,3 6 54-15,-3-3 8 0,3 5 2 0,-3 0 0 16,0 0-52-16,3 2-12 0,-3 1 0 0,3 5 0 16,0 0 0-16,0 0 0 0,0 0 0 0,0 0 0 0,0 0 0 0,-3 5 0 15,0 1 0-15,0 4 0 0,0 1 0 16,3 2 0-16,-3 3 0 0,3 3 0 0,0 2 0 0,0 0 8 15,0 3-8-15,0 0 0 0,0-1 0 0,0-2 0 16,0 3 0-16,-3 0 0 0,3-3 0 0,-3 3 0 16,3-5 0-16,-3 4 0 0,0 1-11 0,0 0 2 15,0 0 0-15,-3 2 0 0,3-2-1 0,-3 0 0 0,0 0 0 0,0 0 0 16,-3-6-1 0,0 1 0-16,3-1 0 0,-6-2 0 15,4-3-18-15,-4 0-4 0,0 1-1 0,-3-4 0 0,0-2 34 0,0 3 0 0,0-6 0 0,0 0 0 16,0-2 24-16,1 0 11 0,-1-1 2 0,0-2 1 15,3 0-10-15,0 0-1 0,3 0-1 0,0-2 0 16,0-4-26-16,0 4-19 0,6-4 3 0,-3 1 1 16,6-3 24-16,0 0 5 0,0 0 1 0,6-2 0 15,0-1-115-15,6-2-22 0,3 0-5 16</inkml:trace>
  <inkml:trace contextRef="#ctx0" brushRef="#br0" timeOffset="133402.489">16841 7861 2310 0,'0'0'48'0,"0"0"11"0,0 0-47 16,0 0-12-16,0 0 0 0,-3-5 0 0,3 5 104 0,0-5 20 0,0-1 3 0,0 1 1 16,0 0-78-16,3 0-15 0,0-1-3 0,0 1-1 15,0 0 1-15,0-1 1 0,3-2 0 0,0 3 0 16,0 0 25-1,3 0 5-15,0-1 1 0,0 1 0 0,0 0-52 0,0-1-12 16,-1 1 0-16,1 0 0 0,0 2 0 0,0-2 0 0,0 2 0 0,0-2 0 16,0 5 0-16,0-3 0 0,-3 3 0 0,3 0 0 15,-3 0 0-15,0 0 0 0,0 0 0 0,0 3 0 16,-3 2 28-16,0 3 4 0,-3 0 0 0,0 5 0 31,0 3-52-31,-3 0-9 0,-3 5-3 0,0 0 0 0,0 1 13 0,-3 1 3 0,0-1 0 0,0 1 0 16,-3-1-7-16,3-1-1 0,0 0 0 0,-3-3 0 15,3-2 0-15,0 3 0 0,1-6 0 0,-1 3 0 16,3-6 38-16,0 1 7 16,0 0 2-16,3-3 0 0,0 0-37 0,3-1-7 0,3-1-2 0,0-1 0 15,3 0 47-15,0-2 8 0,3 2 3 0,2-2 0 16,-2-3-12-16,3 3-3 0,0-6 0 0,3 3 0 16,0 0-3-16,3-3-1 0,0 1 0 0,3-1 0 15,-1 3-8-15,4 0-8 0,0 0 9 0,3 0-9 16,0 0 0-16,2 0-8 0,1 0-1 0,-3 3 0 15,3-3-146-15,-4 2-29 0,1 1-5 0</inkml:trace>
  <inkml:trace contextRef="#ctx0" brushRef="#br0" timeOffset="137064.521">15442 8959 1824 0,'-6'11'84'15,"6"-11"-75"-15,-6 3-9 0,6-3 0 0,-3 5 0 16,3-5 53-16,0 0 9 0,0 0 2 0,0 0 0 16,0 0 0-16,3 5 0 0,0-2 0 0,3 2 0 15,0-5 0-15,3 3 0 0,3-3 0 0,0 0 0 16,0 0-5-16,6 0-1 0,-1-3 0 0,1 3 0 0,0 0-42 0,3-3-8 0,0 3-8 0,3-2 12 16,-4 2-12-16,1 0 0 0,3-3 0 15,0 1 0-15,0-1 0 0,-3 0 0 16,2 1 0-16,-2-1 0 0,3 0 0 0,-3-2 0 0,-3 5 0 15,3-3 0 1,-4 1-26-16,-2 2-7 0,0-3-2 0,0 3 0 16,-6 0-145-16,0 3-30 0,0-3-6 0</inkml:trace>
  <inkml:trace contextRef="#ctx0" brushRef="#br0" timeOffset="137292.509">15585 9256 2158 0,'-3'2'45'0,"3"-2"10"16,0 0-44-16,0 0-11 0,0 0 0 0,0 0 0 15,0 0 102-15,3 3 18 0,3-3 4 0,3 3 1 16,-3-6-44-16,6 0-9 0,-3 1-1 0,0-1-1 16,2 0-31-16,4-2-7 0,0 0 0 0,0 0-1 15,0-3-19-15,3 2-3 0,0-2-1 0,3 0 0 16,-1 0-8-16,1 1 0 0,6-1 0 0,0-3 0 15,3 3-38-15,-1 0-3 0,7 0-1 0,0 3 0 16,-3 2-194-16,5 3-40 0,-2 0-7 0</inkml:trace>
  <inkml:trace contextRef="#ctx0" brushRef="#br0" timeOffset="140639.364">6107 14519 1552 0,'0'0'44'0,"0"0"10"0,0 0-43 0,0 0-11 0,0 0 0 0,0 0 0 15,0 0 80-15,0 0 13 0,0 0 3 0,0 0 1 16,0 0-25-16,0 0-4 0,0 0-2 0,0 0 0 15,0 0-30-15,0 0-5 0,0 0-2 0,0 0 0 16,0 0-12-16,-3 8-2 0,3-1-1 0,0-1 0 16,0 2-14-16,0 0 11 0,0 0-11 0,0 2 10 15,0-2-10-15,0 5 0 0,0 1 0 0,0 1 8 16,0-1-8-16,-3-1 0 0,3 3 0 0,0 0 8 16,0 0-24-16,-2-1-6 0,2 4-1 0,0-3 0 15,0 0-33-15,0 0-6 0,0-1-2 16,0-1 0-16,-3-1-58 0,0-3-12 0</inkml:trace>
  <inkml:trace contextRef="#ctx0" brushRef="#br0" timeOffset="141069.353">6006 14749 1492 0,'0'0'31'0,"-3"-3"8"0,3 3-31 0,-6-2-8 0,6 2 0 0,0 0 0 15,0 0 71-15,0 0 13 0,0 0 2 0,0 0 1 16,0 0-24-16,0 0-5 0,0 0-1 0,0 0 0 15,0 0-1-15,0 0-1 0,0 0 0 0,0 0 0 16,0 0-65-16,0 0-13 0,3 5-2 0,0 3-1 16,0-3 26-16,3 3 0 0,-3 0 0 0,3 0 11 15,0 0-11-15,0 2 0 0,0-2 0 0,0 3 0 16,0-3 0-16,0 0 0 0,0 0 0 0,3 0 0 16,-3-3 0-16,0 3 0 0,3-3 0 0,-3 0 0 15,-1 1-20 1,4-1-5-16,-3-2-2 0,0-1 0 0,3 1 27 0,-3-3 0 0,0 3 0 0,3-3 0 15,-3-3 13-15,0 3 8 0,0-3 2 0,3 1 0 16,0-4-37-16,0 1-7 0,-3 0-2 0,3-3 0 16,-3-3 35-16,2 1 6 0,1-1 2 0,3-2 0 15,0-6-156-15,0 1-30 0</inkml:trace>
  <inkml:trace contextRef="#ctx0" brushRef="#br0" timeOffset="141899.065">8953 14468 1337 0,'0'0'56'0,"0"0"-44"16,0 0 92-16,0 0 20 0,-3 6 3 0,3-6 1 15,0 5-52-15,0-5-9 0,-3 5-3 0,3 3 0 16,-3-3-20-16,3 3-4 0,0-2 0 0,0-1-1 16,0 3-23-16,0-3-5 0,3 3-1 0,-3 0 0 15,0 0-10-15,3 0 0 0,-3 3 0 0,0-1 8 16,3 1-8-16,-3-1 0 0,0 3 0 0,3-2 0 16,-3 2-12-16,0-2 1 0,3-1 1 0,-3 1 0 15,3 2-23-15,-3-5-5 0,3 3-1 0,-3-3 0 16,3 2-13-16,-3-2-2 0,0 0-1 0,0 0 0 15,0-8-60-15,0 0-12 0</inkml:trace>
  <inkml:trace contextRef="#ctx0" brushRef="#br0" timeOffset="142303.37">8861 14688 1552 0,'0'0'44'0,"0"0"10"0,0 0-43 0,0 0-11 0,0 0 0 0,0 0 0 16,0 0 87-16,0 0 15 0,0 0 3 0,0 0 1 15,0 0-44-15,0 0-9 0,0 0-1 0,0 0-1 16,0 0-17-16,0 0-3 0,0 0-1 0,0 0 0 15,0 0-13-15,0 0-2 0,6 3-1 0,-3 2 0 16,0 0-14-16,3 0 0 0,-3 1 0 0,0-1 0 16,0 0 0-16,3 1 0 0,-3-4 0 0,-1 6 0 15,4-2 0-15,0-1 0 0,-3-3 0 0,3 4 0 16,0-4 0-16,-3 4 0 0,3-6 0 0,0 2 0 16,0-2 0-16,0 3-10 0,0-3 0 0,0 0 0 15,0-3 10-15,0 3 0 0,0-2 0 0,3-4 0 16,-3 4 0-16,0-4 14 0,3 1-3 0,-3 0-1 15,2 0-10-15,1-3 0 0,0 0 0 0,0 0 0 16,0-3 0-16,3 1-14 0,-3-1 3 0,3 0 1 16,0-2-70-16,0 3-13 0,3-4-3 0</inkml:trace>
  <inkml:trace contextRef="#ctx0" brushRef="#br0" timeOffset="151487.949">16362 8809 1824 0,'6'-27'38'0,"-6"16"8"0,3 4-37 0,-3-4-9 0,3 0 0 0,0 1 0 15,-3 2 53-15,0 0 9 0,3-3 2 0,-3 6 0 16,0 0 0-16,0 5 0 0,0 0 0 0,0 0 0 16,0 0 0-16,0 0 0 0,0 0 0 0,0 0 0 15,0 0-52-15,0 8-12 0,0 2 0 0,-3 1 0 16,3 2 0-16,0 3 0 0,0 0 0 0,0 0 0 15,3 0 0-15,3-3 0 0,-3 3 0 0,3-3 0 16,3 3-48-16,-4-3-13 0,4-2-3 0,3 2 0 16,-3-3 52-16,3-2 12 0,3 0 0 0,-3 0 0 0,3-5-10 0,-3 2 1 15,3-5 0-15,-3 0 0 0,-1 0 9 0,4-5-10 16,0 2 10-16,-3-2-10 0,0 0 10 0,3-3 0 0,-3 0 10 16,0 0-10-16,-3 0 13 0,0 0-3 0,-1 0-1 0,-2-3 0 15,0 4 44-15,0-1 9 0,-3-3 2 0,0 0 0 16,-3 1-52-16,3-1-12 15,-3 1 0-15,-3-1 0 0,3 0 54 0,-3 1 8 0,0-3 2 0,0 5 0 16,0-3-52-16,-3 3-12 16,6 3 0-16,-3-3 0 0,0 3 54 0,3 5 8 0,-2-3 2 0,2 3 0 15,0 0-64-15,0 0 0 0,0 0-9 0,0 0 0 16,0 5 9-16,-3 6 12 0,3 0-2 0,-3 4-1 16,3 1-9-16,-3 0-12 0,3 3 2 0,0 2 1 15,-3 0 9-15,3-2 12 0,-3 2-2 0,0 0-1 16,0 0-9-16,-3 0 0 0,3-2 0 0,-3 7 0 15,0-2 0-15,0 2 0 0,0 1 0 0,-3-1 0 16,3 1 0-16,-3-1 0 0,0-2 0 0,-3 0 0 16,3-3-12-16,0-2-4 0,-2-1 0 0,-1 1-1 15,0-6 17-15,0 0 0 0,0 0 0 0,0-2 0 16,-3-3-9-16,6-3 9 0,-3 0-13 0,3 1 5 16,0-4-25-16,0-2-5 0,4 3-1 0,-1-6 0 15,0 1-123-15,3-4-25 0,3 1-5 0</inkml:trace>
  <inkml:trace contextRef="#ctx0" brushRef="#br0" timeOffset="152032.286">16743 9121 1792 0,'0'0'51'0,"0"0"10"0,6 2-49 16,0-2-12-16,-3-2 0 0,3 2 0 0,0-3 111 0,0 0 19 0,0 1 4 0,0-1 1 15,2-2-63-15,-2 0-12 0,3-1-2 0,0 1-1 16,0-3 6-16,0 3 1 0,0-1 0 0,0 1 0 16,0-3 0-16,3 3 0 0,0-3 0 0,0 5 0 15,0-2-52-15,-4 0-12 0,1 2 0 0,3-2 0 16,-3 2 14-16,0 3 0 0,0-2 0 0,0-1 0 16,-3 3-22-16,3 0-5 0,-3 0-1 0,0 3 0 15,0-1 14-15,-6-2 0 0,3 6 0 0,0-1 0 16,-3 3 0-16,0 2 0 0,0-2 0 0,-3 3 0 15,-3-1 0-15,3 4 0 0,-3-4 0 0,0 3 0 16,-3-2-30-16,0 2-3 0,3 1-1 0,-3-4 0 16,0 1 6-16,0-1 0 0,-3 1 1 0,3-1 0 15,1-2 11-15,-1 0 1 0,0 0 1 0,0 0 0 16,3-3 4-16,0 1 1 0,6-6 0 0,0 0 0 16,0 0 9-16,0 0-12 0,3 5 12 0,0-2-12 15,3-1 12-15,0 1 0 0,3 0-9 0,0-3 9 16,-1 0 0-16,1 2 13 0,3-2-1 0,-3 0-1 15,0 3 9-15,3-3 3 0,-3 3 0 0,3-1 0 0,-3-2 1 16,3 3 1-16,-3 0 0 0,0-1 0 16,0 3 7-16,-4 1 2 0,4-4 0 0,-6 6 0 0,3-2-34 0,-3-1 0 0,-3 3 0 15,3-3 0-15,-6 3 0 0,0-3 0 16,0 6 0-16,-3-3 0 0,0 0 20 0,-2 0-2 0,-1 0-1 16,-3 0 0-16,0 2-4 0,0 1-1 0,-3 2 0 15,-3 3 0-15,3-3-12 0,-6-2 0 0,4 2 0 0,-7 0 0 16,0 0 0-16,0 1 0 15,-3-1 0-15,1-3 0 0,2 1-72 16,-3-3-16-16,3 3-4 0</inkml:trace>
  <inkml:trace contextRef="#ctx0" brushRef="#br0" timeOffset="153367.697">8959 16379 1728 0,'-3'-3'49'0,"0"-2"11"0,0 2-48 0,0-2-12 0,0 2 0 0,3 3 0 16,-6-5 67-16,3 5 11 0,-3-3 2 0,6 3 1 16,0 0-13-16,-6 0-4 0,0 0 0 0,0 3 0 15,0 2 0-15,0-2 0 0,4 2 0 0,-4 0 0 16,0 3-51-16,3 0-13 0,-3 0 0 0,0 3 0 16,3-1 0-16,-3 4 0 0,0-1 0 15,3 3 0-15,-3 0 0 0,3-3 0 0,0 3 0 0,-3 2 0 16,3-2 0-16,0 0 0 0,3 0 0 0,-3 2 0 15,3-2 14-15,0 3 0 0,3-3 0 0,-3 0 0 16,3 2-28-16,0-2-6 0,0 2 0 0,3 1-1 16,0 0-29-16,-3-1-6 0,3-2 0 0,-3 2-1 0,3 1 25 15,0-3 6-15,0 2 1 0,0-2 0 16,0 0-24-16,2 0-5 0,1-3-1 0,-3 0 0 16,3-2 5-16,0 2 1 0,0-2 0 0,0-1 0 15,0-2-20-15,0 0-4 0,0-2-1 0,3-1 0 0,-3 0 74 0,0-2 0 0,3-1 12 16,-1 1-1-1,-2-3-59-15,3 3-12 0,0-6-3 0,-3 3 0 0,3 0 47 0,0-3 16 0,-3-2-9 0,3 0 9 16,-3 0 0-16,3-3 0 0,-3-3 0 0,-1 3 8 16,4-5 1-16,-3 2 1 0,3-5 0 0,-3 1 0 15,3-1-10-15,-3 0-16 0,0-3 4 0,0 1 1 16,-3-1 48-16,0 1 10 0,0-3 1 0,0 2 1 16,0-2-27-16,-3 0-6 0,0 0 0 0,0-3-1 15,-3 3 39-15,0-1 8 0,0-1 2 0,0 1 0 16,-3-1-1-16,3 1 0 0,-3-1 0 0,-3 1 0 15,3 1-11-15,-3 3-1 0,0-1-1 0,0 3 0 16,-3 3-6-16,0 0-2 0,0 2 0 0,0 3 0 16,0 0-16-16,-3 3-3 0,3 3-1 0,-3-1 0 15,-2 3-10-15,2 3-3 0,-3-1 0 0,3 3 0 16,-3 3-9-16,0 0 0 0,0 3 0 0,0-1 0 16,0 4-31-16,1 2-8 0,-1-1-1 0,0 1-1 15,0 0-186-15,0 0-37 0</inkml:trace>
  <inkml:trace contextRef="#ctx0" brushRef="#br0" timeOffset="154476.238">6101 16228 1552 0,'0'0'44'0,"-5"0"10"0,-1 0-43 0,6 0-11 0,-6 0 0 0,0 0 0 16,6 0 53-16,-6 3 9 0,6-3 2 0,-6 2 0 16,6-2 12-16,-6 0 2 0,0 3 1 0,0 2 0 15,0-2-31-15,0 2-7 0,0 0-1 0,0 3 0 16,0 0-12-16,0 0-4 0,0 0 0 0,0 3 0 15,0-1-5-15,-3 1-2 0,0 2 0 0,4 0 0 16,-4 3-17-16,3 0 10 0,0 3-10 0,-3 2 8 16,3-3-8-16,0 3 0 0,0 1 0 0,3-1 0 15,-3 0-27-15,3-3-7 0,3-2-2 16,-3 3 0-16,3-3 56 0,0 0 12 0,0 0 1 0,0-1 1 16,3-1-34-16,0 1 0 0,-3 1 0 0,6 0 0 15,-3 0 0-15,3 3 0 0,0-3 0 0,0 5 0 16,0-5 0-16,3 2 0 0,-3 1 0 0,3 2 0 15,-4-5-28-15,4 0-2 0,-3-1-1 0,0 1 0 16,3-5 42-16,-3 2 8 0,3-2 1 0,-3-1 1 16,3-2-33-16,-3-3-8 0,0 3 0 0,0-2-1 15,0-4 21-15,0 4 0 0,0-4 0 0,3 1 0 0,-3-3 0 16,3 0 0-16,-4 0 0 0,4 0 0 16,-3-3 0-16,0 1 0 0,3-4 0 0,-3 1 0 15,0-3 0-15,3 0 0 0,-3 0 0 0,0-5 0 0,0 2 0 16,0-2 0-16,3-3 0 0,-3 3 0 0,3-3 0 0,-3-2 10 0,0-1-1 15,0 1 0-15,3 2-1 16,-4 0 0-16,1 3 0 0,0-3 0 0,-3 3 5 0,3-3 1 0,-3 2 0 0,0 1 0 16,0-3 6-16,-3 3 0 0,3 0 1 0,-3 0 0 15,0-3 8-15,0 0 2 0,-3 0 0 0,3 0 0 16,-3-2 11-16,0 2 2 0,0-3 1 0,3 3 0 16,-3 1-36-16,0 1-9 0,3 1 0 0,-3 0 0 15,0 2 0-15,0 3 0 0,-3-2 0 0,3 4 0 16,-2-2 0-16,2 3 0 0,0 0 0 15,-3 2 0-15,0-2 53 0,3 2 9 0,-3 1 2 0,-3-1 0 16,3 3-103-16,0 0-20 0,0-3-4 0,0 3-1 16,0 0 52-16,0 0 12 0,0 0 0 0,0 3 0 15,0-3 0-15,3 3 0 0,-3-1 0 0,0 1 0 16,6-3-54-16,-6 5-8 0,3-2-2 0,-6 2 0 16,4 0-153-16,-4-2-31 0</inkml:trace>
</inkml:ink>
</file>

<file path=ppt/ink/ink15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8T21:52:27.811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13731 3487 1208 0,'0'0'51'0,"0"0"-41"15,0 0 55-15,0 0 11 0,3-2 3 0,-3 2 0 16,5 0-6-16,-2-3-1 0,3 3 0 0,0-3 0 16,0 3-30-16,0-2-6 0,0 2-2 0,3 0 0 15,-3 0-9-15,6 0-1 0,-3 0-1 0,3 0 0 16,3 0-8-16,-3 0-2 0,3 0 0 0,2-3 0 16,-2 3-13-16,3 0 11 0,0-2-11 0,3 2 10 15,-3 0-10-15,0 0 0 0,-1 0 0 0,1 0 0 16,0 0 0-16,-3 0 0 0,0 0 0 0,0 0 8 15,-3 0-8-15,0 0-9 0,-4 0 9 0,1 0-13 16,0 0-37-16,-3 0-7 16,0 0-2-16</inkml:trace>
  <inkml:trace contextRef="#ctx0" brushRef="#br0" timeOffset="286.305">13811 3625 1284 0,'0'0'27'0,"0"0"5"0,0 0-32 16,0 0 0-16,0 0 0 0,0 0 0 0,0 0 118 0,6 0 17 0,-3 0 3 0,3 0 1 15,3 0-36-15,-3 0-7 0,3-3-2 0,0 3 0 16,2-2-24-16,1-1-5 0,0 0-1 0,3 3 0 15,0-2-23-15,0 2-5 0,0-6 0 0,3 6-1 16,-1 0-21-16,-2-2-4 0,3 2-1 0,0 0 0 16,0 0-9-16,-3 0 0 0,0-5 0 0,0 5 8 15,-1 0-8-15,1-3-11 0,0 0 3 0,-3 3 0 16,3 0-151-16,-3-2-29 16</inkml:trace>
  <inkml:trace contextRef="#ctx0" brushRef="#br0" timeOffset="4336.331">4780 11682 1299 0,'0'19'27'0,"0"-14"6"0,-3 3-33 0,3-3 0 0,0-5 0 0,0 5 0 15,0-5 102-15,0 6 14 0,0-6 2 0,0 0 1 16,0 0-17-16,0 0-3 0,3 2-1 0,-3-2 0 16,0 0-39-16,0 0-8 0,0-5-2 0,0-3 0 15,0 0 29-15,-3-2 6 0,3-4 0 0,-3-2 1 16,3-5-29-16,0 0-5 0,0-8-2 0,0 3 0 15,0-6-14-15,0 0-3 0,3 0-1 0,80-34 0 16,60 16-31-16,-51 26 0 0,42-2 0 0,3-6 0 16,-53-3 14-16,-28-2-3 0,-29-2-1 0,-3-4 0 15,-3 9-10-15,-4 2 0 0,-2 1 0 0,6 1 0 16,3 1 0-16,6 0 0 0,0 3 0 0,5-1 0 16,1 1 0-16,0 2 0 0,-1-2 0 0,1 2 0 15,-6 3-36-15,0 2-8 0,-7 1-3 0,1 2 0 16,-6 5 38-16,-3-2 9 0,-3 5 0 0,0-3 0 15,-3 6-156-15,0 0-28 0,0 2-7 0</inkml:trace>
  <inkml:trace contextRef="#ctx0" brushRef="#br0" timeOffset="5020.016">4765 11156 1599 0,'0'0'33'0,"0"0"8"0,0 0-33 15,0 0-8-15,0 0 0 0,0 0 0 0,0 0 88 0,0 0 15 0,0 0 3 0,0 0 1 16,0 0-35-16,0 7-8 0,6-1 0 0,-6 2-1 16,0 0-31-16,0 0-7 0,0 2-1 0,0 3 0 15,0 1-4-15,0-1-2 0,3 0 0 0,-3 3 0 16,0 0-34-16,0 0-6 0,3 2-2 0,0 1 0 15,-3-1 50-15,0-2 10 0,-3 3 1 0,0-1 1 16,3 3-24-16,-9-2-5 0,6 2-1 0,0 0 0 16,6-2 0-16,0 2-8 0,6-3 12 0,-3 1-4 15,-3-3-8-15,0 0 0 0,0-3 0 0,-6 0 0 16,3-2 0-16,-6-1 8 0,0-2-8 0,3-2 0 16,3 1 16-16,0-1-1 0,3-4-1 0,-3 4 0 15,3-6 9-15,0 2 1 0,-3-2 1 0,0 0 0 16,0 0 6-16,0 0 1 0,0 0 0 0,0 0 0 15,0-2-32-15,3-4 0 0,0 4 0 0,-3-4 0 16,3 1 0-16,-3 3 8 0,3-6-8 0,-6 2 0 16,3 1 0-16,-3-3-20 0,-3 3 4 0,3 0 0 15,3-3-109-15,0-3-22 0,6 3-4 0</inkml:trace>
  <inkml:trace contextRef="#ctx0" brushRef="#br0" timeOffset="24307.735">14519 3286 1485 0,'0'0'31'0,"0"-8"7"15,-3 3-30-15,3 0-8 0,-3-3 0 0,3 5 0 16,-3-5 124-16,0 0 23 0,0 3 5 0,0 0 0 0,3-3-70 0,-3 5-14 0,1-5-4 15,-1-2 0-15,3 2 0 0,-3 0 0 0,0 0 0 0,3-3 0 32,-3 6 0-32,3-3 0 0,0 0 0 0,0 3 0 0,0 0-51 15,0 5-13-15,0 0 0 0,0 0 0 16,0 0 0-16,0 0 0 0,0 0 0 0,0 0 0 0,0 0 0 0,0 0 0 0,0 0 0 0,0 0 0 16,0 0 0-16,3 10 0 0,0-2 0 0,0 0 0 15,0 5 0-15,-1-5 0 0,1 0 0 16,3 0 0-16,-3 0 24 0,3 0 1 0,0 0 1 0,0 0 0 15,3 0-26-15,0-3 0 0,0 0 0 0,0 3 0 16,3-8-23-16,0 0 0 0,3 3 0 0,-3-3 0 16,2-3 23-16,1 3 0 0,3-8 0 0,-3 8 0 15,-3-8 0-15,3 0 0 0,-3 3 0 0,0-3 0 16,-3 0 0-16,0-2 0 0,-3 2 0 0,-1-3 0 16,-2 3 0-16,-3-5 0 0,3 0 0 0,-6 0 0 15,3 2 0-15,-3-2 0 0,-2-3 0 0,2 3 0 16,-6 2 47-16,3-2 13 0,0-3 4 0,0 8 0 15,0-5-52-15,0 5-12 0,3 0 0 0,-3 0 0 16,3 3 0-16,-3 2 0 0,6 3 0 0,0 0 0 16,0 0 0-16,-3 8 0 0,0 0 0 0,0 2 0 15,0 1 0-15,3 5 0 0,0 2-12 0,0 4 12 16,0-4-9-16,0 1 9 0,0 2 0 0,0 0-9 16,0 0 9-16,0 0 12 0,0 3-2 0,0 5-1 15,0-5-9-15,-3 8 0 0,3 0 0 0,-3 5 0 16,0-6 0-16,0 1 0 0,-3-3 0 0,0 0 0 0,0-2 0 15,0-3 0-15,0-3 0 0,-3 0 0 0,1-3 0 16,-4 1 0-16,3-3 0 0,-3 5 0 0,0-5 0 16,0-3 0-16,0 3 0 0,0-3 0 0,3 3 0 0,-3-5 0 15,0-1-10-15,1 1 10 0,-1-3-21 0,0-3 1 0,0-2 1 16,3-1 0 0,0-2-37-16,0-2-8 0,0-1-2 0,3-2 0 15,3 2-113-15,0-7-22 0,0-1-5 0</inkml:trace>
  <inkml:trace contextRef="#ctx0" brushRef="#br0" timeOffset="24768.686">14734 3583 1516 0,'15'-8'32'0,"-10"8"6"0,1-6-30 0,0 4-8 0,0-6 0 0,0 5 0 16,0-2 116-16,0 0 23 0,3-1 4 0,-3 4 1 15,0-4-64-15,3-2-12 0,0 3-2 0,0 0-1 16,0 0-1-16,0-3 0 0,0 0 0 0,3 0 0 15,-4 2 0-15,1 1 0 0,0-3 0 0,0 6 0 16,0-6-51-16,0 2-13 0,-3 4 0 0,3-1 0 16,-3 3 54-16,0 0 8 0,0 0 2 0,0 3 0 15,-3 2-52-15,3 0-12 0,-3 1 0 0,0 2 0 16,-3-1 0-16,0 1 0 0,0 0 0 0,-3 6 0 16,0-9 0-16,-3 3 0 0,3 2 0 0,-3 4 0 15,0-9-24-15,0 3-8 0,0 2-2 0,3-2 0 16,-3 0 6-16,-3 0 0 0,3 3 1 15,0-3 0-15,0-6 3 0,3 6 0 0,-3-5 0 0,6-3 0 16,0 0 9-16,0 5 3 0,0-5 0 0,0 0 0 16,0 6 0-16,6-1 1 0,-3-5 0 0,6 3 0 15,-3-3 11-15,3 0-10 0,3 0 10 0,-3 0-10 16,6-3-4-16,-3 3-1 0,3 0 0 0,-1 0 0 0,1 0 15 0,0 0 0 0,0 0 0 16,-3 0 0-16,3 0 48 0,-3 0 13 0,0 3 3 0,-3 2 0 15,0-3-52-15,-3 4-12 16,-1-1 0-16,-5 3 0 0,0 0-11 0,-2 0-5 0,-1-3 0 0,-3 6-1 15,-6 2 27-15,0 0 6 0,0 3 0 0,-6-3 1 16,3 1-17-16,-3 4 0 0,0-5 0 0,-2 3 0 16,2-3-20-16,0 3-7 0,3-5-1 15,-3 2-1-15,0 0-88 0,0-5-18 0,1-2-3 0</inkml:trace>
  <inkml:trace contextRef="#ctx0" brushRef="#br0" timeOffset="33255.199">13445 6186 1341 0,'0'0'56'0,"0"0"-44"16,0 0 80-16,0 0 16 0,0 0 3 0,0 0 1 15,0 0-32-15,6 0-7 0,0-2-1 0,0-1 0 16,0 0-24-16,0 3-4 0,2-2-2 0,1-1 0 16,0 0-16-16,0 3-3 0,3-2-1 0,0-1 0 15,0 1-12-15,3 2-2 16,0 0-8-16,0-3 12 0,0 3-12 0,-4-3 0 0,4 3 8 0,-3-2-8 15,3 2 0-15,-3 0 0 0,0-3 0 0,-3 3 0 16,0 0-16-16,0 0-7 0,0 0-1 0,-3 0 0 16,-3 3-116-16,-3-3-24 0,0 0-5 0</inkml:trace>
  <inkml:trace contextRef="#ctx0" brushRef="#br0" timeOffset="33477.525">13457 6348 1337 0,'0'0'28'0,"0"5"6"0,0-5-34 0,0 0 0 0,3 3 0 0,0 2 0 15,3-2 109-15,-3-3 15 0,3 2 4 0,-1 1 0 16,4-3-23-16,0 0-4 0,0-3-1 0,3 3 0 0,-3-2-32 16,3-1-8-16,-3 3 0 0,3-3-1 15,0 1-32-15,0 2-7 0,0-3 0 0,2-2-1 16,-2 2-19-16,3 0 10 0,0 1-10 0,0-3 8 0,0 2-8 15,0-2 0-15,0-1-10 0,3 4 10 16,-4-4-59-16,4 4-5 0,0-4-2 0</inkml:trace>
  <inkml:trace contextRef="#ctx0" brushRef="#br0" timeOffset="34305.775">14174 6036 1814 0,'0'0'52'0,"0"0"10"0,0 0-50 16,0 0-12-16,0 0 0 0,0 0 0 0,0 0 72 0,0 0 12 0,-3-6 3 0,3 6 0 15,0 0-27-15,0 0-4 0,0 0-2 0,0 0 0 16,0 0-7-16,0 0-2 0,0 0 0 0,0 0 0 16,0 0-36-16,0 0-9 0,0 0 0 0,3 8 0 15,0-3 0 1,0 3 0-16,0 0 0 0,0 0 0 0,3-2 0 0,0 2 0 0,0-1 0 0,0 1 0 15,3-2 0-15,0 2 0 0,0 0 0 0,-1-1 0 16,4-4 0-16,0 2 0 0,0 1 0 0,3-4 0 16,-3 1-49-16,0 0-12 0,0-3-3 15,3 0 0-15,-3 0 64 0,0 0 12 0,-4-3 2 0,4 0 1 16,-6 1-24-16,3-1-5 0,-3 0-1 0,-3-2 0 16,3 0 15-16,-3 0 8 0,0-1 0 0,0 1-8 15,-3-3 0-15,0 3 0 0,0-1-10 0,0-1 10 16,0-1 44-16,-3 0 16 0,3-3 3 0,-3 0 1 15,0 4-52-15,3-4-12 0,-3 0 0 0,0 3 0 16,0-2 54-16,0 2 8 0,0 0 2 0,0 0 0 16,3 5-52-16,0 3-12 0,-3-5 0 0,3 5 0 15,0 0 0-15,0 0 0 0,0 0 0 0,0 0 0 16,0 0 0-16,0 0 0 0,0 5 0 0,0 6 0 16,-3-3 0-16,3 5 0 0,0 0 0 0,-3 1 0 15,3 1 0-15,-3-1 0 0,3-1 0 0,-3 5 0 16,0-2 0-16,0 3 0 0,-3 2 0 0,3 0 0 0,-2 3 0 15,-1 0 0-15,0 0 0 0,-3 2 0 0,0-2 0 0,0-3 0 16,0 0 0-16,-3-2 0 0,3-1 0 0,-3-2 0 16,3-3 0-16,-3 1 0 0,0-1 0 0,3-3 0 15,-2 1 0-15,2 0 0 0,0-3 0 0,0-3 0 0,3 3 0 0,-3-3 0 16,3-2 0-16,0 2 0 0,6-5 0 0,0 0 0 31,0 0-101-31,0 0-23 0,0 0-5 0</inkml:trace>
  <inkml:trace contextRef="#ctx0" brushRef="#br0" timeOffset="34847.319">14484 6374 1789 0,'0'0'37'0,"0"0"9"15,0 0-37-15,0 0-9 0,0 0 0 0,0 0 0 16,0 0 104-16,0 0 20 0,0 0 3 0,6-2 1 15,-3-1-44-15,0-2-9 0,2-1-2 0,1 1 0 16,0 0-8-16,0-3-1 0,0 3-1 0,3-3 0 16,0 0-50-16,0 0-13 0,3 0 0 0,0 0 0 15,-3 3 43-15,3-3 3 0,0 2 1 0,0 1 0 16,2 2-24-16,-2 1-5 0,0-4-1 0,3 6 0 16,-6-2-17-16,3 4 0 0,-3-2 0 0,0 3 0 15,0 2 0-15,-3 1 0 0,0-1 0 0,0 3 0 16,-3-3 0-16,-3 3 0 0,0 0 0 0,0 3 0 15,-3-3-48-15,0 0-12 0,-3 2-4 0,0-2 0 0,0 0 52 16,0 0 12-16,-3 0 0 0,0 0 0 16,0 0 0-16,0-3 0 0,0 3 0 0,0 0 0 0,0-3 0 15,3 3 0-15,0-3 0 0,0 1 0 16,0-1-54-16,6-5-8 0,0 0-2 0,0 0 0 0,0 0 52 0,0 5 12 16,0-5 0-16,3 6 0 0,3-4 0 15,0-2 0-15,0 3 0 0,3-3 0 0,0 0 0 0,0 0 0 0,3 0 0 0,0 0 0 16,-3 0 0-16,3 0 0 0,-3 0 0 0,0 0 0 15,0 0 48-15,-1 0 13 0,1 3 3 0,-3-1 0 16,0 1-52-16,0 2-12 0,-3-2 0 0,0 2 0 16,-3 0 0-16,-3 3 0 0,0 0 0 0,0 0 0 15,-6 0 0-15,0 3 0 0,-2-1 0 0,-1 1 0 16,-3-1 0-16,-3 1 0 0,3 2 0 0,-3 3 0 16,0-3 32-16,0-2 4 0,1 2 1 0,2 3 0 15,0-5-8-15,0-1-1 0,3 1-1 0,-3-3 0 16,3 0-73-16,0 0-14 0,-3 0-4 0,4-3 0 15,2 0-199-15</inkml:trace>
  <inkml:trace contextRef="#ctx0" brushRef="#br0" timeOffset="48707.316">13606 4313 1340 0,'0'0'38'0,"0"0"8"0,0 0-37 0,0 0-9 0,0 0 0 0,0 0 0 15,0 0 71-15,2 0 12 0,4 3 2 0,0-3 1 16,0 0-22-16,0 2-5 0,0-2-1 0,0 0 0 15,0 3-18-15,3-3-3 0,0 0-1 0,0-3 0 16,0 3-16-16,0 0-3 0,3-2-1 0,0 2 0 16,-3 0-16-16,2-3 10 0,4 3-10 0,-3 0 8 15,0 0-8-15,3 0 0 0,0-5 9 0,0 5-9 16,-3 0-10-16,3 0-6 0,-3 0-2 0,-1 5 0 16,-2-5-9-16,0 0-1 0,0 3-1 0,-3-1 0 31,0 4-175-31,-3-1-34 0</inkml:trace>
  <inkml:trace contextRef="#ctx0" brushRef="#br0" timeOffset="48937.863">13668 4522 1364 0,'0'0'28'0,"0"0"7"0,0 0-35 0,0 0 0 0,0 0 0 0,0 0 0 31,0 0 98-31,0 0 13 0,6 0 2 0,0-3 1 0,0 3-34 0,0-5-8 0,0 2 0 15,0 1-1-15,3-4-14 0,-3 4-2 0,3-3-1 0,-1 2 0 16,1 0-18-16,0-2-4 0,3 2-1 0,0-5 0 16,3 6-42-16,0-4-8 0,0 1-1 0,3 3-1 15,0-4 42-15,-1 1 9 0,4 2 2 0,-3-5 0 16,3 6-42-16,0-4-8 0,0 1-2 0,-4 0 0 16,1 2-165-1,0-5-34-15</inkml:trace>
  <inkml:trace contextRef="#ctx0" brushRef="#br0" timeOffset="49526.323">14216 4101 1337 0,'0'-8'56'16,"-3"0"-44"-1,3 0 92-15,0 3 20 0,-3 3 3 0,3-6 1 16,0 2-16-16,0 6-2 0,0-5-1 0,0 5 0 16,0 0-47-16,0 0-10 0,0 0-1 0,0 0-1 15,0 0-14-15,0 0-4 0,0 0 0 0,0 0 0 16,0 0-24-16,0 0-8 0,0 0 0 0,0 0 0 0,3 5 0 0,0 1 0 0,0 2 0 0,0-1 0 31,0 4 0-31,0 0 0 0,3-1 0 0,0 1 0 0,-1 5 0 16,1-8 0-16,0 5 0 0,0-3 0 0,3 4 0 0,-3-4-11 0,3 1 2 0,0-3 0 31,0 0-29-31,0-3-6 0,0 0 0 0,3 1-1 0,-3-6 19 0,0 0 4 0,0 0 1 0,0-3 0 16,-1 0 21-16,-2-2 0 0,0-3 0 0,0 3 0 15,0-3 0-15,-3 0 0 0,0 0 0 0,0-3 0 16,0 3 0-16,0-2 13 0,0-1-1 16,-3 3-1-16,0-2 42 0,0-1 9 0,0 1 2 0,0 2 0 15,0-3-52-15,-3 3-12 16,3-2 0-16,0 2 0 0,0 2 54 0,0-2 8 0,0 3 2 0,0 0 0 15,0 5-52-15,0 0-12 0,0-5 0 0,0 5 0 16,0 0 0-16,0 0 0 0,0 0 0 0,0 0 0 16,0 0 0-16,0 0 0 0,0 0 0 0,0 5 0 15,0 0 0-15,3 3 0 0,0 3 0 0,-3-3 0 16,0 5 8-16,0 3 0 0,0-3-8 0,0 11 12 16,-3-8-12-16,3 5-8 0,-3 3 8 0,-3-1-13 15,3-1 13-15,-3 1 0 0,0-1 0 0,0-1 0 16,-3-5 0-16,0 2 0 0,-2-2 0 0,-1 0 0 15,-3-3 0-15,3-2 0 0,0-3 0 0,0 2 0 16,0 1 0-16,0-3 0 0,0 2 0 0,3-7 0 16,-2 2 0-16,2 1 0 0,0-1 0 0,3 0 0 15,0-2-54-15,0-1-8 0,6-2-2 0,0 0 0 16,0 0-102-16,0 0-21 0,0 0-4 0</inkml:trace>
  <inkml:trace contextRef="#ctx0" brushRef="#br0" timeOffset="49946.697">14683 4289 1858 0,'0'0'52'0,"0"0"13"0,3-2-52 15,3-1-13-15,-6 3 0 0,3-3 0 0,-3 3 83 0,0 0 13 0,0 0 4 0,0 0 0 16,0-5-44-16,0 5-8 0,0 0-1 0,0 0-1 15,0 0-19-15,-3 0-4 0,3 0-1 0,-6-5 0 16,-3 2-13-16,3 3-9 0,-3 3 12 0,0-3-12 16,0 5 0-16,-3-2 0 0,4-1 0 0,-4 6 0 15,0-3 0-15,3 1 0 0,0 2 0 0,0-3 0 16,0 3 0-16,-3-3 0 0,6 3 0 0,-3 0 0 16,3 0 0-16,0 0 0 0,3-3 0 0,-3 1 0 15,3 4 0-15,0-7 0 0,0 2 0 0,0 3 0 16,3-3 15-16,0 1-4 0,0-1-1 0,3 0 0 15,0-2-10-15,0 2 0 0,0-2 0 0,3-1 0 16,-3 4-8-16,3-6-1 0,-3 2 0 0,3-2 0 16,3 3 9-16,0-3 0 0,0 5 0 0,0-5 0 15,0 0 0-15,3 0 0 0,0-5 0 0,3 5 0 0,-4-3 0 16,4 3 0-16,0 0 0 0,0-2 0 0,0 2 0 16,0-3 0-16,0 0 0 0,0 1 0 15,-3 2-56-15,-1-3-5 0,4 0-2 0,-6 1 0 16,0-1-52-16,0 3-10 0,0-5-3 0</inkml:trace>
  <inkml:trace contextRef="#ctx0" brushRef="#br0" timeOffset="50280.297">14781 4257 1637 0,'-3'-5'34'0,"0"0"8"0,3 0-34 0,-3 2-8 0,3-2 0 0,0 5 0 15,0 0 96-15,-3-6 16 0,3 6 4 0,0 0 1 16,0 0-45-16,0 0-10 0,0 0-2 0,0 0 0 16,0 0 24-16,0 0 5 0,0 0 1 0,0 0 0 15,3 6-50-15,0 2-11 0,-3-1-1 0,3 1-1 16,0 6-8-16,-3-1-2 0,3 0 0 0,-3 3 0 16,3-3 0-16,-3 3 0 0,3-3 0 0,0 1 0 15,-3 4-7-15,3-7-2 0,0 2 0 0,-3 3 0 16,0-3-8-16,3 3 0 0,-3 0 0 0,0 2 8 15,0-2-8-15,0 5 8 0,0-2-8 0,0 5 8 16,0-1 16-16,0-4 2 0,0 2 1 0,0 6 0 16,-3-14-40-16,3 5-8 0,-3-2-2 0,0-3 0 15,0 1 23-15,3-4 0 0,-3 1 0 0,0-1 0 16,3-2-77-16,-3-2-8 0,3-1-2 0</inkml:trace>
  <inkml:trace contextRef="#ctx0" brushRef="#br0" timeOffset="53283.779">13686 7229 1792 0,'0'0'51'0,"0"0"10"0,0 0-49 0,0 0-12 0,0 0 0 0,3-3 0 16,0 1 79-16,0-1 13 0,0 0 2 0,3-2 1 16,0 2-50-16,3 1-9 0,-3-1-3 0,3 0 0 15,2 3 25-15,-2-2 5 0,3-1 1 0,3 3 0 16,0-5-52-16,0 2-12 0,3 1 0 0,0-1 0 15,-1 0 0-15,4-2 0 0,0 2 0 0,0 3 0 16,-3-2 0-16,0-1 0 0,0 3 0 0,-1-3 0 16,-2 3 0-16,0 0 0 0,0 0 0 0,-3 0 0 15,-3 3-100-15,0-3-22 0,-3 5-5 0,-3-2-1 16,0 2-102-16,-3 1-21 0</inkml:trace>
  <inkml:trace contextRef="#ctx0" brushRef="#br0" timeOffset="53519.643">13802 7353 1337 0,'0'0'28'0,"0"0"6"0,0 0-34 15,0 0 0-15,0 0 0 0,0 0 0 0,0 0 109 0,0 0 15 0,0 0 4 0,6 0 0 16,3-2-14-16,-3 2-2 0,6-3-1 0,-3 0 0 31,3 1-24-31,-1-4-5 0,4 4-1 0,-3-1 0 0,3 0-65 0,3-2-16 0,-3 5 0 0,0-3 0 16,3 1 0-16,-4-1 0 0,4 3 0 0,-3-2 0 15,3-1 0-15,0 0 0 0,0 1 0 0,-3-4 0 16,3 4 0-16,-4-1 0 0,4 0 0 0,-3 1 0 31,0-1-150-31,3 0-34 0,-3 1-6 0</inkml:trace>
  <inkml:trace contextRef="#ctx0" brushRef="#br0" timeOffset="54201.135">14341 7001 1824 0,'0'-8'76'16,"0"0"-60"0,3 0 89-16,-3 1 19 0,3 1 3 0,0 1 1 0,-3-3-52 15,3 3-9-15,0-1-3 0,-3 4 0 0,0 2 0 0,0 0 0 16,3-3 0-16,-3 3 0 0,0 0-51 0,0 0-13 0,0 0 0 0,0 0 0 16,6-2 0-1,-6 2 0-15,3 5 0 0,2-3 0 16,-2 6 0-16,3 0 0 0,0 3 0 0,-3-1 0 0,3 4 0 0,0 2 0 0,0-1 0 0,0 4 0 31,0-3-48-31,3-3-13 0,-3 3-3 0,3-3 0 16,3 0-5-16,-3-2-2 0,3-3 0 0,-3 0 0 0,0-3 18 15,2-2 3-15,-2 2 1 0,0-2 0 0,0-3 27 0,-3-3 6 0,3 3 0 0,0-5 1 16,-3 2 15-16,0-2 0 0,-3-3 0 0,3 3 0 16,-3-3 0-16,0-3 8 15,0 3 0-15,0-2-8 0,0-1 88 0,-3 0 10 0,0 1 2 0,0-3 1 16,0 2-8-16,0-2-1 0,0 2-1 0,-3-2 0 15,3 2-73-15,0 1-18 0,-3-3 0 0,3 5 0 16,-3-3 20-16,3 3 0 0,0 0 0 0,-3 3 0 16,3 0-4-16,0 5 0 0,0 0 0 0,0 0 0 15,0 0-6-15,0 0-2 0,0 0 0 0,0 0 0 16,0 0 10-16,0 0 2 0,0 0 0 0,0 0 0 16,0 0-20-16,3 8 0 0,-3 0 0 0,0 2 0 15,3 3 0-15,-3 3 0 0,0 3 0 0,3-1 0 16,-3 6 0-16,0 0 0 0,0 0 0 0,0 2 0 15,-3-5-12-15,3 3-7 0,-3-3-1 0,0-2 0 16,0-1 32-16,0 1 7 0,0-1 1 0,-3-2 0 16,0-3-20-16,0 1 0 0,-3-1 0 0,3-2 0 15,-3 2 0-15,0-3 0 0,3 1 0 0,-3 0 0 16,0-4-21-16,1 1-8 0,-1 0-2 0,3-2 0 16,-3-1-1-16,3 0-1 0,0 1 0 0,0-4 0 15,6-2-25-15,0 0-5 0,0 0-1 0,0 0 0 16,-6-2-97-16,6-4-20 0,-3-2-4 0</inkml:trace>
  <inkml:trace contextRef="#ctx0" brushRef="#br0" timeOffset="54861.073">14874 7221 2030 0,'0'0'57'0,"0"0"14"0,0 0-57 0,0 0-14 0,0 0 0 0,0 0 0 15,0 0 54-15,0 0 8 0,0 0 2 0,0 0 0 16,0 0 0-16,0 0 0 0,0 0 0 0,0 0 0 16,0 0-52-16,0 0-12 0,-6 3 0 0,-3-1 0 15,3 1 54-15,0 0 8 0,-3-3 2 0,3 2 0 16,-3 3-52-16,0-2-12 0,-3 0 0 0,3-1 0 16,-3 4 0-16,3-4 0 0,0 4 0 0,-2-1 0 15,2-2 0-15,0 2 0 0,3-3 0 0,-3 4 0 16,3-4 0-16,3 4 0 0,3-6 0 0,-6 5 0 15,6-5 0-15,0 5 0 0,0 1 0 0,3-1 0 16,0 0 0-16,0 0 0 0,3 1 0 0,0-1 0 16,0 0 0-16,0 1 0 0,3-4 0 0,-1 4 0 15,1-1 0-15,3 0 0 0,-3 0 0 0,3-2 0 0,0 2 0 0,0-2 0 16,0 0 0-16,0-1 0 16,0 1-48-16,0 0-13 0,0-3-3 0,-1 0 0 0,1-3 52 0,0 0 12 15,0 1 0-15,0-1 0 16,-3 0 0-16,3 1 0 0,0-1 0 0,-3 0 0 15,3-2-54-15,-3 3-8 0,-4-4-2 0,4 4 0 16,-3-4 0-16,0 4-1 0,-3-4 0 0,0 1 0 16,-3 5 1-16,3-3 1 0,-3 3 0 0,-3-5 0 0,3 0 51 0,0 5 12 0,-6-5 0 0,3-1 0 15,-3 4 48-15,0-6 13 0,0 2 3 0,1 1 0 16,-1 0-52-16,3-1-12 0,-3-1 0 0,3 1 0 16,-3 1 54-16,3 2 8 15,-3-2 2-15,3 0 0 0,0-1 0 16,3 6 0-16,0-2 0 0,0 2 0 0,0 0-52 0,0 0-12 0,0 0 0 0,0 0 0 15,0 0 54-15,0 0 8 0,0 0 2 0,0 0 0 16,0 0-52-16,0 0-12 0,0 0 0 0,0 5 0 16,0 3 54-16,0-3 8 0,0 6 2 0,0-3 0 15,3 2-52-15,-3-2-12 0,0 3 0 0,0 0 0 16,0 2 0-16,0-3 0 0,0 6 0 0,0 0 0 16,0 0 0-16,0 3 0 0,0 2 0 0,0 0 0 15,0-3 0-15,0 6 0 0,0-3 0 0,0 1 0 16,0-4 0-16,3 1 0 0,-3-4 0 0,0 1 0 15,0 0-38-15,0 0-10 0,0-3-3 0,0 1 0 16,0-1-123-16,3 0-25 0,-3 0-5 0</inkml:trace>
  <inkml:trace contextRef="#ctx0" brushRef="#br0" timeOffset="55386.092">13760 9036 1728 0,'0'0'36'0,"0"0"8"16,0-5-35-16,0 5-9 0,0-5 0 0,3-1 0 15,-3 6 101-15,3-5 19 0,0 2 3 0,0-2 1 16,3 2-47-16,-3 1-9 0,3-1-1 0,0 0-1 16,3 3-31-16,3-2-7 0,0-1 0 0,0 0-1 15,3 3 29-15,-1-2 7 0,4 2 1 0,0-3 0 16,0 3-72-16,0 0-15 0,0 0-2 0,0 0-1 0,-1 3 26 0,1-3 0 0,3 0 0 0,-6 2 0 31,0-2 0-31,0 3-8 0,-3-3 8 0,-3 3-12 16,0-1-37-16,0 1-8 0,-4 2-2 0,1 1 0 15,-3-1-137-15,0 0-28 0,-6 3-6 0</inkml:trace>
  <inkml:trace contextRef="#ctx0" brushRef="#br0" timeOffset="55594.67">13811 9227 1720 0,'0'0'48'0,"0"0"12"16,0 0-48-16,0 0-12 0,0 0 0 0,0 0 0 16,6 0 69-16,0-3 11 0,0 0 3 0,3 1 0 15,3-4 36-15,0 4 7 0,-1-4 2 0,4 1 0 16,0-3-63-16,0 3-12 0,3 0-2 0,0-3-1 16,0 2-26-16,-3-2-4 0,2 3-2 0,1 0 0 15,0 0-18-15,-3-3 0 0,3 2 8 0,-3 1-8 16,0 0 0-16,-1-1-9 0,4 1 1 0,-3 3 0 15,3-4-95-15,-3 1-18 0,3 2-4 0</inkml:trace>
  <inkml:trace contextRef="#ctx0" brushRef="#br0" timeOffset="56319.807">14585 8666 1782 0,'0'-14'37'0,"0"14"8"0,0-5-36 0,0 5-9 0,0-5 0 0,0 5 0 15,3-5 96-15,-3 5 18 0,0-6 3 0,0 6 1 16,0 0-52-16,0 0-10 0,0 0-3 0,0 0 0 16,0 0-22-16,0 0-5 0,0 0-1 0,3 8 0 15,0 0-14-15,-3 3-3 0,0-1-8 0,3 6 12 16,0 0-12-16,-3 0 0 0,3 2 0 0,0 1 0 15,3-1 0-15,-3 1 0 0,3-3 0 0,2 2 0 16,-2-2 0-16,3 0 0 0,0-3 0 0,3 1 0 16,-3-1-58-16,3-3-14 0,-3-2-4 0,3 0 0 15,0 0 20-15,-3-2 3 0,3-4 1 0,0 1 0 16,-1-1 18-16,-2-2 4 0,3 0 1 0,-3-2 0 16,0-1-5-16,0-2-1 0,0 0 0 0,0-3 0 15,-3 0 51-15,0 0 11 0,0-3 1 0,0 1 1 16,-3-1 23-16,0 0 4 0,0-2 0 0,-3 0 1 0,3 0 17 0,-3 0 3 15,0-3 1-15,-3 0 0 0,0 0-12 16,3-3-2-16,-3 1-1 0,0 2 0 0,0-3-22 16,-3 6-4-16,3-3-1 0,0 3 0 0,0 3-9 0,0 2-3 0,0 0 0 15,0 0 0-15,3 5-9 16,0 3-3-16,0 0 0 0,0 0 0 0,0 0-12 0,0 0 0 0,0 0 0 0,0 5 0 16,0 6 0-16,0 0 0 0,3 2 0 0,-3 5 0 15,3 1 0-15,-3 2 0 0,3 3 0 0,-3 0 0 16,0-3 0-16,3 3 0 0,-3-3 0 0,0 0 0 15,0 0 0-15,0-5 0 0,-3 2 0 0,3-2 0 16,-3 0 0-16,-3 0 0 0,3 0 8 0,-3-3-8 16,0 3 0-16,0-3 0 0,-3 3 8 0,0-3-8 15,0 3 0-15,-3-2 0 0,0-1 0 0,-2 0 0 16,2 0-42-16,0 0-2 0,-3 1 0 0,3-4 0 16,0 1 36-16,0-3 8 0,0 2 0 0,3-2 0 15,0-2-53-15,0-4-9 16,4 1-2-16</inkml:trace>
  <inkml:trace contextRef="#ctx0" brushRef="#br0" timeOffset="56787.445">15144 8973 2066 0,'9'-6'43'0,"-9"6"10"15,6-2-42-15,-3-1-11 0,3 3 0 0,-3-3 0 0,3 1 104 0,-3 2 20 0,-3 0 3 0,0 0 1 16,0 0-52-16,3-3-9 0,-3 3-3 0,0 0 0 16,0 0-51-16,0 0-13 0,0 0 0 0,0 0 0 15,0 0 0-15,0 0 0 0,0 0 0 0,0 0 0 16,-6-3 0-16,-3 3 0 0,0 0 0 0,0 3 0 16,-3 0 54-16,1 2 8 0,-4-2 2 0,0 2 0 15,0 3-52-15,0 0-12 0,0 0 0 16,0 2 0-16,0 1 0 15,0-3 0-15,1 2 0 0,2 1 0 0,0 2 0 0,0-5 0 0,3 3 0 0,3-1 0 16,0 1-18 0,0-3-6-16,3 2-2 0,0-2 0 0,3 0-10 15,0-2-1-15,0 2-1 0,3 0 0 0,0-1 38 0,0-1 0 0,0 2 0 0,3-3 0 16,0 0 0-16,0-2 0 0,3 2 0 0,0-2 0 16,3-1 0-16,0 1 0 0,-1 0 0 0,4-1 0 15,0-2 0-15,0 0 0 0,3 0 0 0,0 0 0 16,-3 0 44-16,3-2 16 0,-1-1 3 0,1 3 1 15,-3-3-103-15,0-2-20 0,0 3-4 0,0-1-1 16,0 0 52-16,0 1 12 0,-3-4 0 0,2 4 0 16,-2-1 0-16,-3 0 0 0,0-2 0 0,0 2 0 15,0 1-16-15,-3-1-1 0,3 3 0 0,-3-2 0 16,-3-1-118-16,3 0-23 0,-3 1-5 0</inkml:trace>
  <inkml:trace contextRef="#ctx0" brushRef="#br0" timeOffset="57096.341">15231 8983 2030 0,'0'0'57'0,"-6"-2"14"0,6 2-57 16,0 0-14-16,0 0 0 0,0 0 0 15,0 0 105-15,0 0 19 0,0 0 3 0,0 0 1 0,0 0-52 0,0 0-9 0,0 0-3 0,0 0 0 16,0 0 0-16,3 5 0 0,0 3 0 0,0 0 0 15,0 2-51-15,0 1-13 0,0-1 0 0,0 6 0 16,0-2 54-16,0 1 8 0,0 4 2 0,0-1 0 16,-3 1-52-16,3 0-12 0,-1-1 0 0,1 1 0 15,-3-1 0-15,3-2 0 0,-3 0 0 0,0 0 0 16,3 0 0-16,-3-3 0 0,0 0 0 0,-3 3 0 16,3-6 0-16,0 1 0 0,-3 0 0 15,0-3 0-15,3 2 0 0,-2-2 0 0,-1 0 0 0,3 0 0 16,-3 0-23-16,3-3-1 0,-3 3 0 0,3 0 0 15,0-3-100-15,3 1-20 0,-3-1-4 0</inkml:trace>
  <inkml:trace contextRef="#ctx0" brushRef="#br0" timeOffset="64933.73">16142 15590 2030 0,'-9'3'57'0,"0"0"14"0,0-1-57 0,0 1-14 0,0 2 0 0,-3-2 0 16,3 2 47-16,-3 3 6 0,3-3 2 0,-3 3 0 15,0 3-7-15,1-3-2 0,-1 5 0 0,-3 0 0 16,3-2-18-16,0 5-4 0,-3-3-1 0,0 3 0 16,0-3-4-16,3 3-1 0,0 0 0 0,1 0 0 15,-1-1-18-15,3 4-19 0,-3 0 4 0,3 2 1 16,3 3 14-16,0-1 0 0,0 6 0 16,0-2 0-16,3 2 12 0,3 0 6 0,0 0 1 0,3-2 0 15,3-1-19-15,0-2 0 0,0-3-8 16,3-2 8-16,0-1-9 0,3 1 9 0,0-3-8 0,3-3 8 15,2 3 0-15,-2-3-10 0,3 0 10 0,0-2 0 16,0-3-11-16,3 0 11 0,-3-3-10 0,2 0 10 16,-2-5-11-16,0-2 11 0,-3-1-12 0,3-5 12 15,-3 0-9-15,0-3 9 0,-1-2 0 0,1 0-9 16,0-3 9-16,0 3 9 0,0-3-1 0,-3-5-8 16,3 2 0-16,0-5 0 0,-3-2 0 0,-1-3 0 15,1 0 40-15,-3-3 0 0,0 0 1 0,-3 1 0 16,0 4-14-16,0 3-3 0,-3 0-1 0,0 1 0 15,-3 1 17-15,0-1 4 0,0 1 1 0,-6-1 0 16,3-1-9-16,-6 0-1 0,0-5-1 0,0 5 0 0,-3 0-34 0,1 3-17 16,-4 0 1-16,-3 2 1 0,3 6 63 0,0 3 13 15,-3-1 3-15,-3 6 0 0,-2 2-64 0,-4 3 0 0,0 0-12 0,-6 8 2 16,0 0-5-16,-5 5-1 0,-1 6 0 0,0 2 0 31,4 0-39-31,2 0-8 0,0 3-1 0</inkml:trace>
  <inkml:trace contextRef="#ctx0" brushRef="#br0" timeOffset="66116.948">21345 15551 1751 0,'-39'0'81'16,"30"0"-72"-16,-3 0-9 0,0 0 0 0,-3 0 0 0,3 0 68 0,-2 0 12 0,-1 0 3 0,0 0 0 15,0 0-14-15,0 2-2 0,0 1-1 0,-3 2 0 16,3-2-54-16,1 2-12 0,-1 0 0 0,0 3 0 31,3 3 48-31,0-3 13 0,0 5 3 0,3-2 0 0,-3 2-52 0,3 0-12 0,0 3 0 0,0 0 0 16,3 2 0-16,1-2 0 0,-1 3 0 0,0 2 0 15,3 0 0-15,0 0-13 0,0 3 2 0,3 5 1 16,0 0 10-16,0 3 14 0,0 2-3 16,0 3-1-1,3-5-59-15,0 0-12 0,0 0-3 0,0-1 0 0,3-1 64 0,0-4 0 0,-1-2 0 16,1 5 10-16,0-5-10 0,3-3-14 0,0 3 3 0,-3 0 1 15,3-6 10-15,0 3 0 0,3-5 0 0,0 3 0 16,0-6 0-16,3 0 0 0,0-2 0 16,2-3 0-16,-2-3-9 0,3-5 0 0,3 0 0 0,-3-3 0 15,6-5 9-15,-4-2 0 0,1-3 0 0,0-3 0 16,0 0 0-16,-3-3 0 0,3 3 10 0,-3-5-10 16,-1 3 12-16,-2-3-4 0,3 2-8 0,-3-2 12 15,0-3 42-15,0 3 8 0,0-6 2 0,0 1 0 16,-1-3-52-16,1-3-12 0,-3 0 0 0,3-2 0 15,-3 5 32-15,-3 0 4 0,3 0 1 0,-6 2 0 16,3 3-7-16,-6 1-2 0,3 1 0 0,-6 1 0 16,0 0-1-16,0-3-1 0,-3 3 0 0,0-3 0 15,-3 0-5-15,0 3-1 0,0 0 0 0,-3 3 0 16,0-1-5-16,-3 3-2 0,0 0 0 0,-3 3 0 16,3 0 5-16,-2 5 1 0,-1-3 0 0,0 6 0 15,-3 0-27-15,0-1-6 0,3 4-1 0,-9 2 0 0,1-3 15 0,-4 6 13 16,-9-3-2-16,0 5-1 15,-2 0-42-15,-1 3-9 0,-3 0-2 0,-2 5 0 16,-1 1-123-16,3-1-25 0,-2 5-5 0</inkml:trace>
  <inkml:trace contextRef="#ctx0" brushRef="#br0" timeOffset="71077.961">13594 5207 1458 0,'0'0'30'0,"0"0"8"15,0 0-30-15,0 0-8 0,0 0 0 0,0 0 0 16,0 0 86-16,0 0 16 0,6 3 3 0,0 0 1 15,-1-1-42-15,1 1-8 0,0-3-1 0,0 3-1 16,3-1 8-16,0 1 2 0,3-3 0 0,-3 2 0 16,3 1-32-16,0-3-7 0,0 0-1 0,0 3 0 15,3-3-12-15,-4 0-4 0,4 0 0 0,-3 0 0 16,3 0-8-16,0 0 0 0,3 0 0 0,-3 0 8 16,0 0-8-16,0 0 8 0,-1 0-8 0,1 0 8 15,-3 0-36-15,-3 0-8 0,0 0-2 0,-3 2 0 16,0 1-21-16,-6-3-4 0,0 0-1 0</inkml:trace>
  <inkml:trace contextRef="#ctx0" brushRef="#br0" timeOffset="71313.526">13686 5406 1268 0,'-9'10'26'0,"9"-10"7"0,0 0-33 0,0 0 0 0,0 0 0 0,-3 6 0 15,3-6 97-15,0 0 13 0,3 5 2 0,-3-5 1 16,3 8-13-16,3-8-4 0,-3 0 0 0,3 0 0 15,0 0-21-15,3 0-5 0,-3 0-1 0,3 0 0 16,-3-5-27-16,-1 2-6 0,4 0 0 0,-3 1-1 16,3-1-8-16,0 0-2 0,3-2 0 0,-3 2 0 15,3-2-25-15,3 2 0 0,-3 1 0 0,3-6 0 16,3 5 0-16,-4-2 0 0,4 2 0 0,3-2 0 16,-3 0-162-16,3-1-38 0</inkml:trace>
  <inkml:trace contextRef="#ctx0" brushRef="#br0" timeOffset="71884.692">14251 5014 1579 0,'-3'-32'32'0,"3"22"10"0,-3-1-34 0,3 1-8 0,0-1 0 15,-2-2 0-15,2 2 136 0,0 6 24 0,0-8 6 0,0 5 1 16,2 3-63-16,-2-3-12 0,0 5-2 0,0-2-1 16,0 5-71-16,0 0-18 0,0 0 0 15,0 0 0-15,0 0 55 0,0 0 7 0,0 0 2 0,0 0 0 16,0 5-52-16,0 3-12 0,-2-3 0 0,2 6 0 16,0 2 0-16,2-2 0 0,1 2 0 0,0 0 0 15,0 3 0-15,3 0 0 0,0 0 0 0,0 2 0 16,3-7-41-1,0 2-11-15,0 0-3 0,0-2 0 0,3-3-14 0,-3 2-3 0,3-7-1 16,3 0 0-16,-3-1 58 0,-1 1 15 0,1-6 0 0,0 1 0 16,0-1-54-16,0-5-8 0,0 0-2 0,-3 0 0 15,3 0 52-15,0-5 12 0,-3 2 0 0,-3 1 0 16,3-3 41-16,-4-1 11 0,-2 1 3 0,3 0 0 16,-3 0 14-16,0 2 3 0,-3-5 1 0,3 6 0 15,-3-4-7-15,0 1-2 0,0 0 0 0,0 0 0 16,0 2-51-16,0 1-13 0,-3 2 0 0,0 0 0 15,3 2 54-15,-3 1 8 0,3 5 2 0,0 0 0 16,0 0-52-16,0 0-12 0,0 0 0 0,0 0 0 16,-3 5 0-16,0 3 0 0,3 3 0 0,-3-1 0 15,0 6 0-15,1-2 0 0,2 1 0 0,-3 7 0 16,0-4 0-16,0 6 0 0,0 0 0 0,0 0 0 16,-3 2 0-16,3-2 0 0,-3 2 0 0,-3 1 0 0,0-3 0 15,0-1 0-15,0-1 0 0,0-1 0 0,-3-3 0 16,-3 1 0-16,3-3 0 0,-5 0 0 0,2-3 0 0,0 3 0 0,0-3 0 15,0 3 0-15,0-3-15 0,3-2-2 0,-3-1-1 16,3 1 0 0,4-3-43-16,-1 0-9 0,3-3-2 0,3-2 0 15,3-3-179-15,0 0-36 0</inkml:trace>
  <inkml:trace contextRef="#ctx0" brushRef="#br0" timeOffset="72256.036">14549 5210 1824 0,'0'0'38'0,"0"0"8"16,0 0-37-16,0 0-9 0,6-3 0 0,-3 1 0 15,3 2 104-15,0-3 20 0,0 0 3 0,0 1 1 16,3-1 0-16,-3 0 0 0,3-2 0 0,0 3 0 16,0-1-103-16,2-2-25 0,-2 2 0 0,0 3 0 15,0-3 56-15,0 1 7 0,0 2 1 0,-3 0 0 16,0 0-64-16,0 2-24 0,0 1 0 0,-6-3 1 15,3 3 23-15,-3 5 0 0,0-1 0 0,-3-1 0 16,-3 2 0-16,0 2 0 0,0 1 0 0,-3-1 0 16,0 4-32-16,0-1-9 0,-3 0-2 0,3 0 0 15,0 1 35-15,1-1 8 0,-1 0 0 0,3 3 0 16,-3-3 0-16,3 0 0 0,0-2 0 0,3 5 0 0,0-6 0 16,3 4 0-16,0-1 0 0,0-5 0 15,3 0 0-15,0 0 0 0,0 0 0 0,3 0 0 16,3-6 0-16,0 4 0 0,3-4 0 0,-1 1 0 15,1-1 0-15,6-2 0 0,0-2 0 0,0 2 0 0,0-3 0 16,3 1 0-16,-1 2 0 0,1-3 0 0,0 0 0 0,0 1 0 0,0 2 0 0,-3 0 0 31,2 0-214-31,-5 2-41 0</inkml:trace>
  <inkml:trace contextRef="#ctx0" brushRef="#br0" timeOffset="72956.196">13507 7957 1284 0,'0'0'54'16,"0"0"-43"0,0 0 116-16,0 0 23 0,0 0 5 0,0 0 1 15,0 0-56-15,3 5-12 0,3-3-1 0,0 4-1 16,0-4-9-16,3 1-1 0,3 0-1 0,0-3 0 15,0 2-19-15,3-2-4 0,-3 3-1 0,5-3 0 16,-2 0-16-16,0 0-3 0,3 0-1 0,0-3 0 16,-3 3-15-16,0 0-4 0,3-2 0 0,-4 2 0 15,1 0-12-15,0 0 0 0,3 0 0 0,-3 0 0 16,3 0 0-16,-3 0 0 0,0-3 0 0,-4 3 0 16,1 0-32-16,0 0-12 0,-3 0-2 0,-3 3-1 15,-6-3-169 1,0 0-33-16,3 5-7 0</inkml:trace>
  <inkml:trace contextRef="#ctx0" brushRef="#br0" timeOffset="73171.693">13614 8232 1780 0,'6'0'50'0,"0"2"12"0,0-2-50 0,3 0-12 0,3 0 0 0,-3-2 0 16,0-1 96-16,3 0 17 0,0 1 3 0,-3-4 1 15,3 1-42-15,0 0-9 0,2 0-2 0,-2-1 0 16,0 1-28-16,3-3-7 0,0 3-1 0,0-3 0 16,3 3-20-16,0-1-8 0,-1 1 0 0,1 0 9 15,3-1-9-15,-3 1 0 0,3 0 0 0,-3 2 0 16,0-2-36-16,-1 2-2 0,1 1-1 0</inkml:trace>
  <inkml:trace contextRef="#ctx0" brushRef="#br0" timeOffset="73743.883">14162 7832 2066 0,'-3'-13'43'0,"3"0"10"0,0-1-42 16,0 1-11-16,0 0 0 0,3 0 0 0,-3 2 104 0,0 3 20 0,3-2 3 0,-3-1 1 15,0 3-52-15,3 3-9 0,-3-3-3 0,0 3 0 16,0 5-51-16,0 0-13 0,0 0 0 0,0 0 0 16,0 0 0-16,0 0 0 0,0 0 0 0,0 0 0 15,0 0 0-15,3 5 0 0,0 3 0 0,0 0 0 16,3 0 0-16,-3 2 0 0,3 1 0 0,0 2 0 31,0 0 0-31,0-2 0 0,3 2 0 0,0 0 0 16,0 1-48-16,2-4-13 0,1 1-3 0,0-1 0 15,3-2-8-15,-3 0-1 0,3-2-1 0,-3-1 0 16,0-3 16-16,3 1 3 0,-3-3 1 0,-4 0 0 0,4-3 54 0,-3 3 0 0,0-5 8 0,-3 3 0 16,3-4-8-16,-3-2 0 0,0 3 9 0,-3-3-9 15,3 0 41-15,-3 0 4 0,0 0 1 0,0 0 0 16,0 0 14-16,0-2 4 0,0 2 0 0,-3 0 0 16,0 0-11-16,0 0-1 0,0 0-1 0,0 0 0 15,0 0-12-15,-3 0-3 0,3 0 0 0,0 3 0 16,-3 0-7-16,3 0-1 0,0 5-1 0,0 0 0 15,0 0-11-15,0 0-3 0,0 0 0 0,0 0 0 16,0 0-13-16,0 0 0 0,0 0 8 0,-3 10-8 16,0-2 0-16,0 5 0 0,3 0 0 0,-3 3 0 15,3 3 0-15,-3 2 0 0,3 0 0 0,-3 6 0 16,0-4 0-16,-3 4 0 0,3-1 0 0,-3-2 0 16,0 0 0-16,0-3 0 0,-3 3 0 0,3-5 0 15,-3-1 0-15,1 1 8 0,-4-6-8 0,3 3 0 16,-3-3 0-16,0 0 0 0,0 0 0 0,0-2 0 0,0 0 0 15,0-1 0-15,3-2 11 0,-3 0-11 16,3 0-44-16,4-5-16 0,-4 2-4 0,3-2 0 16,6-3-102-16,0 0-21 0,0 0-4 0</inkml:trace>
  <inkml:trace contextRef="#ctx0" brushRef="#br0" timeOffset="77979.869">14513 8044 1456 0,'0'0'41'0,"0"0"9"0,0 0-40 0,0 0-10 0,0 0 0 0,0 0 0 16,0 0 84-16,0 0 14 0,0 0 3 0,0 0 1 16,0 0-33-16,0 0-6 0,0 0-2 0,3-5 0 15,-3 5-17-15,3-3-3 0,3-2-1 0,-3 2 0 16,0 0-10-16,-3 3-2 0,6-2-1 0,0-1 0 15,-3 0-6-15,3 3-1 0,0-2 0 0,0-1 0 16,0 0-5-16,3 3-2 0,-3-2 0 0,0-1 0 16,3 3-5-16,-3 0 0 0,3-3-8 0,0 3 12 15,-4 0-12-15,4 0 0 0,-3 0 0 0,0 3 0 16,0 0 0-16,-6-3 8 0,6 2-8 0,-6-2 0 16,0 0 12-16,0 6-3 0,0 2-1 0,-3-3 0 15,-3 3 0-15,0 0-8 0,0 0 12 0,-3 0-4 16,3 0-8-16,-2 0 0 0,-4 0 9 0,3-1-9 15,0 1 0-15,0 0 0 0,0 3 0 0,0-3 0 16,0 0 0-16,3 0 0 0,0-3 0 0,0 3 0 16,0 0 0-16,3 0 0 0,0-3 0 0,0 0 0 15,0 1-8-15,3-6 8 0,0 8-8 0,0-3 8 16,0-5 0-16,3 5-10 0,0 1 10 0,3-4 0 16,0 1 0-16,0-1 0 0,0-2 0 0,3 3 0 15,3-3 15-15,-3 0 0 0,3 0 0 0,0 0 0 16,3 0-7-16,-4 0-8 0,4-3 11 0,3 3-11 0,-3 3 8 15,3-3-8-15,-3 0 0 0,3 3 0 16,0-1-116-16,-4 1-28 0,4 0-4 0</inkml:trace>
</inkml:ink>
</file>

<file path=ppt/ink/ink16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8T21:55:13.778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13067 15249 1337 0,'9'-3'56'0,"0"1"-44"16,3-4-12-16,-4 1 0 0,4 0 0 0,0-1 0 16,-3 1 0-16,3 2 0 0,-3-2 0 0,0 0 0 15,-3 2 53-15,0-2 9 0,0 2 2 0,-6 3 0 16,3-2-52-16,-3 2-12 0,0 0 0 0,0 0 0 15,-3-6 54-15,0 1 8 0,-3 0 2 0,0 2 0 16,0-2-14-16,-3 2-2 0,3-2-1 0,-6 2 0 16,3-2-24-16,-3 2-5 0,0-2-1 0,-2 2 0 15,-1 1 11-15,-3-1 3 0,0-2 0 0,-3 2 0 16,3 3-5-16,-3-2-1 0,-2-1 0 0,-1 0 0 16,3 1-13-16,-3-4-4 0,-3 4 0 0,1-4 0 15,-1 1 45-15,0 0 9 0,-3-1 2 0,-3 1 0 16,4 0-64-16,-4 2 0 0,0-2-16 0,-2 0 3 15,-1-3 13-15,0 2 16 0,-3 1-3 0,1-3-1 16,-1 0-12-16,3 0 0 0,-5-2 0 0,2 2 0 16,-3-3 25-16,1 3 3 0,2-2 0 0,-6 2 0 15,1 0-18-15,2 0-10 0,0 0 12 0,-2 0-12 0,-1 0 31 0,0 0-1 16,-2 0 0-16,-1 3 0 0,0-3-42 16,4 3-9-16,-4 2-2 0,-2 0 0 0,2 1 23 0,0-4 0 15,1 4 0-15,-7 2 8 0,6-3 9 0,-2 3 2 0,-1 0 0 0,1 0 0 16,-4 3-31-16,3-3-7 0,1 0-1 0,-7 2 0 15,4-2 32-15,2 6 7 0,-2-4 1 0,-4 4 0 16,3-4-20-16,4 4 0 0,-4-4 0 0,-2 1 0 16,5 2 0-16,0 0 0 15,-2 1 0-15,-1-1 0 0,4 0 0 0,-1-2 0 16,0 2 0-16,-5 1 0 0,5-4 0 0,1 4 0 16,-4-1 0-16,1 0 0 0,2 3 0 0,0-3 0 0,1 1 0 15,-4 2 0-15,4-3 0 0,-1 3 0 0,-3 0 0 0,1 0 0 16,2-3-12-16,1 3-7 0,-1 0-1 0,-3 0 0 15,4-3 20-15,2 3 0 0,-2-3 0 0,-1 3 0 16,3 0 0-16,1 0 9 0,2 0-9 0,-6 0 8 16,7 0-8-16,-1-3 0 0,1 3 0 0,-4 0 8 15,6 0 4-15,1 0 0 0,-1 3 0 0,-3-1 0 16,4 1-12-16,2-1 0 0,0 1-12 16,-5-1 12-16,5 1 0 0,0 0 0 0,3-1 0 0,-2 3 12 15,2-2-12-15,3 0 0 0,1-1 0 0,-4 1 0 16,6-1 0-16,-3 1 0 0,4 0 0 0,-4 2 0 15,3-3 0-15,0 1 0 0,-2 0 0 0,2 2 0 16,3-3 0-16,0 4 0 0,0-1 0 0,1-3 0 16,-1 4 10-16,3-1 0 0,-3 0 0 0,0 3 0 15,1-3-10-15,-1 3 0 0,0-3 0 0,0 6 0 16,3-3 0-16,-2 2-14 0,-4 1 3 0,3 2 1 16,3-5 10-16,0 2 0 0,-2 1 0 0,2 2 0 15,0-5 0-15,0 2 12 0,-3 1-2 0,4-1-1 0,-1 1-9 0,0-1-12 16,0 1 2-16,0 0 1 0,1-1 9 15,-1 3 0-15,0-2 0 0,-3 2 0 0,6 0 0 0,0 0 12 0,1 0-2 0,2 3-1 16,-3 0-9-16,3-3 0 0,0 0 0 0,-3 3 0 16,4 0 0-16,-1-5-12 0,0 2 2 0,0 3 1 15,0-3 9-15,3-3 12 0,-3 3-2 0,1 1-1 16,2-4-9-16,-3 3-12 16,3 0 2-16,0 1 1 0,3-1 9 0,0 0 0 0,0 0 0 0,3 6 0 15,-3-6 0-15,6 0 0 0,-2 0 0 0,2 0 0 16,0-2 0-16,3-1 0 0,0 1 0 0,0-1 0 15,0 1 0-15,3-3 0 0,0 2 0 0,-3 1 0 16,3-3 0-16,0 2 0 0,0 1 0 0,0 2 0 16,3-3 0-16,-3 4 0 0,3-1 0 0,0 0-8 15,0 0 8-15,0 0 0 0,0-2 0 0,3 2 0 16,-3 0 0-16,3-5 0 0,-1 2 0 16,4-2 0-16,-3 0 0 0,0 0 0 0,3 0 0 0,-3 2 0 15,3-4 0-15,0 2 0 0,0-1 0 0,0-1-12 16,0 2 12-16,0-1 0 0,3-1 0 0,0 2 0 15,-1-1 0-15,1 1-8 0,0-2 8 0,3 1 0 16,0 1 0-16,0-3 8 0,0 1 0 0,3-1 0 16,-3-2-8-16,-1 2 0 0,4 0 0 0,0-2 0 15,0-1 0-15,0 1 0 0,0-3 0 0,3 2 0 16,-1-2 0-16,1 0 0 0,3 0 0 0,0 0 0 0,0-3-8 0,0 3-4 16,-1-2 0-16,4 1 0 15,-3-1 12-15,3 2 0 0,-3-3 0 0,5 3 0 0,-2-3 0 0,0 1 0 16,0-1 0-16,5 0-8 0,-2-2 8 0,0 2 0 0,3-2 0 15,-4 2 0-15,4-2 0 0,-3 2 0 0,3-2 0 16,-4-1 0-16,1 1 0 0,3 2 19 0,-3-2-3 0,2-1-1 16,1 1-24-16,-3 2-5 15,3 1-1-15,-1-1 0 0,1 0 15 0,0-2 0 16,0 2 0-16,2 0 0 16,-5 1 0-16,0-1 0 0,3 0 0 0,-4-2 0 0,4 5 9 0,-3-3 5 0,6 3 1 0,-4-3 0 15,1 3-24-15,0 0-5 0,3-2-1 0,-4 2 0 16,1 0 15-16,0-3 0 0,3 0 0 0,-1 3 0 15,1-3 0-15,0 1 0 0,2-1 12 0,1 0-12 16,-3 0 0-16,3 1 0 0,-4-1 0 0,7-2-12 16,-6 2 12-16,2-2 0 0,4 2 0 0,0-2-9 15,-4-1 9-15,4 4 0 0,0-6 0 0,2 2 0 16,-2 1 0-16,-3-1 0 0,2 1 0 0,4 2 0 16,-3-5 16-16,2 3 0 0,1-3-1 0,3 0 0 15,-4-3-24-15,1 3-5 0,0 0-1 0,2-2 0 16,1-1 24-16,-3 3 5 0,5-3 1 0,-2-2 0 15,-1 3-23-15,1-1-5 0,-3 0-1 0,2-2 0 16,1 2 14-16,-3-2 0 0,2 2 0 0,4-2 10 16,-4 0-10-16,-2-1 0 0,3-1 0 0,2 1 0 15,-2-2 0-15,0 0 15 0,2 3-3 0,4-3 0 16,-7 0-12-16,1 3-16 0,0-3 3 0,-1 0 1 16,4 3 12-16,-4-3 0 0,1 0 0 0,3 0 0 0,-7 3 0 0,4-1 0 0,-3 1 0 15,2 0 0-15,-2-1 0 16,0 1 0-16,-1-3 0 0,4 3 0 0,-4 0 0 0,1-3 0 15,-3 2 0-15,2 1 0 0,-2 0 0 0,0-3 0 0,2 3 0 0,-2-3 0 16,0 0 14-16,-1 2-4 0,1-1-1 0,0 1 0 16,-1-2-9-16,-2 0-12 0,0 0 2 0,0 0 1 15,-1 1 9-15,1-1 0 0,0 0 0 16,-1-3 0-16,-2 3 8 0,0-2 0 0,2-1 0 16,-2-2 0-16,-3 2-8 0,0-2-8 0,-1 0 8 0,1-1-12 15,-3 1 12-15,3 0 0 0,-4 0 0 0,4-3 0 16,-3 3 0-16,-3-3 9 0,2 3-9 0,-2-3 10 15,0 2-10-15,-3 1 0 0,3-3 9 0,-4 3-9 16,1-3 0-16,-3 0 0 0,0 1 0 0,0-1 0 16,0 2 0-16,-1-1 0 0,1-1 0 0,0 0 0 15,-3 0 0-15,0 0 0 0,0-3 0 0,3 1 0 16,-4-3 0-16,-2 2 0 0,0-2 0 0,3 0 0 16,-3 0 0-16,0 0 0 0,0 2 0 0,0-2 0 15,-1 0 46-15,1 0 14 0,-3-1 4 0,3 4 0 16,-3-3-64-16,3 0-24 0,-3-3 0 0,-3 3 1 15,3-1 23-15,-3-1 0 0,0 1 0 0,-1-1 0 16,1 1 0-16,-3-1 0 0,3-1 0 0,-3 0 0 16,3 3 0-16,-3-3 0 0,3 3 0 0,-3 2 8 15,3-2 9-15,-3 0 2 0,0 0 0 0,-3 2 0 0,3-2-19 16,-3 3 0-16,3-1 0 0,-3-2 0 0,0 0 0 16,0 0 0-16,-3-1 0 0,3-1 0 0,-3 1 0 0,3-1 0 15,-3-1 0-15,0-3 0 0,0 6 0 0,-3-3 0 16,0 3 0-16,0 0 0 0,0 0 28 0,0-3 1 0,-3 3 1 0,0-3 0 15,0 3-16-15,0 0-3 0,0-3-1 0,-3 3 0 16,3-3 11-16,-3-3 3 0,0 1 0 0,-3 2 0 16,3-2-24-16,0 2 0 0,-2-3 0 15,2 4 0-15,-3-4 8 16,0 3 0-16,0-2 0 0,0-1 0 0,-3 4-8 0,3-1 8 0,-3-3-8 0,0 1 8 16,1-1-8-16,-1-2 0 0,-3 0 0 0,-3-3 0 15,3 3-12-15,-6 0-1 0,3-2 0 0,-5-4 0 16,-4 1-141-1,-3-3-28-15</inkml:trace>
</inkml:ink>
</file>

<file path=ppt/ink/ink17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8T21:56:16.032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21160 8218 851 0,'-15'3'36'16,"3"-3"-36"-1,0 3 9-15,1-3-9 0,2 0 0 0,0 2 9 16,-3-2-9-16,6 0 0 0,-3 0 0 0,3 0 0 16,0 0 44-16,0 0 16 0,0-2 3 0,0 2 1 15,6 0 0-15,-6-3 0 0,0 0 0 0,6 3 0 16,0 0-52-16,-3-2-12 0,3 2 0 0,0 0 0 16,0 0 54-16,0 0 8 0,0 0 2 0,0 0 0 0,0 0-52 15,0 0-12-15,0 0 0 0,0 0 0 16,0 0 0-16,6 0 0 0,0 0 0 0,3 0 0 0,0 0 32 0,3 0 4 15,0 2 1-15,3 1 0 0,3 0-15 0,2 2-3 16,1-2-1-16,3 2 0 0,3 0-7 0,0 1-2 16,2-1 0-16,7 0 0 0,-3-2 11 0,6-1 1 15,-1 1 1-15,7 0 0 0,-3-3 3 16,2 2 1-16,4-2 0 0,2 3 0 0,1-3 4 0,3 0 1 16,-1 0 0-16,7 0 0 0,-1 0 14 0,4 3 3 0,-1-3 1 15,7 2 0-15,-4-2-39 0,1 3-10 0,2-3 0 0,4 0 0 16,-4 3 14-16,1-3 1 0,-1 0 0 0,6 0 0 15,-5 0 5-15,-1 0 0 0,1 0 1 0,2 0 0 16,-5 0 5-16,-1 0 1 0,-2-3 0 0,5 3 0 16,-8-5-27-16,-1 2 0 0,1 0 8 0,-4 1-8 15,-2-1 0-15,0-2 0 0,-4 2 0 0,1 1 0 16,-7-1 20-16,-2-2 3 0,-3 2 0 0,-4-2 0 16,-2 2-23-16,-3-2-8 0,-3 2 0 0,-3-2 0 15,-4 2-6-15,-2 0-1 0,-3 1 0 0,-3-1 0 16,-3 1-41-16,-3 2-9 0,0-3-2 0,-6 3 0 15,-9 0-149-15,-6-3-29 0</inkml:trace>
  <inkml:trace contextRef="#ctx0" brushRef="#br0" timeOffset="8428.608">14201 11716 1337 0,'-27'-7'28'0,"15"1"6"0,3 4-34 0,0 2 0 0,-3-3 0 0,3 0 0 16,-2 1 58-16,2 2 5 0,0-3 1 0,-3 0 0 31,3 3-52-31,0 0-12 0,0 0 0 0,0 0 0 0,0 0 54 0,3 3 8 0,-3-3 2 0,0 3 0 16,3-1-52-16,0 4-12 0,-3-4 0 0,4 4 0 15,-1-1 0-15,0 3 0 0,0 0 0 0,0 0 0 16,3 0 0-16,0 0 0 15,3-3 0-15,0 3 0 0,3 0 0 0,0-3 0 0,0 0 0 0,3 1 0 16,0 2 0-16,3-3 0 0,-1 0 0 0,4 3 0 16,3-3 35-16,0-2 4 0,3 2 1 0,3-2 0 15,3 0-20-15,-1-3-4 0,4 0-1 0,3 0 0 16,3 0-6-16,2-3-1 0,1 3 0 16,6-3 0-16,0 1-8 0,-1-4 10 0,4 4-10 0,5-4 10 15,-2 1-10-15,3 0 0 0,2 0 0 0,7-3-11 16,-4 2 31-16,1-2 5 0,2 0 2 0,7 0 0 15,-4 1 8-15,4-4 1 0,-1 3 1 0,10-3 0 16,-10 3-29-16,7-2-8 0,-1 2 0 0,7-3 0 16,-7 3 0-16,3 0 0 0,1 1 0 0,8-1 0 15,-8 2 0-15,-1-2 0 0,3 0 0 0,7 3 0 16,-10-3 0-16,7 3 0 0,-4 0 0 0,6-1 0 16,-5 1 28-16,-1 2 4 0,0 1 0 0,7-1 1 15,-7 0-23-15,1 1-10 0,-1-1 8 0,6 1-8 16,-5 2 8-16,-4-3-8 0,1 0 0 0,5 3 8 15,-6 0 13-15,1 0 3 0,-4 0 0 0,7 0 0 16,-7 0-24-16,0 3-10 0,1-3 1 0,5 3 0 16,-8-3 9-16,2 2 11 0,1-2-3 0,2 3 0 15,-6-1-8-15,-2 1 0 0,2-3 0 0,4 0 0 16,-7 3 0-16,1-3 0 0,2 0 0 0,7 0 0 0,-10 0 0 0,1 0 0 0,2-3 0 0,4 3 0 16,-7 0 0-16,1-3 0 0,-1 1 0 0,4-1 0 15,-4 1 0-15,0-1 0 0,4 0 0 0,-1 1 0 16,-2-1 0-16,-1 0 0 0,1 1 0 0,2-1 0 15,-5 0 0-15,-1 3 0 0,1-2 0 0,5-1 0 16,-8 3 56-16,2 0 7 0,1-3 1 0,-1 3 0 16,-2 0-77-16,-1 0-15 0,-2-2-4 15,5 2 0-15,-8 0 52 0,3 0 9 16,-1 0 3-16,1 0 0 0,-4 0-32 16,1 0-21-16,-3 0 3 0,5 2 1 0,-8-2 27 0,-1 0 6 0,1 3 0 0,0-3 1 15,-7 0-17-15,1 3 0 0,0-3 0 0,-1 2 0 16,-2 1 0-16,-3-3 0 0,-1 5 0 0,1-5 0 15,-6 3 0-15,0 0 0 0,-4-3 0 0,1 2 0 16,0-2 0-16,-3 0 0 0,-3 0 0 0,-1 0 0 16,-2 0 0-16,-3 0 0 0,-3-2 0 0,0-4 0 15,-3 1-181-15,-3 0-40 0</inkml:trace>
</inkml:ink>
</file>

<file path=ppt/ink/ink18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08T21:59:27.539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17544 497 1440 0,'0'0'40'0,"0"0"11"16,0 0-41-16,-3 0-10 0,3 0 0 0,-3 8 0 16,0-2 57-16,0 2 10 0,0 5 1 0,3-5 1 15,-3 2-22-15,0 9-5 0,3-9-1 0,-3 12 0 16,0-9-7-16,0 8-2 0,3-5 0 0,-3 8 0 16,3-8-13-16,-3 5-3 0,0-5-1 0,-3 5 0 15,3-5-15-15,0 2 0 0,0-2 0 0,0 0 0 16,-3-3 0-16,3 8 0 0,0-5 0 0,0 0 0 15,-3 0 0-15,3 0 0 0,0 2 0 0,0-7 0 16,0 2-8-16,0 0-8 0,0-5-2 0</inkml:trace>
  <inkml:trace contextRef="#ctx0" brushRef="#br0" timeOffset="336.518">17535 418 1337 0,'3'-11'56'0,"3"4"-44"16,-3-1 96-16,2-6 19 0,-2 6 4 0,3 3 1 16,3-3-37-16,-3 0-7 0,3 0-2 0,0 0 0 15,0 0-25-15,3 3-5 0,0-3 0 0,3 3-1 16,-3 2-12-16,3-2-3 0,-1 2 0 0,1 3 0 16,0-5-12-16,-3 10-2 0,3-5-1 0,-3 3 0 15,0 2-13-15,0 3-4 0,0-2 0 0,0 1 0 16,-1 1-8-16,-2 0 10 0,3 0-10 0,0 0 10 15,-6 0-10-15,0 5 0 0,0-5 9 0,-6 6-9 16,0-7 28-16,0 4 2 0,-3 2 0 0,-3-5 0 16,-3 5-30-16,0 1 0 0,-3-6 0 0,0 2 0 15,1 3 0-15,-1-5 0 0,-3-2 0 0,3 2 0 16,-3 0 0-16,-3-3 0 0,0-3 0 0,0 4 0 16,1-4-45-16,-1 4-15 0,0-4-4 0,-3 4 0 15,6-6-51-15,-3 0-10 0,3 0-3 0</inkml:trace>
  <inkml:trace contextRef="#ctx0" brushRef="#br0" timeOffset="1277.105">18181 704 1018 0,'0'0'21'0,"0"0"5"0,0 0-26 0,3 0 0 0,2-5 0 0,1 5 0 16,-3-3 72-16,3 3 10 0,3 0 2 0,-3 0 0 15,3-5-16-15,-3 5-4 0,3 0 0 0,0 0 0 16,3 0-51-16,0 0-13 0,0 0 0 0,-3 0 0 16,6 0 24-16,-4 0 3 0,4 0 0 0,0 0 0 15,3 5-19-15,-3-5-8 0,0 0 8 0,3 3-8 16,-3-3 0-1,-1 0 8-15,1 5-8 0,3-5 0 0,-3 0 0 16,0 0 8-16,0 0-8 0,-3 0 0 16,3 0-23-16,-3 0-9 0,-1 0-3 0,-2 0 0 15,0 0-23-15,-3 0-5 0</inkml:trace>
  <inkml:trace contextRef="#ctx0" brushRef="#br0" timeOffset="1762.594">18591 564 1386 0,'0'0'28'0,"0"0"8"0,0 0-28 0,0 0-8 0,0 0 0 0,0 0 0 15,0 0 64-15,0 0 11 0,6 0 2 0,0 0 1 16,-3 0-31-16,-3 0-7 0,6 0 0 0,0 5-1 16,0-2-17-16,-3-3-3 0,3 5-1 0,0 3 0 15,0 0-10-15,-3 0-8 0,0 0 9 0,3 5-9 16,-3-5 9-16,0 5-9 0,0-5 8 0,-3 2-8 16,3 4 13-16,-3-1-2 0,0-2-1 0,0 2 0 15,0 0-10-15,-3-5 0 0,0 5 0 0,0-5 0 16,0 3 0-16,-3 2 0 0,3-5 0 0,-3 0 0 15,0 0-29 1,0 2-8-16,0-2-2 0,0 0 0 0,-3-5-110 16,0 2-23-16</inkml:trace>
  <inkml:trace contextRef="#ctx0" brushRef="#br0" timeOffset="2358.897">19282 606 1094 0,'3'-5'46'0,"0"-3"-37"16,0 0 95-16,-3 2 20 0,3 4 3 0,0-6 1 16,-3-3-52-16,0 9-9 0,3-6-3 0,-3 0 0 15,-3 2 0-15,3-1 0 0,-3-1 0 0,0 0 0 31,0 2 0-31,0-2 0 0,-3 1 0 0,3-1 0 0,-3 0-51 0,-3 2-13 0,3-2 0 0,-6 0 0 16,3 3 0-16,-3 3 0 0,-3-4 0 0,1 4 0 16,-1 2 0-16,-3 0 0 0,0 0 0 0,0 2 0 15,-3 4 0-15,3 1 0 0,-2 1 0 16,2 0 0-16,3 6 0 0,0-6 0 0,0 7 0 0,0-1 0 16,6-1 0-16,0-3 0 0,0 4 0 0,3 2 0 15,4-3 0-15,2-3 0 0,0 4 0 0,2-6 0 16,1 5-48-16,3-5-13 0,3 0-3 15,-3-3 0-15,3 3 0 0,3-8 0 16,0 2 0-16,0 4 0 0,0-6 52 0,0-6 12 0,3 6 0 0,-3-2 0 16,-1 2 0-16,1-5 0 0,0 2 0 0,0-2 0 15,-3 2 41-15,0-2 11 0,0-3 3 0,-3 2 0 16,0 4-15-16,-3-3-4 0,3 2 0 0,-6 3 0 16,0 0-10-16,0 0-2 0,0 0-1 0,0 0 0 15,0 0-11-15,0 0-3 0,-6 3 0 0,0 2 0 16,3 3-9-16,-3 0 0 0,-3 0 0 0,3 0 0 15,0 5 0-15,-3 0 8 0,3-2-8 0,-3 7 8 16,3-7-8-16,0 5 0 0,0-3 0 0,3 3 0 16,-2-3 0-16,2 3 0 0,0-3 0 0,0 0-11 15,3 3 11-15,-3 0 0 0,3-3 0 0,3-2 0 16,-3 2 0-16,3 0 0 0,0-5 10 0,2 5-10 16,-2-5 0-16,3 0 0 0,0-5 0 0,3 2 0 15,-3 1-45-15,3-4-15 0,0-2-4 0,-3 0 0 0,3 0 82 0,0 0 16 16,0 0 3-16,0 0 1 0,0-2-47 0,0-4-10 0,0 6-1 0</inkml:trace>
  <inkml:trace contextRef="#ctx0" brushRef="#br0" timeOffset="2765.905">19609 704 1337 0,'0'0'28'0,"0"0"6"15,0 0-34-15,0-8 0 0,3 8 0 0,-3 0 0 16,0 0 58-16,0-8 5 0,0 8 1 0,0 0 0 16,0 0 5-16,0 0 2 0,0 0 0 0,0 0 0 15,0 0-63-15,0 0-8 0,0 0-9 0,0 0 9 0,0 0 0 0,0 0 0 0,0 8 0 0,-3 0 0 16,3 0 0 0,-3-3 0-16,0 3 0 0,3 0 0 0,-3 0 0 0,0 0 0 0,3-3 0 0,0 6 0 15,0-6 0 1,-3 3 0-16,3 0 0 0,0-3 0 15,3 3 0-15,0 0 0 0,0-3 0 0,3-2 0 0,0 2 0 16,0-2 0-16,3 2 0 0,0-2 0 16,3 2 0-16,-3-5 0 0,3 0 0 0</inkml:trace>
  <inkml:trace contextRef="#ctx0" brushRef="#br0" timeOffset="3236.144">19627 783 1314 0,'0'0'37'0,"0"0"8"0,0 0-36 16,0 0-9-16,0 0 0 0,0 0 0 16,0 0 91-16,0 0 16 0,6-5 3 0,0 5 1 0,0 0-75 15,0 0-16-15,0 0-2 0,3 0-1 0,0 0 38 0,3 5 7 0,0-5 2 16,0 0 0-16,-1 0-52 0,4 0-12 0,0 0 0 15,3 0 0-15,0-5 0 0,3 5 0 0,0 0 0 0,2-5 0 16,1 5 54-16,0-3 8 0,6 3 2 0,0 0 0 16,-4 0-64-16,1 0 0 0,3 0-14 0,-3 0 2 15,-3-5 12-15,-1 5 0 0,1-3 8 0,-3 3-8 16,0 0 8-16,-3-5-8 0,0 2 8 0,-4 3-8 16,1-5-12-16,0 2-8 0,0-2 0 0,-3 5-1 15,-3-5-55-15,0 2-12 16,-3-2-1-16</inkml:trace>
  <inkml:trace contextRef="#ctx0" brushRef="#br0" timeOffset="3507.976">20172 617 1235 0,'-15'-3'52'16,"3"3"-42"0,0-5 90-16,0 5 17 0,3 0 4 0,0-3 1 15,3 3-34-15,6 0-8 0,0 0 0 0,0 0-1 16,0 0-30-16,0 0-5 0,0 0-2 0,0 0 0 15,6 3-12-15,3 2-2 0,0-2-1 0,0 2 0 16,0-3 2-16,3 4 1 0,0-1 0 0,0-2 0 16,-3 5-10-16,3-3-3 0,0 3 0 0,-3-6 0 15,2 9-9-15,1-3-8 0,-3 0 9 0,3 0-9 16,-3 0 8-16,-3 0-8 0,3 0 0 0,-6 5 9 0,0-5-9 16,0 0 10-16,-3 5-10 0,-3-5 10 0,0 0-10 15,0 5 0-15,-3-5 0 0,-3 0 0 0,0 5-20 0,0-5 1 16,0 0 0-16,0 0 0 15,0 0-8-15,-2 0-1 0,2 0-1 0,0-3 0 16,-3 3-113-16,3-8-22 0,0 5-5 0</inkml:trace>
  <inkml:trace contextRef="#ctx0" brushRef="#br0" timeOffset="3869.354">20583 585 1406 0,'3'-6'59'0,"-3"6"-47"16,6-2 77-16,0 2 16 0,-3 0 3 0,-3 0 1 15,5 2-49-15,1 6-11 0,-3-2-1 0,3 7-1 16,-3-5-22-16,0 2-4 0,3 4-1 0,-3-1 0 16,0-3-11-16,0 4-9 0,0-1 12 0,0 3-12 15,0-8 8-15,0 5-8 0,0-2 0 0,0 2 0 16,-3-5 0-16,3 0 10 0,-3 0-10 0,0 2 8 15,3-7-8-15,-3-3 0 0,0 0 0 0,0 0 8 16,0 0 0-16,0 0-8 0,0 0 12 0,0 0-4 16,0 0 24-16,0 0 4 0,0 0 0 0,0 0 1 15,0-8 4-15,0 3 1 0,3-3 0 0,0-3 0 16,0 3-10-16,3-5-3 0,0 5 0 0,0-8 0 16,3 3-17-16,3-3-3 0,0-5-1 0,2 5 0 15,1-3-8-15,0 1 0 0,3-3 0 0,0 5 8 16,-3-3-8-16,3 9 0 0,-3-3 0 0,-1 5 0 15,1-6-54-15,0 12-3 0,3-4-1 0</inkml:trace>
  <inkml:trace contextRef="#ctx0" brushRef="#br0" timeOffset="4389.888">21053 717 1874 0,'6'0'53'0,"0"-5"11"0,3 5-51 0,3-8-13 0,0 8 0 0,3-8 0 16,2 8 78-16,1-8 13 0,3 8 2 0,3-8 1 15,-3 8-28-15,6-5-6 0,-4 2 0 0,4-2-1 16,-3-1-28-16,6 4-6 0,-4-3-1 0,1 2 0 16,3 3-13-16,0-5-3 0,3 2-8 0,-4-2 12 15,1 2-12-15,-3-2 8 0,0-1-8 0,-4 4 0 16,1-6 0-16,-3 3 0 0,-3 2 0 0,-3-2-10 15,-3-1-35-15,0 4-7 0,-3-6-2 16,-3 2 0-16,0 4-14 0,-6-6-2 0,0 3-1 0,0-3 0 16,-6 0 23-16,3 0 5 0,-6 0 1 0,0-3 0 15,0 1 29-15,-3 4 13 0,0-4-12 0,0-1 12 16,0 1 0-16,-3 4 0 0,3-2 0 0,-3 0 12 16,7 1 15-16,-4-1 3 0,3 2 1 0,0 4 0 0,3-4 5 15,6 6 2-15,0 0 0 0,0 0 0 0,0 0-13 0,0 0-2 16,6-5-1-16,0 5 0 0,3 0 2 15,0 0 0-15,3 5 0 0,-1-5 0 0,4 8 5 16,-3-8 2-16,3 6 0 0,-3 2 0 0,3-1-6 16,0 1-1-16,-3 0 0 0,3 0 0 0,-4 6-6 0,1-7-2 15,-3 7 0-15,0-4 0 0,0 3-16 16,-3 3 0-16,0 3 0 0,0-3 0 0,-3 0 0 0,-3 0 0 0,3 2 12 0,-3-2-12 16,-3 0 11-16,0-3-11 0,0 3 10 0,-3-3-10 15,-3-2 12-15,3 2-4 0,-3-5-8 0,-3 0 12 16,3 0-24-16,-2-3-6 0,-1 3-1 15,0-5 0-15,0 2-26 16,3-5-6-16,-3 0-1 0,3 0 0 0,0 0-116 0,3 0-23 0,6 0-5 0</inkml:trace>
  <inkml:trace contextRef="#ctx0" brushRef="#br0" timeOffset="4723.106">22256 519 1758 0,'26'-29'36'15,"-17"21"10"-15,-3 0-37 0,0 0-9 0,0-3 0 0,-3 3 0 16,-3 0 106-16,0 6 19 0,-3-4 4 0,-3 4 1 16,3-4-66-16,-6 1-14 0,3 5-2 0,-3-3-1 15,0 3-28-15,-2 3-6 0,2-3-1 0,-3 5 0 16,3 1-12-16,-3-4 8 0,3 4-8 0,0 2 0 16,3-6 0-16,-3 11 0 0,3-5 0 0,0 0 0 15,6 6 0-15,-3 1-10 0,6-1 10 0,-3 1-8 16,6 1 8-16,0 6-8 0,0-9 8 0,0 8-8 0,0-5 8 15,0 0 0-15,3-3 0 0,-3 3 0 0,0-3 0 16,3-2 0-16,-3 2 0 0,0-5 0 0,-3 5 0 16,3-5 0-16,-3-5 8 0,-3 7-8 0,2-7 10 0,-2 2-2 15,0 3-8-15,0-8 12 0,-2 3-4 0,-1 2 0 0,0-2-8 0,-3 2 12 16,0 0-4-16,0-2-8 0,-3-3 11 16,0 5-11-16,0-5 0 0,-3 0 0 0,3 0-12 0,-6 0 3 31,3 0-29-31,0 0-6 0,0 0 0 0</inkml:trace>
  <inkml:trace contextRef="#ctx0" brushRef="#br0" timeOffset="5355.556">22523 672 2038 0,'3'-5'58'0,"0"-1"12"16,3 4-56-16,0-3-14 0,0 2 0 0,0-2 0 15,0 5 78-15,3-3 13 0,0-2 2 0,0 2 1 16,3-2-33-16,0 5-6 0,3-6-2 0,2 4 0 16,1-3-22-16,0 2-5 0,6-2-1 0,0 5 0 15,0-8-9-15,2 8-3 0,1-6 0 0,0 4 0 16,0-4-13-16,-3 4 8 0,-1 2-8 0,1-6 0 15,-3 4 12-15,0-3-3 0,0 2-1 0,0-2 0 16,-4-3-17-16,1 0-4 0,0 0-1 0,0 2 0 16,-3-1-38-16,0 1-8 0,0-2-2 0,-3 0 0 15,-3 6-41-15,-1-4-8 0,-2-1-1 0,-3-1-1 16,0 2-25-16,0 4-5 0,-6-6-1 0,0-3 0 16,0 3 36-16,-3 6 8 0,-2-6 0 0,-1 0 1 0,0 2 84 0,0-2 15 0,-3 0 0 15,0 3 12-15,3 3 61 0,0-4 13 0,-3 4 2 0,3-4 1 16,0 6-3-16,0-5-1 0,3 2 0 0,-3 3 0 15,1-5-19-15,2 2-4 0,0 3-1 0,6 0 0 16,-6 0-9-16,6 0-1 0,0 0-1 0,0 0 0 16,0 0-10-16,0 0-1 0,0 0-1 0,0 0 0 15,0 0-14-15,0 0-2 0,0 0-1 0,6 3 0 16,0 2 0-16,0-5 0 0,5 3 0 0,-2 2 0 16,3 1-3-16,3-4-1 0,0-2 0 0,0 6 0 15,3-4-4-15,0 6-1 0,0-3 0 0,-1 3 0 16,-2 0-4-16,3 0-8 0,0 5 11 0,-3-5-11 15,-3 6 15-15,0-6-4 0,-3 7-1 0,0-1 0 16,-4-4-10-16,-2 3 0 0,0 1 0 0,-3 2 0 16,0-3 11-16,-3 3-3 0,0-3-8 0,-5-5 12 15,2 2-4-15,-6 4-8 0,3-6 11 0,-6 0-11 16,0-1 11-16,0-1-11 0,0 2 10 0,0-3-10 16,0 3 0-16,4-8 0 0,-4 3 0 0,3 2 0 15,0-5-28-15,0 3-1 0,3-3-1 0,3 0 0 16,0 0-116-16,6 0-23 0,0 0-5 0</inkml:trace>
  <inkml:trace contextRef="#ctx0" brushRef="#br0" timeOffset="5679.418">23699 304 1758 0,'-3'-5'36'0,"3"5"10"0,0 0-37 0,0 0-9 0,0 0 0 0,0 0 0 15,0 0 85-15,0 0 15 0,0 0 4 0,0 0 0 16,0 0-30-16,0 0-6 0,3 8 0 0,-3-3-1 16,0 3-19-16,-3 5-3 0,3-5-1 0,-3 0 0 15,3 6-16-15,-3-7-4 0,0 4-1 0,0 2 0 16,0 0-10-16,0 9-1 0,0-6-1 0,-3 5 0 15,0-3-11-15,3 9 8 0,-2-4-8 0,-1 7 8 16,3-9-8-16,-3 3 0 0,3-3 0 0,0 0 8 16,0 0-8-16,3-5 0 0,-3-5 0 0,0 2 0 15,3 0-28-15,-3-5-7 0,0 0-1 0,3 0-1 16,0-8-221-16,0 0-44 0</inkml:trace>
  <inkml:trace contextRef="#ctx0" brushRef="#br0" timeOffset="5817.768">23589 643 1614 0,'6'-13'33'0,"0"0"9"0,0 2-34 0,3-2-8 0,0-1 0 0,0 7 0 16,3-7 57-16,0 4 10 0,-1 2 1 0,1-5 1 15,3 5-35-15,-3 0-7 0,3 0-2 0,-3 0 0 32,6-3-46-32,0 9-10 0,-1-6-1 0</inkml:trace>
  <inkml:trace contextRef="#ctx0" brushRef="#br0" timeOffset="6104.964">24050 511 1561 0,'0'0'32'0,"0"0"8"0,6-6-32 0,0 6-8 0,0 0 0 0,3 0 0 16,0 0 106-16,0 0 19 0,0 0 4 0,3 0 1 15,0 0-34-15,0 0-6 0,3 0-2 0,-3 0 0 16,5 0-30-16,1-2-6 0,0 2-2 0,0-6 0 15,6 6-25-15,0-2-5 0,-1-3 0 0,4 5-1 16,0 0-9-16,0-6-2 0,3 6 0 0,-4 0 0 16,-2 0-8-16,-3 0 0 0,3 6 0 0,-3-6 0 15,-4 0 8-15,1 0-8 0,-3 0 8 0,0 0-8 16,0 0 0-16,-3 0 0 0,0 0 0 0,-3-6-11 16,0 6-37-16,0 0-8 0,0-2-2 0,-4 2 0 15,-2 0-110-15,-3 0-21 0,0 0-5 0</inkml:trace>
  <inkml:trace contextRef="#ctx0" brushRef="#br0" timeOffset="6278.575">24565 400 984 0,'0'0'20'0,"3"0"5"0,3-6-25 15,0 6 0-15,0 0 0 0,0-2 0 0,3 2 40 0,-3-6 4 0,3 6 0 0,0 0 0 16,3 0-4-16,-3 0-1 0,3 0 0 0,0-5 0 15,2 5 11-15,1 0 2 0,3-3 1 0,3 3 0 16,-3 0-26-16,3 0-6 0,3 0-1 0,-1 0 0 16,-2 3-33-16,3-3-7 0</inkml:trace>
  <inkml:trace contextRef="#ctx0" brushRef="#br0" timeOffset="12653.072">8060 6163 1420 0,'0'0'29'0,"0"-6"8"15,0 1-29-15,-3 0-8 0,3-1 0 0,0 4 0 16,0 2 104-16,0-8 19 0,-3 2 4 0,3 1 1 16,0 5-43-16,-3-5-8 0,3 0-1 0,0 5-1 15,-3-6-16-15,3 6-3 0,-3-5-1 0,0 2 0 16,0-2-14-16,-3 2-2 0,6 3-1 0,-6-2 0 16,0-1-10-16,0 1-1 0,0-4-1 0,-2 4 0 15,2-1-2-15,-3 0-1 0,3 3 0 0,-3-2 0 16,3-1-4-16,-3 0-1 0,0 3 0 0,3-2 0 15,-3 2-2-15,0-3-1 0,-3 3 0 0,3-3 0 16,-3 3-4-16,1-2-1 0,-1-1 0 0,-3 3 0 0,3 0-2 16,0-3-8-16,-3 3 12 0,3-2-4 0,0 2-8 15,-3-3 10-15,3 3-10 0,-2 0 10 0,2-2-10 0,0 2 10 0,0 0-10 16,0 0 10-16,0 0-10 0,-3 0 0 0,3 0 0 16,-3 0 0-16,3 0 0 0,-2 2 0 0,2-2 0 0,-3 3 0 15,3-1 0-15,-3-2 0 0,3 0 0 0,-3 3 0 16,3 0 0-16,-3-1 0 0,1 1 0 15,-1 0 0-15,3-1 0 0,-3 1 0 16,0 2 0-16,3-2 0 0,-3 2 0 16,3-2 8-16,0 2-8 0,-3 0 8 0,4-2 8 0,-1 2 0 0,0 3 1 15,0-2 0-15,3-1-32 0,-3 0-6 0,0 3-2 0,3-3 0 16,-3 1 23-16,0 2 0 0,0-3 0 0,1 0 0 16,-1 1 0-16,0 1 0 0,0 1 0 0,-3-2 0 15,3 2 0-15,-3 0 0 0,3 0 0 0,-3-1 0 16,0 4 0-16,4 0 0 0,-4-3 0 0,0 5 0 15,0-3 0-15,3 1 0 0,-6 0 0 0,6 2 0 16,-3-3 14-16,3 1 7 0,1 0 2 0,-1 2 0 16,0-5-23-16,3 5 0 0,0-5 0 0,-3 5 0 15,3-2-47-15,3-1-13 0,-3 3-4 0,3-2 0 16,-3 2 103-16,0-2 20 0,3 2 4 0,-3-2 1 16,1-1-52-16,2 1-12 0,-3-1 0 0,0 4 0 15,0-4 0-15,0 3 0 0,0 1 0 0,0-1 0 16,3 3 0-16,-3 0 0 0,3-3 0 0,-3 5 0 15,3-4 0-15,0 2 0 0,0-1 0 0,0 1 0 0,3 0 0 16,-2-3 0-16,2 3 0 0,0 0 0 0,-3-3 0 16,3 1 0-16,-3-1 0 0,3 0 0 0,3 0 0 15,-3 1 0-15,3-1 0 0,0 0 0 0,0-2 0 16,0 2 0-16,0-3 0 0,0 4 0 0,0-4 0 0,0 3 0 16,3 1 0-16,0-1 0 0,0 3 0 0,0-3 0 15,0 0 0-15,3 3 0 0,-3-3 0 0,2 1 0 0,1 1 0 16,0-1 0-16,0-1 0 15,3 0 0-15,-3 0 0 0,3-2 0 0,0 2 0 0,3-2-12 0,-3-1 3 0,6 1 0 16,-3 0 9-16,0-1 0 0,0-2 10 0,-1 0-10 16,1 3 8-16,0-3-8 0,3-1 0 0,0 1 0 15,0 0 8-15,0-2-8 0,3 2 0 0,-1-3 0 16,4 0 0-16,-3 0 0 0,6 1 0 0,-3-1 0 16,0 0 0-16,0 1 0 0,2-4 0 0,-2 4 0 15,3-4 12-15,-3 3-4 0,0-2-8 0,-1 0 12 16,4-1-12-16,0 1 8 0,0-3-8 0,3 3 0 15,-1-1 0-15,1-2-10 0,3 3 0 0,3 0 0 16,-3-1 10-16,-1 1 11 0,4 0-3 0,-3-1 0 16,0 1-8-16,-1-3 0 0,-2 0 0 0,0 0 8 15,3 0-8-15,-3 0 0 0,5-3 0 0,-2 3 0 16,0 0 0-16,0 0-14 0,2 0 3 0,-2 0 1 16,-3 0 18-16,0 0 3 0,2-2 1 0,1-1 0 15,-6 0-12-15,3 1 0 0,0-4 9 0,-1 4-9 16,1-4 0-16,0 4 0 0,0-1 0 0,2 0 0 15,-2 1 0-15,0-1-20 0,0 1 4 0,0-4 1 16,-4 4 24-16,1-1 5 0,-3 0 1 0,0-2 0 0,3 2-15 16,-3-2 8-16,-1 0-8 0,4-1 0 0,-3 1-8 0,3 0-8 15,-3 0-2-15,6-1 0 0,-7 1 18 0,4 2 0 0,0-5 0 16,3 3 0-16,-3 0 0 0,-4 0 0 0,4-1 0 16,-3-2 0-16,0 3 0 0,-3-3 0 0,0 3 0 0,-1-3 0 15,-2 3 48-15,3-3 12 0,0 2 4 0,3-4 0 16,-6 2-64-16,3 0 0 0,0-3 0 0,-1 1-10 15,1-1 10-15,0-2 14 0,3 0-3 16,-6 2-1-16,3-2-2 0,-3 0 0 0,2 2 0 0,-2-2 0 16,0 0 2-16,-3 2 0 0,3 0 0 0,-3 1 0 15,0-1-1 1,0 1 0-16,-3-1 0 0,0 1 0 0,-1-1 1 0,-2 0 0 0,3 1 0 0,-3-1 0 16,-3 1-2-16,3-4 0 0,-3 1 0 0,0 3 0 15,0-6 0-15,0 5-8 0,0-2 12 0,0 0-4 16,-3-1-8-16,3 1 10 0,-3 0-10 0,0-3 10 15,0 3-10-15,0 0 8 0,-3-3-8 0,3 0 8 16,-3 0-8-16,0 3 10 0,0-3-10 0,0 0 10 16,0 3-10-16,-3 0 0 0,3-1 9 0,-3 1-9 15,0 0 8-15,0 2-8 0,0 1 8 0,-2-1-8 16,2-2 0-16,-6 2 8 0,3 1-8 0,0-1 0 16,0 3 0-16,0-2 8 0,-3-1-8 0,3 0 0 15,-3 1 0-15,3 2 0 0,-3-3 0 0,-2 1 0 16,2 2 0-16,0 0 0 0,-3-5 0 0,3 5 8 15,-3-3-8-15,0 1 0 0,3 2 0 0,-3-3 0 16,0 0 0-16,1 3 0 0,2-2 0 0,-3 2 0 0,3-3 0 16,-3 1 0-16,3 2 0 0,0 0 0 15,0 0 0-15,3 3 0 0,-3-3 0 0,1 0 0 0,2 0 0 0,-3 3 0 16,0-3 0-16,0 0 0 0,0 2 0 0,0-2 0 0,3 3 0 0,-3-3 0 16,0 3 0-16,-3 0 0 0,4-1 0 15,-4 4 0 1,3-4 0-16,-3 1 0 0,3 0 0 0,0 0-8 0,-3-1 8 0,3 4 0 15,0-1 0-15,-3 0 0 0,4 3 0 0,-1-2 0 0,0-1 0 0,0 0 0 16,0 3 0-16,3-2 0 0,-3-1 0 0,3 3-8 16,-3-3 8-16,3 3 0 0,0-2 0 0,-2-1 0 15,2 1 0-15,0 2 0 0,0-3 0 0,0 0 0 16,-3 1 0-16,3 2 0 0,0-3 0 0,0 0 0 16,-3 1 0-16,3-1 0 0,0 0 0 0,-3 1 0 15,3-1 0-15,1 0 0 0,-1 1 0 0,-3-1 0 16,3 0 0-16,0 3 0 0,-3-2 0 0,3-1 0 15,-3 1 0-15,0 2 0 0,3-3 0 0,-3 0 0 16,0 3 0-16,4-2 0 0,-4-1 0 0,0 0 0 16,0 3 0-16,0 0 0 0,0-2 0 0,0-1 0 15,0 3 0-15,0 0 0 0,0-3 0 0,3 3 0 16,-2-2 0-16,-1 2 0 0,3-3 0 0,-3 3 0 16,0 0 0-16,0-3 0 0,3 3 0 0,-3 0 0 15,0 0 0-15,3 0 0 0,-3 0 0 0,1 0-8 16,-1 0 8-16,0 3 0 0,0-3 0 0,0 3 0 15,0-1-13-15,3 1 2 0,-3 2 1 0,0-2 0 16,0 2-26-16,3 1-4 0,-3-4-2 0,1 3 0 16,2-2-114-16,0 2-24 0,3 1-4 0</inkml:trace>
  <inkml:trace contextRef="#ctx0" brushRef="#br0" timeOffset="13407.885">7060 6673 1869 0,'0'0'79'0,"-3"-5"-63"15,3 5 93-15,0 0 19 0,0-5 4 0,0 5 1 16,0 0-50-16,0 0-11 0,0 0-1 0,0 0-1 16,0 0-45-16,0 0-9 0,0 0-1 0,0 0-1 15,0 8-3-15,0 2-1 0,0 1 0 0,3 2 0 16,-3 0-10-16,0 0 0 0,3 3 9 0,-3 0-9 16,0 0 0-16,3 0 8 0,-3 0-8 0,3 0 0 15,-3 0 0-15,0-1 0 0,3 1 0 0,-3 3 8 16,0-6-8-16,0 3 0 0,0 0 0 0,0 0 8 15,0-3-8-15,-3 3 0 0,3 0 0 0,0-3 0 16,0 3 0-16,-3-3 0 0,0-2 0 0,3-1 0 16,-3-2-27-16,3 0-6 0,0-8-2 0,0 0 0 15,0 0-101-15,0 0-21 0,0 0-4 0</inkml:trace>
  <inkml:trace contextRef="#ctx0" brushRef="#br0" timeOffset="13738.532">7033 6644 1876 0,'0'-3'39'0,"0"-4"9"0,3 1-38 0,-3 1-10 16,3-3 0-16,0 5 0 0,0-2 116 0,3 0 22 0,-3-1 4 0,6 1 1 16,-3 0-50-16,3 0-9 0,3 2-3 0,-3 0 0 15,3 1-25-15,-4-1-6 0,4 3-1 0,0 0 0 16,-3 0-28-16,3 3-5 0,-3-1-2 0,0 1 0 15,0 2-14-15,0 1 0 0,0 1 8 0,0 1-8 16,-3 0 0-16,0 0 0 0,0 3 0 0,-3-1 0 16,0-2 0-16,0 3 0 0,-3 0 0 0,0-1 0 15,0 1 0-15,-3-1 0 0,0-2-12 0,-3 3 12 16,-3-1-15-16,0-2 4 0,0 0 1 0,0 0 0 16,-3-2 2-16,3 1 0 0,-3-1 0 0,0-4 0 15,0 4-5-15,0-4-1 0,-2 1 0 0,2 0 0 16,3-3-18-16,-3 0-3 0,3-3-1 15,0 0 0-15,0 1-46 0,3-1-10 0,0-2-1 0</inkml:trace>
  <inkml:trace contextRef="#ctx0" brushRef="#br0" timeOffset="14119.109">7396 6713 1876 0,'0'0'39'0,"0"0"9"0,0 0-38 0,-3-5-10 0,3-1 0 0,-3 1 0 16,3 2 127-16,-3-2 23 0,3 0 5 0,0 5 1 16,0-6-40-16,0 1-7 0,0 0-1 0,0 0-1 15,0-1-45-15,0 1-9 0,3 0-1 0,-3 5-1 16,0-6-20-16,0 1-4 0,0 5-1 0,3-2 0 16,-3 2-18-16,0 0-8 0,0-6 8 0,0 6-8 15,0 0 0-15,0 0 0 0,0 0 0 0,0 0 0 16,0 0-14-16,0 0-2 0,0 0 0 0,0 0 0 15,3 6-120-15,0-1-25 0,0 0-5 0</inkml:trace>
  <inkml:trace contextRef="#ctx0" brushRef="#br0" timeOffset="14432.462">7372 6925 1579 0,'0'0'32'0,"0"0"10"0,0 0-34 16,0 0-8-16,0 0 0 0,0 0 0 0,0 8 94 0,0-8 17 0,0 5 3 0,0-5 1 15,0 5-31-15,0 3-5 0,0-8-2 0,0 5 0 16,0 1-10-16,0 2-3 0,0-3 0 0,3 3 0 16,-3-3-32-16,-3-2-8 0,3 2 0 0,0 3-1 15,0-8 15-15,0 0 3 0,-2 5 1 0,2 1 0 16,0-6-2-16,0 0 0 0,0 0 0 0,-3 5 0 15,3-5-5-15,0 0-2 0,0 0 0 0,0 0 0 16,0 0-11-16,0 0-2 0,0 0-1 0,0 0 0 16,0 0-19-16,0 0 10 0,0 0-10 0,0 0 8 15,0 0-20-15,0-5-5 0,0-3-1 0,0 2 0 16,3-2-195-16,-3-2-39 0</inkml:trace>
  <inkml:trace contextRef="#ctx0" brushRef="#br0" timeOffset="15437.937">7867 5223 1838 0,'0'-8'38'0,"-3"0"10"0,3 0-39 0,0 3-9 0,0-3 0 0,0 3 0 16,0-3 105-16,0 3 19 0,0 2 4 0,0 3 1 15,0-5-39-15,0 5-8 0,3-6-2 0,-3 6 0 16,0 0-22-16,3-5-5 0,-3 5-1 0,0 0 0 15,3-3-16-15,-3 3-3 0,0 0-1 0,0 0 0 16,3 0-10-16,-3 0-2 0,5 8-1 0,-2-8 0 16,0 6-7-16,0 2 0 0,0-3-1 0,0 6 0 15,0-1-11-15,-3 1 10 0,3 2-10 0,0 0 10 16,0 0-10-16,-3 3 0 0,3 0 0 0,0 3 0 16,0-1 0-16,-3 3 0 0,3 3 0 0,-3 3 0 15,0-4 0-15,3 4 8 0,0-1-8 0,-3 1 0 16,0-3 0-16,3-3 0 0,-3 0 0 0,0 0 0 15,3-2 0-15,-3-1 0 0,0-2 0 0,3 0 0 0,-3 0 0 16,0-3 0-16,3 0 8 0,-3 0-8 0,0-2-11 0,-3 0-4 16,3 2-1-16,0-5 0 0,0 2 16 0,-3-2 0 0,3-2 0 15,0 2 0-15,-3-3 0 0,3 0 0 0,0-5 0 16,0 5 0-16,0-5-156 16,0 0-29-16,0 0-6 0</inkml:trace>
  <inkml:trace contextRef="#ctx0" brushRef="#br0" timeOffset="15872.616">7745 5871 1580 0,'0'0'67'15,"0"-5"-54"1,0 0 92-16,0-3 19 0,0 3 3 0,0-1 1 15,3 1 0-15,-3 0 0 0,3-1 0 0,0 1 0 16,-1 0-52-16,1 0-9 0,0 2-3 0,0-2 0 16,3 2-51-16,-3 0-13 0,0 1 0 0,3-1 0 15,0 3 0-15,-3 0 0 0,3 0 0 0,0 0 0 16,-3 0 0-16,3 3 0 0,0 2 0 0,-3-2 0 16,3 2 22-16,0 3 2 0,0-3 0 0,0 3 0 15,3 0-24-15,-3 3 0 0,3-1 0 0,-3-2 0 16,2 3-15-16,-2-3-7 0,3 2-2 0,0-2 0 15,-3 0 24-15,3 0 0 0,0-3 0 0,0 1 0 16,-3-1 0-16,3 0 0 0,-3-2 0 0,0 0 0 0,0-3 0 16,0 2 0-16,0-2 0 0,0 0 0 0,0-2 0 0,0 2 0 15,-1-3 0-15,1 0 0 0,0-2 47 0,-3 2 13 16,0-5 4-16,3 3 0 0,-3-3-52 0,0-2-12 16,0-1 0-16,0 3 0 0,0-5 0 0,0 2 0 0,3-2 0 0,-3 0 0 15,3 0 0-15,-3-3 0 0,0 2 0 16,3-1 0-1,-3 1-19-15,3 1-6 0,0 0-2 0,0 0 0 16,0-3-213-16,-3 3-42 0</inkml:trace>
  <inkml:trace contextRef="#ctx0" brushRef="#br0" timeOffset="16685.243">8471 5112 1824 0,'-3'-13'38'0,"3"13"8"0,0 0-37 0,-3-5-9 16,3 2 0-16,0 3 0 15,0 0 102-15,0 0 18 0,0 0 4 0,0 0 1 0,0 0-70 16,0 0-15-16,0 0-2 0,3 5-1 16,0 6-19-16,-3-1-4 0,3 1-1 0,0 5 0 0,-3-3-5 0,3 3 0 0,0 2-8 0,-3 1 12 15,3-3-12-15,0 2 0 0,-3-2 0 0,3 0 0 16,-3 3 0-16,0-6 0 0,3 5 0 0,-3-4 0 16,0 2 13-16,3-3-3 0,-3 0-1 0,0 3 0 15,0-8-9-15,0 0 0 0,0 0 0 0,0 0 0 16,0 0 0-16,0-8 0 15,0 0 0-15,0 0 0 0,0 0 53 16,0 0 9-16,0 0 2 0,0 0 0 0,0 0 0 0,-3-11 0 0,3 3 0 16,-3-5 0-16,3 0-52 0,0-1-12 0,0-4 0 0,0 2 0 15,0-3 0-15,0-2 0 0,0 0 0 0,3-3 0 16,-3 3 16-16,3-5 0 0,-3 4 0 0,3-9 0 16,0 7-16-16,0-5 0 0,0 2 0 0,3 1 0 15,-4-1 0-15,4 4 0 0,0 1 0 0,0 1 0 16,0 3 8-16,3 2-8 0,-3 3 0 0,3-1 9 15,0 6-23-15,0-2-5 0,0 2-1 0,3 0 0 16,-3 3 36-16,0-1 8 0,3 1 0 0,-3 2 1 16,-1 3-25-16,1-2 0 0,0 2 8 0,0 0-8 15,0 2 0-15,-3 1 0 0,0 0 0 0,0 2 0 16,0 0 0-16,-3 6 0 0,3-6 0 0,-6 3 0 16,0 5 0-16,0-2-11 0,-3 2 11 0,0 3-8 15,-3-3-4-15,0 3 0 0,0 0 0 0,-3 3 0 16,0-4 0-16,0 1 0 0,-3 3 0 0,0-3 0 15,1-3 12-15,-1 3 0 0,-3-3 8 0,3-2-8 0,0 2 0 16,0-3 0-16,0 1 0 0,3 0 0 0,-3-3 0 0,3 0 0 16,0-1 0-16,4-1 0 0,-1 2 0 0,0-3 0 15,3 0 0-15,-3 3 0 0,6-8 0 16,0 0-12-16,0 5 2 0,-3 1 0 0,3-6 10 16,0 5 0-16,0 0 0 0,0-5-8 0,3 6 8 0,0 2 0 0,0-8 0 15,0 5 0-15,0-2 0 0,0-1 0 0,3 1 0 0,-1-1 0 16,1 1 0-1,0-3 0-15,3 3 0 0,-3-1 0 0,3 1 0 0,0 0 0 0,0 5 0 0,0-8 0 16,3 2 12-16,-3 1-1 0,3 0-1 0,0-1 0 16,0 1-10-16,-1 0 0 0,1 2-12 0,0 0 12 15,0-2 0-15,-3-1 0 0,3 1 0 0,-3 2 0 16,0-2-88-16,0 0-11 0,0-1-1 0</inkml:trace>
  <inkml:trace contextRef="#ctx0" brushRef="#br0" timeOffset="18085.922">8777 5279 1364 0,'0'0'57'16,"0"0"-45"0,0 0 138-16,0 0 28 0,0 0 6 0,0 0 0 0,0 0-96 0,0-6-19 0,0 6-4 0,0 0-1 31,0 0-51-31,0 0-13 0,0 0 0 0,6-2 0 15,-6 2 0-15,3 0 0 0,3 0 0 0,0 2 0 0,-3 1 54 16,3 0 8-16,0-1 2 0,0 4 0 0,0-4-52 0,0 4-12 16,3-4 0-16,-3 1 0 0,0 2 0 0,0-2 0 0,0 0 0 0,0-1 0 15,0 1-16-15,0-1-7 0,0 1-1 0,0 0 0 16,-1-3 24-16,1 0 0 0,0-3 12 0,3 3-4 16,-3-3 8-16,0 1 0 0,3-3 1 0,-3 2 0 15,3-2 38-15,-3-1 7 0,0 4 2 16,0-6 0-16,0 0-52 0,0 2-12 15,0 1 0-15,0 0 0 0,-3 0 0 0,0-6 0 16,0 6 0-16,0-3 0 0,-3 2 39 16,0 1 5-16,0-3 0 0,-3 3 1 0,0 0-21 0,0 2-4 0,0 0 0 15,0 1-1-15,-3-1-19 0,-3 3 8 0,3-3-8 0,-3 3 0 16,0 3 0-16,0-3 0 0,0 3 0 0,0 2 0 16,0-2 0-16,0 5 0 0,0-3 0 0,1 3 0 15,2 0 0-15,-3 0 0 0,3 2 0 0,3 1 0 16,0-3 0-16,0 5 0 0,0-2 0 0,0-1 0 15,3 1 0-15,3 2 0 0,-3 0 0 0,3-2 0 16,0 2-54-16,0-5-8 0,3 3-2 0,0 2 0 16,0-11 52-16,0 6 12 0,-1-5 0 0,4 0 0 15,0-1 0-15,0-4 0 0,3-1 0 0,0 0 0 16,3-5 0-16,-3 1 0 0,3-1 0 0,3-3 0 16,-3 3 0-16,2-5 0 0,1 2 0 0,0 1 0 15,0-1 44-15,-3 1 12 0,0-1 3 0,0-2 0 16,-1 2-43-16,-2-2-16 0,0 0 11 0,-3 2-11 15,0-2 57-15,-3 2 6 0,0 1 1 0,0-1 0 16,-3 1-52-16,0-1-12 0,-3 3 0 0,0 3 0 16,-3-1 0-16,0-2 0 0,-3 6 0 0,0-3 0 15,0 2 0-15,0 3 0 0,-3 0 0 0,0 3 0 16,3-3 0-16,-3 5 0 0,4-3 0 0,-4 6 0 0,6-2 0 16,-3-1 0-16,3 3 0 0,3 0 0 0,0 2 0 0,0-2 0 15,3 0 0-15,0 3 0 0,0-1 0 0,3 1 0 0,2-3 0 16,1 3 0-16,-3-1 0 0,3 1 0 0,0 5 0 15,0-8 0-15,0 2-9 0,0 3-5 0,-3-2-1 16,3 0 0-16,-3-1 24 0,-3 1 5 0,3-1 1 0,-3-2 0 16,-3 3-15-16,0-3 0 0,0 2 0 0,-3-2 0 15,0 3 0-15,0-8 0 0,-3 4 0 0,0-1 0 16,0-1-48-16,-3 0-13 0,3 1-3 16,-3-4 0-16,0 4 52 0,0-4 12 0,3-2 0 0,0 3 0 15,0-3 0-15,6 0 0 0,0 0 0 0,0 0 0 16,0 0 0-16,0 0 0 0,0 0 0 0,0-5 0 15,3-1-54 1,3 1-8-16,0-3-2 0,0 3 0 0,6-3 52 0,0 3 12 0,0-6 0 0,3 3 0 16,0 0 0-16,0-3 0 0,0 1 0 0,2-3 0 15,-2 2 0-15,0-2 0 0,3 0 0 0,0-1 0 16,-3 1 0-16,0 3 0 0,0 2 0 0,-1-6 0 16,-2 4 28-16,-3 2 9 0,0 3 2 0,0-6 0 15,-3 3-11-15,-3 0-3 0,3 0 0 0,-3 0 0 16,0 3-25-16,-3-3 0 0,0 3 0 0,-3 2 0 15,3 3 56-15,-3-3 7 0,0-4 1 0,0 4 0 16,3 3-52-16,-6-3-12 0,6 3 0 0,-6 0 0 16,6 0-48-16,-6 3-13 0,0 0-3 0,0 4 0 0,0-4 52 15,0 2 12-15,3 1 0 0,-3 2 0 0,3 0 0 0,0-1 0 0,0 1 0 16,1 0 0-16,2 6 0 0,0-9 0 0,-3 5 0 16,6 1 0-16,-3 0 0 0,2-3 0 0,-2 2 0 0,3 1 0 15,3-3 0-15,-3 0 0 0,3 0 0 0,0 0 0 16,0-3 0-16,3 0 0 15,0 0 0-15,0-2 0 0,3 0 0 0,3-3 0 16,-3-3 0-16,3 3 0 0,-3-3 0 16,2-2 0-16,1 0 0 0,3 0 0 0,-3-3 0 0,3 0 0 0,-3 0 0 0,3 0 0 15,-3-3 0-15,-1 1 0 0,1 2 0 0,-3-8 0 16,0 5 48-16,0 1 13 0,0-6 3 0,-3 2 0 16,0 1-52-16,-3 0-12 0,0 2 0 0,0-2 0 15,-3 3 0-15,0-1 0 0,-3 0 0 0,0 4 0 16,-3-4 0-16,0 3 0 0,0 5 0 0,0-7 0 15,-3 4 0-15,0 4 0 0,0-3 0 0,0 5 0 16,6 0 0-16,-6 0 0 0,6 0 0 0,-6 2 0 16,6-2 0-16,-6 5 0 0,3 3 0 0,0 0 0 15,3 3 0-15,3-3 0 0,-3 0 0 0,6 2 0 16,-3 1 0-16,6 0 0 0,-3 4 0 0,3-7 0 16,3 3 0-16,0 0 0 0,2-1 0 0,1 1 0 15,-3-1 14-15,3 1 0 0,0-3 0 0,0 0 0 16,-3 2-14-16,-3-2 0 0,0 0 0 0,0 0 0 15,-3 0 0-15,0-3 8 0,-4 3-8 0,-2 0 0 16,-2 0 0-16,-1-2 8 0,0 1-8 0,-3 1 0 0,-3-2 0 16,-3 2 8-16,3-3-8 0,-6 3 0 0,3-3-13 15,-3 0-6-15,0-2-1 0,0 2 0 0,1 1 20 16,2-4 0-16,0 1 0 0,0-3 0 16,3 0-57-16,0 0-5 0,0-3-1 0,3 1 0 15,0-1-154-15,3-2-31 0,0-1-7 0</inkml:trace>
  <inkml:trace contextRef="#ctx0" brushRef="#br0" timeOffset="18384.344">10165 4855 2192 0,'0'0'92'0,"0"0"-73"15,0 0 101-15,-3-5 20 0,3 5 4 0,0 0 0 16,0 0-56-16,-6 0-11 0,6 0-2 0,-6 5-1 15,0 1-36-15,3-1-7 0,0 3-2 0,-3 3 0 16,3-1-14-16,3 6-3 0,-3-3-1 0,0 6 0 16,3 2-3-16,0 0-8 0,-3 3 12 0,3 2-4 15,0 1-8-15,0-1 0 0,0 3 0 0,0-2 8 16,0-1-8-16,0 1 0 0,0-1 0 0,0 1 0 16,0-4 0-16,-3 4 0 0,3-1 0 0,0-2 0 15,0 0 0-15,-3 0 0 0,3-6 0 0,0 1 0 16,-3-3-16-16,3-3-9 0,-3 0-2 0,3-2 0 15,0-3-107-15,0-3-22 0,0-5-4 0,0 0 0 16,0 0-44-16,0 0-9 0,6-3-2 0</inkml:trace>
  <inkml:trace contextRef="#ctx0" brushRef="#br0" timeOffset="18546.388">10117 5297 1682 0,'-6'-13'35'0,"0"0"9"0,3 0-36 15,0-1-8-15,0 4 0 0,3-1 0 16,0 1 100-16,3 2 19 0,0 0 3 0,3 2 1 0,0 1-39 0,3 0-8 0,0 2-2 0,0 1 0 15,3-1-1-15,0 0 0 0,2 1 0 0,1 2 0 16,0-3-24-16,3 3-5 0,0-3 0 0,0 1-1 16,0 2-29-16,2-3-6 0,-2 0 0 0,3 3-8 31,0 0-67-31,0-5-20 0,3 2-4 0</inkml:trace>
  <inkml:trace contextRef="#ctx0" brushRef="#br0" timeOffset="19234.492">7971 5686 1744 0,'0'0'36'0,"0"0"8"16,0 0-35-16,-3-2-9 0,3 2 0 0,0 0 0 15,0 0 109-15,0 0 20 0,0 0 4 0,0 0 1 16,0 0-45-16,0 0-9 0,0 0-1 0,0 0-1 15,0 0-25-15,0 0-5 0,0 0 0 0,0 0-1 16,0 0-8-16,0 0-2 0,0 0 0 0,0 0 0 0,3 2-9 0,0 4-1 0,0-4-1 16,0 3 0-1,0 3-15-15,0 0-3 0,-3-2-8 0,3 4 12 16,0 1-12-16,-3-1 0 0,3 1 0 0,0 2 0 16,-3-2 0-16,0 2 0 0,0 0 8 0,0 0-8 15,0 1-10-15,0-1-5 0,0 0-1 0,0 0 0 16,0 3-171-16,0-2-34 0</inkml:trace>
  <inkml:trace contextRef="#ctx0" brushRef="#br0" timeOffset="33644.147">7813 6618 850 0,'0'0'17'0,"0"0"6"0,0 0-23 0,0 0 0 0,0 0 0 0,0 5 0 16,3 3 56-16,-3 0 6 0,0-3 2 0,0 6 0 15,0-3-52-15,0 2-12 0,0 1 0 0,0 2 0 16,0-2 54-16,3 2 8 0,-3 0 2 0,0 0 0 16,0-2-64-16,0 2 0 0,0-2-9 0,0 2 0 15,0-2 9-15,-3 2 12 0,3-3-2 0,0-2-1 16,0 3-9-16,-3-3 0 0,3-3 0 0,0 0 0 15,0 1 32-15,0-6 5 0,0 5 1 16,0-5 0-16,0 0-17 0,0 0-3 0,0 0-1 0,0 0 0 16,0 0-6-16,0 0-2 0,0 0 0 0,0 0 0 15,0 0 44-15,0 0 9 0,0-5 2 0,0-1 0 16,0-4-52-16,0 2-12 0,0-5 0 0,0-1 0 16,0 1 37-16,0-3 5 0,3 0 1 0,-3-2 0 15,0-3-27-15,3 0-4 0,0-6-2 0,3 3 0 16,-3 0 0-16,3 3 0 0,3-3 0 0,-3 3 0 15,3 3-10-15,0-1 0 0,2 3 0 0,-2 1 0 16,3 1 0-16,0 1 0 0,0 0 0 0,-3 2 0 16,3 1 56-16,0 2 7 0,0 0 1 0,0 0 0 15,0 3-52-15,0 2-12 0,-1 0 0 0,-2 1 0 16,0 2 0-16,-3 2 0 0,3 1 0 0,-3 2 0 16,-3 0 0-16,0 3 0 0,0 0 0 0,0 3 0 15,-3 0 0-15,-3-1-10 0,0 1 2 0,0 2 0 16,-3-2 8-16,-3 2 11 0,0-3-3 0,0 4 0 15,-3-4-20-15,4 3-4 0,-4-2 0 0,0 0-1 16,0-1 27-16,0 1 6 0,0-1 0 0,3-2 1 16,-3 3-65-16,3-3-12 0,0 0-4 0,3-3 0 0,0 3 52 15,0-3 12-15,6-5 0 0,0 0 0 0,0 0 0 16,0 0 0-16,0 0 0 0,0 0 0 0,6 0 0 0,3 0 0 16,-3 0 0-16,3-5 0 0,3 2 0 0,-3-2 0 0,3 0 0 15,0-1 0-15,0 4 0 0,0-4 0 0,0 4 0 16,-1-3 0-16,-2 2 0 0,0 0 0 15,0 1 0-15,0 2 0 0,-3-3 48 0,3 3 13 0,-3 3 3 16,0-1 0-16,-3 1-52 0,0 2-12 0,0 0 0 0,0 1 0 16,-3 4 0-16,0-2 0 0,0 5 0 0,0-2 0 15,-3 2 0-15,-3 1 0 0,3-1 0 0,-3 0 0 16,-3 0 0-16,0 0 0 0,0 1 0 0,-3-4 0 16,0 1 0-16,1-1 0 0,-4 4 0 0,3-6 0 15,-3 2 0-15,0-2 0 0,0 0 0 0,0-3 0 16,3 3 0-16,-3-2 0 0,1-4 0 15,2 4 0-15,0-4 0 0,3 1 0 0,3-1 0 0,-3-2 0 16,3 3 0-16,0-3 0 0,6 0 0 0,0 0 0 16,0 0-151-16,0 0-33 0,0-5-6 0</inkml:trace>
  <inkml:trace contextRef="#ctx0" brushRef="#br0" timeOffset="34165.048">8245 6708 1109 0,'0'0'23'0,"0"0"5"0,0 0-28 0,0 0 0 0,0 0 0 0,0 0 0 16,0 0 76-16,3-3 10 0,0 3 2 0,3-3 0 15,0 3-17-15,-1 0-3 0,1-2-1 0,0-1 0 16,0 3-21-16,3-3-4 0,0 1-1 0,0-1 0 16,0 0-9-16,0 1-1 0,0-1-1 0,3 0 0 15,-3 1-7-15,3-1-2 0,-3-2 0 0,2 2 0 16,1 1-9-16,-3-1-3 0,6-2 0 0,-6 2 0 15,3 0-9-15,-3-2 0 0,0 2 0 0,0 1-11 16,0-1 11-16,0 1 0 0,-3-4 0 0,0 6 0 16,0-2-53-16,-1-1-9 0,1 3-2 0,0-3 0 15,-6 3-20-15,0 0-4 0,0 0 0 0</inkml:trace>
  <inkml:trace contextRef="#ctx0" brushRef="#br0" timeOffset="34428.3">8257 6850 1386 0,'0'0'28'0,"0"0"8"0,0 0-28 0,0 0-8 0,0 0 0 0,0 0 0 16,0 0 84-16,0 0 16 0,0 0 4 0,3 0 0 15,2-2-34-15,4 2-6 0,-3-5-2 0,3 2 0 16,0 0-16-16,0 1-3 0,0-1-1 0,0 0 0 15,0 1-12-15,0-4-2 0,3 4-1 0,-3 2 0 16,0-6-15-16,3 4-4 0,-1-1 0 0,-2 1 0 16,6-1-8-16,-6 0 0 0,0 1 0 0,3-4 8 15,-3 6-19-15,0-2-4 0,3-1-1 0,-3 0 0 16,0 3-129-16,0 0-27 0</inkml:trace>
  <inkml:trace contextRef="#ctx0" brushRef="#br0" timeOffset="35362.913">8766 6575 1370 0,'0'0'39'0,"0"0"8"0,0 0-38 0,0 0-9 0,-3-5 0 0,0 2 0 16,3 3 63-16,0 0 10 0,-6-5 3 0,6 5 0 16,0 0-19-16,-3-3-3 0,3 3-1 0,0 0 0 15,-6-2-6-15,6 2-2 0,0 0 0 0,0 0 0 16,-6 0-13-16,0 2-2 0,6-2-1 0,-6 6 0 16,0-1-13-16,0 0-2 0,3 3-1 0,-3 0 0 15,0 3-13-15,3-1 9 0,-3 1-9 0,0 0 8 16,3 2-8-16,0 0 0 0,0 0 0 0,0 0 0 15,3-2 0-15,-3 2 0 0,3 0 0 0,0-2 0 16,0 0 0-16,0-1 0 0,0-2 0 0,3 3 0 16,0-3 0-16,0 0 0 0,0-3 0 0,3 0 0 15,-3 1 0-15,3-1 0 0,-3-3 0 0,3 4 0 16,0-4 0-16,3 1 0 0,-3-3 0 0,3 3 0 16,0-3 0-16,0-3 0 0,0 0 0 0,0 1 8 15,-1-1 3-15,1 0 0 0,0-2 0 0,0 0 0 16,0 0-1-16,-3-3 0 0,3 2 0 0,-3-2 0 15,3-2 11-15,-3 2 3 0,0-3 0 0,0 1 0 16,-3-1 18-16,0 1 4 0,0-4 1 0,0 1 0 16,0 0 1-16,-3 0 1 0,0-1 0 0,0 4 0 15,0-3-13-15,0 2-4 0,-3 0 0 0,3 1 0 0,-3-1-11 16,0 3-2-16,0 0-1 0,0 0 0 0,-3 3-8 0,3-3-2 16,0 3 0-16,-3 0 0 0,0 2-8 0,0 0 0 0,-3-2 9 15,3 2-9 1,0 1 0-16,-3 2-8 0,3-3 0 0,-3 3 0 15,0 0-82-15,1 0-16 0,-1 3-3 0</inkml:trace>
  <inkml:trace contextRef="#ctx0" brushRef="#br0" timeOffset="46650.206">6622 10536 1829 0,'0'0'52'0,"0"0"11"16,0 8-51-16,0 0-12 0,0 0 0 0,0 3 0 16,-3-1 40-16,3 4 6 0,0-1 1 0,-3 5 0 15,3 1-32-15,0 5-7 0,0 2 0 0,-3 1-8 16,3-1 8-16,0 1-8 0,0-1 0 0,-3-2 0 15,3 2 0-15,0-5 0 0,-2 3 0 0,2-3 0 16,-3-2 0-16,0-1 0 0,0-2 0 0,0 0 0 16,0-3 0-16,-3 1 0 0,0-4 0 0,3 3 0 15,-3-5 0-15,3 0 0 0,0-2 0 0,3-6 0 16,0 0 40-16,0 0 8 0,0 0 2 0,-3-8 0 16,0 0-33-16,3-3-6 0,0 1-2 0,0-4 0 0,3 1-9 0,-3-3 0 0,3 0 0 15,3-5 8 1,-3 0 0-16,3 0 0 0,0-6 0 0,3 1 0 0,0-3-8 0,-1-3 0 15,4-2-10-15,3 2 10 0,-3 3 42 0,0 0 14 0,3 5 4 16,0 0 0-16,3 3-20 0,-3 2-3 0,-1 4-1 0,1 1 0 16,0 4-9-16,-3 2-3 0,-3 0 0 0,3 0 0 15,-6 3-12-15,3 2-4 0,-3 0 0 0,3 3 0 16,-3 6-8-16,-3-4 12 0,0 4-12 16,0 4 12-16,0 1-12 0,0 2 10 0,0 0-10 0,-3 6 10 15,0 2-10-15,0 0 0 0,0 5 9 16,0 1-9-16,0 2 0 0,-3 3 0 15,3-3 0-15,-3 3 0 0,0-3-14 0,0 0-4 0,3-3-1 0,-6 3 0 16,3-2-19-16,-6-3-4 16,3 0-1-16,0-1 0 15,-3 1-89-15,3-3-17 0,-3 1-4 0</inkml:trace>
  <inkml:trace contextRef="#ctx0" brushRef="#br0" timeOffset="46878.511">6667 10862 1910 0,'-21'-11'40'0,"15"6"9"0,0 2-39 0,3-2-10 0,3 5 0 0,0 0 0 15,0-3 108-15,0 3 19 0,0-5 4 0,3 0 1 16,3 2-57-16,0-2-11 0,3 2-3 0,0 1 0 16,3-1-30-16,3 0-7 0,0 1 0 0,3-4-1 15,-1 4-5-15,4-1-1 16,-3-2 0-16,3 2 0 15,0-2-34-15,0 0-7 0,-1-1-2 0,4 1 0 16,0 2-214-16,3-2-44 0</inkml:trace>
  <inkml:trace contextRef="#ctx0" brushRef="#br0" timeOffset="47117.766">7087 10899 2053 0,'0'0'58'0,"6"-3"13"16,-3 3-57-16,3 0-14 0,-3-2 0 0,3-1 0 15,2 0 87-15,-2 3 14 0,3-5 3 0,-3 5 1 16,6-3-70-16,-3-2-15 0,0 2-2 0,3-2-1 16,-3 0 21-16,3 2 4 0,0-2 1 0,-3 2 0 15,3-2-34-15,-3 2-9 0,-1 1 0 0,1-1 0 16,0 0 0-16,-3 1 0 0,6-1 0 0,-6 3 0 15,3-3-48-15,-3 3-4 0,0 0 0 0</inkml:trace>
  <inkml:trace contextRef="#ctx0" brushRef="#br0" timeOffset="47343.329">7206 11092 2112 0,'0'0'60'0,"0"0"13"0,0 0-58 15,3-3-15-15,3 1 0 0,-3-1 0 0,3 0 72 0,0-2 11 0,3 0 2 0,-3 0 1 16,2-1-54-16,1-2-12 0,0 3-1 0,0-3-1 16,0 0-18-16,3-2 0 0,0 2-8 0,0-3 8 15,6 0-205-15,0 1-35 16</inkml:trace>
  <inkml:trace contextRef="#ctx0" brushRef="#br0" timeOffset="47685.531">7628 10817 1858 0,'-5'0'52'0,"-1"5"13"16,0-2-52-16,3-1-13 0,-3 4 0 0,0-1 0 16,0 0 64-16,0 1 11 0,-3-1 1 0,0 0 1 15,3 3-16-15,0 0-3 0,0-3-1 0,0 3 0 16,0 0-15-16,3 0-3 0,-3 0-1 0,3 0 0 15,0 0-20-15,0 0-4 0,0 0-1 0,3 0 0 16,0 0-13-16,3-3 9 0,0 3-9 0,0-3 8 16,3 1-18-16,3 1-4 0,0-4-1 0,0 2 0 15,0 1 24-15,6-4 5 0,-3 1 1 0,0 0 0 0,3-3-15 16,-4-3 0-16,-2 0 0 0,3 3 0 0,0-5 0 16,-3 2 0-16,3-2 8 0,0 0-8 0,-3 0 0 15,0-1 9-15,-3-2-9 0,3 0 8 0,-3 3 28 16,0-3 6-16,0 0 1 0,-3 0 0 15,2 0-35-15,-2 0-8 0,-3 0 0 0,0-2 0 0,0-1 53 0,0 1 9 16,-3-1 2-16,1 1 0 0,-1-1-52 0,-3 0-12 16,3 1 0-16,-3 2 0 0,-3 0 0 0,3 0 0 15,-3 3 0-15,0 2 0 0,-3 0 0 0,0 6 0 0,-3-3 0 0,0 5 0 32,-3 3-139-32,-5 0-30 0,-1 3-7 0</inkml:trace>
  <inkml:trace contextRef="#ctx0" brushRef="#br0" timeOffset="48329.974">6786 11952 1824 0,'0'0'38'0,"-6"0"8"0,0 3-37 15,6-3-9-15,-3 5 0 0,-3 0 0 0,0 0 68 0,3 3 11 0,-3 3 2 0,0 0 1 16,3 2-54-16,0 0-10 0,-2 0-2 0,2 3-1 16,0 0-15-16,-3 0 0 0,0-3 8 0,0 3-8 15,3 0 0-15,-3 0 0 0,3-3 0 0,-3 3 0 16,0-3 0-16,3 3 0 0,-3-3 0 0,3-2 0 16,0-1-25-16,0 1-8 15,-3 0-2-15,3-4 0 0,3-1 35 0,0 2 0 0,0-8 0 0,0 0 0 16,0 0 0-16,0 0 0 0,0 0 0 0,0 0 0 15,3-8 24-15,3-3 11 0,3 1 2 0,-3-1 1 16,0-5-27-16,3 3-11 0,3-3 8 0,-3-2-8 16,3-1 9-16,-1-2-9 0,1 0 10 0,3-3-10 15,-3 0 20-15,3 0-3 0,-3-5 0 0,0 3 0 16,3-1 38-16,-6 1 7 0,3-1 2 0,-4 3 0 16,4 6-52-16,-3-1-12 0,0 4 0 0,-3 4 0 15,0-2 45-15,0 5 7 0,0 0 0 0,0 3 1 16,-3 2-33-16,3 0-8 0,-6 3 0 0,0 0-1 15,0 0-11-15,0 0 0 0,3 8 0 0,0 3 0 16,0 2 0-16,0 3 0 0,-3 0 0 0,0 5 0 16,0 0 53-16,0 3 9 0,-3 2 2 0,3 1 0 15,0-3-103-15,0-1-20 0,0 1-4 0,0 0-1 16,0-3 64-16,-3-2 21 0,3-1 0 0,-3 3 0 16,0-5-53-16,0 0-10 0,3 3-2 0,-3-3-1 15,0 0-150-15,3-1-29 0,-3 1-7 0</inkml:trace>
  <inkml:trace contextRef="#ctx0" brushRef="#br0" timeOffset="51876.831">6840 12116 1094 0,'0'0'23'0,"-6"0"5"15,0 3-28-15,0-3 0 0,6 0 0 0,-6 0 0 16,0 0 108-16,-3 0 16 0,3 0 3 0,0 2 1 0,6-2-52 0,-6 0-9 16,6 0-3-16,0 0 0 15,-6 0 0-15,6 0 0 0,0 0 0 0,0 0 0 0,0 0 0 0,0 0 0 16,0 0 0-16,0 0 0 0,0 0 0 0,0 0 0 0,0 0 0 0,0 0 0 16,0 0-51-16,0 0-13 15,0 0 0-15,0 0 0 16,3 3 0-16,6 0 0 0,-3-1 0 0,3-2 0 15,3 0 0-15,-3 0 0 0,3 0 0 0,0 0 0 16,0 0-48-16,-1-2-13 0,4-1-3 0</inkml:trace>
  <inkml:trace contextRef="#ctx0" brushRef="#br0" timeOffset="52145.728">7268 12124 2066 0,'0'0'43'0,"3"-3"10"16,0 1-42-16,3-1-11 0,0 0 0 0,0 1 0 15,0-1 72-15,0 0 13 0,0-2 3 0,0 3 0 16,3-1-39-16,-3 3-7 0,3-3-2 0,0 1 0 15,3-1-32-15,-3 3-8 0,2-3 0 0,1 3 0 16,-3-2 0-16,3 2 0 0,0-3 0 0,0 3 0 16,-3 0-58-16,3 0-7 0,-3 0-2 0</inkml:trace>
  <inkml:trace contextRef="#ctx0" brushRef="#br0" timeOffset="52339.103">7298 12336 1792 0,'0'0'51'0,"0"0"10"0,3-6-49 0,3 4-12 0,0-1 0 0,0-2 0 16,3-1 54-16,-3 1 8 0,3-3 2 0,0 3 0 16,3-3-52-16,-1 0-12 0,1-3 0 0,0 4 0 15,3-1 0-15,3-3 0 0,0 0 0 0</inkml:trace>
  <inkml:trace contextRef="#ctx0" brushRef="#br0" timeOffset="52581.85">7742 11989 1580 0,'0'0'67'16,"0"0"-54"-1,0 0 143-15,0 0 29 0,0 0 6 0,0 0 1 16,0 0-103-16,0 0-20 0,0 0-4 0,0 0-1 15,-6 5 0-15,3 1 0 0,0-1 0 0,0 3 0 16,0 0-51-16,3 0-13 0,-3 2 0 0,0 1 0 16,3-1 54-16,-3 1 8 0,3 2 2 0,-3-2 0 15,3 2-52-15,0 0-12 0,-3 1 0 0,3 1 0 0,0-1 0 16,-3-1 0-16,3 0 0 0,0 3 0 0,0-3-11 16,0 0-5-16,0 3 0 0,0-2-1 15,-3-1-98-15,3 0-19 0,0 0-4 0</inkml:trace>
  <inkml:trace contextRef="#ctx0" brushRef="#br0" timeOffset="53479.95">6393 10592 2094 0,'-9'-3'60'0,"0"3"12"0,-3 0-58 16,1 3-14-16,-1-3 0 0,-6 3 0 0,3-1 40 0,-6 4 6 0,3-1 1 0,-3 0 0 16,1 3-24-16,-1 3-5 0,-3-1-1 0,3 6 0 15,3-3 7-15,0 3 0 0,0 0 1 0,4 3 0 16,-1-1-17-16,3 1-8 0,3-1 0 0,-3 3 8 16,6-2-8-16,0-1 0 0,0 1 0 0,3-1 0 15,3 1-10-15,3-1 10 16,0-2 0-16,3 5-9 0,3-2 9 0,-3 0 0 0,3-1 0 15,3 3-8-15,-3 0 8 0,3 3 0 0,2 0 0 0,-2 2 0 16,3 1 0-16,0-1 0 0,0 1 0 0,0-1 0 16,0 1 0-16,0-3 8 0,-3 2-8 0,-1 1 0 15,1-1 12-15,-3 3-1 0,0 0-1 0,-3 3 0 16,-3 0-2-16,-3 2-8 0,-3 3 12 0,0 0-4 16,-3-2-8-16,-3-6 12 0,0 0-12 0,-3 3 12 15,1-3-12-15,-4 0 0 0,0 0 0 0,0 3 0 16,0-1 0-16,3 1 0 0,-3 0 0 0,3 0 0 15,0-3 10-15,1-3 0 0,-1-2 0 0,0 2 0 16,0-2-10-16,3-3-14 0,0-2 3 0,0-1 1 16,0-2 10-16,3 0 14 0,3-3-3 0,-3-2-1 15,6 2-10-15,-3-2 0 0,6-1 0 0,-3 4 0 16,3-6 0-16,0 2 0 0,0-2 0 0,3 3 0 0,0-1 0 0,-3 1 0 16,3-1 0-16,0 1 0 0,0 0 11 0,3 2 3 0,-3-3 1 15,0 4 0 1,3-1 1-16,-3 0 0 0,3 3 0 0,-4-3 0 15,1 0 3-15,0 3 1 0,3-2 0 0,-3 1 0 16,0-1-20-16,0 2 10 0,0 2-10 0,0 1 8 0,-3-1-8 16,3-2 0-16,0 5 0 0,-3 0 0 0,0 3 0 0,0 3 0 0,0 2 0 0,0 2 0 15,0-1 0-15,-3-1 0 0,3 0 0 0,-3 0 0 16,0-5 0-16,3 0 0 0,-3-1 0 0,0-1 0 16,0-1 0-16,0 0 0 0,0-3 0 0,0 1 0 15,0-1 0-15,0 1 0 0,0-3 0 0,3 0 0 16,0-3 0-16,0 0 0 0,0-2 0 0</inkml:trace>
  <inkml:trace contextRef="#ctx0" brushRef="#br0" timeOffset="74233.594">22765 4247 1379 0,'-6'-8'58'0,"3"-8"-46"15,-3 5 100-15,3 1 20 16,-3-1 4-16,0 1 0 0,3 2 12 0,0 0 1 0,0-3 1 0,0 3 0 16,0 3-58-16,0 0-11 0,0-3-2 0,3 8-1 15,0 0-18-15,-3-8-3 16,3 8-1-16,0 0 0 16,0 0-8-16,0 0-3 0,0 0 0 0,0 0 0 15,0 0-27-15,0 0-6 0,-3 8 0 0,-3 0-1 0,3 0-11 16,0 2 0-16,0 9 0 0,0-6 0 0,0 5 0 0,0 1 0 15,3 5 0-15,-3 0 0 0,3-3 0 0,-3 3 0 0,3 2 0 16,0-5 0-16,-3 3 0 0,3-3 0 0,0 0 0 0,-3 3 0 16,3 0 0-16,0 0 0 0,0 2 0 0,0-2 0 15,0 0 0-15,-3 0 0 0,3 2 0 0,0-2 0 16,0-5 0-16,-3-1 0 0,3 1 9 0,0-4-9 16,-3-1 0-16,3-1-8 0,0-2 0 0,0 2 0 31,0-8-22-31,0 3-4 0,0-3-1 0,0 1 0 0,0-6-177 15,0 0-35-15,0 0-7 0</inkml:trace>
  <inkml:trace contextRef="#ctx0" brushRef="#br0" timeOffset="75016.552">23154 4281 1824 0,'0'0'76'16,"0"0"-60"-1,0 0 89-15,0 0 19 0,0 0 3 0,0 0 1 16,0 0 0-16,0 0 0 0,0 0 0 0,-2 8 0 15,-1-3-103-15,0 6-25 0,0-8 0 0,0 5 0 16,3 2 20-16,-3-2 0 0,0 3-1 0,0-1 0 0,0 4-31 16,0-1-5-16,0-3-2 0,3 6 0 15,0-3 67-15,-3 1 12 0,3-1 4 0,3-2 0 16,-3 2-52-16,3 0-12 0,3 0 0 0,0 0 0 16,0-2 0-16,0 2 0 0,2-2 0 0,1 2 0 15,0-2-48-15,3-3-13 0,3-3-3 0,-3 5 0 16,3-10 103-16,3 3 20 0,-3-3 4 0,2-3 1 0,-2 3-64 15,0-7-13-15,3-1-3 0,-3 2 0 0,0-4 26 0,-3 4 5 16,0-9 1-16,0 4 0 0,-3 0 16 0,2-2 3 0,-2 0 1 0,-3-3 0 16,0 0-8-16,0 0 0 0,0-2-1 0,-3 2 0 15,0-3-13-15,-3 6-2 0,0-8-1 0,0 5 0 16,-3 0-11-16,0 3-14 0,0-6 3 0,-3 6 1 16,0 0 24-16,-3 2 5 0,-3 1 1 0,1 2 0 15,-4-3-20-15,0 6 0 0,-3 2 0 16,-3 1-9-16,3 2-5 0,-6 2-1 0,4 1 0 0,-4 0 0 15,3 5-16 1,0 0-3-16,0-1-1 0,3 4 0 0,4 0-100 0,2-1-20 16,0 3-4-16</inkml:trace>
  <inkml:trace contextRef="#ctx0" brushRef="#br0" timeOffset="76041.833">22410 5070 1907 0,'-3'2'80'0,"3"-2"-64"16,0 0 90-16,0 0 18 0,0 0 3 0,0 0 1 15,0 0-50-15,0 0-10 0,0 0-1 0,3 8-1 16,3-8-18-16,0 3-3 0,3 0-1 0,0-3 0 16,3 2-16-16,0-2-4 0,3 0-1 0,3 0 0 15,-3-2-9-15,2 2-2 0,1-3 0 0,3 3 0 16,-3 0-12-16,3 0 0 0,-3-3 0 0,2 3 0 16,-2-5 0-16,3 2 0 0,3 3 0 0,-6-2 0 15,3-1 0-15,-3 0 8 0,-1 3-8 0,-2-2 0 16,0-1 0-16,-6 1 0 0,0 2 0 0,-3-3 0 15,-6 3-8-15,0 0-2 0,0 0 0 0,0 0 0 16,0 0-3-16,-3 0-1 0,-6 3 0 0,0-3 0 16,-3 2 1-16,-3 1 0 0,0-1 0 0,-2 4 0 15,-1-1 13-15,0 0 0 0,-3-2-10 0,0 0 10 0,0 2 0 16,-2-2 0-16,2 2 0 0,-3-3 0 0,3 4 21 16,3-4-1-16,-3 6 0 0,4-8 0 0,2 3 5 15,0 0 1-15,6 2 0 0,0-5 0 0,3 3-1 16,6-3 0-16,0 0 0 0,0 0 0 0,0 0-9 15,0 0-3-15,0 0 0 0,0 0 0 16,6 2-1-16,3-2-1 0,3 0 0 0,0 0 0 0,0 0 1 0,-1 0 0 16,4 0 0-16,-3 0 0 0,3 0-12 15,0 0 0-15,0 0 0 0,3 3 0 16,-3-3-83-16,2 0-18 0,1 3-4 0</inkml:trace>
  <inkml:trace contextRef="#ctx0" brushRef="#br0" timeOffset="77974.597">24086 4189 2025 0,'3'-3'85'15,"0"-2"-68"1,0-1 110-16,0 4 21 0,0-4 5 0,-3 6 1 16,0 0-50-16,0 0-9 0,0 0-3 0,0 0 0 15,0 0-40-15,3 6-9 0,-3-1-2 0,3 6 0 16,-3 2-18-16,-3 5-4 0,3 1-1 0,-3 2 0 15,0 3-5-15,-3 0-1 0,3-1 0 0,-3 1 0 16,0 3-12-16,0-6 9 0,0 3-9 0,0 2 8 0,3 3-8 0,-3 0 0 16,0 6 0-16,4-3 0 0,-4-1 0 0,3 1 0 15,0-3 8-15,0 0-8 0,0-5 0 0,0-3 0 0,0-2 0 0,0-1 0 16,0 1 0-16,3-9 0 0,-3 1 8 0,3 5-8 31,0-11-24-31,0 3-8 0,3 0 0 0,0 0-1 16,3-5-199-16,0-3-39 0</inkml:trace>
  <inkml:trace contextRef="#ctx0" brushRef="#br0" timeOffset="81571.988">6721 6864 1668 0,'-9'2'35'0,"3"4"7"0,-3-4-34 0,0 1-8 0,3 0 0 0,-3 2 0 16,0-2 92-16,0-1 17 0,0 1 3 0,-3 2 1 16,3-2-45-16,-3-1-10 0,1 1-2 0,-1 0 0 15,0 2 6-15,0-2 1 0,0 2 0 0,-3-2 0 16,0-1 1-16,0 1 1 0,0 0 0 0,-2 2 0 15,-1-5-46-15,-3 0-10 0,-3 0-1 0,0-3-8 16,-3 1 52-16,1-4 4 0,-4 4 1 0,-6-4 0 16,3 1-45-16,1-3-12 0,-4 0 0 0,0 0 0 15,1-2 12-15,-1-4 1 0,3 1 0 0,-3-3 0 16,1 0-1-16,2-2 0 0,3-1 0 0,-3-4 0 16,7-1-3-16,2-3-1 0,3 1 0 0,0-3 0 15,6 2-8-15,3-2 12 0,0 0-12 0,3 0 12 16,4-3-12-16,-1 0 10 0,0-2-10 0,0-6 10 15,3 3-10-15,0-2 0 0,3-6 0 0,0 2 0 16,0 6-9-16,0 0 9 0,0 0 0 0,3 0 0 16,0 5-10-16,3-2 10 0,0-3-8 0,2 2 8 15,1 1-8-15,6 2 8 0,0 1-8 0,3-1 8 16,3 5 0-16,3 4 0 0,2 4 0 0,1-2-8 16,3 5 8-16,-3 0 0 0,3 3 0 0,-1 0 0 0,1-1 0 15,-3 4 0-15,0-1 0 0,5 3 0 16,1 0 0-16,0 3 0 0,3 0 0 0,-4 5-8 0,1-3 8 0,0 3 0 15,0 0 0-15,-4 3-8 0,1-1 8 0,-3 4 0 0,0-4 0 16,0 6 0-16,-4-2 0 16,4 2 0-16,0-1 0 0,-3 1 0 0,3 0 0 0,-4 3 8 15,1 0-8-15,0-1 0 0,-3 3 8 0,0 1-8 0,-4 1 10 0,1 1-10 16,0 0 12-16,-3 3-3 0,0-1-1 16,0 3 0-16,0-2 3 0,-3 2 0 0,0 0 0 0,2 0 0 15,-2-2-1-15,0-1 0 0,-3 1 0 0,3-3 0 16,0 2-10-16,3-4 0 0,-3 2 0 0,0-3 0 15,0 0 0-15,-1-2 0 0,1 2 0 0,-3-3 0 16,3 4 0-16,-3-4 0 0,-3-2 0 0,3 3 0 16,0-1 0-16,-3-2 0 0,0 0 0 0,-3 0 0 15,3-3 0-15,-3 1 0 0,0-1 0 0,-3-5 0 16,0 0 0-16,3 3 0 0,3-3 0 0,0 0 0 16,0-3-172-16,0-2-36 0,0-1-7 0</inkml:trace>
  <inkml:trace contextRef="#ctx0" brushRef="#br0" timeOffset="82140.786">6840 6133 1451 0,'0'0'61'0,"0"0"-49"16,0 0 124-16,0 0 24 0,0 0 4 0,0 0 2 16,0 0-34-16,0 0-6 0,0 0-2 0,0 0 0 15,0 0-48-15,0 0-9 0,0 0-3 0,0 0 0 16,0 0-51-16,0 0-13 0,0 0 0 0,0 0 0 16,3 6 12-16,-3-1-1 0,0 0 0 0,3 3 0 15,0 0-11-15,-3-3-16 0,3 3 4 0,0 0 1 16,0 0 11-16,0 0 0 0,-1 0 0 0,4 0 0 15,-3-3 0-15,0 3 0 0,3 0 0 0,0-2 0 16,-3-1 28-16,3 0 8 0,0 0 2 0,0 1 0 16,3-4-10-16,-3 1-1 0,0 0-1 0,3-1 0 15,0-2-26-15,-3-2 0 0,3-1 0 0,0-2 0 16,0-1 56-16,0 1 7 0,2-3 1 0,-2 0 0 0,0 0-52 16,3-2-12-16,-3-1 0 0,3 1 0 15,0-4 21-15,-3 4 2 0,3-3 0 0,-3 2 0 16,0 0-37-16,0 1-7 0,-1-1-2 0,1 3 0 15,-3-2 23-15,3-1 0 0,0 1 0 0,-3 2 0 16,0-3 20-16,3 0 8 0,0-2 1 0,-3 5 1 16,3-2-109-16,-3-1-21 0,3 0-5 0</inkml:trace>
  <inkml:trace contextRef="#ctx0" brushRef="#br0" timeOffset="83874.875">5798 5289 2053 0,'0'0'58'0,"0"0"13"0,0 0-57 0,0 0-14 0,0 0 0 0,0 0 0 16,0 0 79-16,0 0 13 0,0 0 2 0,0 0 1 15,-3 8-64-15,3 0-13 0,-3 3-2 0,0-1-1 16,0 4-15-16,0 2 8 0,0 2-8 0,0-2 0 16,0 2 8-16,0 1-8 0,0 2 0 0,0-5 9 15,0 3-9-15,0-4 8 0,0-1-8 0,0-1 8 16,0-3 3-16,0 1 0 0,0-3 0 0,0-3 0 15,0 3 7-15,3-8 2 0,-3 8 0 0,3-8 0 16,0 0 4-16,0 0 2 0,0 0 0 0,0 0 0 0,-3-10-2 16,3-1-1-16,-3 0 0 0,3-5 0 0,0 1-23 0,0-4 9 15,0 1-9-15,3-4 0 0,0 4 0 0,3-9 0 16,0 4 0-16,0-4 0 0,3 6 0 0,3-3 0 0,0 0 0 0,0 3 0 16,0 0 0-16,0 0-9 15,0 0 9-15,-1 2 0 0,4 1 0 0,-3 4 0 0,3-4 0 16,-3 2 0-16,-3 3 0 0,3 2 0 15,-3 1 0-15,0 4 11 0,0 1-11 0,0 2 12 0,-3 1-12 16,3 2 12-16,-4 2-12 0,4 6 10 0,-3-5-10 16,3 5 10-16,-3 2-10 0,3 1 0 0,-3 2 9 0,0 3-9 15,0 0 0-15,0 0 0 0,0 2 0 0,-3-4 8 16,3 4-8-16,-3-2 0 0,0 3 0 0,3-4 0 16,-3 1 0-16,-3 3 0 0,3-1 0 0,-3 1 8 15,3-1-8-15,-3-2-8 0,0 3 8 0,0-1-12 16,0 1-24-16,-3-6-4 0,3 0-2 0,-3 1 0 15,0-4-159-15,-3 3-32 0</inkml:trace>
  <inkml:trace contextRef="#ctx0" brushRef="#br0" timeOffset="84095.48">5843 5276 1758 0,'0'0'36'0,"0"0"10"0,0 0-37 0,5-5-9 0,-2 2 0 0,3 1 0 16,0-1 116-16,0 0 22 0,3 1 4 0,0 2 1 15,0 0-71-15,0-6-15 0,0 4-2 0,3 2-1 16,0 0-32 0,0-3-6-16,3 3-2 0,-4-3 0 0,7 1-14 0,-3-1 9 15,0 3-9-15,3-3 8 16,0 1-104-16,0-1-22 0,3 0-4 0</inkml:trace>
  <inkml:trace contextRef="#ctx0" brushRef="#br0" timeOffset="86677.08">6319 5247 1579 0,'0'0'32'0,"0"0"10"16,0 0-34-16,0 0-8 0,0 0 0 0,0-5 0 16,0-1 149-16,0 6 28 0,0-5 6 0,3 2 1 15,0-2-85-15,0 3-17 0,0-4-3 0,3 4-1 16,0-4-25-16,0 4-5 0,2-4 0 0,1 1-1 15,0 2-24-15,0-2-5 0,3 0-1 0,0 0 0 16,0 2-17-16,-3-2 0 0,3 2 0 0,0-2 0 16,-3 2 0-16,3 0 0 0,-4 3 0 0,1-5 0 15,0 2-57-15,-3 1-9 0,3 2-2 0,-6 0 0 16,3 0-48-16,-6 0-9 0,0 0-3 0</inkml:trace>
  <inkml:trace contextRef="#ctx0" brushRef="#br0" timeOffset="86903.823">6393 5316 1698 0,'0'0'48'0,"0"0"11"0,0 0-47 0,0 0-12 0,0 0 0 0,0 0 0 16,3-3 87-16,3 3 15 0,0-5 3 0,-3 5 1 15,3-3-32-15,0 1-6 0,-3-1-2 0,3 0 0 16,0 1-18-16,-3 2-4 0,3-8-1 0,0 8 0 15,0-3-26-15,0 0-5 0,0 1 0 0,0 2-1 16,-1-3-11-16,4-2 0 0,0 2 0 0,0 1 0 16,0-1-112-16,0-2-19 0,3-1-3 0</inkml:trace>
  <inkml:trace contextRef="#ctx0" brushRef="#br0" timeOffset="87336.9">6783 5080 2039 0,'-6'0'42'0,"-3"0"11"15,3 0-42-15,3 0-11 0,3 0 0 0,-6 0 0 0,6 0 103 0,-6 0 18 16,6 0 4-16,0 0 1 0,-6 0-56 0,6 0-11 0,0 0-3 0,-5 6 0 31,2-1-27-31,0 0-5 0,0 0-2 0,0 3 0 16,0 0-22-16,3 3 8 0,-3-3-8 0,3 2 0 0,0 1 0 0,0-3 0 0,0 3 0 0,0-1 0 15,0 1 0-15,3-1 0 0,-3 1 0 0,3-3 0 16,0 2 0-16,3 1 0 0,-3 0 0 0,2-6 0 16,1 3 0-16,3-3 0 0,-3 3 0 15,3-5 0-15,-3 5 0 0,3-8 0 0,0 2 0 0,0 1-8 16,0-3 8-16,3 0 0 0,-3-3 0 0,3 1 0 16,-3 2 0-16,-1-8 0 0,1 0 8 0,-3 2-8 15,3 1 12-15,-3-3-3 0,3-2 0 0,-3 2 0 16,0 0 16-16,0-3 3 0,0 1 1 0,-3 2 0 15,0-3-8-15,0 1-1 0,0-1-1 0,-3-2 0 16,0 2 27-16,0-2 6 0,-3 0 0 0,0-1 1 16,0 4-37-16,0-3-8 0,-3-1-8 0,3 4 11 15,-3 2-11-15,0-3 10 0,-3 3-10 0,3 3 10 16,-3 0-28-16,3-1-6 0,-3 4 0 0,1 2-1 16,-4 0-135-1,-3 2-28-15,-3 1-4 0</inkml:trace>
  <inkml:trace contextRef="#ctx0" brushRef="#br0" timeOffset="99709.767">9426 6745 1094 0,'0'0'46'16,"0"0"-37"-1,0 0 95-15,0 0 18 0,-6 0 4 0,6 0 1 16,-6 2-31-16,6-2-7 0,-6 0-1 0,6 0 0 16,0 0-12-16,-5 6-4 0,5-6 0 0,-6 0 0 15,6 0-10-15,0 0-2 0,-6 2-1 0,6-2 0 16,0 0-23-16,-6 6-4 0,6-6 0 0,0 0-1 15,0 0-7-15,-3 2-2 0,3-2 0 0,0 0 0 0,-3 5-2 0,3-5-1 0,0 0 0 16,0 6 0-16,3-1-3 0,0-2 0 0,0-1 0 0,0 4 0 16,3-6 4-16,0 2 1 0,2 1 0 0,1 0 0 15,0-1-7-15,3-2-2 0,0 3 0 0,3 0 0 16,0-3 0-16,3 2-1 0,-3-2 0 0,5 3 0 16,-2-3-11-16,3 0 0 15,0 0 9-15,0 0-9 0,3 0 10 0,-3 0-2 16,2 0-8-16,7-3 12 0,0 3-12 15,6-2 11-15,2-1-11 0,1 0 10 0,0 3 0 0,-4-2 0 16,4-1 0-16,0 3 0 0,-4-3-10 0,4 3 0 0,0 0 0 0,3-2 0 16,-1 2 11-16,1 0-3 0,3 0-8 0,-1 0 12 15,-5 0-12-15,0 0 9 0,-4 0-9 0,4 0 8 16,0 2 0-16,2-2-8 0,4 0 12 0,0 0-4 16,-7 3 1-16,1-3 0 0,0 0 0 0,-6 0 0 15,-1 3-9-15,-2-3 12 0,0 0-12 0,0 0 12 16,-1 0-12-16,1 0 12 0,0 0-12 0,-3 0 12 15,-1 0-12-15,-2 0 8 0,-3-3-8 0,0 3 8 16,-6 0-8-16,0-3 8 0,-3 3-8 0,-3 0 8 16,-1-2 0-16,-2 2 0 0,-3 0 0 0,-3 0 0 15,0 0-8-15,0 0 0 0,0 0 0 0,0 0 0 16,0 0 0-16,0 0 0 0,3-6 0 0,-3 6 0 16,0 0-50-16,-3-2-2 0,0-4-1 0,3 6 0 15,0 0-177-15,0 0-35 0</inkml:trace>
  <inkml:trace contextRef="#ctx0" brushRef="#br0" timeOffset="100471.561">11061 6634 1208 0,'-6'-6'51'0,"3"4"-41"15,3 2 111-15,-6-6 23 0,3 4 4 0,3 2 0 16,0 0-36-16,-3-6-8 0,3 6-2 0,0 0 0 15,0 0-31-15,0 0-7 0,0 0 0 0,0 0-1 16,0 0-19-16,3-2-4 0,0-1-1 0,0 0 0 16,3 3-15-16,0 0-2 0,2 0-1 0,-2 3 0 15,3 2-5-15,0-2-2 0,0 2 0 0,3 3 0 16,-3-2-3-16,0 1-1 0,3 1 0 0,-3 3 0 16,3-3 1-16,-3 2 0 0,0-2 0 0,-1 0 0 15,-2 3-3-15,0-3-8 0,0 2 12 0,0-2-4 16,-3 3-8-16,0-3 0 0,3 0 0 0,-3 2 0 15,0-2 0-15,-3 0 12 0,0 0-12 0,0 3 12 16,0-3-4-16,-3 0-8 0,3 0 12 0,-6 0-4 16,3 0 0-16,-3-1 0 0,-3-1 0 0,0 2 0 15,1-6 3-15,-1 4 0 0,-3-1 0 0,0 0 0 16,0 1-11-16,0-1 0 0,0-3 0 0,0 4 0 16,0-4 0-16,0 4 0 0,3-1 0 0,-3-2 0 15,4 2 0-15,-1-2 0 0,3 2 0 0,0-2-11 16,0-1-81-16,6-2-16 0,0 0-3 0</inkml:trace>
  <inkml:trace contextRef="#ctx0" brushRef="#br0" timeOffset="102023.469">12323 6472 1208 0,'6'-5'51'16,"2"2"-41"-16,-5-2 105 0,3 2 21 0,0-2 4 0,-3 2 0 16,0-2-36-16,3 0-7 0,-3 2-1 0,-3-2-1 15,3-1-23-15,-3 1-5 0,0 0-1 0,0 5 0 16,0-5-4-16,-3 2-1 0,3-2 0 0,0 5 0 16,-6-6-13-1,3 1-4-15,0 0 0 0,-3 0 0 0,0 2-2 0,3-2-1 0,-5 2 0 0,2-2 0 31,-3 2-15-31,3 0-3 0,-3-2-1 0,-3 2 0 0,3 1-8 0,0-1-2 16,-3 0 0-16,0 1 0 0,0 2-12 16,0-3 0-16,0 1 0 0,-2 2 0 0,2-3 0 0,0 3 0 0,0 0 0 0,0-3 0 15,0 3 54-15,0 0 8 0,0 0 2 0,0-2 0 16,0 4-52-16,1-2-12 0,-1 3 0 0,-3-3 0 16,0 3 0-16,0-1 0 0,0 1 0 0,-3-1 0 15,0 1 0-15,0 0 0 0,-2 2 0 0,2-2 0 16,-3 2 0-16,3 0 0 0,-3-2 0 0,3 2 0 15,1 1 0-15,-1-1 0 0,3 0 0 0,0 0 0 16,0 1-10-16,0 2-5 0,3 0-1 0,-3-3 0 16,3 3 16-16,-2 0 0 0,2-3 0 0,-3 3 0 15,0-3 0-15,0 3 0 0,0 0 0 0,0-3 0 16,-6 3 0-16,4 0 0 0,-1-2 0 0,-3 2 0 16,3-1 0-16,-3 4 0 0,0 0 0 0,0 2 0 15,4 0 0-15,-1 3 0 0,0-3 0 0,0 6 0 16,3-3 0-16,3-1 0 0,-3 1 0 0,3 3 0 15,1-6 0-15,2 3 0 0,0-3 0 0,-3 3 0 16,3-3 0-16,0 1 0 0,0-1 0 0,0-3 0 16,0 4 0-16,3-4 0 0,-3 1 0 0,3-1 0 15,0-2 0-15,0 3 0 0,3-3 0 0,-3 0 0 0,4 0 0 0,-1 0 0 16,0 0 0-16,3-1-9 16,0 4 9-16,0 0 0 0,0-1 0 0,3 3 0 0,0 1 10 0,-1-1 7 0,1 3 2 15,3 2 0-15,0 1-19 0,0-3 0 0,3 5 0 16,0-3 0-16,0 1 0 0,0 2 0 0,0-2 0 0,0-1 0 15,3 1 0-15,0-3 0 0,0-1 0 0,0 1 0 16,2-2 0-16,1-1 0 0,3 0 0 0,3 0 0 16,3-2 0-16,0-1 0 0,-1 1 0 0,4 0 0 15,0 2 0-15,0 3 0 0,-3 0 0 0,2-1 0 16,-2 1 0-16,0 3 0 0,0-3 0 0,0 0 0 16,2-1 0-16,4 1 0 0,-3 3 0 0,6-3 0 15,2 0 0-15,1-3 0 0,0 0 0 0,3 0 0 16,-7 0 0-16,1-2 0 0,0 0 0 0,0-1 0 15,-1-2 0-15,4 0 0 0,0-3 0 0,5 1 0 16,-2-1 8-16,0-2-8 0,2 2 12 0,1-2-12 16,-6-1 8-16,0-2-8 0,-1 0 0 0,1 0 0 15,3 0 0-15,2-2 0 0,1 2 0 0,3-3 0 16,-7 3 8-16,1-5-8 0,-3 5 0 0,0-6 0 16,-1 1 8-16,-2 0-8 0,3-1 0 0,-1-1 0 15,1-1 8-15,0 0-8 0,6-3 0 0,-7 0 0 16,1 1 10-16,-3-6-2 0,-6 0 0 0,2 0 0 15,-5-2-8-15,3-1 12 0,-6-2-12 0,3 0 12 16,-1 2-4-16,4-2-8 0,-3 3 12 0,3-1-4 0,-6 3 0 0,-1 3 0 16,4-3 0-16,-6 3 0 0,0-3 2 15,-3 0 0-15,0-2 0 0,-3-1 0 0,0-5 0 0,-1 1 0 0,-2-4 0 16,0-2 0-16,-3 0-1 0,-3 2 0 0,3-2 0 0,-3 0 0 16,-3 5 0-1,0 1 0-15,0 1 0 0,-3 1 0 16,-3 3-1-16,3-1-8 0,-6 1 12 0,0-1-4 0,0-2-8 15,-2 2 8-15,-1-2-8 0,-3-3 8 0,-3 1-8 0,0-1 8 0,0-3-8 16,-6 4 8-16,7-1-8 16,-4 3 0-16,0 2 0 0,0 3 0 0,0 3 10 0,3 0-10 0,3-1 12 15,-2 4-12-15,-1-1 0 0,0 3 0 0,0-2 0 0,-3 2 0 16,3 0 0-16,-3 3 0 0,1-3-10 0,-1 2 10 16,-3 1 0-16,0-3 0 0,3 3 0 0,-2 2 0 15,-1-2 0-15,0 0 0 0,0-1 0 0,3 1 0 16,0 0-8-16,1-1 8 0,2 1 0 0,0 0 0 15,0 0 0-15,0-1 0 0,-3 1 0 0,0-3 0 16,1 3 0-16,-1 0 0 0,-3-3 0 0,0 2 0 16,-3 1 0-16,4 0 0 0,-4-3 0 0,3 2 0 15,0 1 0-15,0 0 0 0,3 0 0 0,1 2 0 16,2-2 0-16,-3 2 0 0,3 0 0 0,0 1 0 16,0-1 0-16,-2 3 0 0,-1-3 0 0,-3 3 0 15,0 0 0-15,-3 3 0 0,3-3-8 0,-2 3 8 16,-1-1-27-16,3 1-1 0,0 0 0 15,3 2 0-15,1-2 28 0,2 2 0 0,3-2 0 0,3 2-8 16,0-3-44-16,0 4-9 0,3-1-2 0,3-2 0 16,-3 2-81-16,3 3-16 0,0-3-3 0</inkml:trace>
  <inkml:trace contextRef="#ctx0" brushRef="#br0" timeOffset="102992.935">11745 6811 1799 0,'3'-8'51'0,"0"3"11"0,3-1-50 15,-3-2-12-15,0 3 0 0,0 0 0 0,0-1 76 0,0-1 12 0,0 1 2 0,-3 1 1 16,3 0-13 0,-3-3-2-16,3 2-1 0,-3 1 0 0,0-3-7 0,0 3 0 15,0 0-1-15,-3-1 0 0,3-2-16 0,-3 3-3 0,0-3-1 0,0 3 0 16,0 0-8-16,0-3-2 0,0 2 0 0,-3 1 0 15,3 0-9-15,0-1-1 0,-3 4-1 0,0-1 0 16,3 1-9-16,-3-1-1 0,0 0-1 16,0 3 0-16,0 0-6 0,0 0-1 0,1 0 0 0,-4 6 0 15,3-4-8-15,-3 1 0 0,0 2 0 0,0 0 0 16,3 3 0-16,-3 0 0 0,0 0 0 0,0 5 0 16,0-2 0-16,-3 0 0 0,3 2 0 0,0 0 0 15,0 0 0-15,1 1-11 0,2-4 3 0,-3 1 0 16,6 2-6-16,-3-2-1 0,6-4 0 0,-3 1 0 15,3 3-3-15,3-3-1 0,0 0 0 0,0-3 0 16,3 0-1-16,0-2 0 0,0 0 0 0,2-1 0 16,1 1 4-16,3 0 1 0,-3-3 0 0,3 0 0 15,-3 0 15-15,3-3-9 0,0 0 9 0,0 1-8 16,-3-4 8-16,0 1 0 0,0 0 0 0,0 0 0 16,-1-3 0-16,-2 2 0 0,0 1 9 0,0-3-9 15,0 3 25-15,-3-3-1 0,0 0-1 0,0 3 0 16,0-3-3-16,-3 2 0 0,3-2 0 0,-3 3 0 15,0 5-4-15,0 0-2 0,0-2 0 0,0 2 0 16,0 0-14-16,0 0 11 0,0 0-11 0,0 0 10 16,0 0-10-16,0 0 0 0,0 0 0 0,-3 2 0 15,0 6 0-15,0-3 0 0,0 3 0 0,-3 3 0 16,3 0 0-16,-3-4 0 0,3 7 8 0,-3-4-8 16,0 1 0-16,1-1 0 0,-1 1 0 0,0 2 0 15,0 0 0-15,0 1 0 0,0-1-10 0,-3 3 10 0,3 0-15 0,0 0 3 16,0 2 1-16,0 3 0 0,3-2-5 0,-3 2 0 0,3-3-1 0,-3 1 0 15,3 0 8-15,0-4 9 0,3 1-13 0,-3-3 5 16,3 1 8-16,3-4 0 0,-3 1 0 0,3-3 0 16,0 0 0-16,0-3-10 0,3 0 10 0,0 1 0 15,0-1 0-15,0-2 0 0,3-1 0 0,0-2 0 16,0 0 0-16,0 0 9 0,0 0 1 0,2-2 0 16,-2-1-10-16,3 0 12 15,0-2-12-15,0 2 12 0,0-2-12 0,3 0-11 0,0-1 3 16,0 1 0-16,0-3 8 0,-1 0 0 0,1 0 0 0,0 0 0 15,0-2-185-15,0-1-35 16,-3 1-8-16</inkml:trace>
  <inkml:trace contextRef="#ctx0" brushRef="#br0" timeOffset="103357.209">12081 6782 1877 0,'0'0'79'0,"0"0"-63"15,0-6 129-15,0 6 27 0,0-8 4 0,0 3 2 32,0 5-66-32,0 0-14 0,0-2-2 0,0 2-1 15,0-6-42-15,0 6-8 0,0 0-1 0,0-5-1 0,0 5 9 0,0 0 1 0,0-5 1 0,0 5 0 16,0 0-43-16,0 0-11 0,0 0 0 0,0 0 0 15,0 0 0-15,0-6 0 0,0 6 0 0,0-5 0 16,0 5 0-16,0-5 0 0,0 5 0 0,0-6 0 16,0 6 42-16,0-5 6 15,0 5 2-15,3-2 0 0,-3-4-29 0,0 6-5 0,0-5-2 0,0 5 0 16,0 0-14-16,0 0 0 0,0-5 0 0,0 5 0 16,0 0-13-16,0 0-6 0,0 0-1 0,0 0 0 15,0 0-70-15,0 0-14 16,0 0-4-16,6 5 0 0,-3 3-118 0,0 0-24 0,0 0-5 0</inkml:trace>
  <inkml:trace contextRef="#ctx0" brushRef="#br0" timeOffset="103608.255">12081 7017 1824 0,'0'0'38'0,"0"0"8"16,0 0-37-16,0 0-9 0,0 0 0 0,0 8 0 15,3-3 118-15,-3 1 22 0,3-1 4 0,-3 3 0 16,3-3-77-16,-3 1-16 0,3-1-3 0,-3 3-1 16,3-3 13-16,-3 0 4 0,0 3 0 0,0-2 0 15,0 2 0-15,0-3 0 0,0 3 0 0,0 0 0 16,0-3 0-16,0 3 0 0,0-3 0 0,0 0 0 16,0-5-52-16,-3 6-12 0,3-6 0 0,0 0 0 15,0 5 0-15,0-5 0 0,0 0 0 0,0 0 0 0,0 0 0 0,0 0 0 16,0 0 0-16,0 0 0 15,0 0-48-15,0 0-13 0,0 0-3 0</inkml:trace>
  <inkml:trace contextRef="#ctx0" brushRef="#br0" timeOffset="105634.683">9920 6313 1561 0,'-5'3'32'0,"2"0"8"0,-3 2-32 0,3 0-8 0,-3 1 0 0,3 4 0 16,-3 1 53-16,3-1 9 0,0 4 2 0,0-1 0 16,-3 0-41-16,3 3-8 0,0-3-2 0,0 0 0 15,-3 1-5-15,3-1-8 0,0 0 11 0,0-2-11 16,-3 2 10-16,3 0-10 0,0-2 8 0,0-1-8 15,0 1 19-15,3-3-2 0,-3 0 0 0,0 0 0 16,3-3 11-16,0-5 3 0,0 0 0 0,0 0 0 16,0 0 19-16,0 0 4 0,0 0 1 0,0 0 0 15,0 0-1-15,-3-5 0 0,3-6 0 0,0 3 0 16,0-5-18-16,3 2-3 0,-3 1-1 0,3-4 0 16,0 1-14-16,0 0-3 0,0-3-1 0,3 3 0 15,0-3-2-15,0-3-1 0,0 1 0 0,3-3 0 16,-3-3-1-16,3-2 0 0,3-4 0 0,-3 4 0 15,2-1 3-15,-2 4 1 0,0-1 0 0,3 5 0 0,-3 1-14 16,0 5 0-16,0-1 0 0,0 6 0 0,-3-2 54 16,3 5 8-16,-3-3 2 0,0 2 0 0,0 4-52 15,-3-1-12-15,3 0 0 0,0 3 0 0,-6 0 0 0,3 3 0 16,0 2 0-16,0 1 0 0,0 2 0 0,2-1 0 16,-2 4 0-16,-3 2 0 0,3 3 0 0,0 0 0 0,-3 3 0 0,3 2 0 15,0-3 0-15,-3 6 0 0,3 0 0 0,-3 0 0 16,3 0 0-16,-3-1 0 0,3-1 0 0,-3-1 0 31,-3-3-48-31,3 1-13 0,0-3-3 0,-3 2 0 0,0-5-71 16,0 3-14-16,0-3-3 0</inkml:trace>
  <inkml:trace contextRef="#ctx0" brushRef="#br0" timeOffset="105864.643">9885 6414 1493 0,'6'-5'63'15,"0"-1"-51"1,3 1 106-16,-3 2 21 0,2-2 4 0,1 0 1 16,0 0-58-16,0 2-11 0,3-2-3 0,0-1 0 15,-3 1-47-15,3 2-9 0,3-2-3 0,-3 0 0 16,0-1-13-16,2 4 0 0,-2-3 0 0,3-1 0 15,-3 4-168-15,0-1-29 0</inkml:trace>
  <inkml:trace contextRef="#ctx0" brushRef="#br0" timeOffset="106092.205">10287 6340 1546 0,'0'0'65'0,"0"0"-52"15,0 0 103-15,6-5 20 0,-3 2 4 0,2 0 0 16,1 1-52-16,0-4-10 0,0 4-2 0,3-4-1 16,0 4-28-16,0-4-6 0,0 4-1 0,0-4 0 15,0 4-24-15,0-1-6 0,0 1-1 0,-3-1 0 16,3 0 1-16,0 3 0 0,0-2 0 0,-4 2 0 16,4 0-10-16,-3 0 8 0,0 2-8 0,-3 1 8 15,3-3-40-15,0 3-8 0,-3-1-1 0</inkml:trace>
  <inkml:trace contextRef="#ctx0" brushRef="#br0" timeOffset="106301.391">10313 6456 1451 0,'0'0'30'0,"6"-2"7"16,0-1-29-16,0 0-8 0,0 1 0 0,0 2 0 0,0-3 98 0,3 0 18 0,-3 1 4 0,3-1 1 15,0-2-33-15,-3 2-8 0,3 0 0 0,0 1-1 16,-3-1-35-16,3 1-6 16,-1-1-2-16,1-2 0 0,0 2-25 15,0 0-11-15,0 1 8 0,0-4-8 16,0 4-75-16,0-4-20 0,3 4-4 0</inkml:trace>
  <inkml:trace contextRef="#ctx0" brushRef="#br0" timeOffset="106600.538">10691 6173 1824 0,'-6'-13'38'0,"6"13"8"16,0 0-37-16,0-5-9 0,-3-1 0 0,3 6 0 16,0 0 140-16,0 0 25 0,0 0 6 0,0 0 1 15,0 0-71-15,0 0-13 0,0 0-4 0,0 0 0 16,0 0-67-16,0 0-17 0,0 0 0 0,0 0 0 15,0 0 55-15,-2 8 7 0,2 3 2 0,-3-1 0 16,0 4-52-16,3-4-12 0,0 6 0 0,-3 3 0 16,3-4 0-16,0 1 0 0,-3 3 0 0,3-1 0 15,0-2 27-15,0 0 2 0,0 0 1 0,0 0 0 16,0-3-48-16,-3-2-10 0,3 2-1 0,0-2-1 16,0-1 30-16,-3-2 0 0,3 0 0 0,0 0 0 15,0 0 20-15,0-3 11 0,0 3 1 0,0-3 1 16,0 1-53-16,0-1-10 0,0 0-2 0</inkml:trace>
  <inkml:trace contextRef="#ctx0" brushRef="#br0" timeOffset="116433.91">12355 6821 1792 0,'0'0'51'0,"0"0"10"0,0 0-49 0,0 0-12 0,0 0 0 0,0 0 0 15,0 0 60-15,0 0 10 0,0 0 2 0,0 0 0 16,0 0-48-16,-3 8-10 0,0 0-2 0,0 3 0 16,3-3-4-16,-3 2-8 0,3 4 11 0,-3-4-11 15,3 3 8-15,0 1-8 0,0-1 0 0,0-3 0 16,0 4 0 0,0-1 0-16,0 0 0 0,3 3 0 0,-3-5 0 15,0-1 0-15,3 1 0 0,0-3 0 16,-3 0 0-16,3-3 10 0,-3-5-10 0,0 0 8 0,0 0 0 0,0 0 0 0,0 0 0 15,0 0 0-15,0 0 14 0,0-5 2 0,3-3 1 0,-3 0 0 16,0-5-25-16,3 2 0 0,-3-5 0 0,0 0 0 16,0 3 0-16,0-3 0 0,0 3 0 0,0-3 0 15,3-3 23-15,-3 1-1 0,3-1 0 0,0-2 0 16,0 0-22-16,3 0 0 0,-3-3 0 0,3 0 0 16,3 3 0-16,-3 3 8 0,3-4-8 0,3 1 0 15,-3 5 16-15,3 1 0 0,0 1-1 0,-1 4 0 16,1-1-7-16,0 3-8 0,0 3 11 0,0 0-11 15,-3 2 8-15,3 0-8 0,-3 3 0 0,0 0 0 16,0 0 20-16,-3 6-2 0,3-1-1 0,-6 0 0 16,0 3-17-16,0 3 0 0,-3-1 0 0,-3 4 0 15,3-4-48-15,-6 3-12 0,3 1-4 0,-6-1 0 16,3 0 52-16,-3 0 12 0,0 0 0 0,0-2 0 16,0 0 0-16,-3-1 0 0,3-2 0 0,-3 3 0 0,0-3 0 15,0 0 0-15,4 0 9 0,-4-3-9 0,0 0 8 0,3 0-8 16,3 1 0-16,0-4 0 0,6-2 0 0,0 0 0 15,0 0 0-15,0 0 0 0,0 0 0 0,0 0 0 16,0 0 0-16,3 3-10 0,6 0 10 16,0-3-8-16,0-3 8 0,3 3-8 0,-1-3 8 0,1 3 0 0,0 0 0 15,3-2 0-15,-3 2 0 0,0 0 0 16,3 0 0-16,-3 0 0 0,0 0 12 0,-3 2-3 16,3 1 0-16,-4 0 0 0,-2-1-9 0,0 4 0 15,0-4 9-15,0 4-9 0,-6 1 0 0,3-1-15 16,-6-1 3-16,0 3 0 0,0-3 12 0,-3 3 0 0,0 0 0 0,-3-3 0 15,1 3 0-15,-1 0 0 0,-3 0 0 0,3 0 0 16,-6 0 0-16,3-3 0 0,0 1 0 0,0-1 0 16,0 0 0-16,-3 1 0 0,3-4 0 0,1 4 0 15,-1-4 0-15,0 1 0 0,3-1 0 0,0-2 0 16,3 3-108-16,0-3-18 0,6 0-4 16</inkml:trace>
  <inkml:trace contextRef="#ctx0" brushRef="#br0" timeOffset="116658.763">12698 6885 1858 0,'3'-3'52'0,"3"3"13"15,0-2-52-15,-1-1-13 0,4 0 0 0,0 1 0 16,0-4 72-16,0 4 11 0,3-1 2 0,0 0 1 0,0 1-44 0,0-4-9 0,0 4-1 0,3-1-1 15,-3 1-23-15,-1-4-8 0,1 4 0 0,0-1 9 16,0 0-9-16,-3 1 0 0,0-1-12 0,0 0 12 31,0 3-60-31,-3-2-5 0,0 2-1 0</inkml:trace>
  <inkml:trace contextRef="#ctx0" brushRef="#br0" timeOffset="116884.901">12763 7028 1444 0,'0'0'30'0,"0"0"6"0,0 0-28 0,6-3-8 0,-3 3 0 0,3-3 0 16,0 1 103-16,0-1 19 0,0 1 4 0,3-1 1 15,-3 0-51-15,3 1-11 0,-3-1-1 0,3 0-1 16,0 1-32-16,-1-1-7 0,1-2 0 0,0 2-1 15,0 0-23-15,0 1 9 0,0-1-9 0,0-2 0 16,-3 0-90-16,0-1-25 0</inkml:trace>
  <inkml:trace contextRef="#ctx0" brushRef="#br0" timeOffset="117315.395">13132 6840 1922 0,'0'0'54'0,"0"0"13"0,0 0-54 15,0 0-13-15,-6 0 0 0,6 0 0 0,-6 0 68 16,6 0 10-16,0 0 2 0,-6 5 1 16,0-2-45-16,6-3-10 0,-6 5-2 0,3 3 0 0,1-3-12 0,-1 3-2 0,0-2-1 0,0 2 0 15,0-1-9-15,0 1 12 0,3 0-12 0,-3 0 12 16,0 3-12-16,3-3 8 0,-3 0-8 0,3 2 8 15,0 1-8-15,0-3 0 0,0 2 0 0,3 1 0 16,-3-3 0-16,3 0 0 0,3 0 0 0,-3 0 0 16,3-3 0-16,-1 0 0 0,1-2 9 0,0 0-9 15,3-1 9-15,0-2-9 0,0-2 12 0,0-1-12 16,0-2 29-16,0 2-1 0,3-5 0 16,0 3 0-16,0-3 8 0,-3 0 0 15,0 0 1-15,-1 0 0 0,1-3 0 0,0 4 0 0,0-4 0 0,0 0 0 16,-3 1-8-16,0-1-1 0,0 1-1 0,-3-4 0 15,3 4-11-15,-6-3-3 0,3-1 0 0,-3 4 0 16,-3-1-5-16,3 1-8 0,-6 2 11 0,3 0-11 16,-3 0 9-16,0 0-9 0,0 0 0 0,-3 3 9 15,3-1-9-15,-3 4-17 0,-3-1 4 0,4 0 1 16,-7 3-95-16,3 3-18 0,-3 0-4 0</inkml:trace>
  <inkml:trace contextRef="#ctx0" brushRef="#br0" timeOffset="137844.096">23205 4977 1317 0,'0'0'37'0,"0"0"9"15,0 0-37-15,0 0-9 0,0 0 0 0,0 0 0 16,0 0 84-16,0 0 14 0,0 0 3 0,0 0 1 15,0 0-23-15,0 0-5 0,0 0-1 0,-6-5 0 16,6 5-19-16,0 0-4 0,0 0-1 0,0 0 0 16,0 0-11-16,0 0-2 0,0 0-1 0,0 0 0 15,0 0-4-15,0 0-1 0,0 0 0 0,0 0 0 16,0 0-1-16,0 0 0 0,3 5 0 0,3-5 0 16,0 3-9-16,0-1-1 0,3-2-1 0,0 3 0 15,0-3-6-15,0 3 0 0,3-3-1 0,-1 2 0 0,-2-2-11 16,3 3 12-16,0-3-12 0,-3 3 12 0,3-3-12 0,0 0 10 15,0 0-10-15,0 0 10 0,0 0-10 0,-3 0 0 0,0 0 0 16,-1-3 0-16,1 3 0 0,-3-3 8 0,3 3-8 16,-6-2 12-16,3 2-12 0,-6 0 0 0,0 0 0 0,0 0 0 15,0 0 0-15,0 0 0 0,0 0 0 0,0 0 8 16,0 0-8-16,0 0 0 0,0 0 0 0,0 0 0 16,-6-3 0-16,-3 3 0 15,0 0 0-15,0 0 0 0,1 0 0 0,-4 0 0 0,0 0 0 16,0 0 0-16,-3 0-12 0,3 0 12 0,-3 0-12 15,3 0 12-15,-3 0 0 0,0 0 0 0,1 0 0 0,-1 0 0 16,3 3 0-16,0-3 0 0,0 0 0 0,3 2 0 16,0-2-9-16,3 0 9 0,0 0 0 0,6 0 0 15,0 0 0-15,0 0 0 0,0 0 0 0,0 0 0 16,0 0 0-16,0 0 0 0,0 0 0 0,0 0 0 16,0 0 0-16,3 0 0 0,3 0 12 0,3 0-3 15,-3 0 5-15,3 0 1 0,3-2 0 0,0 2 0 16,0 0 4-16,0 0 1 0,0 0 0 0,2 2 0 15,-2-2-9-15,0 0-2 0,3 3 0 0,-3 0 0 16,3-3-9-16,-3 0 12 0,0 2-12 0,0-2 12 16,0 0-12-16,-4 0 0 0,1 0 0 0,0 0 8 15,0 0-8-15,-3 0 0 0,0 0 0 0,-6 0 0 16,0 0 0-16,0 0 0 0,0 0 0 0,0 0 0 16,0 0 8-16,0 0 0 0,0 0 0 0,-6 0 0 15,-3 0-8-15,0 0 0 0,0 0 0 0,-3-2 0 16,1 2 0-16,-1-3 0 0,0 0 0 0,0 3 0 0,0-2 0 15,0-1 0-15,0 0 12 0,3 1-4 0,0 2-8 16,0-3 0-16,3 3 0 0,0-5 0 0,6 5 12 0,0 0 1 16,0 0 0-16,0 0 0 0,0 0-2 0,0 0-1 0,3-3 0 0,0 1 0 15,0-4-10-15,3 6 0 0,3-2 9 16,-3 2-9 0,3-3 8-16,-3 3-8 0,6-3 8 0,-3 3-8 0,0 0 0 0,0 0 0 0,3 0 0 0,0 0 8 15,-3 0-99-15,2 0-19 16,1 0-4-16</inkml:trace>
  <inkml:trace contextRef="#ctx0" brushRef="#br0" timeOffset="144685.077">13674 7020 1720 0,'0'0'36'0,"0"0"8"0,0 0-35 0,0 0-9 0,0 0 0 0,0 0 0 16,0 0 98-16,3-3 18 0,-3 3 3 0,3-2 1 16,0-1-47-16,3 0-9 0,0 1-1 0,-3 2-1 15,3 0-13-15,3-3-2 0,-3 3-1 0,3 0 0 16,-3 0-10-16,2 0-1 0,4 0-1 0,-3 0 0 16,3 0-13-1,3-3-2-15,0 3-1 0,3 0 0 0,0 0-9 0,0 0-1 0,5 0-8 0,-2 0 12 16,6 3-4-16,-3-3-8 15,3 0 11-15,-1 3-11 0,1-3 11 0,0 0-11 0,3 0 10 0,-1 0-10 16,4 0 10-16,0 0-10 0,0 0 10 0,2 0-10 16,1 0 11-16,0 2-11 0,0 1 12 0,-1-3-12 15,1 3 13-15,0-3-4 0,-4 2-1 0,4-2 0 16,-3 3 1-16,3-3 0 0,-4 0 0 0,7 2 0 16,-6 1 0-16,0-3 0 0,2 3 0 0,-2 2 0 15,-3-5 2-15,0 3 0 0,-1-3 0 0,1 2 0 16,0-2-3-16,0 0-8 0,-1 0 12 0,4 0-4 15,-3 0 0-15,3 3-8 0,-1-3 12 0,-2 3-4 16,0-3 2-16,0 0 0 0,-4 2 0 0,4-2 0 16,-3 0 0-16,0 0 0 0,0 0 0 0,2-2 0 15,-2 2 2-15,0 0 0 0,3-3 0 0,-3 3 0 16,2 0-2-16,-5-3 0 0,3 3 0 0,-3-2 0 16,0 2-1-16,-4 0 0 0,1-3 0 0,-3 3 0 15,0 0-1-15,0-3 0 0,-3 1 0 0,0-1 0 16,-4 3 0-16,4-3-8 0,0 1 12 0,-3-1-4 15,3 1-8-15,-3 2 8 0,0-3-8 0,0 3 8 16,0 0-8-16,-3-3 0 0,2 3 0 0,-5 0 8 0,3 0-8 0,-3 0 0 16,-3 0 0-16,-3 0 0 15,6 0 0-15,-6 0 0 0,0 0 0 0,0 0 0 16,0 0-22-16,0 0-6 0,0 0-2 0,0 0 0 16,0 0-113-16,0-2-22 0,3-4-5 0</inkml:trace>
  <inkml:trace contextRef="#ctx0" brushRef="#br0" timeOffset="145078.695">15811 6840 2055 0,'-9'-5'43'0,"0"2"9"15,3 0-41-15,0 1-11 0,0-1 0 0,1 0 0 16,5 3 112-16,-6 0 20 0,0-2 4 0,6 2 0 15,0 0-54-15,0 0-11 0,0 0-3 0,0 0 0 16,0 0-20-16,0 0-5 0,0 0-1 0,0 0 0 16,0 0-16-16,0 5-3 0,0 0-1 0,3 1 0 15,0 2 2-15,3-3 0 0,-1 0 0 0,1 3 0 16,0-3-2-16,3 1 0 0,0-4 0 0,0 6 0 16,0-2-11-16,3-1-3 0,0-3 0 0,0 6 0 15,0-2-8-15,0 2 0 0,0-3 0 0,-4 3 0 16,4 0 15-16,-3 0 1 0,0 0 0 0,0 0 0 0,-3 0-16 15,0 2 8-15,0 1-8 0,-3-1 0 0,-3-2 8 16,0 3-8-16,0-3 0 0,0 2 9 0,-6 1-9 0,3-3 0 16,-3 0 9-16,-3 2-9 0,3 1 8 0,-6-3-8 0,3 0 8 0,-3 0-8 15,1-3 0-15,-1 3 0 0,-3-3 0 16,3 1-12 0,0-1-20-16,-3-2-5 0,3 2-1 0,3-3 0 15,-3 1-98-15,3 0-19 0,0-1-4 0</inkml:trace>
  <inkml:trace contextRef="#ctx0" brushRef="#br0" timeOffset="146518.865">16972 6657 1682 0,'0'-13'35'0,"0"13"9"0,0-3-36 15,0-2-8-15,0-3 0 0,-3 3 0 0,3 0 102 0,-3-1 18 0,3-2 4 0,-3 3 1 16,0 0-38-16,0 0-8 0,0-1-2 0,-3 1 0 15,0 0-13-15,0-1-2 0,0 4-1 0,0-4 0 16,-2 4-13-16,2-4-2 0,-3 4-1 0,0-3 0 16,-3 2-13-16,3-2-4 0,-3 2 0 0,0 0 0 15,0-2-4-15,0 2 0 0,-3 1-1 0,0 2 0 16,1-3-7-16,-1 3 0 0,0-3-1 16,-3 3 0-16,3 0-6 0,0 3-1 0,-3-3 0 0,3 3 0 15,-2-3-8-15,2 2 8 0,0 1-8 0,0 0 8 16,3-1-8-16,-3 1 0 0,0 2 0 0,0-2 8 15,0 2-8-15,1-2 0 0,-1 2 0 0,0-2 8 16,0 2-8-16,0 3 0 0,0 0 0 0,0 0 0 16,-3-3 0-16,4 6 0 0,-4-1 0 0,3 1 0 15,-3 2 0-15,0 0 0 0,0 1 0 0,0 1 0 16,4-1 0-16,-1-1 0 0,-3 0 0 0,3 3 0 16,3-3 0-16,-3 1 0 0,3-4 8 0,-3 3-8 15,3 1 0-15,-2-1 10 0,-1 0-10 0,3 0 10 16,0-2-10-16,0 2 10 0,0-2-10 0,0 2 10 0,3-3-10 15,-3 4 0-15,3-1 9 0,-3-2-9 16,3 2 0-16,1 3 0 0,-1-3 0 0,0 5 8 0,3 1-8 0,-3-3 0 16,3 5 0-16,3-3 0 0,-3 1 0 0,3 0 0 15,0-1 0-15,0 3 0 0,3-5 0 16,0 3 0-16,-3-4 0 0,3 4 0 16,0-3 0-16,0 0 0 0,3-3 0 0,-3 5 0 0,3-4 11 0,-3 2 4 15,3-1 1-15,3 1 0 0,-3 3-16 16,3-3 0-16,0 2 0 0,0 1 0 0,3-1 0 0,0 3 0 15,0 1 0-15,-1-4 0 0,7 1 0 0,-3-1 0 0,0 1 0 16,3-3 0-16,3-1 0 0,-3 1 0 0,3 0 0 0,2 0 0 16,1-3 0-16,0 1 0 0,3-1 0 0,0 0 0 15,3-2 0-15,2-1 0 0,1-2 0 0,3 3 0 16,0-1 0-16,-4-2 0 0,4 3 0 0,0-3 0 16,0 0 0-16,-1-3 0 0,-2 3 0 0,6-3 0 15,-3-2 0-15,2 2 0 0,1 0 0 0,3-2 0 16,-1 2 0-16,-5-2 0 0,3 0 0 0,0-1 0 15,-1 1 0-15,1-3 0 0,0-3 0 0,-1 3 0 16,4 0 15-16,0 0 0 0,0 0 0 0,-1 0 0 16,-2-2-15-16,0-1 11 0,-1 0-11 0,1 1 10 15,-3-1-10-15,3-2 10 0,-1-3-10 0,1 5 10 16,0-2-2-16,-1 0-8 0,1-1 12 0,-3 1-4 16,0 0 0-16,-4-1-8 0,1 1 12 0,0-3-4 15,0 3-8-15,-3-3 12 0,2-3-12 0,-2 4 12 16,0-4-12-16,0 0 12 0,-1 1-12 0,-2-1 12 0,0-2-3 15,-3 0 0-15,0-1 0 0,0 1 0 0,-7-3 3 16,4 0 1-16,-3-2 0 0,-3-1 0 16,0 1 3-16,0-3 0 0,-3 2 0 0,0-2 0 15,0 3-4-15,-3-4-1 0,0 1 0 0,0 0 0 0,-3 3-2 16,0-4 0-16,-1 1 0 0,1 3 0 0,-3-4 1 0,-3 1 0 16,3 0 0-16,-2-3 0 0,-4 3-10 0,3-3 0 0,-3-2 0 15,0 2 0-15,0-2 8 0,-3 2 0 0,0 0 0 16,-3 3 0-16,3 0-8 0,-3 2 0 0,0 1 0 0,-3 2 0 15,0 0 0-15,1 0 0 0,-4 3 0 0,3-3 0 16,-3 3 0-16,0-1 0 0,0 1 0 0,0 3 0 16,1-4 0-16,-4 4 0 0,3-1 0 0,0 1 0 15,0-4 0-15,0 4 0 0,0-1 0 0,1-2 0 16,2 2 0 0,-3 1 0-16,3-3 0 0,-3 2 0 0,0 0 0 0,3 1 0 0,-3-1 0 0,1 3 0 15,-1-2 0-15,0 2 0 0,0-3 0 0,0 3 0 16,0 3 0-16,-3-3 0 0,4 3 0 0,-1-1 0 15,-3 1 0-15,3 3 0 0,0-4 0 0,0 4 0 16,3-1 0-16,-2 3 0 0,2-3 0 0,-3 3 0 16,3-2 0-16,0-1 0 0,-3 0 0 0,3 3 0 15,-3-5 0-15,1 2 0 0,-1 1 0 0,-3-1 0 16,0 3 0-16,0-3 0 0,0 3-10 0,-2 0 10 16,-1 0 0-16,3 0 0 0,-3 3-8 0,0-3 8 15,3 3 0-15,1-1 0 0,-1 1 0 0,0 2 0 16,3-5 0-16,0 3 0 0,0-3-8 0,1 3 8 15,-1-1-19-15,3 1-1 0,-3-3 0 0,3 3 0 16,3-1-15-16,-3-2-3 0,3 0-1 0,3 3 0 16,-2 0-109-16,2-1-21 0,0 1-5 0</inkml:trace>
  <inkml:trace contextRef="#ctx0" brushRef="#br0" timeOffset="147300.693">16195 7015 1668 0,'3'-3'70'0,"3"0"-56"16,-3 1 127-16,3-1 26 0,0 3 5 0,-3-3 0 15,3 3-68-15,0-2-15 0,-3 2-2 0,3 0-1 16,0 0-36-16,0 2-7 0,0 1-2 0,0 2 0 16,0 1-22-16,0-1-5 0,-1 3-1 0,1 0 0 15,3 5-13-15,-3-2 8 0,3 2-8 0,-3 0 0 16,0 3 0-16,3-3 0 0,-3 0 0 0,0 3 0 15,0-3 9-15,-3 1-9 0,3-1 8 0,-6-3-8 16,3 4 0-16,-3-4 0 0,0 4 0 0,-3-7 0 16,3 4 0-16,-3-6 0 0,0 3 0 0,0-2 0 15,0-1 8-15,3-5-8 0,-3 5 8 0,3-5-8 16,0 0 22-16,0 0-1 0,0 0 0 0,-6 3 0 16,6-3 25-16,0 0 5 0,0 0 1 0,0 0 0 15,-3-3-16-15,-3-2-4 0,3 0 0 0,3-3 0 16,0 2-11-16,0-2-2 0,0 0-1 0,3-2 0 15,0 2-8-15,0-3-2 0,3 1 0 0,0-3 0 16,0-1-8-16,0 1 0 0,0 0 0 0,3 0 8 16,-3-3-8-16,3 3 0 0,0-1 0 0,-3 4 0 15,2-1-18-15,1 1 1 0,0-1 0 0,-3 3 0 16,3 3-95-16,0-3-20 0,3 5-3 0</inkml:trace>
  <inkml:trace contextRef="#ctx0" brushRef="#br0" timeOffset="147662.319">16677 7065 2026 0,'0'0'57'0,"0"0"14"16,0 0-57-16,0 0-14 0,0 0 0 16,0 0 0-16,0 0 95 0,0 0 16 0,0 0 3 0,0 0 1 15,0 0-14-15,0 0-2 0,0 0-1 0,0 0 0 16,0 0-15-16,0 0-3 0,0 0-1 0,0 0 0 16,0 0-24-16,0 0-5 0,0-3-1 0,3-2 0 15,-3 0-16-15,3-1-3 0,0 1-1 0,-3 5 0 16,0-5-14-16,3-1-3 0,0 1-1 0,-3 0 0 15,3 0-11-15,0 2 0 0,0-2 9 0,-3 5-9 16,3-3 0-16,-3 3 0 0,3-5 0 0,-3 5 0 16,0 0-22-16,0 0 1 0,0 0 0 0,0 0 0 15,0 0-121-15,0 0-24 0,0 0-5 0</inkml:trace>
  <inkml:trace contextRef="#ctx0" brushRef="#br0" timeOffset="147991.858">16639 7292 1269 0,'0'0'53'0,"0"0"-42"15,0 0 119-15,0 6 24 0,0-6 5 0,-3 8 1 16,3-3-58-16,0 0-11 0,-3 0-3 0,3 3 0 15,-3-2-24-15,3-1-6 0,-3 0-1 0,3 3 0 16,-3-2-13-16,3-1-4 0,0-5 0 0,0 5 0 16,-3 0 2-16,3 3 0 0,0-8 0 0,0 6 0 15,0-6-22-15,0 5-4 0,0-5 0 0,0 0-1 16,0 0 39-16,0 0 8 0,0 0 2 0,0 0 0 16,0 0-52-16,0 0-12 0,0 0 0 0,0 0 0 15,0 0 54-15,3 0 8 0,3 0 2 0,0 0 0 16,-3-3-64-16,3 1-13 0,0-4-3 0,-3 4 0 15,3-4-100-15,-1-2-20 0,4 3-4 0</inkml:trace>
  <inkml:trace contextRef="#ctx0" brushRef="#br0" timeOffset="150012.351">14204 6528 1967 0,'0'0'56'0,"-3"-6"12"0,3 6-55 0,0 0-13 0,-3-2 0 0,3 2 0 16,0 0 68-16,0 0 10 0,0 0 2 0,0 0 1 16,-6 0-13-16,6 0-4 0,-9 5 0 0,3 0 0 15,0 3-51-15,3 3-13 0,-3-1 0 0,3 4 0 16,-3-1 0-16,3 3 0 0,-3 0 0 0,3 0 0 16,-3-1 0-16,3 1 0 0,0 0 0 0,0-3 0 15,0 1 0-15,0-1 0 0,0-3 0 0,1 1 0 16,-1-3 0-16,0-3 0 0,3-5 0 0,-3 6 0 15,3-6 0-15,0 0 0 0,0 0 0 0,0 0 0 16,0 0 54-16,-3-3 8 0,0-5 2 0,0 0 0 16,3-3-52-16,-3-2-12 0,3-3 0 0,3-2 0 15,-3-1 0-15,3 1 0 0,3-1 0 0,-3-2 0 16,3 0 0-16,2 0 0 0,-2 0 0 0,3-1 0 16,0 1 24-16,0 0 3 0,0-3 0 0,3 3 0 15,0 3-15-15,0-1-2 0,0-2-1 0,0 5 0 16,0-3 5-16,2 4 1 0,-2-1 0 0,0 2 0 15,0 7 3-15,-3-1 1 0,3 0 0 0,-3 2 0 16,0 4-5-16,0 2-1 0,0 0 0 0,-3 2 0 16,0 4-5-16,0 2 0 0,0 0-8 0,-1 2 12 15,1 3-12-15,0 1 8 0,-3 1-8 0,0 1 0 16,0 3 0-16,0-3 8 0,0 2-8 0,0 1 0 16,0-1 0-16,-3 1 0 0,0-1 0 0,0 1 0 15,0 2 0-15,0 0 0 0,-3 0 0 0,0 1 0 16,0-1 0-16,0 3 0 0,-3-6-13 0,3 3 4 15,-3 0-22-15,0-5-4 0,1 0-1 0,-1 0 0 16,0-3-42-16,0-2-9 0,0-3-1 0,0 0-1 16,3 0-144-16,0-3-29 0</inkml:trace>
  <inkml:trace contextRef="#ctx0" brushRef="#br0" timeOffset="150212.5">14183 6612 1970 0,'-3'-5'56'0,"3"5"12"0,0-5-54 0,0-1-14 0,0 1 0 0,3 0 0 16,0 0 88-16,0-1 14 0,3 4 3 0,0-4 1 15,0 4-31-15,3-4-7 0,3 4 0 0,-3-4-1 16,5 4-39-16,-2-1-8 0,3-2-2 0,0 2 0 16,3 3-18-16,0-2 0 0,0-1-11 0,3 3 11 15,-1-3-192-15,-2 1-31 0</inkml:trace>
  <inkml:trace contextRef="#ctx0" brushRef="#br0" timeOffset="150453.678">14671 6551 1941 0,'0'0'40'0,"0"0"10"0,0 0-40 15,0 0-10-15,0 0 0 0,0 0 0 16,0 0 111-16,0 0 20 0,0-5 4 0,3 3 1 0,3-4-52 0,-3 4-11 0,6-1-1 0,-3 0-1 15,3 3-21-15,0-2-4 0,0-1-1 0,3 3 0 16,0-3-18 0,-1 3-4-16,1-2-1 0,3 2 0 0,-3 0-13 0,3-3-9 0,-3 3 12 15,3 3-12 1,-3-6 0-16,0 3 0 0,3 0 0 0,-4-3 0 16,-2 3-10-16,0 0-6 0,0 0 0 0,0 3-1 15,-3-3-121-15,0 0-24 0,0 3-5 0</inkml:trace>
  <inkml:trace contextRef="#ctx0" brushRef="#br0" timeOffset="150694.749">14754 6697 1523 0,'0'0'64'16,"0"0"-51"-1,0 0 123-15,6-3 25 0,0 1 5 0,0-1 1 16,-3-2-46-16,3 2-9 0,0-2-1 0,3 2-1 15,-3 1-29-15,0-4-5 0,3 4-2 0,-3-1 0 16,0 0-30-16,3 1-7 0,-3-1-1 0,3 0 0 16,0 1-20-16,0-1-5 0,0 3-1 0,-1-3 0 15,1 1-10-15,0-1 0 0,3 3 0 0,-3-2 0 16,0-1 0-16,3 0-20 0,0-2 3 0,0 2 1 16,0-2-183-16,0 0-36 0</inkml:trace>
  <inkml:trace contextRef="#ctx0" brushRef="#br0" timeOffset="151114.085">15266 6483 2024 0,'-5'-8'42'0,"5"8"10"0,0 0-41 0,0 0-11 0,-3-3 0 0,3 3 0 0,0 0 115 0,0 0 21 0,0 0 4 0,0 0 0 15,0 0-59-15,-6-3-12 0,6 3-2 0,0 0-1 16,0 0-29-16,-6 3-5 0,6-3-2 0,-6 8 0 15,3-3-14-15,-3 3-2 0,3-2-1 0,0 2 0 16,0 2-13-16,0-2 9 0,3 3-9 0,-3-1 8 16,3 1-8-16,-3 2 0 0,3 0 0 0,0 0 0 15,0 1 0-15,3-1 0 0,-3 3 0 0,3 0 0 16,3-3 0-16,-3 0 0 0,3-2 0 0,0-1 0 16,3 1 0-16,-3-3 0 15,2-3 0-15,1 3 0 0,0-5 0 0,3-1 0 0,-3 1 0 0,3-3 0 16,-3-3 15-16,0 3-3 0,0-5 0 0,-3 2 0 15,3-2-12-15,0 0 0 0,0-3 0 0,-3 0 0 16,3-3 0-16,-1 1 0 0,1-1 0 0,-3-2 0 16,0 0 40-16,0 0 4 0,0-3 2 0,0 2 0 15,-3-1-22-15,3 1-5 0,-3 1-1 0,-3-3 0 16,3 3 1-16,-3 0 0 0,0 2 0 0,-3 1 0 16,0-1-31-16,0 0-5 0,0 1-2 0,-3 2 0 15,0 0 34-15,-3 3 6 0,3-3 2 0,-6 5 0 16,3-2-39-16,1 5-7 0,-4-3-1 0,0 6-1 15,-3-3-151-15,-3 5-31 0</inkml:trace>
  <inkml:trace contextRef="#ctx0" brushRef="#br0" timeOffset="160122.436">16945 7028 1630 0,'0'0'68'16,"0"0"-54"-1,0 0 62-15,0 5 12 0,0 3 2 0,0 0 1 16,0 0-25-16,0 2-5 0,0 4-1 0,0-1 0 16,0 0-21-16,0 3-5 0,0-3-1 0,-3 6 0 15,3-3-15-15,0 2-3 0,0-2-1 0,-3 3 0 16,3-4-14-16,0 1 8 0,0 0-8 0,-3 0 0 16,3-3 0-16,0 1 0 0,-3-4 0 0,3 3 0 0,-3-2 12 0,0 0-4 15,3-1-8-15,-3-2 12 0,0 0 11 0,3 0 1 0,-3-3 1 16,1 1 0-16,2-6 20 15,0 0 4-15,0 0 1 0,0 0 0 0,0 0 0 0,-3 0 0 0,-3 0 0 0,0-6 0 16,3 1-10-16,0-3-3 0,0-3 0 0,0 3 0 16,0-2-13-16,3-3-4 0,-3-1 0 0,3 1 0 15,0-3-11-15,0 0-9 0,3-2 12 0,0-1-12 16,0-2 9-16,0 0-9 0,3-3 0 0,0 3 9 16,0-3-9-16,2 0 0 15,-2 3 0-15,6-3 0 0,-3 3 0 0,3 3 0 0,0-3 0 0,3 5 0 16,3 0 0-16,-3 3 0 0,6 2 0 0,-4 3 0 15,4-2 0-15,0 4 0 0,3 1 0 0,-3 2 0 16,-3 1 0-16,-1 2 0 0,-2 0 0 0,0 0 0 16,-6 2 0-16,0 4 0 0,0-4 0 0,-3 4 0 15,-3 1 0-15,-3 1 0 0,0 3 0 0,-3 0 0 16,-3 2 0-16,0 0 0 0,-3 3 0 0,0 0 0 16,-6 0-12-16,3 2 3 0,-3-2 0 0,-2 0 0 15,2 0 9-15,0-3-8 0,0 0 8 0,0-2-8 16,3-3 8-16,0 2 0 0,3-4 0 0,-3-1 0 15,6 0 0-15,-2 1 0 0,5-4 0 0,3-2 0 16,0 0 0-16,0 0 0 0,0 0 0 0,0 0 0 16,0 0 0-16,0 0 0 0,0 0 0 0,0 0 0 15,3 0 0-15,3-2 0 0,2-1 0 0,1 3 0 16,0-3 0-16,3 1 0 0,0 2 0 0,0-3 0 16,3 3 0-16,0 3 9 0,0-1 0 0,-3 1 0 15,2 0-9-15,-2 2 10 0,3 0-10 0,-3 0 10 0,-3 1-10 0,0 2 0 16,0-3 0-16,-3 6 0 0,-3-4 0 0,3 1 0 15,-3 0 0-15,-3 3 0 0,0-1 0 0,0-2 0 0,-3 0 9 16,0 3-9-16,-3-3 0 0,0 0 8 0,-3 0-8 0,0 0 0 16,0 0 8-16,-6 2-8 0,3-2 8 0,-3 0-8 15,1 0 8-15,-1 0-8 0,-3-3 8 0,3 3-8 16,-3-2 12-16,3-1-1 0,-3 0-1 16,6-2 0-16,-2-1 3 0,5 4 1 0,-3-6 0 15,3 2 0-15,3-2-14 0,-3 0 0 0,3-2 8 0,6 2-8 16,-6 0 0-16,0-6 0 0,6 6-9 15,-3-2 9 1,3 2-48-16,-3-6-4 0,3 6-1 0</inkml:trace>
  <inkml:trace contextRef="#ctx0" brushRef="#br0" timeOffset="164053.732">17419 7168 1355 0,'0'0'28'0,"0"0"8"0,0 0-36 0,0 0 0 0,0 0 0 0,0 0 0 15,0 0 118-15,0 0 17 0,0 0 3 0,0 0 1 16,0 0-39-16,0 0-7 0,0 0-1 0,0 0-1 16,3-3-17-16,0 1-3 0,-1-1-1 0,4 0 0 15,-3 1-21-15,3-1-4 0,-3 0-1 0,3 1 0 16,0-1-16-16,3 1-4 0,-3-4-1 0,3 4 0 15,0-4-11-15,0 4-3 0,3-4 0 0,0 1 0 16,0 0-9-16,3 0 0 0,-4-1 0 0,4 4 0 16,-3-4 0-16,0 4 0 0,0-4 0 0,0 4 0 15,-3-1-17-15,0 0-9 0,0 1-2 16,-3-1 0-16,0 3-105 0,-6 0-22 0,0 0-4 0</inkml:trace>
  <inkml:trace contextRef="#ctx0" brushRef="#br0" timeOffset="164314.174">17451 7300 1060 0,'0'0'44'15,"0"0"-35"-15,0 0 103 0,0 0 21 0,0 0 4 0,0 0 1 16,6 0-38-16,0-2-8 0,0 2-2 0,0-3 0 15,0 3-32-15,0 0-6 0,0-3-2 0,0 3 0 16,3 0-17-16,-3-2-3 0,3 2-1 0,-3 0 0 16,3-3-21-16,-3 3-8 0,2-3 0 0,1 3 9 15,-3-2-9-15,3-1-9 0,0 0 9 0,-3 1-13 32,3-1-153-32,3 1-30 0</inkml:trace>
  <inkml:trace contextRef="#ctx0" brushRef="#br0" timeOffset="164748.695">17761 7144 1378 0,'0'0'28'0,"0"0"8"16,0 0-28-16,0 0-8 0,0 0 0 0,0 0 0 16,0 0 103-16,0 0 19 0,0 0 4 0,0 0 1 15,0 0-41-15,0 0-8 0,0 0-2 0,0 0 0 16,0 0-27-16,-3 8-5 0,0-5-2 0,0 5 0 15,3-3 18-15,-3 3 3 0,3-3 1 0,-3 3 0 16,3-3-52-16,-3 3-12 0,3 0 0 0,-3 0 0 16,3 0 0-16,0 0 0 0,0 0 0 0,0 0 0 15,0 0 0-15,0-3 0 0,0 3 0 0,3 0 0 16,-3-3 0-16,3 3 0 0,3-5 0 0,-3 2 0 16,0 1 0-16,3-1 0 0,-3-2 0 0,0-1 0 15,3 1 0-15,0-3 0 0,-3 2 0 0,3-2 0 0,0 0 0 0,3 0-10 16,-4-2 10-16,4-1-8 0,0 1 8 0,0-4 0 0,-3 4 8 15,3-4-8-15,0 1 20 0,-3 0 0 16,3-1 0-16,0-2 0 0,-3 1 16 0,0-1 4 0,0 0 0 0,0 0 0 16,0-3-3-16,-3 3 0 0,3 0 0 0,-3-2 0 15,0 2-13-15,-3-3-4 0,3 3 0 0,-3-2 0 16,0 2-7-16,0-3-1 16,-3 3-1-16,0 0 0 0,0 0-11 0,0 3 0 0,-3-3 0 15,0 0 8-15,0 3-8 0,-3 2 0 0,0-2 0 0,0 2 0 16,0 3 0-16,-3-2 0 0,3 2 0 0,0 2 0 15,-3-2-103-15,3 3-19 16,-2 2-4-16</inkml:trace>
  <inkml:trace contextRef="#ctx0" brushRef="#br0" timeOffset="178439.124">11558 6417 1489 0,'-3'7'42'0,"-3"-1"10"15,3 2-42-15,0-3-10 0,3 3 0 0,-3-3 0 16,3-5 78-16,-3 8 14 0,3-8 2 0,0 0 1 16,-3 3-27-16,3-3-6 0,0 0-1 0,0 0 0 15,0 0 11-15,-6 5 1 0,6-5 1 0,0 0 0 16,-6 0-10-16,0 0-3 0,6 0 0 0,-6-5 0 16,0 2-12-16,0-2-2 0,0 0-1 0,-3-3 0 15,3 0-15-15,-3-3-3 0,3-2-1 0,0 0 0 16,-3-6-15-16,1-2-2 0,2-5-1 0,-3-1 0 15,0 1 5-15,0-6 1 0,3 3 0 0,-3-6 0 16,3 6 1-16,-3-3 1 0,6 1 0 0,-3-6 0 0,6 0-17 16,-3-6 8-16,3-4-8 0,0-1 0 0,3 6 8 0,0 2-8 0,6 3 0 15,0 0 0-15,0 0 0 0,3 2 0 16,3 4 8-16,3-6-8 0,-1 2 8 0,4-2-8 16,6-2 12-16,-3 2-12 0,3 2 12 0,-4 9-4 15,4-1 0-15,0 3-8 0,0 3 12 0,-3 0-12 16,5 3 12-16,1-1-12 0,0 0 14 0,3 4-4 0,-1-1-1 0,4 0 0 15,-6 0 1-15,3 5 0 0,-7-4 0 0,4 4 0 16,-6 3-2-16,0 0-8 0,-6 0 12 0,2 3-4 16,-2 2-8-16,-3 1 0 0,3 2 0 0,0 2 8 15,0 1-8-15,-3 2 0 0,3 0 9 0,-4 3-9 16,1 0 0-16,0 0 0 0,0 3 0 0,-3-1 8 16,0 1-8-16,0 0 0 0,0 4 0 0,-3-7 8 15,0 6-8-15,2-4 0 0,-5 3 0 0,3 1 0 16,-3-1 0-16,3 0 0 0,-3 6 0 0,0-6 0 15,0 8 0-15,0 0 0 0,0 3 0 0,0 5 0 16,0-2 0-16,-3-1 0 0,3 3 0 0,-3 0 0 16,0-2 0-16,3-3 0 0,-3-1 0 0,0-1 0 15,0-1 0-15,0 0 0 0,-3-3 0 0,3 4 0 16,-3 1 0-16,3-4 0 0,-3 5 0 0,0 0 0 16,3 2 0-16,-3-2 0 0,0 2 0 0,0 1 0 15,0-3 0-15,0-1 0 0,0-2 0 0,0 1 0 16,0-4 0-16,-3-2 0 0,3 0 0 0,0-3 8 0,0 0-8 15,0-2 0-15,0 0 0 0,0-3 0 0,0 2 0 16,0-2 0-16,0 0 0 0,0 0 0 0,0 0 0 0,0-3 0 0,0 3 0 0,0 0 0 16,0-3 0-16,0 1 0 0,0-1 0 15,0-5 0 1,3 5-37-16,-3-5-3 0,0 5 0 0,0-5 0 16,3 6-100-16,-3-6-20 0,0 0-4 0</inkml:trace>
  <inkml:trace contextRef="#ctx0" brushRef="#br0" timeOffset="179060.864">12233 6083 1579 0,'-9'-2'32'0,"9"2"10"0,0 0-34 0,0 0-8 0,-3-6 0 0,3 6 0 16,-3-2 122-16,3 2 22 0,0 0 5 0,-3-6 1 15,3 6-51-15,0 0-11 0,0-5-1 0,0 5-1 0,0 0-20 0,0 0-4 16,3-5-1-16,-3 5 0 15,0 0-21-15,0 0-5 0,0 0-1 0,3-3 0 16,-3 3-13-16,0 0-2 0,6-3-1 0,-6 3 0 16,0 0-6-16,6 0 0 0,-3 0-1 0,3 3 0 0,0 0-2 0,-3-1 0 0,3 1 0 15,-3 2 0-15,3-2-9 0,0 0 12 0,-3 2-12 0,3-2 12 16,0 2-12-16,-3 0 0 0,3 0 0 0,0 1 0 16,0 2 0-16,0 0 8 15,0-3-8-15,0 5 0 0,0-2 0 0,2 3 0 0,-2 0 8 16,-3-1-8-16,3 1 0 0,0-1 8 0,0 1-8 0,-3-1 8 15,3 1-8-15,0 0 0 0,0-1 0 16,-3 1 0-16,3-3 0 0,0 0 0 0,-3 0 0 16,3-3-11-16,0 0 11 0,-3 0 0 0,3-2 0 15,-3 0 0-15,0-1 0 0,3-2 12 0,-3 0-4 0,3 0 0 16,-3 0 13-16,0-2 3 0,3-1 1 0,-1 0 0 16,-2-2 8-16,3-3 2 0,0 0 0 0,-3 0 0 15,3-2-1-15,0-1 0 0,0 1 0 0,0-4 0 16,0 1-11-16,0 0-3 0,0 0 0 0,0-1 0 15,0 1-10-15,3 3-2 0,-3-4-8 0,0 4 12 16,0-1-12-16,0 3 0 0,0 3 0 0,0-3 0 16,-3 3 8-16,0 0-8 0,2 2 0 0,-5 3 0 15,3-5-44-15,-3 5-16 0,3-3-2 0,-3 3-1 16,3-3-52-16,-3 3-10 0,6-5-3 0</inkml:trace>
  <inkml:trace contextRef="#ctx0" brushRef="#br0" timeOffset="179988.127">11546 4805 1759 0,'-3'-5'74'0,"0"-3"-59"16,3 0 85-16,0 5 18 0,-3-2 3 0,3 5 1 15,0 0-50-15,0 0-11 0,0 0-1 0,0 0-1 16,0 0-30-16,0 0-5 0,0 0-2 0,0 0 0 15,0 5-22-15,-3 3 8 0,3 3-8 0,0-1 0 16,0 1 0-16,0 5 0 0,0-8 0 0,0 5 0 16,0-2 0-16,-3 2 0 0,3-3 0 0,0 4 0 15,0-1 0-15,-3 0 0 0,3-2 0 0,-3 2 0 16,3-2 0-16,-3-1 8 0,0-2-8 16,3 0 0-16,-3-3 0 0,3-5 0 0,0 0 0 0,0 0 8 15,0 0-8-15,0 0 9 0,0 0-9 0,-3-5 10 16,3-3-10-16,-3 0 10 0,3-8-10 0,3 3 10 15,-3 0-2-15,3 0 0 0,0 2 0 0,3-8 0 16,0 4 4-16,0-4 0 0,0 3 0 0,3-5 0 16,-3 0 0-16,3-3 0 0,-1-2 0 0,1-1 0 15,0 1-3-15,0-3 0 0,0-1 0 0,0 4 0 16,0 2 7-16,0 6 0 0,-3-1 1 0,3 3 0 16,-3 3 7-16,0 2 2 0,0 1 0 0,0 2 0 15,-3 5-6-15,0-5-2 0,3 3 0 0,-3 2 0 16,-3 3-6-16,0 0 0 0,3 0-1 0,-3 0 0 15,5 8-11-15,1-5 8 0,0 2-8 0,-3 3 8 16,0 3-8-16,3-1 0 0,-3 4 0 0,0 4 0 0,3 1 0 16,-3 4 0-16,0-4 0 0,3 5 0 0,-3 0 0 0,0-1 0 15,0-1 0-15,0 1 0 0,0-4 0 16,-3-1 0-16,3 1 0 0,-3-1 0 16,0-2 0-16,-3 3 0 0,3-9 0 0,-3 1 0 15,3 5 0-15,-3-5 0 0,0-1 8 0,0 6-8 16,0-8-49-16,0 2-12 0,0 4-3 0,-3-6 0 15,3 2-51-15,0-2-10 0,0 0-3 0</inkml:trace>
  <inkml:trace contextRef="#ctx0" brushRef="#br0" timeOffset="180206.205">11570 4826 2086 0,'0'0'59'0,"0"0"13"16,2-2-57-16,1-4-15 0,0 4 0 0,3-1 0 16,0 0 88-16,3 1 16 0,0-1 2 0,-3 0 1 15,3 1-51-15,0-3-9 0,0 2-3 0,3 0 0 16,-3 1-30-16,3-1-6 0,-3 0-8 0,3-2 11 16,-1 2-11-16,1 3 0 0,0-2 9 0,0 2-9 15,3-6-111-15,0 4-26 0,3 2-6 0</inkml:trace>
  <inkml:trace contextRef="#ctx0" brushRef="#br0" timeOffset="180465.849">11977 4713 1900 0,'0'0'54'0,"0"0"11"0,0 0-52 16,3-3-13-16,-3 3 0 0,3-5 0 0,0 2 88 0,0-2 14 0,3 5 3 0,0-6 1 15,-3 1-38-15,3 0-7 0,3 2-1 0,-3-2-1 16,3 2-19-16,0-2-4 0,0 2-1 0,0 1 0 16,0-4-13-16,0 4-2 0,-4-1-1 0,4-2 0 15,0 2-11-15,0 0-8 0,0 1 9 0,0-1-9 16,0 0 0-16,-3 3 8 0,3-5-8 0,-3 5 0 16,3 0-17-16,-3 0-7 0,0 0 0 0,-6 0-1 31,3 5-163-31,-3-5-33 0,3 3-7 0</inkml:trace>
  <inkml:trace contextRef="#ctx0" brushRef="#br0" timeOffset="180712.147">12049 4805 1668 0,'0'0'35'0,"0"0"7"15,0 0-34-15,0 0-8 0,0 0 0 0,0 0 0 16,0 0 91-16,0 0 16 0,0 0 3 0,0 0 1 15,0 0-22-15,6-3-4 0,-3 1-1 0,0 2 0 16,3 0-23-16,-3 0-5 0,3-5 0 0,-3 2-1 16,2 3-23-16,-2 0-5 0,3-3-1 0,0 3 0 15,-3 0-13-15,3-2-2 0,0 2-1 0,3-3 0 16,-3 0-10-16,0 3 0 0,3-2 9 0,0-1-9 16,0 0 0-16,0 1 0 0,3-4 0 0,-3 4 0 15,3-6-166-15,-4 3-28 0,4-1-6 0</inkml:trace>
  <inkml:trace contextRef="#ctx0" brushRef="#br0" timeOffset="181013.228">12480 4490 2180 0,'0'0'62'0,"0"0"13"0,0-8-60 0,0 3-15 0,0 5 0 0,0-5 0 16,0 5 92-16,0 0 15 0,0-6 3 0,0 6 1 15,0 0-40-15,0 0-8 0,0 0-2 0,0 0 0 16,0 0-24-16,0 0-5 0,0 0 0 0,0 0-1 16,0 0-9-16,0 0-2 0,0 0 0 0,0 8 0 15,0 0-2-15,0 0-1 0,0-2 0 0,-3 4 0 16,3 3-2-16,0-2-1 0,0 2 0 0,0 0 0 16,0 3-5-16,0 0-1 0,0 0 0 0,-3 3 0 15,3-4 8-15,0 7 2 0,0-9 0 0,0 5 0 16,0-4-18-16,0-1-19 0,0 3 4 0,0-3 1 15,0-2 3-15,0 2 1 0,0-3 0 0,0 1 0 16,0-3-195-16,-3 2-39 0</inkml:trace>
  <inkml:trace contextRef="#ctx0" brushRef="#br0" timeOffset="-137139.779">16273 7679 1406 0,'0'0'29'0,"0"0"7"16,0 0-36-16,0 0 0 0,0 0 0 0,0 0 0 16,0 0 108-16,0 0 14 0,0 0 3 0,0 0 1 15,0 0-34-15,0 0-6 0,0 0-2 0,0 0 0 16,0 0-17-16,3 5-4 0,-3-5-1 0,3 3 0 0,-3-3-11 16,0 8-3-16,0-8 0 0,0 5 0 0,0 3-17 0,0-3-4 15,0-5-1-15,0 8 0 0,0-3-11 0,0 1-3 16,0-6 0-16,-3 8 0 0,0-1-12 15,0 1 8-15,0 0-8 0,0 3 0 0,0-3 0 0,-3 2 0 0,3 1 0 0,-3-3 0 16,3 5 8 0,0-2-8-16,-3-1 0 0,3 4 0 0,-3-4 0 0,0 3 0 0,3-2 0 0,-3 2 0 15,0-2 0-15,3-1 8 0,-3 4-8 0,0-4 0 16,3-2 0-16,-3 3 0 16,0-1 8-16,0-2-8 0,0 3 0 0,0-3 0 0,1 0 0 15,-4 2 0-15,3-2 0 0,0 3 0 16,0-3 0-16,0 2 0 0,0-2 0 0,-3 0 0 0,3 0 0 0,-3 0 0 15,0-3 8-15,3 3-8 0,0-2 0 0,-3 2 0 16,0-3 9-16,3-2-9 0,-6 2 8 0,4 0-8 16,2 0 11-16,-3 1-3 0,0-1-8 0,-3 0 12 15,3 1-4-15,0-1-8 0,-3 0 11 0,3 0-11 16,-3 1 12-16,0 2-12 0,0 0 12 0,0-3-12 16,1 3 11-16,-1 0-11 0,-3-3 10 0,3 3-10 15,0 0 16-15,-3 0-2 0,3 0-1 0,0 0 0 16,0-3-2-16,3 3-1 0,-2 0 0 0,-1-3 0 15,0 3-2-15,0-3 0 0,-3 1 0 0,0-1 0 16,3 3 1-16,-3-3 0 0,0 1 0 0,0-1 0 16,1 0-1-16,-4 0 0 0,0 1 0 0,0-1 0 15,-3 0 0-15,0 1 0 0,1-1 0 0,-1-2 0 0,-3 2-8 0,3 0 12 16,-3-2-12-16,0-1 12 0,1 1-12 16,-1 2 10-16,0-2-10 0,0 0 10 15,-3-1-10-15,-2 1 10 0,2 0-10 0,-6 2 10 16,0-2-10-16,1-1 8 0,-4 3-8 0,-3-2 8 0,3 0-8 15,-2 2 0-15,2-2 9 0,-3 2-9 0,1-2 0 0,-4-1 9 16,0 1-9-16,-2 0 0 0,2-1 8 0,-3 3-8 0,4-2 0 16,-4 0 0-16,0-1 0 0,1-2 0 0,-1 3 8 0,0 0-8 15,1-1 0-15,-1-2 10 0,0 3-10 0,-2 0 8 16,5-1-8-16,-2-2 0 0,-1 0 0 0,-3 0 8 16,4-2-8-16,-1 2 0 0,0-3 9 0,1 3-9 15,-1 0 0-15,6-3 8 0,1 3-8 0,-4-2 0 16,0-1 0-16,1 0 8 0,-1 1-8 0,0-1 0 15,1-2 0-15,2 2 8 0,3-2-8 0,-3 2 0 16,1-2 0-16,-1 0 0 0,3-1 0 0,-5 1 8 16,2 2-8-16,-3-2 0 0,4-3 0 0,-4 3 0 15,3 0 0-15,1-1 0 0,2-2 0 0,-3 3 0 16,-3 0 0-16,4-3 0 0,-4 0 0 0,-3 3 0 16,7-3 0-16,-4 0 0 0,3 2 0 0,1-1 0 15,-4 1 0-15,3-2 0 0,1 0 0 0,-7 0 0 16,3 0 0-16,1 3 0 0,-1-3 0 0,-3 3 0 15,4 0 0-15,-1-3 0 0,3 2 0 0,-2 1 0 16,-1 0 0-16,0-3 0 0,-2 3 0 0,-1-1 0 16,3 1 0-16,4 2 0 0,-1 1 0 0,0-4 0 15,0 4 0-15,-2-3 0 0,2-3 0 0,-3 2 0 16,4 1 0-16,-1 2 0 0,0 1 0 0,1-4 0 0,2 4 0 16,0-1 0-16,3-2 0 0,-2 2 0 0,-1-2 0 15,3 0 0-15,-2 2 0 0,-4-2 0 0,6-1 0 16,-3 4 0-16,1-4 0 0,2 4 0 0,0-3 0 0,0 2 0 15,1-2 0-15,-1 2 0 0,0-2 0 0,1-1 0 0,-1 4 0 16,-6-4 0-16,6 4 0 0,1-4 0 0,-4 4 0 0,0-3 0 16,6 2 0-16,-2-2 0 15,2-1 0-15,-3-2 0 0,3 3 0 0,1 0 0 0,-4-1 0 0,0-1 0 16,0 1 0-16,4 1 0 16,-4 0 0-16,0-3 0 15,3 2 0-15,1-2 0 0,2 3 0 0,0-3-12 0,0 0 12 0,-3 0 0 16,4 0 10-16,-7 1-10 0,3-1 0 0,0-3 0 0,1 3 0 0,-1-3 0 15,3 4 0-15,-3-1 8 0,4-3-8 0,-1 0 0 16,3 3 0-16,0-2 0 0,3-1 0 0,-3 3 0 16,1-2 0-16,-1-1 0 0,3-2 0 0,-6 2 0 15,3 1 0-15,1 2 0 0,-1 0 0 0,-3-3 0 16,3 3 0-16,0 3 0 0,1-3 0 0,-1 0 0 16,3 3 0-16,0-3 0 0,3 3 0 0,-3-3 0 15,3 3 0-15,-2-3 0 0,-1-3 0 0,0 3 0 16,0 3 0-16,0-3 0 0,0 0 0 0,1 0 0 15,-1 0 0-15,3 0 0 0,-3 0 0 0,0 3 0 16,3-3 0-16,1 0 0 0,-1 0 0 0,0 3 0 16,3-3 0-16,3 0 0 0,-3 0 0 0,3 3 0 15,0-3 0-15,0 0 0 0,3 2 0 0,-2-1 0 16,2-1 0-16,0 2 0 0,0-2 0 0,0 0 0 16,0 3 0-16,0-3 0 0,3 0 0 0,-3 0 0 15,3 3 0-15,-3-3 0 0,3 0 0 0,0 0 0 0,-3 0 0 16,3 3 0-16,1-3 0 0,-1 0 0 0,0 0 0 15,0 0 0-15,0 0 0 0,0 0 0 0,0 3 9 16,3-3-9-16,-3 3 8 0,3 0-8 0,0-1 0 0,0 1 0 0,0 0 8 16,0-1-8-16,3 1 0 0,-3 2 0 0,3-2 0 0,0 5 0 15,-3-3 0-15,3 3 0 0,0-5 0 0,0 5 0 16,0-5 0-16,0 5 0 0,-3-5-9 0,3 5 9 16,0 0 0-16,0 0 0 0,0-6 0 0,0 6 0 15,0 0 0-15,0 0 0 0,0-5 0 16,0 5 0-16,0 0 0 0,0 0 0 0,-3-3 0 0,3 3 0 15,0 0 0-15,0 0 0 0,0 0 0 0,0 0 0 16,0 0 0-16,0 0 0 0,0 0 0 0,0 0 0 16,0 0-8-16,0 0 8 0,0 0 0 0,0 0 0 15,0 0 0-15,0 0-8 0,0 0 8 0,-6 3 0 16,3 0 0-16,3-3 0 0,-6 5 0 0,3 0 0 16,0 1 0-16,0-1 0 0,0-3 0 0,-3 6 0 15,3-5-8-15,0 5 8 0,0-3 0 0,-3 3 0 16,3-2 0-16,0 1-8 0,1 1 8 0,-1 3 0 15,0-3-8-15,-3 3 8 0,3-4-12 0,0 4 12 16,0 0-12-16,0-3 4 0,0-1 8 0,0 4-13 16,0-3 13-16,3 0-12 0,-3 0 12 0,0 0-12 15,0 0 12-15,3-3-9 0,0-5 9 0,-3 5-8 16,3-5 8-16,-3 6 0 0,3-6 0 0,0 0-8 16,0 0 8-16,0 0 0 0,0 0 0 0,0 0 0 0,0 0 0 15,0 0 0-15,0 0 0 0,0 0 0 0,0 0 0 0,0 0 0 16,0 0 0-16,0 0 0 0,3-6 0 15,-3-2 0-15,0 0 0 0,3 1 0 0,0-1 0 0,0-3 0 16,0-2 0-16,0 0 0 0,0-1 0 0,3 4 0 0,0-6 0 16,0 3 0-16,3 2 0 0,-4-2 0 15,4 2 0-15,-3 1 0 0,3 2 0 0,-3-3 0 0,0 3 0 16,3 3 0-16,-3-3 0 0,3 3 12 0,0-1-4 0,-3-2 0 16,3 3-8-16,0 0 8 15,-3 0-8-15,3-1 8 0,0 1-8 0,-1 0 8 16,-2-1-8-16,3 4 8 0,0-1 0 0,-3 0 0 0,3 1 0 0,0-1 0 15,0 3-8-15,-3 0 0 0,3 0 0 0,0 0 0 16,-3 0 0-16,0 3 0 0,3-1 0 0,-3 1 0 16,3 0 0-16,-3-1 0 0,-1 1 0 0,-2 2 0 15,3-2 0-15,0 0 0 0,-3 2 0 0,3-2 0 16,-3 2 0-16,3-3 0 0,-3 4 0 0,0-1 0 16,3-2 0-16,-3 2 0 0,-3-5 0 0,6 5 0 15,-3-2 0-15,0 2 0 0,-3-5 0 0,6 6 0 16,0-1-151-16,0 0-34 15,0 3-7-15</inkml:trace>
  <inkml:trace contextRef="#ctx0" brushRef="#br0" timeOffset="-135147.093">12971 8639 1523 0,'0'0'32'0,"0"0"7"15,0 0-31-15,0 0-8 0,0 0 0 0,0 0 0 16,-5 5 83-16,2 3 15 0,0 0 3 0,0 3 1 15,0 0-42-15,0 2-8 0,0 0-1 0,0 3-1 16,-3-3-22-16,3 3-5 0,0 0-1 0,0 2 0 0,-3 1-12 16,3-1-2-16,0 1-8 0,-3 2 12 0,0-5-12 0,3 2 0 0,-3-2 8 0,0 0-8 15,3-3 0-15,-3 1 0 0,0-1 8 0,0-2-8 16,3-1 0-16,-3 1 0 0,3-3 0 0,0-3 0 16,0 0 9-16,3-5-9 0,0 0 8 0,0 0-8 15,0 0 27-15,0 0 0 0,0 0 0 0,0 0 0 16,0-5 4-16,0-3 1 0,3 0 0 0,-3-5 0 15,3 2-10-15,3-2-2 0,-3 0 0 16,3-6 0-16,0 1-11 0,0-1-9 0,0-2 12 0,0-3-12 16,3 3 11-16,0-5-11 0,0 2 10 0,-3 0-10 15,6-2 11-15,-3 4-11 0,3-1 12 0,-1 1-12 16,1 4 16-16,0 2-4 0,0 3-1 0,-3-1 0 16,3 7 5-16,0-1 2 0,-3 0 0 0,0 2 0 15,3 1 0-15,-3 2 0 0,0 1 0 0,-1 2 0 16,1 0-4-16,0 2-1 0,-3 1 0 0,3 2 0 15,-3 3-2-15,0 0-1 0,0 0 0 0,0 5 0 16,0 1-10-16,0 2 0 0,-3 2 0 0,0 1 0 16,0-1 0-16,0 3 0 0,0-2 0 0,-3 2 0 15,0-3 0-15,0 1 0 0,0 0 0 0,0-1 0 16,-3-2 0-16,0 0 0 0,0 0-14 0,3-3 5 16,-3 0-13-16,-3 0-2 0,3-2-1 0,-3 0 0 15,3-1-28-15,-3-2-6 0,3 0-1 16,-3 0 0-16,3 0-118 0,-3-3-24 0,3 0-5 0</inkml:trace>
  <inkml:trace contextRef="#ctx0" brushRef="#br0" timeOffset="-134915.926">12966 8814 1989 0,'0'0'56'0,"0"0"13"0,0 0-55 0,-6-3-14 0,6 3 0 0,0 0 0 15,0 0 75-15,0 0 12 0,0 0 2 0,0 0 1 16,0 0-38-16,0 0-8 0,0 0-2 0,3 3 0 16,5-3-17-16,-2 2-3 0,3 1-1 0,3-3 0 15,0 3-21-15,0-3 0 0,3 0 0 0,0 2 8 16,0-2-8-16,3 0 0 0,2 0 0 0,-2 0 8 16,3 0-36-1,0-2-8-15,0 2 0 0</inkml:trace>
  <inkml:trace contextRef="#ctx0" brushRef="#br0" timeOffset="-134668.456">13412 8830 1538 0,'0'0'32'0,"0"0"8"15,0 0-32-15,0 0-8 0,0 0 0 0,0 0 0 16,0 0 102-16,6 0 19 0,0 0 4 0,0 0 1 0,0-3-36 0,0 3-7 0,0-3-2 0,3 3 0 15,-3-2-26-15,3 2-6 16,-1-3-1-16,-2 3 0 16,3 0-24-16,0-3-4 0,0 1-2 0,0 2 0 0,0 0-18 0,0-3 0 0,0 1 0 0,0 2 0 15,-3-3 0-15,3 3 0 16,0 0 0-16,-3 0 0 16,0 0-16-16,-6 0-11 0,3 0-1 0,-3 0-1 15,6 3-122-15,-6-3-24 0,5 5-5 0</inkml:trace>
  <inkml:trace contextRef="#ctx0" brushRef="#br0" timeOffset="-134394.62">13433 8957 1337 0,'0'0'56'0,"0"0"-44"16,0 0 87-16,0 0 17 0,0 0 4 0,0 0 1 15,0 0-40-15,0 0-8 0,0 0-1 0,0 0-1 16,6 0-6-16,-6 0-1 0,3-3 0 0,3 3 0 16,-3 0 5-16,0-3 1 0,3 3 0 0,0-2 0 15,-3 2-34-15,3 0-6 0,-1-3-2 0,-2 3 0 16,3 0-12-16,3 0-4 0,-3-3 0 0,3 3 0 16,0-2 5-16,0 2 1 0,0 0 0 0,0-3 0 15,0 3-26-15,0 0-6 0,3-2-1 0,0-1 0 16,-3 0-26-16,5 3-6 0,-2-2-1 15</inkml:trace>
  <inkml:trace contextRef="#ctx0" brushRef="#br0" timeOffset="-133965.634">13847 8777 1508 0,'0'0'64'16,"0"0"-52"-16,0 0 108 0,0 0 22 0,0 0 4 0,0 0 1 15,0 0-67-15,-6 0-12 0,6 0-4 0,0 0 0 16,-6 0 5-16,6 0 1 0,-3 5 0 0,-3-2 0 16,3 2-10-16,0 0-1 0,0 1-1 0,-3-1 0 15,3 0-58-15,0 0-12 0,3 1-3 0,-3 2 0 16,0-3 24-16,3 3 5 0,-3 0 1 0,3-3 0 16,0 3-15-16,0 0-15 0,0 0 3 0,3 0 1 15,-3 0 11-15,3-3 16 0,-3 3-4 0,3-3-1 16,0 1-11-16,0-1 0 0,0 0 0 0,0-2 0 15,3 2 0-15,-3-2 0 0,3-1 0 0,0 1 0 16,0-3 0-16,3 0 0 0,-3 3 0 0,2-3 0 16,1 0 0-16,-3-3 0 0,3 3 0 0,0-3 0 15,0 1 0-15,0-1 0 0,0-2 0 0,0 2 0 16,0-2 0-16,-3 0 0 0,3 2 0 0,0-2 0 16,-3-3 24-16,3 0 2 0,-4 0 1 0,1 0 0 15,0 0 6-15,-3-3 2 0,0 1 0 0,0 2 0 16,0-3-7-16,-3 1 0 0,0-1-1 0,0 1 0 15,0 2-10-15,-3-3-1 0,3 0-1 0,-3 4 0 16,-3-1-15-16,3 0 8 0,-3 2-8 0,1 1 0 0,-1 2 0 16,-3 1 0-16,0-1 0 0,0 3 0 15,-3 0-42-15,0 3-5 0,0-1-1 0</inkml:trace>
  <inkml:trace contextRef="#ctx0" brushRef="#br0" timeOffset="-65368.561">18306 7245 1083 0,'-6'0'45'16,"-3"0"-36"0,3 0 67-16,0 0 14 0,0-3 2 0,6 3 1 15,-6 0-24-15,6 0-5 0,-6 0 0 0,6 0-1 16,0 0-15-16,0 0-2 0,0 0-1 0,0 0 0 16,0 0-5-16,0 0-2 0,0 0 0 0,0 0 0 0,6 5 7 0,0-2 2 0,0 0 0 15,3-1 0 1,3-2-5-16,0 3-1 0,2-3 0 0,4 0 0 0,0 3-13 0,3-3-2 0,0 2-1 0,3-2 0 15,-4 0-3-15,7 0-1 16,-3 0 0-16,3 0 0 0,-3 0-2 0,5 0-1 0,-2-2 0 0,3-1 0 16,3 3-2-16,5-3 0 0,-2 1 0 0,6-1 0 15,-3 3-3-15,-1-3-1 0,1 1 0 0,3-1 0 16,-1 3 0-16,4-3-1 0,0 1 0 16,5-1 0-16,-5 1-3 0,-1 2-8 0,4-3 12 15,0 0-4-15,-4 3 4 0,4 0 0 0,0-2 0 0,-1 2 0 16,1 0 2-16,-1 0 1 15,1 0 0-15,0 0 0 0,-7 0-1 0,4 0 0 0,-3 0 0 16,2 0 0-16,-2 0-6 0,0 2-8 0,2-2 11 0,-2 0-11 16,-6 0 10-16,-4 3-10 0,1-3 8 0,-6 3-8 15,0-3 8-15,0 0-8 0,-7 2 0 0,4-2 8 16,-6 3-8-16,0-3 0 0,0 2 0 0,-3-2 0 16,-6 3 8-16,0-3-8 0,0 0 0 0,-4 0 8 15,-2 0-8-15,-3 0 8 0,0 0-8 0,0 0 8 16,0 0-8-16,0 0 0 0,0 0 0 0,0 0 0 15,0 0-30-15,-6 0-5 0,1 0-1 0,-1-3 0 16,0 3-82-16,0 0-17 0,-3-2-3 0</inkml:trace>
  <inkml:trace contextRef="#ctx0" brushRef="#br0" timeOffset="-64524.101">20190 7012 1743 0,'0'0'49'0,"0"0"11"0,0 0-48 15,0 0-12-15,0 0 0 0,-6-3 0 0,6 3 92 0,0 0 16 0,0 0 4 0,0 0 0 16,0 0-40-16,0 0-7 0,0 0-1 0,0 0-1 16,0 0-19-16,0 0-3 0,0 0-1 0,3 6 0 15,3 1-9-15,-3-1-3 0,6-1 0 0,-3 0 0 16,3 1-5-16,-1 2-2 0,4 0 0 0,0 2 0 16,0-2-10-16,3 3-3 0,-3-1 0 0,3 1 0 15,0-1-8-15,0 1 0 0,-3 2 0 0,2-2 0 16,-2-1 0-16,0 1 8 0,0 2-8 0,-3-2 0 15,-3-1 0-15,0 1 0 0,-3 0 0 0,0-1 0 16,-3 1 8-16,-3-1-8 0,0 1 0 0,-6-1 8 16,3-2-8-16,-6 0 10 0,0 3-10 0,0-1 10 15,-3-2-10-15,4 3 10 0,-4 0-10 0,0-1 10 16,3 1-10-16,-3-1 0 0,3 1 9 0,-3 0-9 16,3-4 0-16,3 1 8 0,-3 0-8 0,4-2 0 15,2 2-9-15,-3-3-7 0,3-3 0 0,3 4-1 16,3-6-137-16,-6 2-27 0,6-2-6 0</inkml:trace>
  <inkml:trace contextRef="#ctx0" brushRef="#br0" timeOffset="-63020.064">21791 6898 1364 0,'9'-13'28'0,"-6"8"7"0,0-3-35 0,0 2 0 0,-3 1 0 0,3-3 0 15,-3 3 90-15,0-3 11 0,0 0 3 0,0 3 0 16,0-3-20-16,-3 2-3 0,3 1-1 0,-3-3 0 16,0 3-12-16,0 0-2 0,0-1-1 0,-3 1 0 15,3 0-10-15,-3-1-3 0,0-1 0 16,0 1 0 0,0 4-13-16,-3-4-3 0,1 1-1 0,-1 0 0 0,0 2-16 0,-3-2-3 0,3 2-1 0,-3 0 0 15,-3-2 0-15,3 3 0 0,-3-1 0 0,-3 0 0 16,1 3-3-16,-1 0-1 0,-3 0 0 0,3 0 0 15,-3 0-11-15,0 0 8 0,0 3-8 0,4-3 8 16,-4 3-8-16,3-1 0 0,0-2 0 0,0 5 8 16,0-2-8-16,-2 0 0 0,2 2-12 0,-6 0 12 15,0 1 0-15,0-4 0 0,0 4 9 0,1 2-1 16,-4-3-8-16,3 0-10 0,0 0 10 0,0 3-13 16,4-2 13-16,-1 2 0 0,0-3 0 0,0 3 0 15,0 0 0-15,3-3 8 0,-3 3 0 0,4-3-8 16,-4 3 0-16,0-3 0 0,3 3-10 0,-6-2 10 15,6 2 0-15,-2-3 0 0,-1 3 0 0,0 0 0 16,0-3 0-16,3 3 0 0,-3 0 0 0,4 3 0 16,-1-3 0-16,3 2 0 0,0 1 0 0,0-1 0 15,0 1 0-15,3 2 0 0,0 0 0 0,0 1 0 16,0-1 0-16,4 0 0 0,-4 0 9 0,3 3-1 16,-3-3-8-16,3 1-10 0,0-1 10 0,0 0-13 15,0 0 13-15,0 0 0 0,0 1 0 0,0-1 0 16,3 0 0-16,0-2 0 0,-3-1 0 0,4 1 0 15,-1 0 0-15,0-1 0 0,3-2 0 0,-3 3 0 16,3-1 0-16,0 1 0 0,3-1 0 0,-3 1 0 0,0 0 0 0,3-1 0 16,-3 3 0-16,3-2 0 0,0 2 0 0,0 0 0 0,0 3 0 15,3 0 0-15,0 0 0 0,-3 0 0 0,3 0 0 16,0 2 0-16,0-2 0 0,0 3 0 0,0-3 0 16,3-1 0-16,-3 1 0 0,3 0 0 15,-1 0 0-15,1-3 0 0,0 1 0 0,3-1 0 0,-3 3 0 0,3-3 0 16,0 3 0-16,0-3 0 0,3 0 0 0,-3 0 0 15,3 1 0-15,-3-1 0 0,6 0 0 0,-3 0 0 16,-1-2 0-16,4 5 0 0,0-3 0 0,0 0 0 16,3 3 0-16,3 0 0 0,3 0 0 0,-1 0 0 15,1-3 0-15,0 3 0 0,3 0 0 16,0-3 0-16,-1 0 0 0,-2-2 0 0,3-1 0 0,0-2 0 16,-3 0 0-16,-1 0 0 0,4 0 0 15,0 0 0-15,0-3 0 0,3 1 0 0,2-1 0 0,-2-2 0 16,3-1 0-16,-3 4 0 0,2-6 0 0,-2 2 0 15,0 1 0-15,-3-3 0 0,-1 2 0 0,4-2 0 16,-3 0 0-16,3-2 0 0,0 2 0 0,-1-3 0 16,4 1 0-16,-3-1 0 0,0 0 0 0,-1 1 0 15,1-4 0-15,-6 1 0 0,3 0 0 0,-4-3 0 16,-2 0 24-16,0-3 8 0,0 3 2 0,3-5 0 16,-3 0-3-16,-1 0-1 0,4-6 0 0,0 3 0 15,-3-2-30-15,3-1 0 0,0-2 0 0,-4 3 0 16,1 2 0-16,-3 0 0 0,3 0 0 0,-6 0 0 0,3 0 0 15,-3 3 0-15,-4 0 0 0,4-3 0 0,-3 3 0 16,-3-1 0-16,0 1 0 0,0-3 0 0,-3 0 57 16,0 3 6-16,0-5 1 0,0 2 0 0,-3-3-52 0,0 1-12 15,3-1 0-15,-3 1 0 0,0-1 0 16,0 1 0-16,0-4 0 0,0 4 0 0,0-1 0 16,0 4 0-16,-3-1 0 0,3 0 0 0,-3 3 0 15,0-1 0-15,0 1 0 0,0 2 0 0,0 1 0 0,0-1 0 16,-3 1 0-16,0-1 0 0,3 1 0 0,-3-4 0 0,0 4 0 15,-3-1 0-15,3-2 0 0,0 2 0 0,0-2 0 0,0 0 0 16,-3 2 0-16,3-2 0 0,0 0 0 0,-3 0 0 16,3-1 19-16,0 1 1 0,-3 0 0 0,3 0 0 15,-3-1-20-15,0 4 0 0,0-3 0 0,-3-1 0 16,3 4 8-16,0-3-8 16,-3 2 0-16,4-2 0 0,-4 5 0 0,0-3 0 0,0 1 0 0,0 2 0 15,-3 0 0-15,3 0 0 0,-3 0 0 0,0 0 0 16,0 3 8-16,-3-3-8 0,3 2 0 0,-2 1 0 15,2 0 0-15,-3 0 0 0,0-1 0 0,0 4 0 16,0-4 0-16,3 4 0 0,-3-4 0 0,0 4 0 16,4-4 0-16,-4 1 0 0,3 0 0 0,0 0 0 15,-3 2 0-15,3-2 0 0,-3 2 0 0,0 0 0 16,0 1 0-16,-2-4 0 0,2 4 0 0,-3-1 0 16,0 1-20-16,0-4 3 0,-3 6 0 0,0-2 0 15,4 2-21-15,-1-3-4 0,-3 3-1 0,3 0 0 16,0 0-139-16,0 3-28 0,3-1-6 0</inkml:trace>
  <inkml:trace contextRef="#ctx0" brushRef="#br0" timeOffset="-62157.423">20955 7271 2039 0,'3'-5'42'0,"-3"0"11"0,3-1-42 0,-3-2-11 0,-3 3 0 0,3 0 0 16,-3 0 80-16,0-1 13 0,0 4 3 0,0-4 1 15,-3 4-42-15,0-1-9 0,0 0-2 0,-3 1 0 16,3 2-21-16,-6 0-5 0,3 0-1 0,-3 2 0 15,3 1-9-15,-2 0-8 0,-4-1 9 0,3 4-9 16,0-1 0-16,0 0 0 0,0 3 0 0,0-3 0 16,3 3 0-16,3 0 0 0,0 0 0 0,0 0 0 15,3 0 0-15,3 0 0 0,0 0 0 0,0 3-10 16,3-4 10-16,0 1 0 0,3 3-9 0,0 0 9 16,3-3 0-16,0 2 0 0,0 1-9 0,0-1 9 15,0-2 0-15,0 3 0 0,0-1 0 0,-3 1 0 16,3-3-8-16,-3 0 8 0,-1 0 0 0,-2 0 0 15,0 0-11-15,-3-3 11 0,3 3-10 0,-6-3 10 16,0 0-13-16,0 1 3 0,-2-4 1 0,-4 6 0 0,3-2 9 16,-6-4-13-16,3 4 5 0,-3-4 8 15,0 1 0-15,-3 0 0 0,3-1 0 0,0 1 0 0,0-1 0 16,0 1 0-16,1-3 0 0,2 3 12 0,0-3-12 16,0 0 0-16,0 0 0 0,3 0 0 0,0-3-9 0,3 0-4 15,3 3-1-15,-6-2 0 16,6 2-115-16,0-5-23 0,0-1-5 0</inkml:trace>
  <inkml:trace contextRef="#ctx0" brushRef="#br0" timeOffset="-61834.976">21086 7351 1820 0,'0'0'38'0,"0"0"8"0,0-6-37 0,0 6-9 0,3-5 0 0,-3 5 0 15,0 0 94-15,0-5 17 0,0 5 3 0,0 0 1 16,0-3-35-16,0 3-6 0,3-5-2 0,-3 5 0 16,0-6-17-16,0 6-4 0,3-2-1 0,-3 2 0 15,0 0-2-15,0 0-1 0,0-5 0 0,0 5 0 16,0 0-16-16,0 0-3 0,0 0-1 0,0 0 0 15,3-3-19-15,-3 3-8 0,0 0 8 0,0 0-8 16,0 0 0-16,0 0 0 0,0 0 8 0,0 0-8 16,0 0-13-16,0 0-5 0,0 0-1 0,0 0 0 15,0 0-123-15,6 3-25 0,-6-3-5 0</inkml:trace>
  <inkml:trace contextRef="#ctx0" brushRef="#br0" timeOffset="-61610.514">21044 7591 1892 0,'0'0'80'0,"0"0"-64"16,0 0 88-16,0 0 19 0,0 0 3 0,0 0 1 16,0 0-46-16,0 0-9 0,0 0-1 0,0 0-1 15,0 0-42-15,0 0-9 0,0 0-2 0,0 0 0 16,0 0-17-16,0 0 0 0,0 0 0 0,0 0 0 15,0 0 0-15,0 0-12 0,0 0 0 0,0 0 0 16,0 0-166-16,0 0-33 0</inkml:trace>
  <inkml:trace contextRef="#ctx0" brushRef="#br0" timeOffset="-60653.112">21366 7314 1545 0,'0'0'32'0,"0"0"8"0,0 0-32 0,0 0-8 0,0 0 0 0,0 0 0 16,0 0 28-16,-3 5 3 0,-3 0 1 0,3 0 0 15,0 1-20-15,0 2-3 0,0 0-1 0,0 0 0 16,0 2-8-16,3 1 0 0,-3 2 0 0,0 0 8 16,0 0-8-16,0 1 0 0,3 1 0 0,-3 1 0 15,0 0 0-15,0 0 0 0,3-3 0 0,-3 3 0 16,0-3 0-16,3 1 0 0,-3-1 0 0,0 0 8 16,3-2 2-16,-3-3 0 0,3 2 0 0,-3-2 0 15,3-3 27-15,0-5 6 0,0 6 1 0,0-6 0 16,0 0 4-16,0 0 2 0,0 0 0 0,0 0 0 15,0 0 11-15,0 0 3 0,0 0 0 0,0 0 0 16,0 0-8-16,-3-8-2 0,3 0 0 0,-3 0 0 16,3-3-11-16,0-2-3 0,0 0 0 0,3-3 0 0,0-2-13 15,0-4-3-15,3 1-1 0,-3 0 0 0,3 0-8 16,0 0-2-16,3-3 0 0,0 3 0 16,-3 2-5-16,3 1 0 0,0-1-8 0,-1 1 12 15,1-1-4-15,-3 6-8 0,3-3 11 0,0 3-11 0,-3 2 16 0,3-2-4 16,0 5-1-16,0 0 0 0,0 0-3 0,0 3 0 0,3 0 0 0,-3 2 0 15,0 0-8-15,2 3 0 0,-2 3 9 16,3-3-9-16,-3 5 0 0,0-2 0 16,0 2 0-16,-3 3 8 0,0 0-8 0,0 0 0 0,-3 0 0 15,0 2 0-15,-3 1 0 0,0-3 0 16,-3 3 0-16,0-1 0 0,-3-2-18 0,3 0 2 0,-3 3 0 16,-3-3 0-16,3-1 3 0,-3 1 1 15,3 0 0-15,-3 0 0 0,3 0 0 0,0 0 0 0,1-3 0 0,-1 3 0 16,0-2 12-16,0-4-9 0,6-2 9 0,-6 6-8 15,6-6 8-15,0 0 0 0,0 0 0 0,0 0-8 16,0 0 8-16,0 0 0 0,0 0 0 0,0 0 0 16,0 0 0-16,0 0 0 0,3-6 0 0,0 1 0 15,0 0 0-15,3-1-10 0,-3 4 10 0,3-3 0 16,2 2 0-16,-2-2 0 0,3 2 0 0,0 0 0 16,0 1 0-16,3-1 0 0,-3 3 0 0,0 0 0 15,0 0 0-15,0 0 9 0,0 3-1 0,0-1 0 16,0 4 0-16,-3-4-8 0,0 4 12 0,-4 1-4 15,1 1 0-15,0 0 0 0,0 0 0 0,-3 6 0 16,0-4-8-16,-3 1 0 0,-3 2 0 0,1 0 0 16,-4 0 0-16,0 1 8 0,-3-1-8 0,0 0 12 0,0 0-12 15,-3-2 8-15,0-1-8 0,0 1 8 16,0 0 0-16,4-3-8 0,-4-1 12 0,3-1-4 16,0 2 0-16,0-3 0 0,0 0 0 0,3 1 0 0,0-1-8 15,0-2 0-15,0-1 0 0,0 1 8 16,0 2-32-16,3-5-8 0,-2 3 0 0</inkml:trace>
  <inkml:trace contextRef="#ctx0" brushRef="#br0" timeOffset="-56029.237">21711 7396 1601 0,'0'0'45'0,"0"0"11"16,0 0-45-16,0 0-11 0,3-6 0 0,-3 6 0 16,3-2 84-16,0-1 14 0,3 0 3 0,-6 3 1 15,3-2-27-15,3 2-6 0,0-3-1 0,0 0 0 16,-1 1-21-16,1-1-5 0,0 3-1 0,0-3 0 15,0 3-10-15,-3 0-3 0,3-2 0 0,0-1 0 0,0 3-12 0,0-2-2 16,0-1-1-16,3 0 0 16,-3 3-13-16,0 0 11 0,3-2-11 0,0 2 10 0,-3-3-10 15,3 3 0-15,0-3 0 0,-3 3 0 16,2 0 0-16,-2 0 0 0,0 0 0 0,-3 0 0 16,-3 0-28-16,6 0-8 0,-6 0-2 0,0 0 0 15,0 0-48-15,0 0-10 0,0 0-1 0,0 0-1 16,-3 6-144-16,-3-4-29 0</inkml:trace>
  <inkml:trace contextRef="#ctx0" brushRef="#br0" timeOffset="-55774.059">21714 7501 1489 0,'0'0'42'0,"0"0"10"16,0 0-42-16,0 0-10 0,0 0 0 0,0 0 0 15,0 0 80-15,0 0 13 0,0 0 3 0,0 0 1 16,0 0-25-16,3 3-4 0,-3-3-2 0,3 5 0 16,0-2-28-16,3 0-6 0,-3-1 0 0,0 1-1 15,3-3-17-15,0 0-3 0,-1 0-1 0,1 0 0 16,0 0-10-16,0 0 10 0,3 0-10 0,-3 0 10 16,0 0-10-16,0-3 0 0,3 3 0 0,-3-2 8 15,0 2-21-15,3-3-5 0,-3 0-1 0,0 1 0 16,0-4-141-16,-3 4-29 0</inkml:trace>
  <inkml:trace contextRef="#ctx0" brushRef="#br0" timeOffset="-55367.359">22050 7276 1523 0,'0'0'32'0,"0"0"7"0,0 0-31 0,0 0-8 0,3-5 0 0,-3 5 0 16,0-2 98-16,3-4 18 0,-3 6 4 0,0 0 1 16,0 0-33-16,0 0-8 0,0 0 0 0,0 0-1 15,0 0-18-15,0 0-3 0,0 0-1 0,0 0 0 16,0 0-17-16,0 0-4 0,0 0-1 0,0 0 0 15,0 0-12-15,-3 6-3 0,3-1 0 0,0 0 0 16,0 0-4-16,0 3-2 0,0-2 0 0,0-1 0 16,0 3 1-16,-3-3 0 0,3 3 0 0,0 0 0 15,0 3-15-15,-3-3 0 0,3 2 0 0,-3 3 0 16,0 1 0-16,3-4 0 0,-3 3 0 0,0 3 0 16,0-2 0-16,3-1 0 0,-3 3 0 0,3-3 0 15,-3 0 8-15,3 0-8 0,-3 1 0 0,3-4 9 16,-3 1-9-16,3-3 0 0,0 0 0 0,-3 0 0 15,3-3 0-15,0-5-17 0,0 5 2 0,0-5 1 16,0 0-110-16,-3 5-21 0,3-5-5 0</inkml:trace>
  <inkml:trace contextRef="#ctx0" brushRef="#br0" timeOffset="-51841.083">18755 6753 1440 0,'0'0'60'0,"0"0"-48"16,0 0 50-16,0 8 10 0,0-3 1 0,0 3 1 16,0 0-7-16,-3 0-2 0,0 0 0 0,3 5 0 15,-3-3-25-15,0 4-4 0,0 1-2 0,0-1 0 16,-3 2-12-16,3-3-2 0,0 0-1 0,0 3 0 15,-3-3-6-15,3 0-1 0,0 1 0 0,-3-1 0 16,3 0-3-16,0-5-1 0,-2 3 0 0,2-6 0 16,0 0 8-16,3-5 0 0,0 0 1 0,0 0 0 15,0 0 38-15,-6-2 7 0,3-4 2 0,0 1 0 16,0-6-52-16,3-2-12 0,0 0 0 0,3 0 0 16,0-6 0-16,0 3 0 0,3-2 0 0,0-1 0 15,-1 1 0-15,4-3 0 0,0-3 0 0,0-3 0 16,3 3 10-16,0-5-1 0,0 0 0 0,3-3 0 15,0 6 8-15,-3 0 2 0,3 2 0 0,-1 0 0 16,-2 5 9-16,0 4 3 0,0-1 0 0,-3 5 0 16,0 1-11-16,3 2-1 0,-6 0-1 0,3 2 0 15,-6 4-9-15,3-1-1 0,-6 3-8 0,0 0 12 16,3 3-4-16,3 2 0 0,-3 0-8 0,0 6 12 16,0-3-12-16,-3 5 8 0,0 0-8 0,3 3 0 15,-3 3 0-15,0-1 0 0,3 3 0 0,-3 3 0 16,0-3 0-16,3 3 0 0,-3 3 0 0,0-1 0 0,3-2 0 0,-3 2-12 0,0-2 3 15,-3 0 0 1,3 0-21-16,-3-6-4 0,3 3-1 0,-3-2 0 16,0 0-14-16,0-4-3 0,0 1-1 0,0 0 0 15,-3-3-57-15,3-2-11 0,-3 0-3 0</inkml:trace>
  <inkml:trace contextRef="#ctx0" brushRef="#br0" timeOffset="-51628.828">18764 6798 1978 0,'0'0'56'0,"0"0"12"0,0 0-54 0,0 0-14 16,3-6 0-16,0 4 0 0,0-4 83 0,3 4 13 0,0 2 4 0,3-6 0 15,0 4-52-15,0-1-9 0,0 0-3 0,2 1 0 16,4-1-24-16,0 1-12 0,0-4 10 0,0 6-10 15,3-2 0-15,-3-4 8 0,3 4-8 0</inkml:trace>
  <inkml:trace contextRef="#ctx0" brushRef="#br0" timeOffset="-51386.742">19166 6747 1337 0,'0'0'56'15,"3"0"-44"-15,3-2 92 0,0 2 20 0,0-3 3 0,3 0 1 16,0-2-14-16,-1 2-2 0,1 1-1 0,3-1 0 16,-3 0-24-16,3 1-5 0,0-1-1 0,0 1 0 15,0-4-65-15,0 4-16 0,0-1 0 0,0 0 0 16,-1 1 0 0,-2-1 0-16,0 0 0 0,0 3 0 0,0-2 11 0,0 2-2 0,0-3 0 0,-3 3 0 31,0 3-41-31,0-3-8 0,-3 2-1 0,-3-2-1 15,0 0-154-15,3 3-30 0,-3-3-6 0</inkml:trace>
  <inkml:trace contextRef="#ctx0" brushRef="#br0" timeOffset="-51146.958">19228 6858 1420 0,'0'0'29'0,"0"0"8"16,0 0-29-16,0 0-8 0,0 0 0 0,0 0 0 15,0 0 86-15,0 0 16 0,0 0 3 0,0 0 1 16,0 0-34-16,0 0-6 0,0 0-2 0,6 3 0 16,-3 0 0-16,3-3 0 0,0 0 0 0,0 0 0 15,0 0 0-15,3 0 0 0,0 0 0 0,0 0 0 16,0-3-51-16,0 0-13 0,3 1 0 0,0 2 0 16,-4-6 54-16,4 4 8 0,0-1 2 0,-3 1 0 15,3-1-52-15,0 0-12 0,0 1 0 0,0-4 0 16,0 4-107-16,3-1-24 0,-3-2-5 0</inkml:trace>
  <inkml:trace contextRef="#ctx0" brushRef="#br0" timeOffset="-50816.759">19764 6549 2124 0,'-6'-3'44'0,"3"-2"10"0,-3 2-43 0,3-2-11 0,3 5 0 0,-3-3 0 16,3 3 100-16,0 0 17 0,-6-2 4 0,6 2 1 16,0 0-48-16,0 0-10 0,0 0-1 0,0 0-1 15,0 0-23-15,0 0-5 0,0 0-1 0,-3 8 0 16,-3-3-10-16,3 3-3 0,3 2 0 0,-3 1 0 16,0 2-12-16,3 0-8 0,0 1 8 0,-3 2-8 15,3 2 0-15,0-2 0 0,0 2 0 0,0 1 0 16,-2 0 0-16,2-1 0 0,0 1 0 0,-3-1 0 15,3-2 0-15,0 3 0 0,0-4 0 0,0 1 0 16,0 0 0-16,0-3 0 0,0 1 0 0,0-1 0 16,-3-3 0-16,3 4 0 0,0-6 0 0,0 2 0 15,0-2 0-15,0 0 0 0,0 0 0 0,0 0 0 16,0-3-149-16,3 0-35 0,0 1-6 0</inkml:trace>
  <inkml:trace contextRef="#ctx0" brushRef="#br0" timeOffset="-40046.144">21675 10658 1736 0,'0'0'73'0,"0"0"-58"16,0 0 78-16,0 0 16 0,6-3 3 0,-6 3 1 16,3 0-17-16,3 0-3 0,-3 3-1 0,0 0 0 15,3 2-20-15,-3 0-5 0,3 3-1 0,0 3 0 16,0 2-23-16,-3 3-5 0,3 0-1 0,-3 5 0 16,3 0-15-16,-3 3-3 0,0 0-1 0,0 2 0 15,-1-2-10-15,1 0-8 0,0 0 9 0,0 2-9 16,0-2 8-16,0 2-8 0,-3 1 0 0,3-1 9 15,0 3-9-15,-3-2 0 0,3 2 0 0,0-3 0 16,-3 1 12-16,3-3-4 0,-3 0 0 0,3-3 0 16,-3-3-8-16,3-2 0 0,-3 3 0 0,0-6 0 15,3 0 0-15,-3-2 0 0,3-1-10 0,-3 1 10 16,3-3-43-16,-3-3-2 0,3 0-1 0,-3-5 0 16,0 0-178-16,3 3-36 0,3-3-8 0</inkml:trace>
  <inkml:trace contextRef="#ctx0" brushRef="#br0" timeOffset="-39613.509">22193 10801 2310 0,'0'0'48'0,"0"0"11"0,0 0-47 0,0 0-12 0,-6 3 0 0,0-1 0 16,0 4 79-16,0 1 13 0,0 1 4 0,0 3 0 15,3 0-49-15,-3-1-10 0,0 3-1 0,0 3-1 16,4-2-17-16,-4 1-3 0,0 1-1 0,3 0 0 16,-3-3-14-16,3 3 11 0,3 0-11 0,-3 0 10 15,3 0-10-15,0 2 0 0,0 4 0 0,3-1 0 16,0-3 0-16,0 3 0 0,3 1 0 0,0-1 0 16,2-5-20-16,1 0 0 15,0-3 0-15,0-3 0 0,3-2 20 0,-3 0 0 0,3-3 0 0,0 1 0 16,0-6 0-16,3 0 0 0,-3-3 0 0,5-2 0 15,-2-3 0-15,3-3 0 0,3-2 0 0,-3 0 0 16,0-6 0-16,0 1 0 0,2-3 0 0,-2-1 0 16,0 1 47-16,-3 0 13 0,0 0 4 0,0 0 0 15,-3 0-52-15,-3-3-12 0,0 0 0 0,0-2 0 16,-4-1 0-16,-2-2 0 0,0 0 0 0,-3 0 0 16,0 2 0-16,-6 1 0 0,1 2 0 0,-4 0 0 15,-3 3 0-15,-6 5 0 0,0 0 0 0,-3 3 0 16,-3 5 0-16,1 3 0 0,-4 0 0 0,-3 2 0 15,3 3 0-15,0 0-15 0,1 5 3 0,2 0 1 16,0 3-33-16,0 0-8 0,0 3 0 0</inkml:trace>
  <inkml:trace contextRef="#ctx0" brushRef="#br0" timeOffset="-39109.376">23003 10685 2066 0,'0'0'43'0,"0"0"10"16,0 0-42-16,0-6-11 0,0 6 0 0,0-5 0 15,0 5 104-15,0 0 20 0,3-5 3 0,-3 5 1 16,0 0-49-16,0 0-10 0,0 0-1 0,0 0-1 15,0 0-20-15,0 8-4 0,0 0-1 0,0 2 0 16,3 1-9-16,-3 7-1 0,0-2-1 0,0 5 0 0,0 0-4 16,0 3-1-16,0 0 0 0,0 0 0 0,3 0-2 15,-3 0-1-15,0-1 0 0,0 1 0 0,3 0-23 0,-3 0 9 16,0 0-9-16,3 2 0 16,-3 1 28-16,0-1 0 0,3 0-1 0,-3 4 0 0,3-7-11 0,-1-1-3 15,-2 1 0-15,3-4 0 0,0-3-5 0,-3 0 0 0,3-3-8 0,0-3 12 16,-3 1-12-16,3-3 0 0,-3 0 0 0,3-3 0 31,0 0-37-31,-3-5-7 0,3 6-2 0,-3-6 0 16,0 0-66-16,3 0-12 0,3-3-4 0</inkml:trace>
  <inkml:trace contextRef="#ctx0" brushRef="#br0" timeOffset="39070.441">21041 7988 1507 0,'0'0'31'0,"0"0"9"0,0 0-32 0,0 0-8 0,0 0 0 0,0 0 0 15,0 0 86-15,0 0 16 0,0 0 3 0,0 0 1 16,0 0-26-16,0 0-4 0,0 0-2 0,0 0 0 15,0 0-31-15,0 0-7 0,0 0 0 0,0 0-1 16,-6 6-15-16,3-1-2 0,0 0-1 16,0 0 0-16,0 1-5 0,0-1 0 0,0 0-1 0,0 3 0 15,0 0 1-15,0 0 0 16,0 0 0-16,-3 0 0 0,3 3-12 0,0-3 12 0,-2-1-12 0,-1 4 12 16,0-3-12-16,0 3 8 0,0-3-8 0,0-1 8 15,-3 4-8-15,0-3 0 0,3 3 9 0,-3-4-9 16,0 4 0-16,-3 0 9 0,3-1-9 0,-3 1 0 15,0 2 11-15,1-2-11 0,-1 2 10 0,0 0-10 16,0 0 11-16,0 1-11 0,0-1 12 0,-3 0-12 16,3 0 11-16,0-2-11 0,0 2 10 0,-3 0-10 15,4-2 10-15,-1-3-10 0,3 2 10 0,-6-2-10 16,6 0 8-16,-3 0-8 0,3 0 0 0,-3 0 9 16,3-3-9-16,-3 3 8 0,3 0-8 0,-2 0 8 15,-1 0 0-15,-3-3 0 0,0 3 0 0,0 0 0 16,0-2 5-16,0-1 1 0,-3 0 0 0,0 0 0 15,1-2-1-15,-1 2 0 0,-3 1 0 0,3-1 0 0,-3 0-1 16,0 1-1-16,1-4 0 0,-1 4 0 16,0-1-1-16,3 0 0 0,-3 3 0 0,0-3 0 15,1 1-2-15,2-1 0 0,-3 0 0 0,0 0 0 16,-3-2-8-16,3 0 12 0,-2-1-12 0,-1 4 12 16,-3-4-4-16,3 4-8 0,-3-4 12 0,1 4-4 0,-1-4-8 0,3 4 8 15,0-1-8-15,0 0 8 0,0-2-8 0,1-1 8 0,2 1-8 0,-3 2 8 16,0-5-8-16,-3 3 12 0,1-3-12 0,-1 3 12 15,0-3-12-15,-3 0 0 0,3 2 9 0,-2-2-9 16,-1 0 0-16,3 3 8 0,0-3-8 0,1 3 0 16,-1-3 0-16,0-3 9 0,3 3-9 0,-6 0 0 15,1-3 9-15,-1 1-9 0,0 2 0 0,-3-3 9 16,1 0-9-16,2 1 0 0,0 2 0 0,0-3 8 16,1 0-8-16,2 1 0 0,3-1 9 0,-6 0-9 15,3-2 0-15,-2 3 0 0,-1-4 0 0,0 1 8 16,0 0-8-16,1-1 0 0,-4 1 0 0,3 0 8 15,3-1-8-15,1 4 0 0,-1-3 0 0,3-1 8 16,0 4-8-16,3-4 8 0,0-2-8 0,-2 3 8 16,2 0-8-16,-3-3 0 0,3 3 8 0,-3-3-8 15,3 0 0-15,-2 2 8 0,2-2-8 0,-3 1 0 16,3 1 0-16,0-2 0 0,1 0 0 0,-1 0 0 16,3 0 0-16,0-2 8 0,3 2-8 0,-3 0 0 15,3 0 0-15,0 0 0 0,1-2 0 0,-1 2 8 16,-3 0-8-16,3 0 0 0,-3-3 0 0,0 3 0 15,3 0 0-15,-3-2 0 0,1-1 0 0,-1 3 0 16,0-2 0-16,0-1 0 0,0 0 0 0,3 1 0 16,-3-1 0-16,4 1 0 0,-1 2 0 0,3-3 0 15,-3 1 0-15,3 2 0 0,0-3 0 0,3 3 0 0,-3 0 0 16,3 0 0-16,0 0 0 0,0 0 0 0,3 3 0 0,1-3 8 0,-1 0-8 0,0 3 8 16,0-3-8-16,0 3 8 0,3-3-8 0,0 2 8 15,-3-1-8-15,3 1 0 0,0-2 0 0,-3 0 8 16,3 3-8-16,0-3 0 0,0 0 8 0,0 0-8 15,3 0 8-15,-3 0-8 0,0-2 10 0,3 2-10 16,-3 0 8-16,0 0-8 0,0 0 0 16,3 0 0-16,-3 0 9 0,3 0-9 0,-3-2 8 0,3 2-8 15,0-3 11-15,-3 3-3 0,0 0-8 0,3 0 12 16,-3 0-2-16,3 0-1 0,-3 0 0 0,3 1 0 16,0-1-9-16,0 0 0 0,0 2 9 0,0-2-9 15,-3 3 0-15,3 0 0 0,0 0 0 0,0-1 0 16,0 1 0-16,0 2 0 0,0-2 0 0,0 0 0 15,0 2 0-15,0 3 0 0,0-5 0 0,0 5 0 16,0-3 0-16,0 3 0 0,0-5 0 0,0 5 0 16,0 0 0-16,0 0 0 0,0 0 0 0,0 0 0 15,0 0 0-15,0-3 0 0,0 3 0 0,0 0 0 16,0 0 0-16,0 0 0 0,-3-5 0 0,3 5 0 16,0 0 0-16,0 0 0 0,0 0 0 0,0 0 0 15,-3-3 0-15,3 3 0 0,0 0 0 0,0 0 0 16,0 0 0-16,-3-5 0 0,3 5 0 0,0 0 0 15,-3-3 0-15,3 3 0 0,0 0 0 0,-6 0 0 16,6 0 0-16,0 0 0 0,0 0 0 0,-3-5 0 16,3 5 0-16,-6 0 0 0,6 0 0 0,0 0 0 15,-5 0 0-15,-1 0 0 0,6 0 0 0,-6 3 0 16,3-1 0-16,3-2-8 0,-6 3 8 0,0 0 0 0,0-1 0 16,3 4-8-16,-3-1 8 0,0 0 0 0,3 0 0 15,-3 3-8-15,3 0 8 0,-3 0 0 0,3 0-8 0,-3 3 8 0,3-1-8 0,-3 1 8 16,3 0-12-16,-3-4 2 0,3 4 1 0,-3 0 0 15,0-3 9-15,3 2-13 0,0-2 5 0,-3 3 8 16,3-3-12-16,1-3 12 0,-1 0-12 0,0 3 12 16,0-3-12-16,0 1 12 0,3-6-10 0,0 0 10 15,-3 2-8-15,3-2 8 0,0 0 0 0,0 0-9 16,0 0 9-16,0 0 0 0,0 0 0 0,0 0 0 16,0 0 0-16,0 0 0 0,0 0-9 0,0 0 9 15,0 0 0-15,0 0 0 0,0 0 0 0,6 0 0 16,0-2 0-16,-1-4 0 0,1 1 0 0,0 0 8 15,3-3-8-15,-3 0 0 0,0 0-10 0,3-3 10 16,-3 4 0-16,3-7 0 0,0 4-8 0,3-1 8 16,-6-2 0-16,3 2 0 0,0-2 0 0,-3 2 0 15,3 1 0-15,0-1 0 0,-1 3 0 0,-2 0 0 16,3 1 0-16,0 1 0 0,-3-2 0 0,3 3 0 16,-3 0 0-16,3-1 10 0,-3 4-10 0,0-1 8 15,0-2 0-15,0 2-8 0,0 3 12 0,0-2-4 16,0-1 0-16,-3 3-8 0,3 0 12 0,0 0-4 15,0 3-8-15,-6-3 8 0,3 2-8 0,2 1 8 16,1 2-8-16,-3 0 0 0,0-2 0 0,3 5 0 16,-3 0 0-16,3-3 0 0,-3 3 8 0,0 0-8 15,0 0 0-15,0 3 0 0,0-3 0 0,-3 2 0 0,3-2 0 0,0 0 0 0,0 0 0 16,0 0 0 0,3 0-24-16,-3 0-3 0,3-3-1 0</inkml:trace>
  <inkml:trace contextRef="#ctx0" brushRef="#br0" timeOffset="40195.078">19594 9007 1531 0,'0'0'64'0,"0"0"-51"31,0 0 102-31,0 0 20 0,-3-3 4 0,3 3 1 0,0 0-55 0,0 0-10 16,0 0-3-16,0 0 0 0,0 0-38 0,0 0-8 0,0 0-2 15,-5 3 0-15,2 5-12 0,-3 0-2 0,3 2-1 0,0 1 0 16,0 2-9-16,0 3 8 0,0 0-8 0,0 3 8 15,0-1-8-15,-3-2 0 0,3 0 0 0,0 0 0 16,0 0 0-16,0-6-9 0,0 3 9 0,0 1 0 16,0-4-8-1,0 1 8-15,0-3 0 0,0 0 0 0,0-3 0 0,0 0 0 0,3-5 0 16,0 0 0-16,0 0 0 0,0 0 0 0,0 0 0 0,0 0 9 16,0 0-1-16,0 0-8 0,-3-8 12 15,3 0-4-15,3 0 0 0,-3-5 0 0,6 0 0 16,-3-3 0-16,6-2 4 0,-3-4 1 0,3-1 0 0,3-1 0 15,-3 0-1-15,3-3-1 0,2 4 0 0,-2-1 0 16,3 0 3-16,0 3 1 0,3 0 0 0,-3 0 0 16,0 2 9-16,0 3 1 0,0 3 1 0,-1-3 0 15,-2 5-3-15,0 1-1 0,-3 2 0 16,0 0 0-16,-3 3-3 0,3 2-1 0,-3-2 0 0,-3 5 0 16,3 0-6-16,0 0-2 0,-3 2 0 0,3 1 0 15,-6-3-2-15,3 8-8 0,0-3 12 0,0 6-4 16,-3-3-8-16,3 5 0 0,-3-2 9 0,3 4-9 15,-3-1 0-15,0 2 0 0,-3-3 0 0,3 5 0 16,0-2 0-16,-3 5-8 0,0-2 8 0,3-1-8 16,-3 4-6-16,3-4-1 0,-3 3 0 0,3-2 0 15,-3-1-9-15,0-2-3 0,3 0 0 16,-3 0 0-16,0-3-17 0,0 0-4 0,0-2-1 0,0 0 0 16,0-3-31-16,0-1-5 0,0 1-2 0</inkml:trace>
  <inkml:trace contextRef="#ctx0" brushRef="#br0" timeOffset="40431.709">19633 9123 1735 0,'0'0'36'0,"-3"-5"9"0,3 5-36 0,0-3-9 0,0-2 0 0,0 0 0 15,3 0 92-15,0 2 17 0,3-2 3 0,-3 2 1 16,3 0-33-16,0 1-6 0,3-1-2 0,-3 0 0 15,3 1-21-15,0-1-5 0,0 3-1 0,0-3 0 16,2 3-21-16,1 0-4 0,0-2 0 0,0 2-1 16,0-3-19-16,0 3 8 0,0-2-8 0,0-1 0 15,3 3-8-15,0-3-9 0,2 1-2 0,1-1 0 16,3-2-204 0,0-1-41-16</inkml:trace>
  <inkml:trace contextRef="#ctx0" brushRef="#br0" timeOffset="40746.85">20041 9092 1314 0,'0'0'56'0,"0"0"-45"15,0 0 78-15,0 0 16 0,0 0 3 0,0 0 1 16,6 0-25-16,0-3-4 0,-3 3-2 0,6 0 0 15,-3-3-16-15,0 3-3 0,0 0-1 0,3-2 0 16,-4 2-11-16,4-3-3 0,0 3 0 0,0 0 0 16,0-3-15-16,0 3-3 0,0-2-1 0,0-1 0 15,3 0-15-15,-3 3-10 0,0-5 12 0,0 5-12 16,0-2 8-16,3-1-8 0,-4 0 0 0,1 3 0 16,0-2 0-16,0-1 0 0,-3 0 0 0,3 3-12 31,-3-2-30-31,0 2-6 0,0 0 0 0,-6 0-1 0,0 0-67 15,6 2-14-15,-6-2-2 0</inkml:trace>
  <inkml:trace contextRef="#ctx0" brushRef="#br0" timeOffset="41052.819">20080 9250 1333 0,'0'0'56'16,"0"0"-44"-1,0 0 109-15,0 0 23 0,0 0 4 0,0 0 0 16,3 0-43-16,0 0-9 0,3-2-1 0,-3 2-1 0,-1 0-32 0,4-3-6 0,0 3-2 0,-6 0 0 16,6 0-12-16,-3 0-2 0,3 0-1 0,0 0 0 15,0 0-8-15,0 0-2 0,0-3 0 0,0 3 0 16,0 0-11-1,0 0-2-15,3 0-1 0,-3 0 0 16,0 0-15-16,3-2 11 0,-3 2-11 0,3-3 10 16,-3 3-10-16,2-2 0 0,1-1 0 0,0-2 0 15,3 2-30-15,0 0-8 0,0-2-2 0,0 0 0 16,3 2-200-16,0-2-41 0</inkml:trace>
  <inkml:trace contextRef="#ctx0" brushRef="#br0" timeOffset="41461.068">20541 9033 1751 0,'0'0'36'0,"0"-5"9"0,0 5-36 0,0-2-9 0,0 2 0 0,0 0 0 15,0 0 112-15,0 0 20 0,0 0 4 0,0 0 0 16,0 0-44-16,0 0-8 0,0 0-3 0,0 0 0 16,0 0-31-16,0 0-6 0,0 0-2 0,0 0 0 15,-3 5-21-15,0 3-4 0,0-3-1 0,0 3 0 16,-3 3-8-16,3-1-8 0,0-2 9 0,-3 5-9 15,3-2 0-15,0-1 0 0,0 4 0 0,0-1 0 16,3-2 0-16,-3 2 0 0,3-3 0 0,3 1 0 16,-3-1 0-16,0-2 0 0,3 0 0 0,3 0 0 15,-3 0-13-15,6-2 1 0,-3-1 0 0,0-3 0 16,3 4-3-16,0-6 0 0,0 2 0 0,-3-2 0 16,3 0 15-16,0 0-11 0,0-2 11 0,-3 2-10 15,2-3 10-15,-2 0 0 0,3-2 0 0,-3 3 8 0,0-4 4 16,3 1 2-16,-3 0 0 0,0-1 0 0,0-2 12 15,0 0 2-15,0 1 1 0,0-4 0 0,-3 0 7 0,3 1 2 16,-3-1 0-16,0-2 0 0,0 2-7 0,0-2-2 0,-3 0 0 0,0 0 0 16,0 2-8-16,-3-2-1 15,0 2-1-15,0 3 0 0,-3-2-10 0,0 2-1 0,0 0-8 16,0 5 12-16,-3-2-12 0,3 0 0 16,-3 2 8-16,-3 0-8 15,0 3-20-15,0-2-8 0,1 2 0 0</inkml:trace>
  <inkml:trace contextRef="#ctx0" brushRef="#br0" timeOffset="60674.23">23708 10793 1102 0,'3'-5'46'16,"-3"-3"-37"-1,3 3 90-15,0-1 17 0,-3 1 4 0,3 0 1 16,0-1 4-16,-3 1 1 0,3 0 0 0,-3-1 0 16,3 4-14-16,-3 2-4 0,0-5 0 0,0 5 0 15,0-6-15-15,0 6-3 0,3-2-1 0,-3 2 0 16,0 0-26-16,0 0-6 0,0 0-1 0,0 0 0 16,0 0-16-16,0 0-3 0,0 0-1 0,0 0 0 15,0 0-11-15,0 0-2 0,0 0-1 0,3 5 0 16,0 3-6-16,0 2-2 0,-3 1 0 0,3 0 0 15,-3 2-3-15,3 0-1 0,0 3 0 0,-3 0 0 16,3 2-10-16,0 1 10 0,-3-1-10 0,3 1 10 0,-3-1-10 16,3 4 0-16,0-4 0 0,-3 6 8 0,3-3-8 15,-3 0 0-15,3 0 9 0,-3 3-9 16,3 0 0-16,-3 0 0 0,0-3 0 0,3 3 8 0,-3-3-8 16,0-2 0-16,3 2 0 0,-3-5 0 0,0 2 0 15,3-5 0-15,-3 3 0 0,3-3 8 16,-3-2-8-16,2 0 0 0,-2-1 0 0,3 1 8 0,0-3-8 15,-3-3 9-15,3 0-9 0,-3-5 10 16,0 0-10-16,3 6 0 0,-3-6 0 0,0 0 8 16,3 2-30-16,-3-2-6 0,6 0-2 0,-3-2 0 15,3-1 30-15,-3 3 0 0,0-5 0 0,0 2 0 0,0-2-211 0,-3-1-36 16</inkml:trace>
  <inkml:trace contextRef="#ctx0" brushRef="#br0" timeOffset="83133.353">23634 11574 1371 0,'0'0'28'0,"3"-3"8"16,3 0-36-16,0-2 0 0,0 2 0 0,5 1 0 15,1-1 107-15,3 0 14 0,3-2 3 0,0 5 1 16,3-3-39-16,-3 1-8 0,2-1-2 0,1 1 0 16,0-4-30-16,3 4-6 0,3-4-2 0,0 1 0 0,-1 2-24 0,4 1-5 0,3-1-1 0,-3 0 0 15,-1 3-8-15,-2 0 0 0,0 0 0 0,0 0 8 16,-6 0-8 0,-1 0 0-16,-2 0 0 0,0 0 0 0,-6 0 0 0,0 0 0 15,-3 0 0-15,0 3 8 0,-3-3-8 16,-6 0 0-16,0 0 0 0,0 0-11 0,0 0-3 15,0 0-1-15,-6 5 0 0,-3 1 0 16,-3-4-18-16,-3 4-4 0,0-4-1 0,-3 1 0 16,-2 0-3-16,-1-1-1 0,-3 3 0 0,-3-2 0 15,0 0 7-15,1-1 2 0,-1 1 0 0,0 0 0 0,0-1 14 0,3 1 3 0,3 2 1 0,-2-2 0 16,5 0 15-16,0-3 0 0,0 2 0 0,6 1-9 16,-3-3 17-16,3 3 3 0,0-3 1 0,4 0 0 15,-1 0 19-15,3 0 4 0,6 0 1 0,0 0 0 16,0 0 2-16,0 0 1 0,0 0 0 0,0 0 0 15,0 0 1-15,0 0 1 0,3-3 0 0,0-2 0 16,3 2 0-16,0 0 0 0,2 1 0 0,-2-1 0 16,3 0 0-16,0 3 0 0,0-2 0 0,3-1 0 15,0 3-14-15,0 0-3 0,3-3-1 0,0 3 0 16,3 0-15-16,-4-2-8 0,4 2 8 0,0 0-8 16,0 2 0-16,-3-2 0 0,3 0 0 0,0 3 8 15,-3 0-8-15,-4-1 0 0,4 1 0 0,-6 0 0 16,3-1 0-16,-3 4-13 0,-3-4 3 0,0 1 1 15,-6-3-16-15,0 0-3 0,3 5-1 0,-3-5 0 16,0 0-29-16,0 0-6 0,0 0 0 0</inkml:trace>
  <inkml:trace contextRef="#ctx0" brushRef="#br0" timeOffset="88477.468">21473 6742 1466 0,'6'-11'62'0,"-3"1"-50"16,3-1 82-16,0-2 16 0,-1 2 3 0,1-4 1 15,0 1-22-15,0 1-4 0,3-3 0 0,-3 0-1 16,0 3-30-16,0 0-5 0,0-3-2 0,0 3 0 16,0 0-9-16,0-1-1 0,0 1-1 0,-3 0 0 15,0 0-5-15,3-1-1 0,-3 1 0 0,-3-5 0 16,3 2-5-16,-3 0 0 0,-3-5-1 0,3 0 0 16,-3-1-8-16,-3-1-2 0,3-1 0 0,-6 0 0 15,3-3-3-15,-3 4-1 0,0-1 0 0,-6 3 0 16,3 0-2-16,0 2-1 0,-2 0 0 0,-1 1 0 15,-3-3-2-15,0 0 0 0,0-3 0 0,-3-3 0 16,0 1 0-16,1-3-8 0,-4-3 12 0,-6 0-4 16,0 1 0-16,-3 1-8 0,-5-1 12 0,-1 2-4 15,3 2 0-15,-2 3 0 0,2 0 0 0,-6-2 0 16,-2 0-8-16,-1-1 10 0,-3-5-10 0,-2 1 10 16,2-1-10-16,1 0 0 0,-4 0 0 0,-6-2 0 15,1 7 10-15,-1-2-10 0,-2 3 12 0,-4-1-12 16,4 4 8-16,-1-1-8 0,1 0 0 0,-7 0 0 0,4 3 10 15,-4-5-10-15,-2 4 8 0,-7-7-8 0,7 5 8 16,-4-2-8-16,1 2 0 0,-6-2 8 16,5 2-8-16,4 3 0 0,-1 2 0 0,-5 1 0 15,5 2 0-15,1 3 0 0,-1 2 0 0,-5 0 0 16,3 1 0-16,-4 2 0 0,4 0 0 0,-10 0 0 0,10 0 0 16,2 3 0-16,-2-3 0 0,-3 0 0 0,5 5 0 0,4-2 0 0,-1 0 0 15,-2 2 0-15,2 0 0 0,-2 1 0 0,2-1 0 16,-8 3 0-16,8 0 0 0,1-3 0 0,2 3 0 0,-5 0 0 15,5 3 0-15,4-3 0 0,-1 3 0 0,-5-1 0 16,2 1 0-16,1 2 0 0,-1-2 0 0,-2 0 0 16,5 2 0-16,4-2 0 0,-1 2 0 0,-5 0 0 15,5 0 0-15,1 1 0 0,-4-1 0 0,-6 3 0 16,10 0 0-16,-4-5 0 0,4 2 0 0,-7 0 0 16,10 3 0-16,-4 3 0 0,1-3 0 0,-4 2 0 15,7 6 0-15,-7-11 0 0,3 6 8 0,-2 2-8 16,2-2 0-16,7 2 0 0,-1 3 0 0,-5 0 0 15,2 0 0-15,0 0 0 0,-2-1 0 0,-4 4 0 16,10-6 0-16,-1 3 0 0,4-3 0 0,-7 0 0 16,6 1 0-16,-2-1 0 0,-4 0 0 0,1-2 0 15,2 2 0-15,6-2 0 0,1-1 0 0,-4 1 0 16,6-1 0-16,-5-2 0 0,2 3 0 0,-3-3 0 16,7 8 0-16,-1-8 0 0,0 5 0 0,1 0 0 15,2 0 0-15,3 1 0 0,1-4 0 0,-4 6 0 16,3 0 0-16,-2-3 0 0,-1 6 0 0,3-1 0 15,0-2 0-15,7 0 0 0,-1 0 0 0,0 2 0 0,6-5 0 16,-3 3 0-16,1-2 0 0,2 4 0 16,-3-7 0-16,0-1 0 0,3 4 0 0,-2-4 0 0,2 3 0 15,-3-2 0-15,3-3 8 0,3 2-8 0,1 1 0 0,-1 0 0 16,0-3 0-16,3 5 0 0,0-3 0 0,3 4 0 0,3-1 0 16,-2 3 0-16,-1-3 0 0,0 3 0 0,3 0 0 0,-3 0 0 15,0-1 0-15,0 1 0 0,3 3 0 16,-3-3 0-16,-2 2 0 0,2-2 0 0,0 0 0 15,-3 0 0-15,0 0 0 0,3-3 0 0,0 3 0 0,-3-3 0 16,4-2 0-16,-1 2 0 16,0-3 0-16,0 1 0 0,0 0 0 0,3-1 0 15,0 1 0-15,0-1 0 0,3-2 0 0,0 6 0 0,1-4 0 0,-1 1 0 16,0-1 0-16,3 1 0 0,-3 2 0 0,3-2 0 16,-3 2 0-16,3-2 0 0,-3 2 0 0,0 0 0 15,3-2 0-15,-3 2 0 0,3 0 0 0,0 0 0 16,-3-2 0-16,3-1 0 0,0 4 0 0,1-4 0 15,-1 1 0-15,0-3 0 0,0 0 0 0,0 0 0 16,0 0 0-16,0-3 0 0,0 3 0 0,0-3 0 16,0 0 0-16,0 1 0 0,0-1 0 0,0-2 0 15,0 2 0-15,3-2 0 0,-3 2 0 0,0-3 0 16,0 1 0-16,3 2 0 0,-3-2 0 0,3 0 0 16,-3 2 0-16,3-2 0 0,3-3 0 0,-5 2 0 15,2 1-12-15,3-3 1 0,0 0 1 0,-6 3 0 16,6-3-41-16,-6 0-8 0,6 0-1 0</inkml:trace>
  <inkml:trace contextRef="#ctx0" brushRef="#br0" timeOffset="89018.196">13153 6165 1706 0,'0'0'36'0,"0"-2"7"0,0 2-35 0,0-6-8 0,0 6 0 0,0 0 0 15,0-2 112-15,0 2 20 0,3-6 4 0,-3 6 0 16,0 0-47-16,0-2-9 0,0 2-3 0,0 0 0 15,0 0-24-15,0 0-5 0,0 0 0 0,0 0-1 16,0 0-17-16,0 0-3 0,0 0-1 0,0 0 0 16,0 0-12-16,0 0-2 0,0 0-1 0,0 8 0 15,0 0-11-15,-3-1 0 0,0 1 9 0,0 6-9 16,0-4 9-16,0 1-9 0,0 2 12 0,0 0-12 16,3 0 0-16,-3 1 0 0,0 2 0 0,0-3 0 15,0 0 0-15,0 0 0 0,0-2 0 0,0 2 0 16,3-2 0-16,-3-3 0 0,3 2 12 0,0-2-12 15,0 0 0-15,0-3 0 0,0 1 0 0,0-1 0 16,3-2 0-16,0 2 0 0,0-2 0 0,3 2 0 16,-3-3 23-16,3 1-3 0,3 0 0 0,-3-1 0 15,3 1 6-15,0-3 1 0,0 0 0 0,0 0 0 0,3 0-6 0,-3 0-1 16,3-3 0-16,-4 3 0 0,4-2-4 0,0-1-2 0,0 0 0 0,0 3 0 16,-3-2-14-16,3-1 9 0,-3 1-9 15,3 2 8-15,-3-3-8 0,0 0 0 16,3 1 0-16,-4-1 0 0,4 0-8 0,-3 1-8 15,0 2 0-15,3-3-1 16,0 0-120-16,-3 1-24 0,3-1-5 0</inkml:trace>
  <inkml:trace contextRef="#ctx0" brushRef="#br0" timeOffset="90050.67">18201 4345 1934 0,'0'0'40'0,"0"0"9"0,0 0-39 0,0 0-10 0,0 0 0 0,0 0 0 32,-3 5 42-32,3 0 6 0,-3 3 2 0,0 3 0 0,0-3-27 0,1 5-6 0,-4 0-1 0,3 0 0 15,-3 1-7-15,0 4-1 0,3-7-8 0,-3 7 12 16,-3-4-12-16,3 1 9 0,0 1-9 0,0 0 8 15,0 0-8-15,0-3 0 0,3 3 0 0,-3-5 0 16,0 2 8-16,3-2-8 0,0-1 8 0,0-2-8 16,0 0 21-16,0-5-1 0,3-3 0 0,0 0 0 15,0 0 5-15,0 0 1 0,-3-3 0 0,3-5 0 16,0-3 2-16,0-2 0 0,3 0 0 0,0-3 0 16,0 0-9-16,3 0-2 0,0-2 0 0,0 2 0 15,3-5-5-15,0 2 0 0,0 1-1 0,0-6 0 16,3 0-1-16,-3 0 0 0,3-5 0 0,-1 3 0 15,1-3 0-15,0 2 0 0,3-2 0 0,-3 3 0 16,0 2 14-16,3 5 2 0,-3 1 1 0,0 2 0 16,0 3-14-16,-1 5-2 0,-2-3-1 0,0 6 0 15,0 0-1-15,0 5 0 0,-3-6 0 0,3 6 0 16,-3 6-9-16,0-6 12 0,0 5-12 0,-3 3 12 16,3 8-4-16,-3-3 0 0,0 3 0 0,0 2 0 15,0 9-8-15,0-6 0 0,0 3 0 0,-3 2 0 16,3-2 0-16,-3 0 0 0,0 0 0 0,0-3 0 15,0-3 0-15,0 1 0 0,0-3 0 0,-3 2 0 16,0 1-10-16,-3-1 10 0,3 1 0 0,-3-1-9 16,3 1-15-16,-3-1-2 0,0-4-1 0,-3 4 0 15,3-2-23-15,-3-3-5 0,3 0-1 0,-3-2 0 16,0 0-144-16,0-1-30 0</inkml:trace>
  <inkml:trace contextRef="#ctx0" brushRef="#br0" timeOffset="90279.566">18237 4456 1690 0,'-12'-8'35'0,"12"8"9"0,-6-3-36 0,3-2-8 0,3 5 0 0,0 0 0 16,-3-3 109-16,3 3 20 0,0 0 4 0,0 0 1 16,0 0-54-16,0 0-12 0,0-5-1 0,0 5-1 15,3-5-28-15,0 2-6 0,3 0 0 0,0 3-1 16,0 0-17-16,3-2-3 0,3 2-1 0,0 0 0 15,0 0-10-15,0 0 0 0,3 0 0 0,-4 0 0 16,7 2 0-16,0-2-9 0,0 0 0 0,3 3 0 16,0 0-170-1,-3-1-33-15,2-2-8 0</inkml:trace>
  <inkml:trace contextRef="#ctx0" brushRef="#br0" timeOffset="90522.281">18678 4453 1568 0,'0'0'32'0,"0"0"9"16,0 0-33-16,0 0-8 0,0 0 0 0,0 0 0 0,0 0 104 16,0 0 20-16,0 0 3 0,0 0 1 15,0 0-49-15,0 0-10 0,6 0-1 0,0-5-1 0,0 2-20 0,2 3-4 0,1-5-1 0,0 2 0 16,3 3-17-16,0-2-3 0,0-1-1 0,3 3 0 16,-3-3-10-16,3 3-3 15,-3 0 0-15,0 0 0 0,-1 0-8 0,1 0 0 0,0 0 9 16,-3 0-9-16,0 0 8 0,3 0-8 0,-3 0 8 0,0 0-8 15,-3 0 0-15,0 3-15 0,0-3 3 16,0 3 0 0,-6-3-51-16,0 0-9 0,0 0-3 0</inkml:trace>
  <inkml:trace contextRef="#ctx0" brushRef="#br0" timeOffset="90766.848">18669 4556 1736 0,'0'0'49'16,"0"0"11"-16,0 0-48 0,6 0-12 0,-3-5 0 0,3 2 0 15,0 1 90-15,0 2 16 0,2-5 3 0,-2 5 1 16,3-3-38-16,0 0-8 0,0 1-2 0,0 2 0 16,0-3-17-16,0 0-3 0,3 3-1 0,0 0 0 15,-3-5-17-15,3 2-3 0,-3 3-1 0,2 0 0 16,-2 0-9-16,3-5-3 0,-3 5 0 0,3 0 0 15,-3-3-8-15,3 3 0 0,0 0 0 0,-3-2 0 16,3 2-91-16,-3 0-23 0,0-3-5 0</inkml:trace>
  <inkml:trace contextRef="#ctx0" brushRef="#br0" timeOffset="91074.832">19160 4287 1706 0,'0'-8'72'0,"0"5"-58"16,3-5 116-16,-3 0 23 0,3 3 5 0,-3-1 1 15,3 4-54-15,-3 2-10 0,0-8-3 0,0 8 0 16,0 0-29-16,0 0-7 0,0 0 0 0,0 0-1 16,0 0-22-16,0 0-4 0,6 8-1 0,-3-6 0 15,-3 6-9-15,3 6-3 0,0-4 0 0,-3 6 0 16,0 0-5-16,0-3-2 0,0 3 0 0,0 0 0 15,0 0-1-15,-3 0 0 0,3-3 0 0,0 3 0 16,0 0 0-16,0-3-8 0,0 3 12 0,-3 2-4 16,3 1-8-16,0-1 0 0,-3 4 9 0,3-1-9 15,-3-3 0-15,0 3 8 0,3 1-8 0,-3-1 0 16,0-3 0-16,3-2 0 0,-3 3-12 0,0-6 4 16,3 3-167-16,-3-3-33 0</inkml:trace>
</inkml:ink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>
            <a:extLst>
              <a:ext uri="{FF2B5EF4-FFF2-40B4-BE49-F238E27FC236}">
                <a16:creationId xmlns:a16="http://schemas.microsoft.com/office/drawing/2014/main" id="{BCD4045B-8F41-6B4E-97BD-FF08E793C303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099" name="Rectangle 3">
            <a:extLst>
              <a:ext uri="{FF2B5EF4-FFF2-40B4-BE49-F238E27FC236}">
                <a16:creationId xmlns:a16="http://schemas.microsoft.com/office/drawing/2014/main" id="{9F0351C3-1740-AA4D-BDDF-BF0F4C69FD11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388620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2052" name="Rectangle 4">
            <a:extLst>
              <a:ext uri="{FF2B5EF4-FFF2-40B4-BE49-F238E27FC236}">
                <a16:creationId xmlns:a16="http://schemas.microsoft.com/office/drawing/2014/main" id="{6474A07D-2658-461F-8F83-4F740994F24C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101" name="Rectangle 5">
            <a:extLst>
              <a:ext uri="{FF2B5EF4-FFF2-40B4-BE49-F238E27FC236}">
                <a16:creationId xmlns:a16="http://schemas.microsoft.com/office/drawing/2014/main" id="{B0787F0E-99E1-EC46-8903-479D5ABA0DBF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102" name="Rectangle 6">
            <a:extLst>
              <a:ext uri="{FF2B5EF4-FFF2-40B4-BE49-F238E27FC236}">
                <a16:creationId xmlns:a16="http://schemas.microsoft.com/office/drawing/2014/main" id="{8261E7AE-94F1-554C-9081-C782E41C57C0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680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103" name="Rectangle 7">
            <a:extLst>
              <a:ext uri="{FF2B5EF4-FFF2-40B4-BE49-F238E27FC236}">
                <a16:creationId xmlns:a16="http://schemas.microsoft.com/office/drawing/2014/main" id="{B74AB494-A933-744C-97AB-D567B6DD35B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ＭＳ Ｐゴシック" charset="-128"/>
              </a:defRPr>
            </a:lvl1pPr>
          </a:lstStyle>
          <a:p>
            <a:pPr>
              <a:defRPr/>
            </a:pPr>
            <a:fld id="{FF969DB7-CD90-4014-9B8D-CC33BD96DEA6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ＭＳ Ｐゴシック" charset="0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+mn-cs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7" name="Shape 45">
            <a:extLst>
              <a:ext uri="{FF2B5EF4-FFF2-40B4-BE49-F238E27FC236}">
                <a16:creationId xmlns:a16="http://schemas.microsoft.com/office/drawing/2014/main" id="{AAE4305E-428D-43C4-9C4E-A45C219EAF0E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/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9218" name="Shape 46">
            <a:extLst>
              <a:ext uri="{FF2B5EF4-FFF2-40B4-BE49-F238E27FC236}">
                <a16:creationId xmlns:a16="http://schemas.microsoft.com/office/drawing/2014/main" id="{58777EEC-DC2B-45EA-AD83-B1D11AA24D25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89" name="Shape 982">
            <a:extLst>
              <a:ext uri="{FF2B5EF4-FFF2-40B4-BE49-F238E27FC236}">
                <a16:creationId xmlns:a16="http://schemas.microsoft.com/office/drawing/2014/main" id="{E56311F1-15B5-4745-92B2-2F302FD0B2D0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140290" name="Shape 983">
            <a:extLst>
              <a:ext uri="{FF2B5EF4-FFF2-40B4-BE49-F238E27FC236}">
                <a16:creationId xmlns:a16="http://schemas.microsoft.com/office/drawing/2014/main" id="{306661F7-A16E-4012-9C87-3B001F4737DD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  <p:extLst>
      <p:ext uri="{BB962C8B-B14F-4D97-AF65-F5344CB8AC3E}">
        <p14:creationId xmlns:p14="http://schemas.microsoft.com/office/powerpoint/2010/main" val="215339128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1" name="Shape 1948">
            <a:extLst>
              <a:ext uri="{FF2B5EF4-FFF2-40B4-BE49-F238E27FC236}">
                <a16:creationId xmlns:a16="http://schemas.microsoft.com/office/drawing/2014/main" id="{852978B8-CC72-478E-A9F1-F2A315DF10F7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230402" name="Shape 1949">
            <a:extLst>
              <a:ext uri="{FF2B5EF4-FFF2-40B4-BE49-F238E27FC236}">
                <a16:creationId xmlns:a16="http://schemas.microsoft.com/office/drawing/2014/main" id="{0C22812E-9FF2-419C-9E6F-279A284785AC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121" name="Shape 2042">
            <a:extLst>
              <a:ext uri="{FF2B5EF4-FFF2-40B4-BE49-F238E27FC236}">
                <a16:creationId xmlns:a16="http://schemas.microsoft.com/office/drawing/2014/main" id="{20452365-DDB9-4E73-84DE-9D652B2CFEC0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261122" name="Shape 2043">
            <a:extLst>
              <a:ext uri="{FF2B5EF4-FFF2-40B4-BE49-F238E27FC236}">
                <a16:creationId xmlns:a16="http://schemas.microsoft.com/office/drawing/2014/main" id="{1DC5D7C3-9BC5-4763-85DF-FBDE8BFDC3EC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121" name="Shape 2042">
            <a:extLst>
              <a:ext uri="{FF2B5EF4-FFF2-40B4-BE49-F238E27FC236}">
                <a16:creationId xmlns:a16="http://schemas.microsoft.com/office/drawing/2014/main" id="{20452365-DDB9-4E73-84DE-9D652B2CFEC0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261122" name="Shape 2043">
            <a:extLst>
              <a:ext uri="{FF2B5EF4-FFF2-40B4-BE49-F238E27FC236}">
                <a16:creationId xmlns:a16="http://schemas.microsoft.com/office/drawing/2014/main" id="{1DC5D7C3-9BC5-4763-85DF-FBDE8BFDC3EC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  <p:extLst>
      <p:ext uri="{BB962C8B-B14F-4D97-AF65-F5344CB8AC3E}">
        <p14:creationId xmlns:p14="http://schemas.microsoft.com/office/powerpoint/2010/main" val="233603888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193" name="Shape 2160">
            <a:extLst>
              <a:ext uri="{FF2B5EF4-FFF2-40B4-BE49-F238E27FC236}">
                <a16:creationId xmlns:a16="http://schemas.microsoft.com/office/drawing/2014/main" id="{7E8B6DD2-DFAF-412C-88B2-0F5E085D3411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264194" name="Shape 2161">
            <a:extLst>
              <a:ext uri="{FF2B5EF4-FFF2-40B4-BE49-F238E27FC236}">
                <a16:creationId xmlns:a16="http://schemas.microsoft.com/office/drawing/2014/main" id="{35E87C9F-4B18-44B1-A753-3D8FFAA74020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41" name="Shape 2290">
            <a:extLst>
              <a:ext uri="{FF2B5EF4-FFF2-40B4-BE49-F238E27FC236}">
                <a16:creationId xmlns:a16="http://schemas.microsoft.com/office/drawing/2014/main" id="{41F525D0-1CE6-426B-9151-254262E25C2C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266242" name="Shape 2291">
            <a:extLst>
              <a:ext uri="{FF2B5EF4-FFF2-40B4-BE49-F238E27FC236}">
                <a16:creationId xmlns:a16="http://schemas.microsoft.com/office/drawing/2014/main" id="{71B41246-7DFA-4F37-8E5F-2FC3BE3CC1D8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89" name="Shape 2422">
            <a:extLst>
              <a:ext uri="{FF2B5EF4-FFF2-40B4-BE49-F238E27FC236}">
                <a16:creationId xmlns:a16="http://schemas.microsoft.com/office/drawing/2014/main" id="{1DD0CC64-0C1F-4666-81F7-E40E56CE0198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268290" name="Shape 2423">
            <a:extLst>
              <a:ext uri="{FF2B5EF4-FFF2-40B4-BE49-F238E27FC236}">
                <a16:creationId xmlns:a16="http://schemas.microsoft.com/office/drawing/2014/main" id="{E35B4B60-69F3-44B3-9A63-DDA304B09CF7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337" name="Shape 2422">
            <a:extLst>
              <a:ext uri="{FF2B5EF4-FFF2-40B4-BE49-F238E27FC236}">
                <a16:creationId xmlns:a16="http://schemas.microsoft.com/office/drawing/2014/main" id="{8187F746-55F9-4B02-87D0-174AE99B1ED9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270338" name="Shape 2423">
            <a:extLst>
              <a:ext uri="{FF2B5EF4-FFF2-40B4-BE49-F238E27FC236}">
                <a16:creationId xmlns:a16="http://schemas.microsoft.com/office/drawing/2014/main" id="{5D4D5A6B-E794-4AD6-8427-9B9574C5817A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5" name="Shape 2595">
            <a:extLst>
              <a:ext uri="{FF2B5EF4-FFF2-40B4-BE49-F238E27FC236}">
                <a16:creationId xmlns:a16="http://schemas.microsoft.com/office/drawing/2014/main" id="{E2DDAD14-C595-40ED-8662-17D8CC6EE768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  <p:sp>
        <p:nvSpPr>
          <p:cNvPr id="272386" name="Shape 2596">
            <a:extLst>
              <a:ext uri="{FF2B5EF4-FFF2-40B4-BE49-F238E27FC236}">
                <a16:creationId xmlns:a16="http://schemas.microsoft.com/office/drawing/2014/main" id="{ACD79948-D2F2-4E6F-A21D-D2EA52FEC7A0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457" name="Shape 2784">
            <a:extLst>
              <a:ext uri="{FF2B5EF4-FFF2-40B4-BE49-F238E27FC236}">
                <a16:creationId xmlns:a16="http://schemas.microsoft.com/office/drawing/2014/main" id="{38C4D67B-4EE2-4894-9CE6-E635971F239F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275458" name="Shape 2785">
            <a:extLst>
              <a:ext uri="{FF2B5EF4-FFF2-40B4-BE49-F238E27FC236}">
                <a16:creationId xmlns:a16="http://schemas.microsoft.com/office/drawing/2014/main" id="{3C39473C-BAA8-421A-80E0-75EA6D40A1D6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505" name="Shape 2784">
            <a:extLst>
              <a:ext uri="{FF2B5EF4-FFF2-40B4-BE49-F238E27FC236}">
                <a16:creationId xmlns:a16="http://schemas.microsoft.com/office/drawing/2014/main" id="{4D4FA834-F911-4ACA-93E0-EA00220264B8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277506" name="Shape 2785">
            <a:extLst>
              <a:ext uri="{FF2B5EF4-FFF2-40B4-BE49-F238E27FC236}">
                <a16:creationId xmlns:a16="http://schemas.microsoft.com/office/drawing/2014/main" id="{7539ED7F-9B17-416F-B749-1500B225F372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601" name="Shape 2784">
            <a:extLst>
              <a:ext uri="{FF2B5EF4-FFF2-40B4-BE49-F238E27FC236}">
                <a16:creationId xmlns:a16="http://schemas.microsoft.com/office/drawing/2014/main" id="{0D90850C-4239-4002-898E-60A898BDD4B5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281602" name="Shape 2785">
            <a:extLst>
              <a:ext uri="{FF2B5EF4-FFF2-40B4-BE49-F238E27FC236}">
                <a16:creationId xmlns:a16="http://schemas.microsoft.com/office/drawing/2014/main" id="{045B0678-CF26-4A30-89F0-4DB589E22B42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649" name="Shape 2892">
            <a:extLst>
              <a:ext uri="{FF2B5EF4-FFF2-40B4-BE49-F238E27FC236}">
                <a16:creationId xmlns:a16="http://schemas.microsoft.com/office/drawing/2014/main" id="{744DC1C4-038D-4B66-AA97-0ECD346EDB2A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283650" name="Shape 2893">
            <a:extLst>
              <a:ext uri="{FF2B5EF4-FFF2-40B4-BE49-F238E27FC236}">
                <a16:creationId xmlns:a16="http://schemas.microsoft.com/office/drawing/2014/main" id="{87CA5BC4-CEC8-4451-845D-289F6206BA6B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697" name="Shape 2892">
            <a:extLst>
              <a:ext uri="{FF2B5EF4-FFF2-40B4-BE49-F238E27FC236}">
                <a16:creationId xmlns:a16="http://schemas.microsoft.com/office/drawing/2014/main" id="{42127529-5D2D-475B-8046-4D784681A299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285698" name="Shape 2893">
            <a:extLst>
              <a:ext uri="{FF2B5EF4-FFF2-40B4-BE49-F238E27FC236}">
                <a16:creationId xmlns:a16="http://schemas.microsoft.com/office/drawing/2014/main" id="{63B3BA2A-BC20-4AB9-8ED6-BCB86B1585D5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745" name="Shape 2892">
            <a:extLst>
              <a:ext uri="{FF2B5EF4-FFF2-40B4-BE49-F238E27FC236}">
                <a16:creationId xmlns:a16="http://schemas.microsoft.com/office/drawing/2014/main" id="{EAAEF11E-FB32-42F5-AC01-2C114C16EE7A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287746" name="Shape 2893">
            <a:extLst>
              <a:ext uri="{FF2B5EF4-FFF2-40B4-BE49-F238E27FC236}">
                <a16:creationId xmlns:a16="http://schemas.microsoft.com/office/drawing/2014/main" id="{6464F4AE-D6CB-4D63-8839-06DE48C936D9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793" name="Shape 2892">
            <a:extLst>
              <a:ext uri="{FF2B5EF4-FFF2-40B4-BE49-F238E27FC236}">
                <a16:creationId xmlns:a16="http://schemas.microsoft.com/office/drawing/2014/main" id="{244554FD-A2B0-4586-836C-656CC173BAD7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289794" name="Shape 2893">
            <a:extLst>
              <a:ext uri="{FF2B5EF4-FFF2-40B4-BE49-F238E27FC236}">
                <a16:creationId xmlns:a16="http://schemas.microsoft.com/office/drawing/2014/main" id="{13BEAD28-AAF3-4674-B082-5A4D49B204AF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889" name="Shape 2892">
            <a:extLst>
              <a:ext uri="{FF2B5EF4-FFF2-40B4-BE49-F238E27FC236}">
                <a16:creationId xmlns:a16="http://schemas.microsoft.com/office/drawing/2014/main" id="{DCED7041-6DA1-4247-830B-566980F59041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293890" name="Shape 2893">
            <a:extLst>
              <a:ext uri="{FF2B5EF4-FFF2-40B4-BE49-F238E27FC236}">
                <a16:creationId xmlns:a16="http://schemas.microsoft.com/office/drawing/2014/main" id="{B6F4F8B3-9E81-4745-BAF6-1759B037713E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937" name="Shape 2892">
            <a:extLst>
              <a:ext uri="{FF2B5EF4-FFF2-40B4-BE49-F238E27FC236}">
                <a16:creationId xmlns:a16="http://schemas.microsoft.com/office/drawing/2014/main" id="{86246B55-85B2-46DF-A696-ECB8B43DD8F7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295938" name="Shape 2893">
            <a:extLst>
              <a:ext uri="{FF2B5EF4-FFF2-40B4-BE49-F238E27FC236}">
                <a16:creationId xmlns:a16="http://schemas.microsoft.com/office/drawing/2014/main" id="{3AAEFB3E-83BE-43F9-A7F9-049E07259754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985" name="Shape 2892">
            <a:extLst>
              <a:ext uri="{FF2B5EF4-FFF2-40B4-BE49-F238E27FC236}">
                <a16:creationId xmlns:a16="http://schemas.microsoft.com/office/drawing/2014/main" id="{4D97847D-0E36-435C-9D18-F5AB8AFA95EA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297986" name="Shape 2893">
            <a:extLst>
              <a:ext uri="{FF2B5EF4-FFF2-40B4-BE49-F238E27FC236}">
                <a16:creationId xmlns:a16="http://schemas.microsoft.com/office/drawing/2014/main" id="{AD3C7D3B-0374-43BE-B7E9-72C3FC4A1081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081" name="Shape 2892">
            <a:extLst>
              <a:ext uri="{FF2B5EF4-FFF2-40B4-BE49-F238E27FC236}">
                <a16:creationId xmlns:a16="http://schemas.microsoft.com/office/drawing/2014/main" id="{63FAC9C0-2BA7-470C-BC21-CFFB5299878D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302082" name="Shape 2893">
            <a:extLst>
              <a:ext uri="{FF2B5EF4-FFF2-40B4-BE49-F238E27FC236}">
                <a16:creationId xmlns:a16="http://schemas.microsoft.com/office/drawing/2014/main" id="{910EDD93-768D-485E-A769-3B930A996A0D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177" name="Shape 3108">
            <a:extLst>
              <a:ext uri="{FF2B5EF4-FFF2-40B4-BE49-F238E27FC236}">
                <a16:creationId xmlns:a16="http://schemas.microsoft.com/office/drawing/2014/main" id="{7C4C4F47-9122-4396-B125-C5E958F8DCFE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306178" name="Shape 3109">
            <a:extLst>
              <a:ext uri="{FF2B5EF4-FFF2-40B4-BE49-F238E27FC236}">
                <a16:creationId xmlns:a16="http://schemas.microsoft.com/office/drawing/2014/main" id="{128333A7-0AB9-44E3-B048-D4121900CF3C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225" name="Shape 1641">
            <a:extLst>
              <a:ext uri="{FF2B5EF4-FFF2-40B4-BE49-F238E27FC236}">
                <a16:creationId xmlns:a16="http://schemas.microsoft.com/office/drawing/2014/main" id="{CE04DF42-E977-43B4-9C07-AAD8591E7364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308226" name="Shape 1642">
            <a:extLst>
              <a:ext uri="{FF2B5EF4-FFF2-40B4-BE49-F238E27FC236}">
                <a16:creationId xmlns:a16="http://schemas.microsoft.com/office/drawing/2014/main" id="{B1CCFF31-0108-4AAC-B4F3-AF022969381D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273" name="Shape 1641">
            <a:extLst>
              <a:ext uri="{FF2B5EF4-FFF2-40B4-BE49-F238E27FC236}">
                <a16:creationId xmlns:a16="http://schemas.microsoft.com/office/drawing/2014/main" id="{D386AD9F-8552-410D-B2C2-5329E3ADBC1B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310274" name="Shape 1642">
            <a:extLst>
              <a:ext uri="{FF2B5EF4-FFF2-40B4-BE49-F238E27FC236}">
                <a16:creationId xmlns:a16="http://schemas.microsoft.com/office/drawing/2014/main" id="{6AA08181-DE07-4657-9AFB-306041851903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369" name="Shape 1641">
            <a:extLst>
              <a:ext uri="{FF2B5EF4-FFF2-40B4-BE49-F238E27FC236}">
                <a16:creationId xmlns:a16="http://schemas.microsoft.com/office/drawing/2014/main" id="{235F2149-5F21-41EB-AD21-0149C9866E09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314370" name="Shape 1642">
            <a:extLst>
              <a:ext uri="{FF2B5EF4-FFF2-40B4-BE49-F238E27FC236}">
                <a16:creationId xmlns:a16="http://schemas.microsoft.com/office/drawing/2014/main" id="{CFA514F3-6DD9-4DEE-8629-71485DBF4EE0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417" name="Shape 1641">
            <a:extLst>
              <a:ext uri="{FF2B5EF4-FFF2-40B4-BE49-F238E27FC236}">
                <a16:creationId xmlns:a16="http://schemas.microsoft.com/office/drawing/2014/main" id="{38883B4E-7D73-4481-83AD-E7A34143C9F1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316418" name="Shape 1642">
            <a:extLst>
              <a:ext uri="{FF2B5EF4-FFF2-40B4-BE49-F238E27FC236}">
                <a16:creationId xmlns:a16="http://schemas.microsoft.com/office/drawing/2014/main" id="{3AB76B15-2844-482E-9670-CD35AA9071A1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513" name="Shape 1641">
            <a:extLst>
              <a:ext uri="{FF2B5EF4-FFF2-40B4-BE49-F238E27FC236}">
                <a16:creationId xmlns:a16="http://schemas.microsoft.com/office/drawing/2014/main" id="{5BE8B9D9-D648-40C0-B803-D99AD972679D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320514" name="Shape 1642">
            <a:extLst>
              <a:ext uri="{FF2B5EF4-FFF2-40B4-BE49-F238E27FC236}">
                <a16:creationId xmlns:a16="http://schemas.microsoft.com/office/drawing/2014/main" id="{DD864B28-DE54-4E94-9DDC-1B187A026225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585" name="Shape 3297">
            <a:extLst>
              <a:ext uri="{FF2B5EF4-FFF2-40B4-BE49-F238E27FC236}">
                <a16:creationId xmlns:a16="http://schemas.microsoft.com/office/drawing/2014/main" id="{B2DF8854-EAE8-464E-831E-586125F855CC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323586" name="Shape 3298">
            <a:extLst>
              <a:ext uri="{FF2B5EF4-FFF2-40B4-BE49-F238E27FC236}">
                <a16:creationId xmlns:a16="http://schemas.microsoft.com/office/drawing/2014/main" id="{D52FDC92-8190-4783-8D39-CF439072CCEE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633" name="Shape 3297">
            <a:extLst>
              <a:ext uri="{FF2B5EF4-FFF2-40B4-BE49-F238E27FC236}">
                <a16:creationId xmlns:a16="http://schemas.microsoft.com/office/drawing/2014/main" id="{4049534A-BBFA-49D7-AF1B-34F862A14651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325634" name="Shape 3298">
            <a:extLst>
              <a:ext uri="{FF2B5EF4-FFF2-40B4-BE49-F238E27FC236}">
                <a16:creationId xmlns:a16="http://schemas.microsoft.com/office/drawing/2014/main" id="{39E364D5-C031-4509-8B52-14EC4C73C92F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681" name="Shape 3297">
            <a:extLst>
              <a:ext uri="{FF2B5EF4-FFF2-40B4-BE49-F238E27FC236}">
                <a16:creationId xmlns:a16="http://schemas.microsoft.com/office/drawing/2014/main" id="{D7498940-DFD8-4FD1-9C4C-07519CF8FDE4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327682" name="Shape 3298">
            <a:extLst>
              <a:ext uri="{FF2B5EF4-FFF2-40B4-BE49-F238E27FC236}">
                <a16:creationId xmlns:a16="http://schemas.microsoft.com/office/drawing/2014/main" id="{02E90D62-8C17-476D-B5AA-8ED0A4243651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9729" name="Shape 3297">
            <a:extLst>
              <a:ext uri="{FF2B5EF4-FFF2-40B4-BE49-F238E27FC236}">
                <a16:creationId xmlns:a16="http://schemas.microsoft.com/office/drawing/2014/main" id="{E417988D-2435-49D9-B1BC-B024166DB0FB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329730" name="Shape 3298">
            <a:extLst>
              <a:ext uri="{FF2B5EF4-FFF2-40B4-BE49-F238E27FC236}">
                <a16:creationId xmlns:a16="http://schemas.microsoft.com/office/drawing/2014/main" id="{41EA5891-3B8B-4066-AD66-8A8FBC958A96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777" name="Shape 2892">
            <a:extLst>
              <a:ext uri="{FF2B5EF4-FFF2-40B4-BE49-F238E27FC236}">
                <a16:creationId xmlns:a16="http://schemas.microsoft.com/office/drawing/2014/main" id="{286500C0-D1A5-41EB-A999-F10529C67E1F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331778" name="Shape 2893">
            <a:extLst>
              <a:ext uri="{FF2B5EF4-FFF2-40B4-BE49-F238E27FC236}">
                <a16:creationId xmlns:a16="http://schemas.microsoft.com/office/drawing/2014/main" id="{2B14589C-233A-4B9B-84DD-C117B363F078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825" name="Shape 2892">
            <a:extLst>
              <a:ext uri="{FF2B5EF4-FFF2-40B4-BE49-F238E27FC236}">
                <a16:creationId xmlns:a16="http://schemas.microsoft.com/office/drawing/2014/main" id="{60C3BDAA-0DE2-4268-A060-6131E6BF5EC5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333826" name="Shape 2893">
            <a:extLst>
              <a:ext uri="{FF2B5EF4-FFF2-40B4-BE49-F238E27FC236}">
                <a16:creationId xmlns:a16="http://schemas.microsoft.com/office/drawing/2014/main" id="{C75158FE-FF6F-4FAF-B07B-D404432E93CC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5873" name="Shape 2892">
            <a:extLst>
              <a:ext uri="{FF2B5EF4-FFF2-40B4-BE49-F238E27FC236}">
                <a16:creationId xmlns:a16="http://schemas.microsoft.com/office/drawing/2014/main" id="{A2CC95BC-53D1-4C78-B006-C992CD4C9E40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335874" name="Shape 2893">
            <a:extLst>
              <a:ext uri="{FF2B5EF4-FFF2-40B4-BE49-F238E27FC236}">
                <a16:creationId xmlns:a16="http://schemas.microsoft.com/office/drawing/2014/main" id="{B74A8D07-E8BD-451B-98A6-6DA2E591D95E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21" name="Shape 2892">
            <a:extLst>
              <a:ext uri="{FF2B5EF4-FFF2-40B4-BE49-F238E27FC236}">
                <a16:creationId xmlns:a16="http://schemas.microsoft.com/office/drawing/2014/main" id="{F31400F4-05F0-47B6-AC48-FC9D0C67F9FB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337922" name="Shape 2893">
            <a:extLst>
              <a:ext uri="{FF2B5EF4-FFF2-40B4-BE49-F238E27FC236}">
                <a16:creationId xmlns:a16="http://schemas.microsoft.com/office/drawing/2014/main" id="{2E3D822F-569C-44B2-ADD3-4F369F77044D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017" name="Shape 2892">
            <a:extLst>
              <a:ext uri="{FF2B5EF4-FFF2-40B4-BE49-F238E27FC236}">
                <a16:creationId xmlns:a16="http://schemas.microsoft.com/office/drawing/2014/main" id="{0D75928D-A3F3-4239-97DD-61B89DAF299F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342018" name="Shape 2893">
            <a:extLst>
              <a:ext uri="{FF2B5EF4-FFF2-40B4-BE49-F238E27FC236}">
                <a16:creationId xmlns:a16="http://schemas.microsoft.com/office/drawing/2014/main" id="{0C2E2ABC-CA1E-4ABB-B137-0C5B182CE1E7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4065" name="Shape 2892">
            <a:extLst>
              <a:ext uri="{FF2B5EF4-FFF2-40B4-BE49-F238E27FC236}">
                <a16:creationId xmlns:a16="http://schemas.microsoft.com/office/drawing/2014/main" id="{5EFBB1EB-1228-494E-B47F-659F25894210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344066" name="Shape 2893">
            <a:extLst>
              <a:ext uri="{FF2B5EF4-FFF2-40B4-BE49-F238E27FC236}">
                <a16:creationId xmlns:a16="http://schemas.microsoft.com/office/drawing/2014/main" id="{EA6B7358-D89F-41CA-B5E6-C5CD265FF43E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113" name="Shape 2892">
            <a:extLst>
              <a:ext uri="{FF2B5EF4-FFF2-40B4-BE49-F238E27FC236}">
                <a16:creationId xmlns:a16="http://schemas.microsoft.com/office/drawing/2014/main" id="{F46CD409-76D3-4965-8E49-85EC113B1B41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346114" name="Shape 2893">
            <a:extLst>
              <a:ext uri="{FF2B5EF4-FFF2-40B4-BE49-F238E27FC236}">
                <a16:creationId xmlns:a16="http://schemas.microsoft.com/office/drawing/2014/main" id="{7CB6EBF8-B996-453C-9F97-FDEA0D93B407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61" name="Shape 2892">
            <a:extLst>
              <a:ext uri="{FF2B5EF4-FFF2-40B4-BE49-F238E27FC236}">
                <a16:creationId xmlns:a16="http://schemas.microsoft.com/office/drawing/2014/main" id="{5905E8DD-A870-4FA6-A01F-4EA04387F2C5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348162" name="Shape 2893">
            <a:extLst>
              <a:ext uri="{FF2B5EF4-FFF2-40B4-BE49-F238E27FC236}">
                <a16:creationId xmlns:a16="http://schemas.microsoft.com/office/drawing/2014/main" id="{73FF4BBB-F106-4670-83D5-87287FC3EC32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0209" name="Shape 2892">
            <a:extLst>
              <a:ext uri="{FF2B5EF4-FFF2-40B4-BE49-F238E27FC236}">
                <a16:creationId xmlns:a16="http://schemas.microsoft.com/office/drawing/2014/main" id="{7AF9E932-9F80-474B-883D-E93AA0F34BA2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350210" name="Shape 2893">
            <a:extLst>
              <a:ext uri="{FF2B5EF4-FFF2-40B4-BE49-F238E27FC236}">
                <a16:creationId xmlns:a16="http://schemas.microsoft.com/office/drawing/2014/main" id="{3D601B07-1128-4132-8279-478441830583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2257" name="Shape 2892">
            <a:extLst>
              <a:ext uri="{FF2B5EF4-FFF2-40B4-BE49-F238E27FC236}">
                <a16:creationId xmlns:a16="http://schemas.microsoft.com/office/drawing/2014/main" id="{BD7B9ED8-DCA1-4AEC-A6F6-D7788F32C94F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352258" name="Shape 2893">
            <a:extLst>
              <a:ext uri="{FF2B5EF4-FFF2-40B4-BE49-F238E27FC236}">
                <a16:creationId xmlns:a16="http://schemas.microsoft.com/office/drawing/2014/main" id="{BB6318DF-30BF-4454-9F5F-C368F64570E0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545" name="Shape 4318">
            <a:extLst>
              <a:ext uri="{FF2B5EF4-FFF2-40B4-BE49-F238E27FC236}">
                <a16:creationId xmlns:a16="http://schemas.microsoft.com/office/drawing/2014/main" id="{62BD1C79-D699-4CC2-A2C2-3BCFD28DB8F0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364546" name="Shape 4319">
            <a:extLst>
              <a:ext uri="{FF2B5EF4-FFF2-40B4-BE49-F238E27FC236}">
                <a16:creationId xmlns:a16="http://schemas.microsoft.com/office/drawing/2014/main" id="{64AC297B-FF74-4723-8CF3-C3AC9FB85AF3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6593" name="Shape 4405">
            <a:extLst>
              <a:ext uri="{FF2B5EF4-FFF2-40B4-BE49-F238E27FC236}">
                <a16:creationId xmlns:a16="http://schemas.microsoft.com/office/drawing/2014/main" id="{424585F5-516C-4979-8D8E-6CCB2C5F9624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366594" name="Shape 4406">
            <a:extLst>
              <a:ext uri="{FF2B5EF4-FFF2-40B4-BE49-F238E27FC236}">
                <a16:creationId xmlns:a16="http://schemas.microsoft.com/office/drawing/2014/main" id="{1EE147D6-8AE1-4AC3-B3F9-58B76ACBC24E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41" name="Shape 4584">
            <a:extLst>
              <a:ext uri="{FF2B5EF4-FFF2-40B4-BE49-F238E27FC236}">
                <a16:creationId xmlns:a16="http://schemas.microsoft.com/office/drawing/2014/main" id="{64A6646F-0686-4684-9223-427360ED9437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368642" name="Shape 4585">
            <a:extLst>
              <a:ext uri="{FF2B5EF4-FFF2-40B4-BE49-F238E27FC236}">
                <a16:creationId xmlns:a16="http://schemas.microsoft.com/office/drawing/2014/main" id="{8F4BC5DE-1288-45DB-AABC-7CE9FCC7686D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689" name="Shape 4584">
            <a:extLst>
              <a:ext uri="{FF2B5EF4-FFF2-40B4-BE49-F238E27FC236}">
                <a16:creationId xmlns:a16="http://schemas.microsoft.com/office/drawing/2014/main" id="{8AFA06F7-4E57-4032-BF31-108084F89A16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370690" name="Shape 4585">
            <a:extLst>
              <a:ext uri="{FF2B5EF4-FFF2-40B4-BE49-F238E27FC236}">
                <a16:creationId xmlns:a16="http://schemas.microsoft.com/office/drawing/2014/main" id="{B520DC40-0717-4AE6-8F0C-0E8AD32FE232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737" name="Shape 4584">
            <a:extLst>
              <a:ext uri="{FF2B5EF4-FFF2-40B4-BE49-F238E27FC236}">
                <a16:creationId xmlns:a16="http://schemas.microsoft.com/office/drawing/2014/main" id="{FD039B4F-30FB-4F98-B0E2-48F8CCDBB54A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372738" name="Shape 4585">
            <a:extLst>
              <a:ext uri="{FF2B5EF4-FFF2-40B4-BE49-F238E27FC236}">
                <a16:creationId xmlns:a16="http://schemas.microsoft.com/office/drawing/2014/main" id="{BC5D3E68-0B1B-4B31-8AF6-9EFE3FE3F5CE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785" name="Shape 4584">
            <a:extLst>
              <a:ext uri="{FF2B5EF4-FFF2-40B4-BE49-F238E27FC236}">
                <a16:creationId xmlns:a16="http://schemas.microsoft.com/office/drawing/2014/main" id="{D93E4725-5657-4AF3-8C92-71381F48ECF1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374786" name="Shape 4585">
            <a:extLst>
              <a:ext uri="{FF2B5EF4-FFF2-40B4-BE49-F238E27FC236}">
                <a16:creationId xmlns:a16="http://schemas.microsoft.com/office/drawing/2014/main" id="{87FC6D57-75D4-43C6-BD3D-CBE0BBA512F5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833" name="Shape 4878">
            <a:extLst>
              <a:ext uri="{FF2B5EF4-FFF2-40B4-BE49-F238E27FC236}">
                <a16:creationId xmlns:a16="http://schemas.microsoft.com/office/drawing/2014/main" id="{28B5FE6E-098C-4AC5-A6A4-CE0F19AFF426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376834" name="Shape 4879">
            <a:extLst>
              <a:ext uri="{FF2B5EF4-FFF2-40B4-BE49-F238E27FC236}">
                <a16:creationId xmlns:a16="http://schemas.microsoft.com/office/drawing/2014/main" id="{0DD717BA-E61E-4C67-9EB6-08A5B4B41371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881" name="Shape 4878">
            <a:extLst>
              <a:ext uri="{FF2B5EF4-FFF2-40B4-BE49-F238E27FC236}">
                <a16:creationId xmlns:a16="http://schemas.microsoft.com/office/drawing/2014/main" id="{1A020511-7F4A-4918-92A8-C4206919113A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378882" name="Shape 4879">
            <a:extLst>
              <a:ext uri="{FF2B5EF4-FFF2-40B4-BE49-F238E27FC236}">
                <a16:creationId xmlns:a16="http://schemas.microsoft.com/office/drawing/2014/main" id="{F31521DF-8005-4906-9864-5B3AAE6D75FF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977" name="Shape 4878">
            <a:extLst>
              <a:ext uri="{FF2B5EF4-FFF2-40B4-BE49-F238E27FC236}">
                <a16:creationId xmlns:a16="http://schemas.microsoft.com/office/drawing/2014/main" id="{3A925928-2B9B-48F5-B8AF-713FE08F4C65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382978" name="Shape 4879">
            <a:extLst>
              <a:ext uri="{FF2B5EF4-FFF2-40B4-BE49-F238E27FC236}">
                <a16:creationId xmlns:a16="http://schemas.microsoft.com/office/drawing/2014/main" id="{5385B272-15B8-4C25-AEE2-F9614017C934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0929" name="Shape 4878">
            <a:extLst>
              <a:ext uri="{FF2B5EF4-FFF2-40B4-BE49-F238E27FC236}">
                <a16:creationId xmlns:a16="http://schemas.microsoft.com/office/drawing/2014/main" id="{8BC802A2-3026-474A-9809-F19E5C90363E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380930" name="Shape 4879">
            <a:extLst>
              <a:ext uri="{FF2B5EF4-FFF2-40B4-BE49-F238E27FC236}">
                <a16:creationId xmlns:a16="http://schemas.microsoft.com/office/drawing/2014/main" id="{A7D9A763-1E45-40E8-97FF-6AE6B292348F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7073" name="Shape 4878">
            <a:extLst>
              <a:ext uri="{FF2B5EF4-FFF2-40B4-BE49-F238E27FC236}">
                <a16:creationId xmlns:a16="http://schemas.microsoft.com/office/drawing/2014/main" id="{527A8BF8-173D-4A4E-ACCA-97025FD087D5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387074" name="Shape 4879">
            <a:extLst>
              <a:ext uri="{FF2B5EF4-FFF2-40B4-BE49-F238E27FC236}">
                <a16:creationId xmlns:a16="http://schemas.microsoft.com/office/drawing/2014/main" id="{C942996F-4F4B-42E7-B8E2-88F1845397FD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21" name="Shape 4878">
            <a:extLst>
              <a:ext uri="{FF2B5EF4-FFF2-40B4-BE49-F238E27FC236}">
                <a16:creationId xmlns:a16="http://schemas.microsoft.com/office/drawing/2014/main" id="{0EED21F7-107A-4318-A876-BCCC4DA05758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389122" name="Shape 4879">
            <a:extLst>
              <a:ext uri="{FF2B5EF4-FFF2-40B4-BE49-F238E27FC236}">
                <a16:creationId xmlns:a16="http://schemas.microsoft.com/office/drawing/2014/main" id="{3485843A-D1E1-42E6-B981-93DBA60A52E6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7313" name="Shape 2042">
            <a:extLst>
              <a:ext uri="{FF2B5EF4-FFF2-40B4-BE49-F238E27FC236}">
                <a16:creationId xmlns:a16="http://schemas.microsoft.com/office/drawing/2014/main" id="{37448512-5630-4196-8CD6-D546C486E9BE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397314" name="Shape 2043">
            <a:extLst>
              <a:ext uri="{FF2B5EF4-FFF2-40B4-BE49-F238E27FC236}">
                <a16:creationId xmlns:a16="http://schemas.microsoft.com/office/drawing/2014/main" id="{425B9B72-D931-468C-A9D6-6CFE1A649D11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3A225FB7-6986-41E4-8F43-F86C2C27428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5C0D8ACF-9AF7-4BE6-B2E3-865733B3F78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A1803AE-9905-4AF8-9DA3-73789375BE1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8BAFD67-0D38-4EFF-B956-560E674B21E2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21095917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8914623E-7E5C-4AFD-BE24-3DB80703DAC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C93BFD6-7F93-4733-A226-6C0EC46E768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ED5D424-E135-44CC-BA4E-A2DB770BDC8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97619F1-5350-4307-9409-443BD106766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30216439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009446CB-484F-4252-BB19-9C497B0F540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73A8F4DA-9E72-49E7-9FF9-D36FD65AE1B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7A08CB3-EAD0-4E99-8B98-C89B6DB018E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653D098-D75C-4EE5-8B40-FC63AFD0D628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69078586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914400"/>
            <a:ext cx="4267200" cy="5410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914400"/>
            <a:ext cx="4267200" cy="5410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D1C54467-B79B-4B77-A3B1-44DDDE77CE3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462F25E2-A807-49CB-BC93-3D806EA7E07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15932679-2C29-4D7B-881E-4BB2B5FA51E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C11FBC1-3F18-4B9F-83D9-3A5A4B6E257A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17385060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5ED9B991-D00B-4804-89EB-33BB202D7AE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78015FF5-E07E-4C7A-8238-1AF9E0FFD5C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C3F5F623-7278-4A70-8A13-35C022DCEBF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4CCFC92-1B0B-4860-87FB-21B0774F2EA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56079894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6200" y="76200"/>
            <a:ext cx="8991600" cy="380999"/>
          </a:xfrm>
        </p:spPr>
        <p:txBody>
          <a:bodyPr/>
          <a:lstStyle>
            <a:lvl1pPr>
              <a:defRPr sz="3400">
                <a:solidFill>
                  <a:srgbClr val="FF0000"/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1FE1E440-A8C8-43AB-B8E7-F86B3E9B4BB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582FBE08-5985-4EC5-801D-BD8B156BACB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BDCED17A-0888-409A-80D0-BD3B63CD522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97966BF-D65F-4E28-A407-653B2DF03F01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414361790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31F0ED2C-B519-4F57-8672-730E3329D11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AC221C3B-499D-4477-B03B-03A7E024464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DCD4F977-FA0E-4B3A-B94F-0279441CCCC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182C1FB-A275-4CBE-B85C-63204551E734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25559968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7D62850-C9F3-4ECE-848C-FF22D5C8AF2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EC12A31E-209B-42A9-826C-D78F92405A2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821507E-9AE1-4B0E-B93B-7C085C52966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BC2F104-DF84-4AEF-9187-41AF5BE74E3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408060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A202DB48-69AE-4AF3-868F-545FF5AF8F1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7F3E5B6-43C3-4346-B165-FDD6F1E37E9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5CD27224-906E-4B0A-BE25-6FED1CA2EB3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1AFDD3B-1453-418D-980A-9289DD4C51F2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6025600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CB9F8C36-2FA4-465E-B8F9-3C035D0919B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6E95604D-DBCA-4814-BBC5-446C778B819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5758D9F7-727C-4D99-89FD-0C87515CC9B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670AC39-4B88-4002-B23C-3DAA2B76F349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77343722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743700" y="228600"/>
            <a:ext cx="2171700" cy="60960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228600"/>
            <a:ext cx="6362700" cy="60960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C6694072-58C3-4095-B658-E2EC7AE668D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E093BA2E-5916-442F-A773-1816573953A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69B41EDC-CE19-4648-891A-4EFB1DCC0E4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86CB7B8-7C25-401E-AFCE-7AE2AED9C12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19482324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1_Blank">
    <p:spTree>
      <p:nvGrpSpPr>
        <p:cNvPr id="1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Shape 18"/>
          <p:cNvSpPr txBox="1">
            <a:spLocks noGrp="1"/>
          </p:cNvSpPr>
          <p:nvPr>
            <p:ph type="ctrTitle"/>
          </p:nvPr>
        </p:nvSpPr>
        <p:spPr>
          <a:xfrm>
            <a:off x="479425" y="1095375"/>
            <a:ext cx="8370899" cy="4295700"/>
          </a:xfrm>
          <a:prstGeom prst="rect">
            <a:avLst/>
          </a:prstGeom>
          <a:noFill/>
          <a:ln>
            <a:noFill/>
          </a:ln>
        </p:spPr>
        <p:txBody>
          <a:bodyPr/>
          <a:lstStyle>
            <a:lvl1pPr marL="0" marR="0" indent="0" algn="ctr" rtl="0">
              <a:spcBef>
                <a:spcPts val="0"/>
              </a:spcBef>
              <a:spcAft>
                <a:spcPts val="0"/>
              </a:spcAft>
              <a:defRPr sz="4400" b="0" i="0" u="none" strike="noStrike" cap="none" baseline="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1pPr>
            <a:lvl2pPr rtl="0">
              <a:defRPr/>
            </a:lvl2pPr>
            <a:lvl3pPr rtl="0">
              <a:defRPr/>
            </a:lvl3pPr>
            <a:lvl4pPr rtl="0">
              <a:defRPr/>
            </a:lvl4pPr>
            <a:lvl5pPr rtl="0">
              <a:defRPr/>
            </a:lvl5pPr>
            <a:lvl6pPr rtl="0">
              <a:defRPr/>
            </a:lvl6pPr>
            <a:lvl7pPr rtl="0">
              <a:defRPr/>
            </a:lvl7pPr>
            <a:lvl8pPr rtl="0">
              <a:defRPr/>
            </a:lvl8pPr>
            <a:lvl9pPr rtl="0">
              <a:defRPr/>
            </a:lvl9pPr>
          </a:lstStyle>
          <a:p>
            <a:endParaRPr/>
          </a:p>
        </p:txBody>
      </p:sp>
      <p:sp>
        <p:nvSpPr>
          <p:cNvPr id="19" name="Shape 19"/>
          <p:cNvSpPr txBox="1">
            <a:spLocks noGrp="1"/>
          </p:cNvSpPr>
          <p:nvPr>
            <p:ph type="title" idx="2"/>
          </p:nvPr>
        </p:nvSpPr>
        <p:spPr>
          <a:xfrm>
            <a:off x="685800" y="609600"/>
            <a:ext cx="7772400" cy="1143000"/>
          </a:xfrm>
          <a:prstGeom prst="rect">
            <a:avLst/>
          </a:prstGeom>
          <a:noFill/>
          <a:ln>
            <a:noFill/>
          </a:ln>
        </p:spPr>
        <p:txBody>
          <a:bodyPr/>
          <a:lstStyle>
            <a:lvl1pPr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1pPr>
            <a:lvl2pPr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2pPr>
            <a:lvl3pPr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3pPr>
            <a:lvl4pPr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4pPr>
            <a:lvl5pPr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5pPr>
            <a:lvl6pPr marL="457200"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6pPr>
            <a:lvl7pPr marL="914400"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7pPr>
            <a:lvl8pPr marL="1371600"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8pPr>
            <a:lvl9pPr marL="1828800"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9pPr>
          </a:lstStyle>
          <a:p>
            <a:endParaRPr/>
          </a:p>
        </p:txBody>
      </p:sp>
      <p:sp>
        <p:nvSpPr>
          <p:cNvPr id="20" name="Shape 20"/>
          <p:cNvSpPr txBox="1">
            <a:spLocks noGrp="1"/>
          </p:cNvSpPr>
          <p:nvPr>
            <p:ph type="body" idx="1"/>
          </p:nvPr>
        </p:nvSpPr>
        <p:spPr>
          <a:xfrm>
            <a:off x="685800" y="1981200"/>
            <a:ext cx="7772400" cy="4114800"/>
          </a:xfrm>
          <a:prstGeom prst="rect">
            <a:avLst/>
          </a:prstGeom>
          <a:noFill/>
          <a:ln>
            <a:noFill/>
          </a:ln>
        </p:spPr>
        <p:txBody>
          <a:bodyPr/>
          <a:lstStyle>
            <a:lvl1pPr marL="342900" indent="-139700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•"/>
              <a:defRPr sz="3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1pPr>
            <a:lvl2pPr marL="742950" indent="-107950" algn="l" rtl="0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–"/>
              <a:defRPr sz="28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2pPr>
            <a:lvl3pPr marL="1143000" indent="-76200" algn="l" rtl="0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•"/>
              <a:defRPr sz="24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3pPr>
            <a:lvl4pPr marL="1600200" indent="-101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–"/>
              <a:defRPr sz="20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4pPr>
            <a:lvl5pPr marL="2057400" indent="-101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»"/>
              <a:defRPr sz="20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5pPr>
            <a:lvl6pPr marL="2514600" indent="-101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»"/>
              <a:defRPr sz="20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6pPr>
            <a:lvl7pPr marL="2971800" indent="-101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»"/>
              <a:defRPr sz="20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7pPr>
            <a:lvl8pPr marL="3429000" indent="-101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»"/>
              <a:defRPr sz="20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8pPr>
            <a:lvl9pPr marL="3886200" indent="-101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»"/>
              <a:defRPr sz="20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9pPr>
          </a:lstStyle>
          <a:p>
            <a:endParaRPr/>
          </a:p>
        </p:txBody>
      </p:sp>
      <p:sp>
        <p:nvSpPr>
          <p:cNvPr id="5" name="Shape 11">
            <a:extLst>
              <a:ext uri="{FF2B5EF4-FFF2-40B4-BE49-F238E27FC236}">
                <a16:creationId xmlns:a16="http://schemas.microsoft.com/office/drawing/2014/main" id="{1822EA95-AA43-480B-92D5-1D85FC2CB241}"/>
              </a:ext>
            </a:extLst>
          </p:cNvPr>
          <p:cNvSpPr txBox="1">
            <a:spLocks noGrp="1"/>
          </p:cNvSpPr>
          <p:nvPr>
            <p:ph type="dt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" name="Shape 12">
            <a:extLst>
              <a:ext uri="{FF2B5EF4-FFF2-40B4-BE49-F238E27FC236}">
                <a16:creationId xmlns:a16="http://schemas.microsoft.com/office/drawing/2014/main" id="{EC1B2AD4-C0DB-4F8B-93ED-8866CBA27DD2}"/>
              </a:ext>
            </a:extLst>
          </p:cNvPr>
          <p:cNvSpPr txBox="1">
            <a:spLocks noGrp="1"/>
          </p:cNvSpPr>
          <p:nvPr>
            <p:ph type="ft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" name="Shape 13">
            <a:extLst>
              <a:ext uri="{FF2B5EF4-FFF2-40B4-BE49-F238E27FC236}">
                <a16:creationId xmlns:a16="http://schemas.microsoft.com/office/drawing/2014/main" id="{1425CCFE-6852-4EF9-BE92-C809ED0A54AC}"/>
              </a:ext>
            </a:extLst>
          </p:cNvPr>
          <p:cNvSpPr txBox="1">
            <a:spLocks noGrp="1"/>
          </p:cNvSpPr>
          <p:nvPr>
            <p:ph type="sldNum" idx="13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57537627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BLANK_2">
    <p:spTree>
      <p:nvGrpSpPr>
        <p:cNvPr id="1" name="Shape 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Shape 29"/>
          <p:cNvSpPr txBox="1">
            <a:spLocks noGrp="1"/>
          </p:cNvSpPr>
          <p:nvPr>
            <p:ph type="title"/>
          </p:nvPr>
        </p:nvSpPr>
        <p:spPr>
          <a:xfrm>
            <a:off x="685800" y="609600"/>
            <a:ext cx="7772400" cy="1143000"/>
          </a:xfrm>
          <a:prstGeom prst="rect">
            <a:avLst/>
          </a:prstGeom>
          <a:noFill/>
          <a:ln>
            <a:noFill/>
          </a:ln>
        </p:spPr>
        <p:txBody>
          <a:bodyPr/>
          <a:lstStyle>
            <a:lvl1pPr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1pPr>
            <a:lvl2pPr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2pPr>
            <a:lvl3pPr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3pPr>
            <a:lvl4pPr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4pPr>
            <a:lvl5pPr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5pPr>
            <a:lvl6pPr marL="457200"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6pPr>
            <a:lvl7pPr marL="914400"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7pPr>
            <a:lvl8pPr marL="1371600"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8pPr>
            <a:lvl9pPr marL="1828800"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9pPr>
          </a:lstStyle>
          <a:p>
            <a:endParaRPr/>
          </a:p>
        </p:txBody>
      </p:sp>
      <p:sp>
        <p:nvSpPr>
          <p:cNvPr id="30" name="Shape 30"/>
          <p:cNvSpPr txBox="1">
            <a:spLocks noGrp="1"/>
          </p:cNvSpPr>
          <p:nvPr>
            <p:ph type="body" idx="1"/>
          </p:nvPr>
        </p:nvSpPr>
        <p:spPr>
          <a:xfrm>
            <a:off x="685800" y="1981200"/>
            <a:ext cx="7772400" cy="4114800"/>
          </a:xfrm>
          <a:prstGeom prst="rect">
            <a:avLst/>
          </a:prstGeom>
          <a:noFill/>
          <a:ln>
            <a:noFill/>
          </a:ln>
        </p:spPr>
        <p:txBody>
          <a:bodyPr/>
          <a:lstStyle>
            <a:lvl1pPr marL="342900" indent="-139700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•"/>
              <a:defRPr sz="3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1pPr>
            <a:lvl2pPr marL="742950" indent="-107950" algn="l" rtl="0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–"/>
              <a:defRPr sz="28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2pPr>
            <a:lvl3pPr marL="1143000" indent="-76200" algn="l" rtl="0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•"/>
              <a:defRPr sz="24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3pPr>
            <a:lvl4pPr marL="1600200" indent="-101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–"/>
              <a:defRPr sz="20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4pPr>
            <a:lvl5pPr marL="2057400" indent="-101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»"/>
              <a:defRPr sz="20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5pPr>
            <a:lvl6pPr marL="2514600" indent="-101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»"/>
              <a:defRPr sz="20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6pPr>
            <a:lvl7pPr marL="2971800" indent="-101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»"/>
              <a:defRPr sz="20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7pPr>
            <a:lvl8pPr marL="3429000" indent="-101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»"/>
              <a:defRPr sz="20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8pPr>
            <a:lvl9pPr marL="3886200" indent="-101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»"/>
              <a:defRPr sz="20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9pPr>
          </a:lstStyle>
          <a:p>
            <a:endParaRPr/>
          </a:p>
        </p:txBody>
      </p:sp>
      <p:sp>
        <p:nvSpPr>
          <p:cNvPr id="4" name="Shape 11">
            <a:extLst>
              <a:ext uri="{FF2B5EF4-FFF2-40B4-BE49-F238E27FC236}">
                <a16:creationId xmlns:a16="http://schemas.microsoft.com/office/drawing/2014/main" id="{9DF88414-8DD1-4F3A-A2DF-964E1394F1E1}"/>
              </a:ext>
            </a:extLst>
          </p:cNvPr>
          <p:cNvSpPr txBox="1">
            <a:spLocks noGrp="1"/>
          </p:cNvSpPr>
          <p:nvPr>
            <p:ph type="dt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" name="Shape 12">
            <a:extLst>
              <a:ext uri="{FF2B5EF4-FFF2-40B4-BE49-F238E27FC236}">
                <a16:creationId xmlns:a16="http://schemas.microsoft.com/office/drawing/2014/main" id="{B764D8E0-DFCF-4D51-82FE-E60E11BB0D32}"/>
              </a:ext>
            </a:extLst>
          </p:cNvPr>
          <p:cNvSpPr txBox="1">
            <a:spLocks noGrp="1"/>
          </p:cNvSpPr>
          <p:nvPr>
            <p:ph type="ft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" name="Shape 13">
            <a:extLst>
              <a:ext uri="{FF2B5EF4-FFF2-40B4-BE49-F238E27FC236}">
                <a16:creationId xmlns:a16="http://schemas.microsoft.com/office/drawing/2014/main" id="{F49B81E5-E647-4603-BB96-0EE84AA321AB}"/>
              </a:ext>
            </a:extLst>
          </p:cNvPr>
          <p:cNvSpPr txBox="1">
            <a:spLocks noGrp="1"/>
          </p:cNvSpPr>
          <p:nvPr>
            <p:ph type="sldNum" idx="13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8523752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92ADB1AC-32D3-49A7-A1DC-4BB1BCC5683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228600"/>
            <a:ext cx="86868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2CC26A9E-31B8-4391-AE6F-822CE2529FF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914400"/>
            <a:ext cx="8686800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FD3DE5A9-11D5-4AEB-B896-6DAD1B6EEEBC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228600" y="6324600"/>
            <a:ext cx="19050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400"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2C62297E-DDFC-4E4B-B572-4234ABFF44A5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2590800" y="6324600"/>
            <a:ext cx="39624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400"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B8CD9B8A-A795-4DB1-8964-96651783B99F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10400" y="6324600"/>
            <a:ext cx="19050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400" smtClean="0"/>
            </a:lvl1pPr>
          </a:lstStyle>
          <a:p>
            <a:pPr>
              <a:defRPr/>
            </a:pPr>
            <a:fld id="{6E3611C3-C128-4ADE-9736-85CD38B1067C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1835629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</p:sldLayoutIdLst>
  <p:hf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+mj-lt"/>
          <a:ea typeface="MS PGothic" panose="020B0600070205080204" pitchFamily="34" charset="-128"/>
          <a:cs typeface="ＭＳ Ｐゴシック" charset="0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  <a:ea typeface="MS PGothic" panose="020B0600070205080204" pitchFamily="34" charset="-128"/>
          <a:cs typeface="ＭＳ Ｐゴシック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  <a:ea typeface="MS PGothic" panose="020B0600070205080204" pitchFamily="34" charset="-128"/>
          <a:cs typeface="ＭＳ Ｐゴシック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  <a:ea typeface="MS PGothic" panose="020B0600070205080204" pitchFamily="34" charset="-128"/>
          <a:cs typeface="ＭＳ Ｐゴシック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  <a:ea typeface="MS PGothic" panose="020B0600070205080204" pitchFamily="34" charset="-128"/>
          <a:cs typeface="ＭＳ Ｐゴシック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2800">
          <a:solidFill>
            <a:schemeClr val="tx1"/>
          </a:solidFill>
          <a:latin typeface="+mn-lt"/>
          <a:ea typeface="MS PGothic" panose="020B0600070205080204" pitchFamily="34" charset="-128"/>
          <a:cs typeface="ＭＳ Ｐゴシック" charset="0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400">
          <a:solidFill>
            <a:schemeClr val="tx1"/>
          </a:solidFill>
          <a:latin typeface="+mn-lt"/>
          <a:ea typeface="MS PGothic" panose="020B0600070205080204" pitchFamily="34" charset="-128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000">
          <a:solidFill>
            <a:schemeClr val="tx1"/>
          </a:solidFill>
          <a:latin typeface="+mn-lt"/>
          <a:ea typeface="MS PGothic" panose="020B0600070205080204" pitchFamily="34" charset="-128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>
          <a:solidFill>
            <a:schemeClr val="tx1"/>
          </a:solidFill>
          <a:latin typeface="+mn-lt"/>
          <a:ea typeface="MS PGothic" panose="020B0600070205080204" pitchFamily="34" charset="-128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  <a:ea typeface="MS PGothic" panose="020B0600070205080204" pitchFamily="34" charset="-128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hyperlink" Target="mailto:maruf@iastate.edu" TargetMode="External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1.png"/><Relationship Id="rId4" Type="http://schemas.openxmlformats.org/officeDocument/2006/relationships/customXml" Target="../ink/ink1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3.png"/><Relationship Id="rId4" Type="http://schemas.openxmlformats.org/officeDocument/2006/relationships/customXml" Target="../ink/ink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customXml" Target="../ink/ink3.xm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5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customXml" Target="../ink/ink4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5.png"/><Relationship Id="rId4" Type="http://schemas.openxmlformats.org/officeDocument/2006/relationships/customXml" Target="../ink/ink5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customXml" Target="../ink/ink6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customXml" Target="../ink/ink7.xml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7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customXml" Target="../ink/ink8.xml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8.png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0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customXml" Target="../ink/ink9.xml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1.png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customXml" Target="../ink/ink11.xml"/><Relationship Id="rId3" Type="http://schemas.openxmlformats.org/officeDocument/2006/relationships/image" Target="../media/image12.png"/><Relationship Id="rId7" Type="http://schemas.openxmlformats.org/officeDocument/2006/relationships/image" Target="../media/image110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7.xml"/><Relationship Id="rId6" Type="http://schemas.openxmlformats.org/officeDocument/2006/relationships/customXml" Target="../ink/ink10.xml"/><Relationship Id="rId5" Type="http://schemas.openxmlformats.org/officeDocument/2006/relationships/image" Target="../media/image10.png"/><Relationship Id="rId4" Type="http://schemas.openxmlformats.org/officeDocument/2006/relationships/image" Target="../media/image9.png"/><Relationship Id="rId9" Type="http://schemas.openxmlformats.org/officeDocument/2006/relationships/image" Target="../media/image13.png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customXml" Target="../ink/ink12.xml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20.png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13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13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13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13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13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customXml" Target="../ink/ink13.xml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14.png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13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customXml" Target="../ink/ink14.xml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15.png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13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13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customXml" Target="../ink/ink15.xml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17.png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13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customXml" Target="../ink/ink16.xml"/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customXml" Target="../ink/ink17.xml"/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7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customXml" Target="../ink/ink18.xml"/><Relationship Id="rId1" Type="http://schemas.openxmlformats.org/officeDocument/2006/relationships/slideLayout" Target="../slideLayouts/slideLayout7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gif"/><Relationship Id="rId1" Type="http://schemas.openxmlformats.org/officeDocument/2006/relationships/slideLayout" Target="../slideLayouts/slideLayout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CA0691B0-CEC6-481E-939D-D8810FDC17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182C1FB-A275-4CBE-B85C-63204551E734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4295ADE-74FF-47AD-9C8F-165D1AECFFA2}"/>
              </a:ext>
            </a:extLst>
          </p:cNvPr>
          <p:cNvSpPr/>
          <p:nvPr/>
        </p:nvSpPr>
        <p:spPr>
          <a:xfrm>
            <a:off x="0" y="2209800"/>
            <a:ext cx="9144000" cy="3454885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12700" cap="flat" cmpd="sng" algn="ctr">
            <a:solidFill>
              <a:srgbClr val="C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1ACCEACF-131C-41A4-94AE-DC03953FB264}"/>
              </a:ext>
            </a:extLst>
          </p:cNvPr>
          <p:cNvSpPr/>
          <p:nvPr/>
        </p:nvSpPr>
        <p:spPr>
          <a:xfrm>
            <a:off x="8756650" y="2218752"/>
            <a:ext cx="387350" cy="3445934"/>
          </a:xfrm>
          <a:prstGeom prst="rect">
            <a:avLst/>
          </a:prstGeom>
          <a:solidFill>
            <a:srgbClr val="C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4A2A6099-E7BC-4E0E-A993-A4A0E232DA82}"/>
              </a:ext>
            </a:extLst>
          </p:cNvPr>
          <p:cNvSpPr/>
          <p:nvPr/>
        </p:nvSpPr>
        <p:spPr>
          <a:xfrm>
            <a:off x="0" y="2218752"/>
            <a:ext cx="192024" cy="3445934"/>
          </a:xfrm>
          <a:prstGeom prst="rect">
            <a:avLst/>
          </a:prstGeom>
          <a:solidFill>
            <a:srgbClr val="C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AA7D032-226B-4118-91E6-7691DCD6E9C0}"/>
              </a:ext>
            </a:extLst>
          </p:cNvPr>
          <p:cNvSpPr/>
          <p:nvPr/>
        </p:nvSpPr>
        <p:spPr>
          <a:xfrm>
            <a:off x="188735" y="2218752"/>
            <a:ext cx="192024" cy="3445934"/>
          </a:xfrm>
          <a:prstGeom prst="rect">
            <a:avLst/>
          </a:prstGeom>
          <a:solidFill>
            <a:srgbClr val="FFC000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" name="Rectangle 2">
            <a:extLst>
              <a:ext uri="{FF2B5EF4-FFF2-40B4-BE49-F238E27FC236}">
                <a16:creationId xmlns:a16="http://schemas.microsoft.com/office/drawing/2014/main" id="{5103DEAD-D09C-405E-8E54-66750C17923C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663575"/>
            <a:ext cx="9144000" cy="1470025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+mj-lt"/>
                <a:ea typeface="MS PGothic" panose="020B0600070205080204" pitchFamily="34" charset="-128"/>
                <a:cs typeface="ＭＳ Ｐゴシック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/>
                <a:ea typeface="ＭＳ Ｐゴシック" charset="0"/>
                <a:cs typeface="+mj-cs"/>
              </a:rPr>
              <a:t>CPR E 281: Digital Logic</a:t>
            </a:r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00D3868F-B461-4FA8-9F34-9EACAEC215AB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3048000"/>
            <a:ext cx="9144000" cy="2209800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8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ＭＳ Ｐゴシック" charset="0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  <a:t>Md Maruf Ahamed</a:t>
            </a:r>
            <a:b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</a:b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  <a:t>Office: 307 Durham Center</a:t>
            </a:r>
            <a:b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</a:b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  <a:t>Phone: (515) 294-6323</a:t>
            </a:r>
            <a:b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</a:b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  <a:t>Email: </a:t>
            </a: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maruf@iastate.edu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Times New Roman"/>
              <a:ea typeface="MS PGothic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04361169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49FC2C7-9EDE-4430-A34B-E779489E72B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3600" dirty="0">
                <a:ea typeface="+mj-ea"/>
                <a:cs typeface="+mj-cs"/>
              </a:rPr>
              <a:t>28-State Assignment Problem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CF09B821-ABB0-4BC8-AF04-34B658E176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97966BF-D65F-4E28-A407-653B2DF03F01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CA5AE38B-8B29-4CFD-8DC4-49E537DD3855}"/>
              </a:ext>
            </a:extLst>
          </p:cNvPr>
          <p:cNvSpPr txBox="1">
            <a:spLocks noChangeArrowheads="1"/>
          </p:cNvSpPr>
          <p:nvPr/>
        </p:nvSpPr>
        <p:spPr>
          <a:xfrm>
            <a:off x="76200" y="685800"/>
            <a:ext cx="8991600" cy="5589271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8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ＭＳ Ｐゴシック" charset="0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9pPr>
          </a:lstStyle>
          <a:p>
            <a:pPr lvl="1" eaLnBrk="1" hangingPunct="1">
              <a:defRPr/>
            </a:pPr>
            <a:r>
              <a:rPr lang="en-US" sz="3000" b="1" kern="0" dirty="0">
                <a:solidFill>
                  <a:schemeClr val="accent2"/>
                </a:solidFill>
              </a:rPr>
              <a:t>Synchronous Sequential Circuits</a:t>
            </a:r>
          </a:p>
          <a:p>
            <a:pPr lvl="2" eaLnBrk="1" hangingPunct="1">
              <a:defRPr/>
            </a:pPr>
            <a:r>
              <a:rPr lang="en-US" sz="2600" b="1" kern="0" dirty="0">
                <a:solidFill>
                  <a:srgbClr val="000000"/>
                </a:solidFill>
              </a:rPr>
              <a:t>Moore Machine</a:t>
            </a:r>
          </a:p>
          <a:p>
            <a:pPr lvl="2" eaLnBrk="1" hangingPunct="1">
              <a:defRPr/>
            </a:pPr>
            <a:r>
              <a:rPr lang="en-US" sz="2600" b="1" kern="0" dirty="0">
                <a:solidFill>
                  <a:srgbClr val="000000"/>
                </a:solidFill>
              </a:rPr>
              <a:t>Mealy Machine</a:t>
            </a:r>
          </a:p>
          <a:p>
            <a:pPr lvl="1" eaLnBrk="1" hangingPunct="1">
              <a:defRPr/>
            </a:pPr>
            <a:r>
              <a:rPr lang="en-US" sz="3000" b="1" kern="0" dirty="0">
                <a:solidFill>
                  <a:srgbClr val="000000"/>
                </a:solidFill>
              </a:rPr>
              <a:t>Designing a Moore Machine</a:t>
            </a:r>
          </a:p>
          <a:p>
            <a:pPr lvl="1" eaLnBrk="1" hangingPunct="1">
              <a:defRPr/>
            </a:pPr>
            <a:r>
              <a:rPr lang="en-US" sz="3000" b="1" kern="0" dirty="0">
                <a:solidFill>
                  <a:srgbClr val="000000"/>
                </a:solidFill>
              </a:rPr>
              <a:t>Register Swap Controller</a:t>
            </a:r>
          </a:p>
          <a:p>
            <a:pPr marL="457200" lvl="1" indent="0" eaLnBrk="1" hangingPunct="1">
              <a:buNone/>
              <a:defRPr/>
            </a:pPr>
            <a:br>
              <a:rPr lang="en-US" sz="3000" b="1" kern="0" dirty="0">
                <a:solidFill>
                  <a:srgbClr val="000000"/>
                </a:solidFill>
              </a:rPr>
            </a:br>
            <a:endParaRPr lang="en-US" sz="3000" b="1" kern="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6385861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80F84150-23C2-2B4E-9AF3-3C96FE96EDE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28600" y="76200"/>
            <a:ext cx="8686800" cy="457200"/>
          </a:xfrm>
        </p:spPr>
        <p:txBody>
          <a:bodyPr/>
          <a:lstStyle/>
          <a:p>
            <a:pPr eaLnBrk="1" hangingPunct="1">
              <a:defRPr/>
            </a:pPr>
            <a:r>
              <a:rPr lang="en-US" sz="3600" dirty="0">
                <a:solidFill>
                  <a:srgbClr val="FF0000"/>
                </a:solidFill>
                <a:ea typeface="+mj-ea"/>
                <a:cs typeface="+mj-cs"/>
              </a:rPr>
              <a:t>Administrative Stuff</a:t>
            </a:r>
          </a:p>
        </p:txBody>
      </p:sp>
      <p:sp>
        <p:nvSpPr>
          <p:cNvPr id="207875" name="Rectangle 3">
            <a:extLst>
              <a:ext uri="{FF2B5EF4-FFF2-40B4-BE49-F238E27FC236}">
                <a16:creationId xmlns:a16="http://schemas.microsoft.com/office/drawing/2014/main" id="{D583FDE5-0A59-BD41-A182-AC71C16B081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76200" y="609600"/>
            <a:ext cx="8991600" cy="5791200"/>
          </a:xfrm>
        </p:spPr>
        <p:txBody>
          <a:bodyPr/>
          <a:lstStyle/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chemeClr val="accent2"/>
                </a:solidFill>
              </a:rPr>
              <a:t>Homework: </a:t>
            </a:r>
            <a:r>
              <a:rPr lang="en-US" sz="3000" dirty="0"/>
              <a:t>HW#8 due on Sunday @ 11:59 PM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chemeClr val="accent2"/>
                </a:solidFill>
              </a:rPr>
              <a:t>Quiz: </a:t>
            </a:r>
            <a:r>
              <a:rPr lang="en-US" sz="3000" dirty="0"/>
              <a:t>Quiz #10 due on Friday @ 4:25 PM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chemeClr val="accent2"/>
                </a:solidFill>
              </a:rPr>
              <a:t>Recitation: </a:t>
            </a:r>
            <a:r>
              <a:rPr lang="en-US" sz="3000" dirty="0"/>
              <a:t>Recitation 9 this week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chemeClr val="accent2"/>
                </a:solidFill>
              </a:rPr>
              <a:t>Lab: </a:t>
            </a:r>
            <a:r>
              <a:rPr lang="en-US" sz="3000" dirty="0"/>
              <a:t>Lab 9 this week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rgbClr val="0000FF"/>
                </a:solidFill>
              </a:rPr>
              <a:t>Lecture-29 Readings: </a:t>
            </a:r>
            <a:r>
              <a:rPr lang="en-US" sz="3000" dirty="0"/>
              <a:t>6.3 and 6.4</a:t>
            </a:r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27480B98-CB43-4109-9B52-91BC90F254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97619F1-5350-4307-9409-443BD1067667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528156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Shape 42">
            <a:extLst>
              <a:ext uri="{FF2B5EF4-FFF2-40B4-BE49-F238E27FC236}">
                <a16:creationId xmlns:a16="http://schemas.microsoft.com/office/drawing/2014/main" id="{527D47C9-8960-7A49-A793-AAD2ACD3557B}"/>
              </a:ext>
            </a:extLst>
          </p:cNvPr>
          <p:cNvSpPr txBox="1">
            <a:spLocks noGrp="1"/>
          </p:cNvSpPr>
          <p:nvPr>
            <p:ph type="ctrTitle"/>
          </p:nvPr>
        </p:nvSpPr>
        <p:spPr>
          <a:xfrm>
            <a:off x="479425" y="533400"/>
            <a:ext cx="8370888" cy="4295775"/>
          </a:xfrm>
        </p:spPr>
        <p:txBody>
          <a:bodyPr tIns="45700" bIns="45700">
            <a:noAutofit/>
          </a:bodyPr>
          <a:lstStyle/>
          <a:p>
            <a:pPr>
              <a:buClr>
                <a:schemeClr val="dk2"/>
              </a:buClr>
              <a:buSzPct val="25000"/>
              <a:buFont typeface="Times New Roman"/>
              <a:buNone/>
              <a:defRPr/>
            </a:pPr>
            <a:r>
              <a:rPr lang="en-US" sz="4000" b="1" dirty="0">
                <a:solidFill>
                  <a:srgbClr val="000000"/>
                </a:solidFill>
                <a:latin typeface="+mn-lt"/>
              </a:rPr>
              <a:t>Synchronous Sequential Circuits</a:t>
            </a:r>
            <a:br>
              <a:rPr lang="en-US" sz="4000" b="1" dirty="0">
                <a:solidFill>
                  <a:srgbClr val="000000"/>
                </a:solidFill>
                <a:latin typeface="+mn-lt"/>
              </a:rPr>
            </a:br>
            <a:r>
              <a:rPr lang="en-US" sz="4000" b="1" dirty="0">
                <a:solidFill>
                  <a:srgbClr val="000000"/>
                </a:solidFill>
                <a:latin typeface="+mn-lt"/>
              </a:rPr>
              <a:t>Basic Design Steps</a:t>
            </a:r>
            <a:br>
              <a:rPr lang="en-US" sz="4000" b="1" dirty="0">
                <a:solidFill>
                  <a:srgbClr val="000000"/>
                </a:solidFill>
                <a:latin typeface="+mn-lt"/>
              </a:rPr>
            </a:br>
            <a:r>
              <a:rPr lang="en-US" sz="4000" b="1" dirty="0">
                <a:solidFill>
                  <a:srgbClr val="000000"/>
                </a:solidFill>
                <a:latin typeface="+mn-lt"/>
              </a:rPr>
              <a:t>Readings 6.1</a:t>
            </a:r>
          </a:p>
        </p:txBody>
      </p:sp>
    </p:spTree>
  </p:cSld>
  <p:clrMapOvr>
    <a:masterClrMapping/>
  </p:clrMapOvr>
  <p:transition/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87" name="Title 1">
            <a:extLst>
              <a:ext uri="{FF2B5EF4-FFF2-40B4-BE49-F238E27FC236}">
                <a16:creationId xmlns:a16="http://schemas.microsoft.com/office/drawing/2014/main" id="{4D954CD0-CB15-4CD4-B7A3-621965281292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531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(</a:t>
            </a:r>
            <a:r>
              <a:rPr kumimoji="0" lang="en-US" alt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i</a:t>
            </a: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) Moore Type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59CF69E4-174B-4217-9F2A-7B5A69164FE9}"/>
              </a:ext>
            </a:extLst>
          </p:cNvPr>
          <p:cNvGrpSpPr/>
          <p:nvPr/>
        </p:nvGrpSpPr>
        <p:grpSpPr>
          <a:xfrm>
            <a:off x="722313" y="914400"/>
            <a:ext cx="7845425" cy="2062162"/>
            <a:chOff x="722313" y="2509838"/>
            <a:chExt cx="7845425" cy="2062162"/>
          </a:xfrm>
        </p:grpSpPr>
        <p:sp>
          <p:nvSpPr>
            <p:cNvPr id="15361" name="Rectangle 4">
              <a:extLst>
                <a:ext uri="{FF2B5EF4-FFF2-40B4-BE49-F238E27FC236}">
                  <a16:creationId xmlns:a16="http://schemas.microsoft.com/office/drawing/2014/main" id="{407F6A2E-3700-4800-9B3A-4EE97F46F16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171700" y="2890838"/>
              <a:ext cx="1262063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Combinational </a:t>
              </a:r>
            </a:p>
          </p:txBody>
        </p:sp>
        <p:sp>
          <p:nvSpPr>
            <p:cNvPr id="15362" name="Rectangle 5">
              <a:extLst>
                <a:ext uri="{FF2B5EF4-FFF2-40B4-BE49-F238E27FC236}">
                  <a16:creationId xmlns:a16="http://schemas.microsoft.com/office/drawing/2014/main" id="{C8F699E2-C443-49F2-B284-79E551B1C92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005013" y="2574925"/>
              <a:ext cx="1514475" cy="11191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363" name="Rectangle 6">
              <a:extLst>
                <a:ext uri="{FF2B5EF4-FFF2-40B4-BE49-F238E27FC236}">
                  <a16:creationId xmlns:a16="http://schemas.microsoft.com/office/drawing/2014/main" id="{0105F4ED-D540-4B1F-9318-E542AB750B7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505075" y="3124200"/>
              <a:ext cx="5730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circuit </a:t>
              </a:r>
            </a:p>
          </p:txBody>
        </p:sp>
        <p:sp>
          <p:nvSpPr>
            <p:cNvPr id="15364" name="Rectangle 7">
              <a:extLst>
                <a:ext uri="{FF2B5EF4-FFF2-40B4-BE49-F238E27FC236}">
                  <a16:creationId xmlns:a16="http://schemas.microsoft.com/office/drawing/2014/main" id="{AC155FFE-EE76-441D-9DD0-73848078A2A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310063" y="2509838"/>
              <a:ext cx="1073150" cy="127158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365" name="Freeform 8">
              <a:extLst>
                <a:ext uri="{FF2B5EF4-FFF2-40B4-BE49-F238E27FC236}">
                  <a16:creationId xmlns:a16="http://schemas.microsoft.com/office/drawing/2014/main" id="{5C7E622E-8CB8-441E-9BD5-62ECC9DBBC0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32263" y="3100388"/>
              <a:ext cx="133350" cy="66675"/>
            </a:xfrm>
            <a:custGeom>
              <a:avLst/>
              <a:gdLst>
                <a:gd name="T0" fmla="*/ 0 w 144"/>
                <a:gd name="T1" fmla="*/ 2147483646 h 72"/>
                <a:gd name="T2" fmla="*/ 2147483646 w 144"/>
                <a:gd name="T3" fmla="*/ 2147483646 h 72"/>
                <a:gd name="T4" fmla="*/ 0 w 144"/>
                <a:gd name="T5" fmla="*/ 0 h 72"/>
                <a:gd name="T6" fmla="*/ 0 w 144"/>
                <a:gd name="T7" fmla="*/ 2147483646 h 72"/>
                <a:gd name="T8" fmla="*/ 0 w 144"/>
                <a:gd name="T9" fmla="*/ 214748364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72"/>
                <a:gd name="T17" fmla="*/ 144 w 144"/>
                <a:gd name="T18" fmla="*/ 72 h 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72">
                  <a:moveTo>
                    <a:pt x="0" y="72"/>
                  </a:moveTo>
                  <a:lnTo>
                    <a:pt x="144" y="48"/>
                  </a:lnTo>
                  <a:lnTo>
                    <a:pt x="0" y="0"/>
                  </a:lnTo>
                  <a:lnTo>
                    <a:pt x="0" y="48"/>
                  </a:lnTo>
                  <a:lnTo>
                    <a:pt x="0" y="72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66" name="Line 9">
              <a:extLst>
                <a:ext uri="{FF2B5EF4-FFF2-40B4-BE49-F238E27FC236}">
                  <a16:creationId xmlns:a16="http://schemas.microsoft.com/office/drawing/2014/main" id="{F1278231-9E90-4281-8637-8C742245C75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3519488" y="3144838"/>
              <a:ext cx="6127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67" name="Freeform 10">
              <a:extLst>
                <a:ext uri="{FF2B5EF4-FFF2-40B4-BE49-F238E27FC236}">
                  <a16:creationId xmlns:a16="http://schemas.microsoft.com/office/drawing/2014/main" id="{5919144C-F5D7-404E-A0CD-8B3F3361BAE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32263" y="3475038"/>
              <a:ext cx="155575" cy="87312"/>
            </a:xfrm>
            <a:custGeom>
              <a:avLst/>
              <a:gdLst>
                <a:gd name="T0" fmla="*/ 0 w 168"/>
                <a:gd name="T1" fmla="*/ 2147483646 h 96"/>
                <a:gd name="T2" fmla="*/ 2147483646 w 168"/>
                <a:gd name="T3" fmla="*/ 2147483646 h 96"/>
                <a:gd name="T4" fmla="*/ 0 w 168"/>
                <a:gd name="T5" fmla="*/ 0 h 96"/>
                <a:gd name="T6" fmla="*/ 0 w 168"/>
                <a:gd name="T7" fmla="*/ 2147483646 h 96"/>
                <a:gd name="T8" fmla="*/ 0 w 168"/>
                <a:gd name="T9" fmla="*/ 214748364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8"/>
                <a:gd name="T16" fmla="*/ 0 h 96"/>
                <a:gd name="T17" fmla="*/ 168 w 168"/>
                <a:gd name="T18" fmla="*/ 96 h 9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8" h="96">
                  <a:moveTo>
                    <a:pt x="0" y="96"/>
                  </a:moveTo>
                  <a:lnTo>
                    <a:pt x="168" y="48"/>
                  </a:lnTo>
                  <a:lnTo>
                    <a:pt x="0" y="0"/>
                  </a:lnTo>
                  <a:lnTo>
                    <a:pt x="0" y="48"/>
                  </a:lnTo>
                  <a:lnTo>
                    <a:pt x="0" y="96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68" name="Freeform 11">
              <a:extLst>
                <a:ext uri="{FF2B5EF4-FFF2-40B4-BE49-F238E27FC236}">
                  <a16:creationId xmlns:a16="http://schemas.microsoft.com/office/drawing/2014/main" id="{5847B2DD-A15E-487C-AD09-4085A898E11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81113" y="3519488"/>
              <a:ext cx="2851150" cy="723900"/>
            </a:xfrm>
            <a:custGeom>
              <a:avLst/>
              <a:gdLst>
                <a:gd name="T0" fmla="*/ 0 w 3128"/>
                <a:gd name="T1" fmla="*/ 2147483646 h 793"/>
                <a:gd name="T2" fmla="*/ 2147483646 w 3128"/>
                <a:gd name="T3" fmla="*/ 2147483646 h 793"/>
                <a:gd name="T4" fmla="*/ 2147483646 w 3128"/>
                <a:gd name="T5" fmla="*/ 0 h 793"/>
                <a:gd name="T6" fmla="*/ 2147483646 w 3128"/>
                <a:gd name="T7" fmla="*/ 0 h 79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128"/>
                <a:gd name="T13" fmla="*/ 0 h 793"/>
                <a:gd name="T14" fmla="*/ 3128 w 3128"/>
                <a:gd name="T15" fmla="*/ 793 h 79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128" h="793">
                  <a:moveTo>
                    <a:pt x="0" y="793"/>
                  </a:moveTo>
                  <a:lnTo>
                    <a:pt x="2815" y="793"/>
                  </a:lnTo>
                  <a:lnTo>
                    <a:pt x="2815" y="0"/>
                  </a:lnTo>
                  <a:lnTo>
                    <a:pt x="3128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69" name="Rectangle 12">
              <a:extLst>
                <a:ext uri="{FF2B5EF4-FFF2-40B4-BE49-F238E27FC236}">
                  <a16:creationId xmlns:a16="http://schemas.microsoft.com/office/drawing/2014/main" id="{E7E87135-D91A-4393-A091-61878D9AB1B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478338" y="2973388"/>
              <a:ext cx="804862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Flip-flops</a:t>
              </a:r>
            </a:p>
          </p:txBody>
        </p:sp>
        <p:sp>
          <p:nvSpPr>
            <p:cNvPr id="15370" name="Freeform 13">
              <a:extLst>
                <a:ext uri="{FF2B5EF4-FFF2-40B4-BE49-F238E27FC236}">
                  <a16:creationId xmlns:a16="http://schemas.microsoft.com/office/drawing/2014/main" id="{DB78349F-F430-498C-BFFD-9023D263AEC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64250" y="3100388"/>
              <a:ext cx="131763" cy="66675"/>
            </a:xfrm>
            <a:custGeom>
              <a:avLst/>
              <a:gdLst>
                <a:gd name="T0" fmla="*/ 0 w 144"/>
                <a:gd name="T1" fmla="*/ 2147483646 h 72"/>
                <a:gd name="T2" fmla="*/ 2147483646 w 144"/>
                <a:gd name="T3" fmla="*/ 2147483646 h 72"/>
                <a:gd name="T4" fmla="*/ 0 w 144"/>
                <a:gd name="T5" fmla="*/ 0 h 72"/>
                <a:gd name="T6" fmla="*/ 0 w 144"/>
                <a:gd name="T7" fmla="*/ 2147483646 h 72"/>
                <a:gd name="T8" fmla="*/ 0 w 144"/>
                <a:gd name="T9" fmla="*/ 214748364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72"/>
                <a:gd name="T17" fmla="*/ 144 w 144"/>
                <a:gd name="T18" fmla="*/ 72 h 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72">
                  <a:moveTo>
                    <a:pt x="0" y="72"/>
                  </a:moveTo>
                  <a:lnTo>
                    <a:pt x="144" y="48"/>
                  </a:lnTo>
                  <a:lnTo>
                    <a:pt x="0" y="0"/>
                  </a:lnTo>
                  <a:lnTo>
                    <a:pt x="0" y="48"/>
                  </a:lnTo>
                  <a:lnTo>
                    <a:pt x="0" y="72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71" name="Line 14">
              <a:extLst>
                <a:ext uri="{FF2B5EF4-FFF2-40B4-BE49-F238E27FC236}">
                  <a16:creationId xmlns:a16="http://schemas.microsoft.com/office/drawing/2014/main" id="{67181936-6D07-456F-B3D4-BCB2D4CA95F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5383213" y="3144838"/>
              <a:ext cx="6810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72" name="Rectangle 15">
              <a:extLst>
                <a:ext uri="{FF2B5EF4-FFF2-40B4-BE49-F238E27FC236}">
                  <a16:creationId xmlns:a16="http://schemas.microsoft.com/office/drawing/2014/main" id="{3FD64D59-0C64-46D5-A2EB-271BC3B7178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2313" y="4100513"/>
              <a:ext cx="5365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Clock </a:t>
              </a:r>
            </a:p>
          </p:txBody>
        </p:sp>
        <p:sp>
          <p:nvSpPr>
            <p:cNvPr id="15373" name="Freeform 16">
              <a:extLst>
                <a:ext uri="{FF2B5EF4-FFF2-40B4-BE49-F238E27FC236}">
                  <a16:creationId xmlns:a16="http://schemas.microsoft.com/office/drawing/2014/main" id="{7B2EBD9B-0B75-4BF4-8DB0-E0710EE5084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49438" y="3409950"/>
              <a:ext cx="133350" cy="65088"/>
            </a:xfrm>
            <a:custGeom>
              <a:avLst/>
              <a:gdLst>
                <a:gd name="T0" fmla="*/ 0 w 144"/>
                <a:gd name="T1" fmla="*/ 2147483646 h 73"/>
                <a:gd name="T2" fmla="*/ 2147483646 w 144"/>
                <a:gd name="T3" fmla="*/ 2147483646 h 73"/>
                <a:gd name="T4" fmla="*/ 0 w 144"/>
                <a:gd name="T5" fmla="*/ 0 h 73"/>
                <a:gd name="T6" fmla="*/ 0 w 144"/>
                <a:gd name="T7" fmla="*/ 2147483646 h 73"/>
                <a:gd name="T8" fmla="*/ 0 w 144"/>
                <a:gd name="T9" fmla="*/ 2147483646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73"/>
                <a:gd name="T17" fmla="*/ 144 w 144"/>
                <a:gd name="T18" fmla="*/ 73 h 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73">
                  <a:moveTo>
                    <a:pt x="0" y="73"/>
                  </a:moveTo>
                  <a:lnTo>
                    <a:pt x="144" y="49"/>
                  </a:lnTo>
                  <a:lnTo>
                    <a:pt x="0" y="0"/>
                  </a:lnTo>
                  <a:lnTo>
                    <a:pt x="0" y="49"/>
                  </a:lnTo>
                  <a:lnTo>
                    <a:pt x="0" y="7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74" name="Freeform 17">
              <a:extLst>
                <a:ext uri="{FF2B5EF4-FFF2-40B4-BE49-F238E27FC236}">
                  <a16:creationId xmlns:a16="http://schemas.microsoft.com/office/drawing/2014/main" id="{3B275AB9-78B9-4F31-AFA8-43C27A3677F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87500" y="3144838"/>
              <a:ext cx="4192588" cy="1427162"/>
            </a:xfrm>
            <a:custGeom>
              <a:avLst/>
              <a:gdLst>
                <a:gd name="T0" fmla="*/ 2147483646 w 4595"/>
                <a:gd name="T1" fmla="*/ 2147483646 h 1563"/>
                <a:gd name="T2" fmla="*/ 0 w 4595"/>
                <a:gd name="T3" fmla="*/ 2147483646 h 1563"/>
                <a:gd name="T4" fmla="*/ 0 w 4595"/>
                <a:gd name="T5" fmla="*/ 2147483646 h 1563"/>
                <a:gd name="T6" fmla="*/ 2147483646 w 4595"/>
                <a:gd name="T7" fmla="*/ 2147483646 h 1563"/>
                <a:gd name="T8" fmla="*/ 2147483646 w 4595"/>
                <a:gd name="T9" fmla="*/ 0 h 15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95"/>
                <a:gd name="T16" fmla="*/ 0 h 1563"/>
                <a:gd name="T17" fmla="*/ 4595 w 4595"/>
                <a:gd name="T18" fmla="*/ 1563 h 15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95" h="1563">
                  <a:moveTo>
                    <a:pt x="265" y="337"/>
                  </a:moveTo>
                  <a:lnTo>
                    <a:pt x="0" y="337"/>
                  </a:lnTo>
                  <a:lnTo>
                    <a:pt x="0" y="1563"/>
                  </a:lnTo>
                  <a:lnTo>
                    <a:pt x="4595" y="1563"/>
                  </a:lnTo>
                  <a:lnTo>
                    <a:pt x="4595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75" name="Freeform 18">
              <a:extLst>
                <a:ext uri="{FF2B5EF4-FFF2-40B4-BE49-F238E27FC236}">
                  <a16:creationId xmlns:a16="http://schemas.microsoft.com/office/drawing/2014/main" id="{1C838254-28BA-4614-B81D-613375ADBD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49438" y="2903538"/>
              <a:ext cx="133350" cy="44450"/>
            </a:xfrm>
            <a:custGeom>
              <a:avLst/>
              <a:gdLst>
                <a:gd name="T0" fmla="*/ 0 w 144"/>
                <a:gd name="T1" fmla="*/ 2147483646 h 48"/>
                <a:gd name="T2" fmla="*/ 2147483646 w 144"/>
                <a:gd name="T3" fmla="*/ 2147483646 h 48"/>
                <a:gd name="T4" fmla="*/ 0 w 144"/>
                <a:gd name="T5" fmla="*/ 0 h 48"/>
                <a:gd name="T6" fmla="*/ 0 w 144"/>
                <a:gd name="T7" fmla="*/ 2147483646 h 48"/>
                <a:gd name="T8" fmla="*/ 0 w 144"/>
                <a:gd name="T9" fmla="*/ 214748364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48"/>
                <a:gd name="T17" fmla="*/ 144 w 144"/>
                <a:gd name="T18" fmla="*/ 48 h 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48">
                  <a:moveTo>
                    <a:pt x="0" y="48"/>
                  </a:moveTo>
                  <a:lnTo>
                    <a:pt x="144" y="24"/>
                  </a:lnTo>
                  <a:lnTo>
                    <a:pt x="0" y="0"/>
                  </a:lnTo>
                  <a:lnTo>
                    <a:pt x="0" y="2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76" name="Line 19">
              <a:extLst>
                <a:ext uri="{FF2B5EF4-FFF2-40B4-BE49-F238E27FC236}">
                  <a16:creationId xmlns:a16="http://schemas.microsoft.com/office/drawing/2014/main" id="{3EA68035-B120-4EC4-9FC9-3AECFD18320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1301750" y="2925763"/>
              <a:ext cx="525463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77" name="Rectangle 22">
              <a:extLst>
                <a:ext uri="{FF2B5EF4-FFF2-40B4-BE49-F238E27FC236}">
                  <a16:creationId xmlns:a16="http://schemas.microsoft.com/office/drawing/2014/main" id="{F4568817-4FFD-4483-BE0A-75BDF0B852A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26088" y="3135313"/>
              <a:ext cx="19685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</a:p>
          </p:txBody>
        </p:sp>
        <p:sp>
          <p:nvSpPr>
            <p:cNvPr id="15378" name="Freeform 23">
              <a:extLst>
                <a:ext uri="{FF2B5EF4-FFF2-40B4-BE49-F238E27FC236}">
                  <a16:creationId xmlns:a16="http://schemas.microsoft.com/office/drawing/2014/main" id="{A6E1BE5C-BF86-4022-BA7E-075CD560776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745163" y="3135313"/>
              <a:ext cx="44450" cy="4445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0 w 48"/>
                <a:gd name="T19" fmla="*/ 2147483646 h 48"/>
                <a:gd name="T20" fmla="*/ 0 w 48"/>
                <a:gd name="T21" fmla="*/ 2147483646 h 48"/>
                <a:gd name="T22" fmla="*/ 0 w 48"/>
                <a:gd name="T23" fmla="*/ 2147483646 h 48"/>
                <a:gd name="T24" fmla="*/ 0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8"/>
                <a:gd name="T136" fmla="*/ 0 h 48"/>
                <a:gd name="T137" fmla="*/ 48 w 48"/>
                <a:gd name="T138" fmla="*/ 48 h 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8" h="48">
                  <a:moveTo>
                    <a:pt x="24" y="24"/>
                  </a:moveTo>
                  <a:lnTo>
                    <a:pt x="24" y="0"/>
                  </a:lnTo>
                  <a:lnTo>
                    <a:pt x="23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3" y="3"/>
                  </a:lnTo>
                  <a:lnTo>
                    <a:pt x="12" y="3"/>
                  </a:lnTo>
                  <a:lnTo>
                    <a:pt x="11" y="5"/>
                  </a:lnTo>
                  <a:lnTo>
                    <a:pt x="10" y="5"/>
                  </a:lnTo>
                  <a:lnTo>
                    <a:pt x="8" y="6"/>
                  </a:lnTo>
                  <a:lnTo>
                    <a:pt x="8" y="7"/>
                  </a:lnTo>
                  <a:lnTo>
                    <a:pt x="7" y="7"/>
                  </a:lnTo>
                  <a:lnTo>
                    <a:pt x="6" y="8"/>
                  </a:lnTo>
                  <a:lnTo>
                    <a:pt x="6" y="9"/>
                  </a:lnTo>
                  <a:lnTo>
                    <a:pt x="5" y="11"/>
                  </a:lnTo>
                  <a:lnTo>
                    <a:pt x="4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29"/>
                  </a:lnTo>
                  <a:lnTo>
                    <a:pt x="0" y="30"/>
                  </a:lnTo>
                  <a:lnTo>
                    <a:pt x="1" y="30"/>
                  </a:lnTo>
                  <a:lnTo>
                    <a:pt x="1" y="31"/>
                  </a:lnTo>
                  <a:lnTo>
                    <a:pt x="1" y="32"/>
                  </a:lnTo>
                  <a:lnTo>
                    <a:pt x="2" y="34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4" y="37"/>
                  </a:lnTo>
                  <a:lnTo>
                    <a:pt x="5" y="38"/>
                  </a:lnTo>
                  <a:lnTo>
                    <a:pt x="6" y="40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8" y="42"/>
                  </a:lnTo>
                  <a:lnTo>
                    <a:pt x="8" y="43"/>
                  </a:lnTo>
                  <a:lnTo>
                    <a:pt x="10" y="44"/>
                  </a:lnTo>
                  <a:lnTo>
                    <a:pt x="11" y="44"/>
                  </a:lnTo>
                  <a:lnTo>
                    <a:pt x="12" y="46"/>
                  </a:lnTo>
                  <a:lnTo>
                    <a:pt x="13" y="46"/>
                  </a:lnTo>
                  <a:lnTo>
                    <a:pt x="13" y="47"/>
                  </a:lnTo>
                  <a:lnTo>
                    <a:pt x="14" y="47"/>
                  </a:lnTo>
                  <a:lnTo>
                    <a:pt x="16" y="47"/>
                  </a:lnTo>
                  <a:lnTo>
                    <a:pt x="17" y="48"/>
                  </a:lnTo>
                  <a:lnTo>
                    <a:pt x="18" y="48"/>
                  </a:lnTo>
                  <a:lnTo>
                    <a:pt x="19" y="48"/>
                  </a:lnTo>
                  <a:lnTo>
                    <a:pt x="20" y="48"/>
                  </a:lnTo>
                  <a:lnTo>
                    <a:pt x="22" y="48"/>
                  </a:lnTo>
                  <a:lnTo>
                    <a:pt x="23" y="48"/>
                  </a:lnTo>
                  <a:lnTo>
                    <a:pt x="24" y="48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8" y="48"/>
                  </a:lnTo>
                  <a:lnTo>
                    <a:pt x="29" y="48"/>
                  </a:lnTo>
                  <a:lnTo>
                    <a:pt x="30" y="48"/>
                  </a:lnTo>
                  <a:lnTo>
                    <a:pt x="31" y="48"/>
                  </a:lnTo>
                  <a:lnTo>
                    <a:pt x="32" y="47"/>
                  </a:lnTo>
                  <a:lnTo>
                    <a:pt x="34" y="47"/>
                  </a:lnTo>
                  <a:lnTo>
                    <a:pt x="35" y="47"/>
                  </a:lnTo>
                  <a:lnTo>
                    <a:pt x="36" y="46"/>
                  </a:lnTo>
                  <a:lnTo>
                    <a:pt x="37" y="44"/>
                  </a:lnTo>
                  <a:lnTo>
                    <a:pt x="39" y="44"/>
                  </a:lnTo>
                  <a:lnTo>
                    <a:pt x="40" y="43"/>
                  </a:lnTo>
                  <a:lnTo>
                    <a:pt x="41" y="42"/>
                  </a:lnTo>
                  <a:lnTo>
                    <a:pt x="42" y="41"/>
                  </a:lnTo>
                  <a:lnTo>
                    <a:pt x="43" y="40"/>
                  </a:lnTo>
                  <a:lnTo>
                    <a:pt x="43" y="38"/>
                  </a:lnTo>
                  <a:lnTo>
                    <a:pt x="45" y="38"/>
                  </a:lnTo>
                  <a:lnTo>
                    <a:pt x="45" y="37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7" y="34"/>
                  </a:lnTo>
                  <a:lnTo>
                    <a:pt x="47" y="32"/>
                  </a:lnTo>
                  <a:lnTo>
                    <a:pt x="47" y="31"/>
                  </a:lnTo>
                  <a:lnTo>
                    <a:pt x="47" y="30"/>
                  </a:lnTo>
                  <a:lnTo>
                    <a:pt x="48" y="30"/>
                  </a:lnTo>
                  <a:lnTo>
                    <a:pt x="48" y="29"/>
                  </a:lnTo>
                  <a:lnTo>
                    <a:pt x="48" y="28"/>
                  </a:lnTo>
                  <a:lnTo>
                    <a:pt x="48" y="26"/>
                  </a:lnTo>
                  <a:lnTo>
                    <a:pt x="48" y="24"/>
                  </a:lnTo>
                  <a:lnTo>
                    <a:pt x="48" y="23"/>
                  </a:lnTo>
                  <a:lnTo>
                    <a:pt x="48" y="21"/>
                  </a:lnTo>
                  <a:lnTo>
                    <a:pt x="48" y="20"/>
                  </a:lnTo>
                  <a:lnTo>
                    <a:pt x="48" y="19"/>
                  </a:lnTo>
                  <a:lnTo>
                    <a:pt x="47" y="19"/>
                  </a:lnTo>
                  <a:lnTo>
                    <a:pt x="47" y="18"/>
                  </a:lnTo>
                  <a:lnTo>
                    <a:pt x="47" y="17"/>
                  </a:lnTo>
                  <a:lnTo>
                    <a:pt x="47" y="15"/>
                  </a:lnTo>
                  <a:lnTo>
                    <a:pt x="46" y="14"/>
                  </a:lnTo>
                  <a:lnTo>
                    <a:pt x="46" y="13"/>
                  </a:lnTo>
                  <a:lnTo>
                    <a:pt x="45" y="12"/>
                  </a:lnTo>
                  <a:lnTo>
                    <a:pt x="45" y="11"/>
                  </a:lnTo>
                  <a:lnTo>
                    <a:pt x="43" y="11"/>
                  </a:lnTo>
                  <a:lnTo>
                    <a:pt x="43" y="9"/>
                  </a:lnTo>
                  <a:lnTo>
                    <a:pt x="42" y="8"/>
                  </a:lnTo>
                  <a:lnTo>
                    <a:pt x="41" y="7"/>
                  </a:lnTo>
                  <a:lnTo>
                    <a:pt x="40" y="6"/>
                  </a:lnTo>
                  <a:lnTo>
                    <a:pt x="39" y="5"/>
                  </a:lnTo>
                  <a:lnTo>
                    <a:pt x="37" y="5"/>
                  </a:lnTo>
                  <a:lnTo>
                    <a:pt x="36" y="3"/>
                  </a:lnTo>
                  <a:lnTo>
                    <a:pt x="35" y="2"/>
                  </a:lnTo>
                  <a:lnTo>
                    <a:pt x="34" y="2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30" y="1"/>
                  </a:lnTo>
                  <a:lnTo>
                    <a:pt x="29" y="1"/>
                  </a:lnTo>
                  <a:lnTo>
                    <a:pt x="28" y="1"/>
                  </a:lnTo>
                  <a:lnTo>
                    <a:pt x="26" y="1"/>
                  </a:lnTo>
                  <a:lnTo>
                    <a:pt x="25" y="1"/>
                  </a:lnTo>
                  <a:lnTo>
                    <a:pt x="24" y="0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79" name="Freeform 24">
              <a:extLst>
                <a:ext uri="{FF2B5EF4-FFF2-40B4-BE49-F238E27FC236}">
                  <a16:creationId xmlns:a16="http://schemas.microsoft.com/office/drawing/2014/main" id="{B4A433BA-5F51-47DE-BA9F-FD78D836B31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753100" y="3124200"/>
              <a:ext cx="52388" cy="49213"/>
            </a:xfrm>
            <a:custGeom>
              <a:avLst/>
              <a:gdLst>
                <a:gd name="T0" fmla="*/ 2147483646 w 56"/>
                <a:gd name="T1" fmla="*/ 0 h 55"/>
                <a:gd name="T2" fmla="*/ 2147483646 w 56"/>
                <a:gd name="T3" fmla="*/ 2147483646 h 55"/>
                <a:gd name="T4" fmla="*/ 2147483646 w 56"/>
                <a:gd name="T5" fmla="*/ 2147483646 h 55"/>
                <a:gd name="T6" fmla="*/ 2147483646 w 56"/>
                <a:gd name="T7" fmla="*/ 2147483646 h 55"/>
                <a:gd name="T8" fmla="*/ 2147483646 w 56"/>
                <a:gd name="T9" fmla="*/ 2147483646 h 55"/>
                <a:gd name="T10" fmla="*/ 2147483646 w 56"/>
                <a:gd name="T11" fmla="*/ 2147483646 h 55"/>
                <a:gd name="T12" fmla="*/ 2147483646 w 56"/>
                <a:gd name="T13" fmla="*/ 2147483646 h 55"/>
                <a:gd name="T14" fmla="*/ 2147483646 w 56"/>
                <a:gd name="T15" fmla="*/ 2147483646 h 55"/>
                <a:gd name="T16" fmla="*/ 2147483646 w 56"/>
                <a:gd name="T17" fmla="*/ 2147483646 h 55"/>
                <a:gd name="T18" fmla="*/ 2147483646 w 56"/>
                <a:gd name="T19" fmla="*/ 2147483646 h 55"/>
                <a:gd name="T20" fmla="*/ 0 w 56"/>
                <a:gd name="T21" fmla="*/ 2147483646 h 55"/>
                <a:gd name="T22" fmla="*/ 2147483646 w 56"/>
                <a:gd name="T23" fmla="*/ 2147483646 h 55"/>
                <a:gd name="T24" fmla="*/ 2147483646 w 56"/>
                <a:gd name="T25" fmla="*/ 2147483646 h 55"/>
                <a:gd name="T26" fmla="*/ 2147483646 w 56"/>
                <a:gd name="T27" fmla="*/ 2147483646 h 55"/>
                <a:gd name="T28" fmla="*/ 2147483646 w 56"/>
                <a:gd name="T29" fmla="*/ 2147483646 h 55"/>
                <a:gd name="T30" fmla="*/ 2147483646 w 56"/>
                <a:gd name="T31" fmla="*/ 2147483646 h 55"/>
                <a:gd name="T32" fmla="*/ 2147483646 w 56"/>
                <a:gd name="T33" fmla="*/ 2147483646 h 55"/>
                <a:gd name="T34" fmla="*/ 2147483646 w 56"/>
                <a:gd name="T35" fmla="*/ 2147483646 h 55"/>
                <a:gd name="T36" fmla="*/ 2147483646 w 56"/>
                <a:gd name="T37" fmla="*/ 2147483646 h 55"/>
                <a:gd name="T38" fmla="*/ 2147483646 w 56"/>
                <a:gd name="T39" fmla="*/ 2147483646 h 55"/>
                <a:gd name="T40" fmla="*/ 2147483646 w 56"/>
                <a:gd name="T41" fmla="*/ 2147483646 h 55"/>
                <a:gd name="T42" fmla="*/ 2147483646 w 56"/>
                <a:gd name="T43" fmla="*/ 2147483646 h 55"/>
                <a:gd name="T44" fmla="*/ 2147483646 w 56"/>
                <a:gd name="T45" fmla="*/ 2147483646 h 55"/>
                <a:gd name="T46" fmla="*/ 2147483646 w 56"/>
                <a:gd name="T47" fmla="*/ 2147483646 h 55"/>
                <a:gd name="T48" fmla="*/ 2147483646 w 56"/>
                <a:gd name="T49" fmla="*/ 2147483646 h 55"/>
                <a:gd name="T50" fmla="*/ 2147483646 w 56"/>
                <a:gd name="T51" fmla="*/ 2147483646 h 55"/>
                <a:gd name="T52" fmla="*/ 2147483646 w 56"/>
                <a:gd name="T53" fmla="*/ 2147483646 h 55"/>
                <a:gd name="T54" fmla="*/ 2147483646 w 56"/>
                <a:gd name="T55" fmla="*/ 2147483646 h 55"/>
                <a:gd name="T56" fmla="*/ 2147483646 w 56"/>
                <a:gd name="T57" fmla="*/ 2147483646 h 55"/>
                <a:gd name="T58" fmla="*/ 2147483646 w 56"/>
                <a:gd name="T59" fmla="*/ 2147483646 h 55"/>
                <a:gd name="T60" fmla="*/ 2147483646 w 56"/>
                <a:gd name="T61" fmla="*/ 2147483646 h 55"/>
                <a:gd name="T62" fmla="*/ 2147483646 w 56"/>
                <a:gd name="T63" fmla="*/ 2147483646 h 55"/>
                <a:gd name="T64" fmla="*/ 2147483646 w 56"/>
                <a:gd name="T65" fmla="*/ 2147483646 h 55"/>
                <a:gd name="T66" fmla="*/ 2147483646 w 56"/>
                <a:gd name="T67" fmla="*/ 2147483646 h 55"/>
                <a:gd name="T68" fmla="*/ 2147483646 w 56"/>
                <a:gd name="T69" fmla="*/ 2147483646 h 55"/>
                <a:gd name="T70" fmla="*/ 2147483646 w 56"/>
                <a:gd name="T71" fmla="*/ 2147483646 h 55"/>
                <a:gd name="T72" fmla="*/ 2147483646 w 56"/>
                <a:gd name="T73" fmla="*/ 2147483646 h 55"/>
                <a:gd name="T74" fmla="*/ 2147483646 w 56"/>
                <a:gd name="T75" fmla="*/ 2147483646 h 55"/>
                <a:gd name="T76" fmla="*/ 2147483646 w 56"/>
                <a:gd name="T77" fmla="*/ 2147483646 h 55"/>
                <a:gd name="T78" fmla="*/ 2147483646 w 56"/>
                <a:gd name="T79" fmla="*/ 2147483646 h 55"/>
                <a:gd name="T80" fmla="*/ 2147483646 w 56"/>
                <a:gd name="T81" fmla="*/ 2147483646 h 55"/>
                <a:gd name="T82" fmla="*/ 2147483646 w 56"/>
                <a:gd name="T83" fmla="*/ 2147483646 h 55"/>
                <a:gd name="T84" fmla="*/ 2147483646 w 56"/>
                <a:gd name="T85" fmla="*/ 0 h 55"/>
                <a:gd name="T86" fmla="*/ 2147483646 w 56"/>
                <a:gd name="T87" fmla="*/ 0 h 5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6"/>
                <a:gd name="T133" fmla="*/ 0 h 55"/>
                <a:gd name="T134" fmla="*/ 56 w 56"/>
                <a:gd name="T135" fmla="*/ 55 h 5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6" h="55">
                  <a:moveTo>
                    <a:pt x="29" y="0"/>
                  </a:moveTo>
                  <a:lnTo>
                    <a:pt x="26" y="0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5" y="3"/>
                  </a:lnTo>
                  <a:lnTo>
                    <a:pt x="14" y="3"/>
                  </a:lnTo>
                  <a:lnTo>
                    <a:pt x="13" y="4"/>
                  </a:lnTo>
                  <a:lnTo>
                    <a:pt x="12" y="6"/>
                  </a:lnTo>
                  <a:lnTo>
                    <a:pt x="10" y="6"/>
                  </a:lnTo>
                  <a:lnTo>
                    <a:pt x="9" y="7"/>
                  </a:lnTo>
                  <a:lnTo>
                    <a:pt x="8" y="8"/>
                  </a:lnTo>
                  <a:lnTo>
                    <a:pt x="7" y="9"/>
                  </a:lnTo>
                  <a:lnTo>
                    <a:pt x="6" y="10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1" y="24"/>
                  </a:lnTo>
                  <a:lnTo>
                    <a:pt x="1" y="25"/>
                  </a:lnTo>
                  <a:lnTo>
                    <a:pt x="1" y="26"/>
                  </a:lnTo>
                  <a:lnTo>
                    <a:pt x="0" y="27"/>
                  </a:lnTo>
                  <a:lnTo>
                    <a:pt x="1" y="28"/>
                  </a:lnTo>
                  <a:lnTo>
                    <a:pt x="1" y="30"/>
                  </a:lnTo>
                  <a:lnTo>
                    <a:pt x="1" y="32"/>
                  </a:lnTo>
                  <a:lnTo>
                    <a:pt x="1" y="33"/>
                  </a:lnTo>
                  <a:lnTo>
                    <a:pt x="1" y="34"/>
                  </a:lnTo>
                  <a:lnTo>
                    <a:pt x="2" y="36"/>
                  </a:lnTo>
                  <a:lnTo>
                    <a:pt x="2" y="37"/>
                  </a:lnTo>
                  <a:lnTo>
                    <a:pt x="2" y="38"/>
                  </a:lnTo>
                  <a:lnTo>
                    <a:pt x="3" y="39"/>
                  </a:lnTo>
                  <a:lnTo>
                    <a:pt x="3" y="41"/>
                  </a:lnTo>
                  <a:lnTo>
                    <a:pt x="4" y="42"/>
                  </a:lnTo>
                  <a:lnTo>
                    <a:pt x="4" y="43"/>
                  </a:lnTo>
                  <a:lnTo>
                    <a:pt x="6" y="44"/>
                  </a:lnTo>
                  <a:lnTo>
                    <a:pt x="7" y="45"/>
                  </a:lnTo>
                  <a:lnTo>
                    <a:pt x="8" y="47"/>
                  </a:lnTo>
                  <a:lnTo>
                    <a:pt x="8" y="48"/>
                  </a:lnTo>
                  <a:lnTo>
                    <a:pt x="9" y="48"/>
                  </a:lnTo>
                  <a:lnTo>
                    <a:pt x="10" y="49"/>
                  </a:lnTo>
                  <a:lnTo>
                    <a:pt x="12" y="50"/>
                  </a:lnTo>
                  <a:lnTo>
                    <a:pt x="13" y="50"/>
                  </a:lnTo>
                  <a:lnTo>
                    <a:pt x="14" y="51"/>
                  </a:lnTo>
                  <a:lnTo>
                    <a:pt x="15" y="51"/>
                  </a:lnTo>
                  <a:lnTo>
                    <a:pt x="16" y="53"/>
                  </a:lnTo>
                  <a:lnTo>
                    <a:pt x="18" y="53"/>
                  </a:lnTo>
                  <a:lnTo>
                    <a:pt x="19" y="54"/>
                  </a:lnTo>
                  <a:lnTo>
                    <a:pt x="20" y="54"/>
                  </a:lnTo>
                  <a:lnTo>
                    <a:pt x="21" y="55"/>
                  </a:lnTo>
                  <a:lnTo>
                    <a:pt x="22" y="55"/>
                  </a:lnTo>
                  <a:lnTo>
                    <a:pt x="24" y="55"/>
                  </a:lnTo>
                  <a:lnTo>
                    <a:pt x="25" y="55"/>
                  </a:lnTo>
                  <a:lnTo>
                    <a:pt x="26" y="55"/>
                  </a:lnTo>
                  <a:lnTo>
                    <a:pt x="29" y="55"/>
                  </a:lnTo>
                  <a:lnTo>
                    <a:pt x="30" y="55"/>
                  </a:lnTo>
                  <a:lnTo>
                    <a:pt x="31" y="55"/>
                  </a:lnTo>
                  <a:lnTo>
                    <a:pt x="32" y="55"/>
                  </a:lnTo>
                  <a:lnTo>
                    <a:pt x="33" y="55"/>
                  </a:lnTo>
                  <a:lnTo>
                    <a:pt x="35" y="55"/>
                  </a:lnTo>
                  <a:lnTo>
                    <a:pt x="37" y="54"/>
                  </a:lnTo>
                  <a:lnTo>
                    <a:pt x="38" y="54"/>
                  </a:lnTo>
                  <a:lnTo>
                    <a:pt x="39" y="53"/>
                  </a:lnTo>
                  <a:lnTo>
                    <a:pt x="41" y="53"/>
                  </a:lnTo>
                  <a:lnTo>
                    <a:pt x="42" y="51"/>
                  </a:lnTo>
                  <a:lnTo>
                    <a:pt x="43" y="51"/>
                  </a:lnTo>
                  <a:lnTo>
                    <a:pt x="44" y="50"/>
                  </a:lnTo>
                  <a:lnTo>
                    <a:pt x="45" y="50"/>
                  </a:lnTo>
                  <a:lnTo>
                    <a:pt x="45" y="49"/>
                  </a:lnTo>
                  <a:lnTo>
                    <a:pt x="47" y="48"/>
                  </a:lnTo>
                  <a:lnTo>
                    <a:pt x="48" y="48"/>
                  </a:lnTo>
                  <a:lnTo>
                    <a:pt x="49" y="47"/>
                  </a:lnTo>
                  <a:lnTo>
                    <a:pt x="50" y="45"/>
                  </a:lnTo>
                  <a:lnTo>
                    <a:pt x="50" y="44"/>
                  </a:lnTo>
                  <a:lnTo>
                    <a:pt x="51" y="43"/>
                  </a:lnTo>
                  <a:lnTo>
                    <a:pt x="53" y="42"/>
                  </a:lnTo>
                  <a:lnTo>
                    <a:pt x="53" y="41"/>
                  </a:lnTo>
                  <a:lnTo>
                    <a:pt x="54" y="39"/>
                  </a:lnTo>
                  <a:lnTo>
                    <a:pt x="54" y="38"/>
                  </a:lnTo>
                  <a:lnTo>
                    <a:pt x="54" y="37"/>
                  </a:lnTo>
                  <a:lnTo>
                    <a:pt x="55" y="36"/>
                  </a:lnTo>
                  <a:lnTo>
                    <a:pt x="55" y="34"/>
                  </a:lnTo>
                  <a:lnTo>
                    <a:pt x="55" y="33"/>
                  </a:lnTo>
                  <a:lnTo>
                    <a:pt x="56" y="32"/>
                  </a:lnTo>
                  <a:lnTo>
                    <a:pt x="56" y="30"/>
                  </a:lnTo>
                  <a:lnTo>
                    <a:pt x="56" y="28"/>
                  </a:lnTo>
                  <a:lnTo>
                    <a:pt x="56" y="27"/>
                  </a:lnTo>
                  <a:lnTo>
                    <a:pt x="56" y="26"/>
                  </a:lnTo>
                  <a:lnTo>
                    <a:pt x="56" y="25"/>
                  </a:lnTo>
                  <a:lnTo>
                    <a:pt x="56" y="24"/>
                  </a:lnTo>
                  <a:lnTo>
                    <a:pt x="55" y="21"/>
                  </a:lnTo>
                  <a:lnTo>
                    <a:pt x="55" y="20"/>
                  </a:lnTo>
                  <a:lnTo>
                    <a:pt x="55" y="19"/>
                  </a:lnTo>
                  <a:lnTo>
                    <a:pt x="54" y="18"/>
                  </a:lnTo>
                  <a:lnTo>
                    <a:pt x="54" y="16"/>
                  </a:lnTo>
                  <a:lnTo>
                    <a:pt x="54" y="15"/>
                  </a:lnTo>
                  <a:lnTo>
                    <a:pt x="53" y="14"/>
                  </a:lnTo>
                  <a:lnTo>
                    <a:pt x="53" y="13"/>
                  </a:lnTo>
                  <a:lnTo>
                    <a:pt x="51" y="12"/>
                  </a:lnTo>
                  <a:lnTo>
                    <a:pt x="50" y="10"/>
                  </a:lnTo>
                  <a:lnTo>
                    <a:pt x="50" y="9"/>
                  </a:lnTo>
                  <a:lnTo>
                    <a:pt x="49" y="8"/>
                  </a:lnTo>
                  <a:lnTo>
                    <a:pt x="48" y="8"/>
                  </a:lnTo>
                  <a:lnTo>
                    <a:pt x="47" y="7"/>
                  </a:lnTo>
                  <a:lnTo>
                    <a:pt x="45" y="6"/>
                  </a:lnTo>
                  <a:lnTo>
                    <a:pt x="44" y="4"/>
                  </a:lnTo>
                  <a:lnTo>
                    <a:pt x="43" y="3"/>
                  </a:lnTo>
                  <a:lnTo>
                    <a:pt x="42" y="3"/>
                  </a:lnTo>
                  <a:lnTo>
                    <a:pt x="41" y="2"/>
                  </a:lnTo>
                  <a:lnTo>
                    <a:pt x="39" y="2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30" y="0"/>
                  </a:lnTo>
                  <a:lnTo>
                    <a:pt x="2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80" name="Freeform 27">
              <a:extLst>
                <a:ext uri="{FF2B5EF4-FFF2-40B4-BE49-F238E27FC236}">
                  <a16:creationId xmlns:a16="http://schemas.microsoft.com/office/drawing/2014/main" id="{E6E6899A-353B-4AAE-B4A6-62C85E22584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28000" y="3035300"/>
              <a:ext cx="131763" cy="44450"/>
            </a:xfrm>
            <a:custGeom>
              <a:avLst/>
              <a:gdLst>
                <a:gd name="T0" fmla="*/ 0 w 145"/>
                <a:gd name="T1" fmla="*/ 2147483646 h 48"/>
                <a:gd name="T2" fmla="*/ 2147483646 w 145"/>
                <a:gd name="T3" fmla="*/ 2147483646 h 48"/>
                <a:gd name="T4" fmla="*/ 0 w 145"/>
                <a:gd name="T5" fmla="*/ 0 h 48"/>
                <a:gd name="T6" fmla="*/ 0 w 145"/>
                <a:gd name="T7" fmla="*/ 2147483646 h 48"/>
                <a:gd name="T8" fmla="*/ 0 w 145"/>
                <a:gd name="T9" fmla="*/ 214748364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5"/>
                <a:gd name="T16" fmla="*/ 0 h 48"/>
                <a:gd name="T17" fmla="*/ 145 w 145"/>
                <a:gd name="T18" fmla="*/ 48 h 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5" h="48">
                  <a:moveTo>
                    <a:pt x="0" y="48"/>
                  </a:moveTo>
                  <a:lnTo>
                    <a:pt x="145" y="24"/>
                  </a:lnTo>
                  <a:lnTo>
                    <a:pt x="0" y="0"/>
                  </a:lnTo>
                  <a:lnTo>
                    <a:pt x="0" y="2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81" name="Line 28">
              <a:extLst>
                <a:ext uri="{FF2B5EF4-FFF2-40B4-BE49-F238E27FC236}">
                  <a16:creationId xmlns:a16="http://schemas.microsoft.com/office/drawing/2014/main" id="{73A65AD1-BACA-4293-9ADF-956CDC5CAA1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7732713" y="3057525"/>
              <a:ext cx="395287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82" name="Rectangle 29">
              <a:extLst>
                <a:ext uri="{FF2B5EF4-FFF2-40B4-BE49-F238E27FC236}">
                  <a16:creationId xmlns:a16="http://schemas.microsoft.com/office/drawing/2014/main" id="{D9998000-A513-49EF-BBFD-E8A2C311416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06475" y="2806700"/>
              <a:ext cx="2428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</a:p>
          </p:txBody>
        </p:sp>
        <p:sp>
          <p:nvSpPr>
            <p:cNvPr id="15383" name="Rectangle 30">
              <a:extLst>
                <a:ext uri="{FF2B5EF4-FFF2-40B4-BE49-F238E27FC236}">
                  <a16:creationId xmlns:a16="http://schemas.microsoft.com/office/drawing/2014/main" id="{7FCBCE09-BD70-4BBB-AC86-0959EBB784B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393113" y="2947988"/>
              <a:ext cx="17462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Z </a:t>
              </a:r>
            </a:p>
          </p:txBody>
        </p:sp>
        <p:sp>
          <p:nvSpPr>
            <p:cNvPr id="15384" name="Rectangle 31">
              <a:extLst>
                <a:ext uri="{FF2B5EF4-FFF2-40B4-BE49-F238E27FC236}">
                  <a16:creationId xmlns:a16="http://schemas.microsoft.com/office/drawing/2014/main" id="{9AD451FB-9A22-4A82-A979-EFB7D7FBBEF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392863" y="2811463"/>
              <a:ext cx="1262062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Combinational </a:t>
              </a:r>
            </a:p>
          </p:txBody>
        </p:sp>
        <p:sp>
          <p:nvSpPr>
            <p:cNvPr id="15385" name="Rectangle 32">
              <a:extLst>
                <a:ext uri="{FF2B5EF4-FFF2-40B4-BE49-F238E27FC236}">
                  <a16:creationId xmlns:a16="http://schemas.microsoft.com/office/drawing/2014/main" id="{E5B05C64-1089-436C-B7F1-7A8063EF23E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238875" y="2509838"/>
              <a:ext cx="1493838" cy="1096962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386" name="Rectangle 33">
              <a:extLst>
                <a:ext uri="{FF2B5EF4-FFF2-40B4-BE49-F238E27FC236}">
                  <a16:creationId xmlns:a16="http://schemas.microsoft.com/office/drawing/2014/main" id="{881F68F5-1A59-40D9-984D-D30885AE463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29413" y="3038475"/>
              <a:ext cx="573087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circuit </a:t>
              </a:r>
            </a:p>
          </p:txBody>
        </p:sp>
        <p:sp>
          <p:nvSpPr>
            <p:cNvPr id="29" name="Shape 640">
              <a:extLst>
                <a:ext uri="{FF2B5EF4-FFF2-40B4-BE49-F238E27FC236}">
                  <a16:creationId xmlns:a16="http://schemas.microsoft.com/office/drawing/2014/main" id="{499C3DBB-3BCE-471E-934F-5E0CC60D51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1013" y="2819400"/>
              <a:ext cx="395287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Q(t) </a:t>
              </a:r>
            </a:p>
          </p:txBody>
        </p:sp>
        <p:sp>
          <p:nvSpPr>
            <p:cNvPr id="30" name="Shape 643">
              <a:extLst>
                <a:ext uri="{FF2B5EF4-FFF2-40B4-BE49-F238E27FC236}">
                  <a16:creationId xmlns:a16="http://schemas.microsoft.com/office/drawing/2014/main" id="{73F2B5B4-7B8F-478E-9290-783432D246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08388" y="2819400"/>
              <a:ext cx="6127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Q(t+1) </a:t>
              </a:r>
            </a:p>
          </p:txBody>
        </p:sp>
      </p:grpSp>
      <p:sp>
        <p:nvSpPr>
          <p:cNvPr id="33" name="Title 1">
            <a:extLst>
              <a:ext uri="{FF2B5EF4-FFF2-40B4-BE49-F238E27FC236}">
                <a16:creationId xmlns:a16="http://schemas.microsoft.com/office/drawing/2014/main" id="{F602D74F-8324-4786-9123-5555A060BD2A}"/>
              </a:ext>
            </a:extLst>
          </p:cNvPr>
          <p:cNvSpPr txBox="1">
            <a:spLocks/>
          </p:cNvSpPr>
          <p:nvPr/>
        </p:nvSpPr>
        <p:spPr bwMode="auto">
          <a:xfrm>
            <a:off x="0" y="32766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(ii) Mealy Type</a:t>
            </a:r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51680590-960C-4E59-B18E-44B7E9FD5CBC}"/>
              </a:ext>
            </a:extLst>
          </p:cNvPr>
          <p:cNvGrpSpPr/>
          <p:nvPr/>
        </p:nvGrpSpPr>
        <p:grpSpPr>
          <a:xfrm>
            <a:off x="722313" y="4160838"/>
            <a:ext cx="7845425" cy="2392362"/>
            <a:chOff x="722313" y="2179638"/>
            <a:chExt cx="7845425" cy="2392362"/>
          </a:xfrm>
        </p:grpSpPr>
        <p:sp>
          <p:nvSpPr>
            <p:cNvPr id="35" name="Rectangle 4">
              <a:extLst>
                <a:ext uri="{FF2B5EF4-FFF2-40B4-BE49-F238E27FC236}">
                  <a16:creationId xmlns:a16="http://schemas.microsoft.com/office/drawing/2014/main" id="{3F0191E1-0072-4A4C-82F3-B12D7801813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171700" y="2890838"/>
              <a:ext cx="1262063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Combinational </a:t>
              </a:r>
            </a:p>
          </p:txBody>
        </p:sp>
        <p:sp>
          <p:nvSpPr>
            <p:cNvPr id="36" name="Rectangle 5">
              <a:extLst>
                <a:ext uri="{FF2B5EF4-FFF2-40B4-BE49-F238E27FC236}">
                  <a16:creationId xmlns:a16="http://schemas.microsoft.com/office/drawing/2014/main" id="{AF740C71-0FDA-42A9-9E27-DF571AB7AF3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005013" y="2574925"/>
              <a:ext cx="1514475" cy="11191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" name="Rectangle 6">
              <a:extLst>
                <a:ext uri="{FF2B5EF4-FFF2-40B4-BE49-F238E27FC236}">
                  <a16:creationId xmlns:a16="http://schemas.microsoft.com/office/drawing/2014/main" id="{40F72839-5606-4D4A-B215-0EBE2BC9777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505075" y="3124200"/>
              <a:ext cx="5730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circuit </a:t>
              </a:r>
            </a:p>
          </p:txBody>
        </p:sp>
        <p:sp>
          <p:nvSpPr>
            <p:cNvPr id="38" name="Rectangle 7">
              <a:extLst>
                <a:ext uri="{FF2B5EF4-FFF2-40B4-BE49-F238E27FC236}">
                  <a16:creationId xmlns:a16="http://schemas.microsoft.com/office/drawing/2014/main" id="{8E6EA084-6A2F-4A8D-975D-30A24402DDA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310063" y="2509838"/>
              <a:ext cx="1073150" cy="127158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" name="Freeform 8">
              <a:extLst>
                <a:ext uri="{FF2B5EF4-FFF2-40B4-BE49-F238E27FC236}">
                  <a16:creationId xmlns:a16="http://schemas.microsoft.com/office/drawing/2014/main" id="{0DAC5C6F-257E-40C0-821F-1E0C29E715D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32263" y="3100388"/>
              <a:ext cx="133350" cy="66675"/>
            </a:xfrm>
            <a:custGeom>
              <a:avLst/>
              <a:gdLst>
                <a:gd name="T0" fmla="*/ 0 w 144"/>
                <a:gd name="T1" fmla="*/ 2147483646 h 72"/>
                <a:gd name="T2" fmla="*/ 2147483646 w 144"/>
                <a:gd name="T3" fmla="*/ 2147483646 h 72"/>
                <a:gd name="T4" fmla="*/ 0 w 144"/>
                <a:gd name="T5" fmla="*/ 0 h 72"/>
                <a:gd name="T6" fmla="*/ 0 w 144"/>
                <a:gd name="T7" fmla="*/ 2147483646 h 72"/>
                <a:gd name="T8" fmla="*/ 0 w 144"/>
                <a:gd name="T9" fmla="*/ 214748364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72"/>
                <a:gd name="T17" fmla="*/ 144 w 144"/>
                <a:gd name="T18" fmla="*/ 72 h 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72">
                  <a:moveTo>
                    <a:pt x="0" y="72"/>
                  </a:moveTo>
                  <a:lnTo>
                    <a:pt x="144" y="48"/>
                  </a:lnTo>
                  <a:lnTo>
                    <a:pt x="0" y="0"/>
                  </a:lnTo>
                  <a:lnTo>
                    <a:pt x="0" y="48"/>
                  </a:lnTo>
                  <a:lnTo>
                    <a:pt x="0" y="72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" name="Line 9">
              <a:extLst>
                <a:ext uri="{FF2B5EF4-FFF2-40B4-BE49-F238E27FC236}">
                  <a16:creationId xmlns:a16="http://schemas.microsoft.com/office/drawing/2014/main" id="{AC289164-37B6-4D15-96B7-F9A82779DED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3519488" y="3144838"/>
              <a:ext cx="6127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" name="Freeform 10">
              <a:extLst>
                <a:ext uri="{FF2B5EF4-FFF2-40B4-BE49-F238E27FC236}">
                  <a16:creationId xmlns:a16="http://schemas.microsoft.com/office/drawing/2014/main" id="{D75D3435-6799-45CB-8F12-70E384684C5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32263" y="3475038"/>
              <a:ext cx="155575" cy="87312"/>
            </a:xfrm>
            <a:custGeom>
              <a:avLst/>
              <a:gdLst>
                <a:gd name="T0" fmla="*/ 0 w 168"/>
                <a:gd name="T1" fmla="*/ 2147483646 h 96"/>
                <a:gd name="T2" fmla="*/ 2147483646 w 168"/>
                <a:gd name="T3" fmla="*/ 2147483646 h 96"/>
                <a:gd name="T4" fmla="*/ 0 w 168"/>
                <a:gd name="T5" fmla="*/ 0 h 96"/>
                <a:gd name="T6" fmla="*/ 0 w 168"/>
                <a:gd name="T7" fmla="*/ 2147483646 h 96"/>
                <a:gd name="T8" fmla="*/ 0 w 168"/>
                <a:gd name="T9" fmla="*/ 214748364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8"/>
                <a:gd name="T16" fmla="*/ 0 h 96"/>
                <a:gd name="T17" fmla="*/ 168 w 168"/>
                <a:gd name="T18" fmla="*/ 96 h 9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8" h="96">
                  <a:moveTo>
                    <a:pt x="0" y="96"/>
                  </a:moveTo>
                  <a:lnTo>
                    <a:pt x="168" y="48"/>
                  </a:lnTo>
                  <a:lnTo>
                    <a:pt x="0" y="0"/>
                  </a:lnTo>
                  <a:lnTo>
                    <a:pt x="0" y="48"/>
                  </a:lnTo>
                  <a:lnTo>
                    <a:pt x="0" y="96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" name="Freeform 11">
              <a:extLst>
                <a:ext uri="{FF2B5EF4-FFF2-40B4-BE49-F238E27FC236}">
                  <a16:creationId xmlns:a16="http://schemas.microsoft.com/office/drawing/2014/main" id="{5A508444-84D2-400C-B1B4-2B5B6C666AE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81113" y="3519488"/>
              <a:ext cx="2851150" cy="723900"/>
            </a:xfrm>
            <a:custGeom>
              <a:avLst/>
              <a:gdLst>
                <a:gd name="T0" fmla="*/ 0 w 3128"/>
                <a:gd name="T1" fmla="*/ 2147483646 h 793"/>
                <a:gd name="T2" fmla="*/ 2147483646 w 3128"/>
                <a:gd name="T3" fmla="*/ 2147483646 h 793"/>
                <a:gd name="T4" fmla="*/ 2147483646 w 3128"/>
                <a:gd name="T5" fmla="*/ 0 h 793"/>
                <a:gd name="T6" fmla="*/ 2147483646 w 3128"/>
                <a:gd name="T7" fmla="*/ 0 h 79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128"/>
                <a:gd name="T13" fmla="*/ 0 h 793"/>
                <a:gd name="T14" fmla="*/ 3128 w 3128"/>
                <a:gd name="T15" fmla="*/ 793 h 79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128" h="793">
                  <a:moveTo>
                    <a:pt x="0" y="793"/>
                  </a:moveTo>
                  <a:lnTo>
                    <a:pt x="2815" y="793"/>
                  </a:lnTo>
                  <a:lnTo>
                    <a:pt x="2815" y="0"/>
                  </a:lnTo>
                  <a:lnTo>
                    <a:pt x="3128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" name="Rectangle 12">
              <a:extLst>
                <a:ext uri="{FF2B5EF4-FFF2-40B4-BE49-F238E27FC236}">
                  <a16:creationId xmlns:a16="http://schemas.microsoft.com/office/drawing/2014/main" id="{7C4755EC-9A5A-4E72-8DE9-C6EC5B483D7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478338" y="2973388"/>
              <a:ext cx="804862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Flip-flops</a:t>
              </a:r>
            </a:p>
          </p:txBody>
        </p:sp>
        <p:sp>
          <p:nvSpPr>
            <p:cNvPr id="44" name="Freeform 13">
              <a:extLst>
                <a:ext uri="{FF2B5EF4-FFF2-40B4-BE49-F238E27FC236}">
                  <a16:creationId xmlns:a16="http://schemas.microsoft.com/office/drawing/2014/main" id="{BBE54256-E581-4C62-BC29-1B6968956B4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64250" y="3100388"/>
              <a:ext cx="131763" cy="66675"/>
            </a:xfrm>
            <a:custGeom>
              <a:avLst/>
              <a:gdLst>
                <a:gd name="T0" fmla="*/ 0 w 144"/>
                <a:gd name="T1" fmla="*/ 2147483646 h 72"/>
                <a:gd name="T2" fmla="*/ 2147483646 w 144"/>
                <a:gd name="T3" fmla="*/ 2147483646 h 72"/>
                <a:gd name="T4" fmla="*/ 0 w 144"/>
                <a:gd name="T5" fmla="*/ 0 h 72"/>
                <a:gd name="T6" fmla="*/ 0 w 144"/>
                <a:gd name="T7" fmla="*/ 2147483646 h 72"/>
                <a:gd name="T8" fmla="*/ 0 w 144"/>
                <a:gd name="T9" fmla="*/ 214748364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72"/>
                <a:gd name="T17" fmla="*/ 144 w 144"/>
                <a:gd name="T18" fmla="*/ 72 h 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72">
                  <a:moveTo>
                    <a:pt x="0" y="72"/>
                  </a:moveTo>
                  <a:lnTo>
                    <a:pt x="144" y="48"/>
                  </a:lnTo>
                  <a:lnTo>
                    <a:pt x="0" y="0"/>
                  </a:lnTo>
                  <a:lnTo>
                    <a:pt x="0" y="48"/>
                  </a:lnTo>
                  <a:lnTo>
                    <a:pt x="0" y="72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" name="Line 14">
              <a:extLst>
                <a:ext uri="{FF2B5EF4-FFF2-40B4-BE49-F238E27FC236}">
                  <a16:creationId xmlns:a16="http://schemas.microsoft.com/office/drawing/2014/main" id="{2E012D8D-1566-4C69-A6FC-37024ED3E7B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5383213" y="3144838"/>
              <a:ext cx="6810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" name="Rectangle 15">
              <a:extLst>
                <a:ext uri="{FF2B5EF4-FFF2-40B4-BE49-F238E27FC236}">
                  <a16:creationId xmlns:a16="http://schemas.microsoft.com/office/drawing/2014/main" id="{2692CF27-8965-4224-9C28-7684339418A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2313" y="4100513"/>
              <a:ext cx="5365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Clock </a:t>
              </a:r>
            </a:p>
          </p:txBody>
        </p:sp>
        <p:sp>
          <p:nvSpPr>
            <p:cNvPr id="47" name="Freeform 16">
              <a:extLst>
                <a:ext uri="{FF2B5EF4-FFF2-40B4-BE49-F238E27FC236}">
                  <a16:creationId xmlns:a16="http://schemas.microsoft.com/office/drawing/2014/main" id="{FAD85AB5-1BA5-4AC4-B0DE-AC17347F170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49438" y="3409950"/>
              <a:ext cx="133350" cy="65088"/>
            </a:xfrm>
            <a:custGeom>
              <a:avLst/>
              <a:gdLst>
                <a:gd name="T0" fmla="*/ 0 w 144"/>
                <a:gd name="T1" fmla="*/ 2147483646 h 73"/>
                <a:gd name="T2" fmla="*/ 2147483646 w 144"/>
                <a:gd name="T3" fmla="*/ 2147483646 h 73"/>
                <a:gd name="T4" fmla="*/ 0 w 144"/>
                <a:gd name="T5" fmla="*/ 0 h 73"/>
                <a:gd name="T6" fmla="*/ 0 w 144"/>
                <a:gd name="T7" fmla="*/ 2147483646 h 73"/>
                <a:gd name="T8" fmla="*/ 0 w 144"/>
                <a:gd name="T9" fmla="*/ 2147483646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73"/>
                <a:gd name="T17" fmla="*/ 144 w 144"/>
                <a:gd name="T18" fmla="*/ 73 h 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73">
                  <a:moveTo>
                    <a:pt x="0" y="73"/>
                  </a:moveTo>
                  <a:lnTo>
                    <a:pt x="144" y="49"/>
                  </a:lnTo>
                  <a:lnTo>
                    <a:pt x="0" y="0"/>
                  </a:lnTo>
                  <a:lnTo>
                    <a:pt x="0" y="49"/>
                  </a:lnTo>
                  <a:lnTo>
                    <a:pt x="0" y="7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" name="Freeform 17">
              <a:extLst>
                <a:ext uri="{FF2B5EF4-FFF2-40B4-BE49-F238E27FC236}">
                  <a16:creationId xmlns:a16="http://schemas.microsoft.com/office/drawing/2014/main" id="{F56AAA80-A22E-4844-81AA-E0F3AFCE85E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87500" y="3144838"/>
              <a:ext cx="4192588" cy="1427162"/>
            </a:xfrm>
            <a:custGeom>
              <a:avLst/>
              <a:gdLst>
                <a:gd name="T0" fmla="*/ 2147483646 w 4595"/>
                <a:gd name="T1" fmla="*/ 2147483646 h 1563"/>
                <a:gd name="T2" fmla="*/ 0 w 4595"/>
                <a:gd name="T3" fmla="*/ 2147483646 h 1563"/>
                <a:gd name="T4" fmla="*/ 0 w 4595"/>
                <a:gd name="T5" fmla="*/ 2147483646 h 1563"/>
                <a:gd name="T6" fmla="*/ 2147483646 w 4595"/>
                <a:gd name="T7" fmla="*/ 2147483646 h 1563"/>
                <a:gd name="T8" fmla="*/ 2147483646 w 4595"/>
                <a:gd name="T9" fmla="*/ 0 h 15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95"/>
                <a:gd name="T16" fmla="*/ 0 h 1563"/>
                <a:gd name="T17" fmla="*/ 4595 w 4595"/>
                <a:gd name="T18" fmla="*/ 1563 h 15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95" h="1563">
                  <a:moveTo>
                    <a:pt x="265" y="337"/>
                  </a:moveTo>
                  <a:lnTo>
                    <a:pt x="0" y="337"/>
                  </a:lnTo>
                  <a:lnTo>
                    <a:pt x="0" y="1563"/>
                  </a:lnTo>
                  <a:lnTo>
                    <a:pt x="4595" y="1563"/>
                  </a:lnTo>
                  <a:lnTo>
                    <a:pt x="4595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" name="Freeform 18">
              <a:extLst>
                <a:ext uri="{FF2B5EF4-FFF2-40B4-BE49-F238E27FC236}">
                  <a16:creationId xmlns:a16="http://schemas.microsoft.com/office/drawing/2014/main" id="{17F00A26-D653-4FFA-B035-0E37B76EA3E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49438" y="2903538"/>
              <a:ext cx="133350" cy="44450"/>
            </a:xfrm>
            <a:custGeom>
              <a:avLst/>
              <a:gdLst>
                <a:gd name="T0" fmla="*/ 0 w 144"/>
                <a:gd name="T1" fmla="*/ 2147483646 h 48"/>
                <a:gd name="T2" fmla="*/ 2147483646 w 144"/>
                <a:gd name="T3" fmla="*/ 2147483646 h 48"/>
                <a:gd name="T4" fmla="*/ 0 w 144"/>
                <a:gd name="T5" fmla="*/ 0 h 48"/>
                <a:gd name="T6" fmla="*/ 0 w 144"/>
                <a:gd name="T7" fmla="*/ 2147483646 h 48"/>
                <a:gd name="T8" fmla="*/ 0 w 144"/>
                <a:gd name="T9" fmla="*/ 214748364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48"/>
                <a:gd name="T17" fmla="*/ 144 w 144"/>
                <a:gd name="T18" fmla="*/ 48 h 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48">
                  <a:moveTo>
                    <a:pt x="0" y="48"/>
                  </a:moveTo>
                  <a:lnTo>
                    <a:pt x="144" y="24"/>
                  </a:lnTo>
                  <a:lnTo>
                    <a:pt x="0" y="0"/>
                  </a:lnTo>
                  <a:lnTo>
                    <a:pt x="0" y="2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" name="Line 19">
              <a:extLst>
                <a:ext uri="{FF2B5EF4-FFF2-40B4-BE49-F238E27FC236}">
                  <a16:creationId xmlns:a16="http://schemas.microsoft.com/office/drawing/2014/main" id="{CD929D15-7C7C-4FF6-9FAE-2A376A86CC8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1301750" y="2925763"/>
              <a:ext cx="525463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" name="Freeform 20">
              <a:extLst>
                <a:ext uri="{FF2B5EF4-FFF2-40B4-BE49-F238E27FC236}">
                  <a16:creationId xmlns:a16="http://schemas.microsoft.com/office/drawing/2014/main" id="{46A56427-F517-49C2-8842-E6C056E594F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64250" y="2751138"/>
              <a:ext cx="131763" cy="65087"/>
            </a:xfrm>
            <a:custGeom>
              <a:avLst/>
              <a:gdLst>
                <a:gd name="T0" fmla="*/ 0 w 144"/>
                <a:gd name="T1" fmla="*/ 2147483646 h 72"/>
                <a:gd name="T2" fmla="*/ 2147483646 w 144"/>
                <a:gd name="T3" fmla="*/ 2147483646 h 72"/>
                <a:gd name="T4" fmla="*/ 0 w 144"/>
                <a:gd name="T5" fmla="*/ 0 h 72"/>
                <a:gd name="T6" fmla="*/ 0 w 144"/>
                <a:gd name="T7" fmla="*/ 2147483646 h 72"/>
                <a:gd name="T8" fmla="*/ 0 w 144"/>
                <a:gd name="T9" fmla="*/ 214748364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72"/>
                <a:gd name="T17" fmla="*/ 144 w 144"/>
                <a:gd name="T18" fmla="*/ 72 h 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72">
                  <a:moveTo>
                    <a:pt x="0" y="72"/>
                  </a:moveTo>
                  <a:lnTo>
                    <a:pt x="144" y="48"/>
                  </a:lnTo>
                  <a:lnTo>
                    <a:pt x="0" y="0"/>
                  </a:lnTo>
                  <a:lnTo>
                    <a:pt x="0" y="48"/>
                  </a:lnTo>
                  <a:lnTo>
                    <a:pt x="0" y="72"/>
                  </a:lnTo>
                  <a:close/>
                </a:path>
              </a:pathLst>
            </a:custGeom>
            <a:solidFill>
              <a:srgbClr val="3366FF"/>
            </a:solidFill>
            <a:ln w="19050">
              <a:solidFill>
                <a:srgbClr val="3366FF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" name="Freeform 21">
              <a:extLst>
                <a:ext uri="{FF2B5EF4-FFF2-40B4-BE49-F238E27FC236}">
                  <a16:creationId xmlns:a16="http://schemas.microsoft.com/office/drawing/2014/main" id="{6E5FBB53-B6DE-4DCA-B416-E62C77FE12E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87500" y="2179638"/>
              <a:ext cx="4476750" cy="746125"/>
            </a:xfrm>
            <a:custGeom>
              <a:avLst/>
              <a:gdLst>
                <a:gd name="T0" fmla="*/ 2147483646 w 4908"/>
                <a:gd name="T1" fmla="*/ 2147483646 h 817"/>
                <a:gd name="T2" fmla="*/ 2147483646 w 4908"/>
                <a:gd name="T3" fmla="*/ 2147483646 h 817"/>
                <a:gd name="T4" fmla="*/ 2147483646 w 4908"/>
                <a:gd name="T5" fmla="*/ 0 h 817"/>
                <a:gd name="T6" fmla="*/ 0 w 4908"/>
                <a:gd name="T7" fmla="*/ 0 h 817"/>
                <a:gd name="T8" fmla="*/ 0 w 4908"/>
                <a:gd name="T9" fmla="*/ 2147483646 h 8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08"/>
                <a:gd name="T16" fmla="*/ 0 h 817"/>
                <a:gd name="T17" fmla="*/ 4908 w 4908"/>
                <a:gd name="T18" fmla="*/ 817 h 8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08" h="817">
                  <a:moveTo>
                    <a:pt x="4908" y="673"/>
                  </a:moveTo>
                  <a:lnTo>
                    <a:pt x="4619" y="673"/>
                  </a:lnTo>
                  <a:lnTo>
                    <a:pt x="4619" y="0"/>
                  </a:lnTo>
                  <a:lnTo>
                    <a:pt x="0" y="0"/>
                  </a:lnTo>
                  <a:lnTo>
                    <a:pt x="0" y="817"/>
                  </a:lnTo>
                </a:path>
              </a:pathLst>
            </a:custGeom>
            <a:noFill/>
            <a:ln w="25400">
              <a:solidFill>
                <a:srgbClr val="33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" name="Rectangle 22">
              <a:extLst>
                <a:ext uri="{FF2B5EF4-FFF2-40B4-BE49-F238E27FC236}">
                  <a16:creationId xmlns:a16="http://schemas.microsoft.com/office/drawing/2014/main" id="{B067DA4F-9628-4765-BFEB-CA1E63AD0CB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26088" y="3135313"/>
              <a:ext cx="19685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</a:p>
          </p:txBody>
        </p:sp>
        <p:sp>
          <p:nvSpPr>
            <p:cNvPr id="54" name="Freeform 23">
              <a:extLst>
                <a:ext uri="{FF2B5EF4-FFF2-40B4-BE49-F238E27FC236}">
                  <a16:creationId xmlns:a16="http://schemas.microsoft.com/office/drawing/2014/main" id="{38C0559B-23BD-43C1-B324-89C15047299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745163" y="3135313"/>
              <a:ext cx="44450" cy="4445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0 w 48"/>
                <a:gd name="T19" fmla="*/ 2147483646 h 48"/>
                <a:gd name="T20" fmla="*/ 0 w 48"/>
                <a:gd name="T21" fmla="*/ 2147483646 h 48"/>
                <a:gd name="T22" fmla="*/ 0 w 48"/>
                <a:gd name="T23" fmla="*/ 2147483646 h 48"/>
                <a:gd name="T24" fmla="*/ 0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8"/>
                <a:gd name="T136" fmla="*/ 0 h 48"/>
                <a:gd name="T137" fmla="*/ 48 w 48"/>
                <a:gd name="T138" fmla="*/ 48 h 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8" h="48">
                  <a:moveTo>
                    <a:pt x="24" y="24"/>
                  </a:moveTo>
                  <a:lnTo>
                    <a:pt x="24" y="0"/>
                  </a:lnTo>
                  <a:lnTo>
                    <a:pt x="23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3" y="3"/>
                  </a:lnTo>
                  <a:lnTo>
                    <a:pt x="12" y="3"/>
                  </a:lnTo>
                  <a:lnTo>
                    <a:pt x="11" y="5"/>
                  </a:lnTo>
                  <a:lnTo>
                    <a:pt x="10" y="5"/>
                  </a:lnTo>
                  <a:lnTo>
                    <a:pt x="8" y="6"/>
                  </a:lnTo>
                  <a:lnTo>
                    <a:pt x="8" y="7"/>
                  </a:lnTo>
                  <a:lnTo>
                    <a:pt x="7" y="7"/>
                  </a:lnTo>
                  <a:lnTo>
                    <a:pt x="6" y="8"/>
                  </a:lnTo>
                  <a:lnTo>
                    <a:pt x="6" y="9"/>
                  </a:lnTo>
                  <a:lnTo>
                    <a:pt x="5" y="11"/>
                  </a:lnTo>
                  <a:lnTo>
                    <a:pt x="4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29"/>
                  </a:lnTo>
                  <a:lnTo>
                    <a:pt x="0" y="30"/>
                  </a:lnTo>
                  <a:lnTo>
                    <a:pt x="1" y="30"/>
                  </a:lnTo>
                  <a:lnTo>
                    <a:pt x="1" y="31"/>
                  </a:lnTo>
                  <a:lnTo>
                    <a:pt x="1" y="32"/>
                  </a:lnTo>
                  <a:lnTo>
                    <a:pt x="2" y="34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4" y="37"/>
                  </a:lnTo>
                  <a:lnTo>
                    <a:pt x="5" y="38"/>
                  </a:lnTo>
                  <a:lnTo>
                    <a:pt x="6" y="40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8" y="42"/>
                  </a:lnTo>
                  <a:lnTo>
                    <a:pt x="8" y="43"/>
                  </a:lnTo>
                  <a:lnTo>
                    <a:pt x="10" y="44"/>
                  </a:lnTo>
                  <a:lnTo>
                    <a:pt x="11" y="44"/>
                  </a:lnTo>
                  <a:lnTo>
                    <a:pt x="12" y="46"/>
                  </a:lnTo>
                  <a:lnTo>
                    <a:pt x="13" y="46"/>
                  </a:lnTo>
                  <a:lnTo>
                    <a:pt x="13" y="47"/>
                  </a:lnTo>
                  <a:lnTo>
                    <a:pt x="14" y="47"/>
                  </a:lnTo>
                  <a:lnTo>
                    <a:pt x="16" y="47"/>
                  </a:lnTo>
                  <a:lnTo>
                    <a:pt x="17" y="48"/>
                  </a:lnTo>
                  <a:lnTo>
                    <a:pt x="18" y="48"/>
                  </a:lnTo>
                  <a:lnTo>
                    <a:pt x="19" y="48"/>
                  </a:lnTo>
                  <a:lnTo>
                    <a:pt x="20" y="48"/>
                  </a:lnTo>
                  <a:lnTo>
                    <a:pt x="22" y="48"/>
                  </a:lnTo>
                  <a:lnTo>
                    <a:pt x="23" y="48"/>
                  </a:lnTo>
                  <a:lnTo>
                    <a:pt x="24" y="48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8" y="48"/>
                  </a:lnTo>
                  <a:lnTo>
                    <a:pt x="29" y="48"/>
                  </a:lnTo>
                  <a:lnTo>
                    <a:pt x="30" y="48"/>
                  </a:lnTo>
                  <a:lnTo>
                    <a:pt x="31" y="48"/>
                  </a:lnTo>
                  <a:lnTo>
                    <a:pt x="32" y="47"/>
                  </a:lnTo>
                  <a:lnTo>
                    <a:pt x="34" y="47"/>
                  </a:lnTo>
                  <a:lnTo>
                    <a:pt x="35" y="47"/>
                  </a:lnTo>
                  <a:lnTo>
                    <a:pt x="36" y="46"/>
                  </a:lnTo>
                  <a:lnTo>
                    <a:pt x="37" y="44"/>
                  </a:lnTo>
                  <a:lnTo>
                    <a:pt x="39" y="44"/>
                  </a:lnTo>
                  <a:lnTo>
                    <a:pt x="40" y="43"/>
                  </a:lnTo>
                  <a:lnTo>
                    <a:pt x="41" y="42"/>
                  </a:lnTo>
                  <a:lnTo>
                    <a:pt x="42" y="41"/>
                  </a:lnTo>
                  <a:lnTo>
                    <a:pt x="43" y="40"/>
                  </a:lnTo>
                  <a:lnTo>
                    <a:pt x="43" y="38"/>
                  </a:lnTo>
                  <a:lnTo>
                    <a:pt x="45" y="38"/>
                  </a:lnTo>
                  <a:lnTo>
                    <a:pt x="45" y="37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7" y="34"/>
                  </a:lnTo>
                  <a:lnTo>
                    <a:pt x="47" y="32"/>
                  </a:lnTo>
                  <a:lnTo>
                    <a:pt x="47" y="31"/>
                  </a:lnTo>
                  <a:lnTo>
                    <a:pt x="47" y="30"/>
                  </a:lnTo>
                  <a:lnTo>
                    <a:pt x="48" y="30"/>
                  </a:lnTo>
                  <a:lnTo>
                    <a:pt x="48" y="29"/>
                  </a:lnTo>
                  <a:lnTo>
                    <a:pt x="48" y="28"/>
                  </a:lnTo>
                  <a:lnTo>
                    <a:pt x="48" y="26"/>
                  </a:lnTo>
                  <a:lnTo>
                    <a:pt x="48" y="24"/>
                  </a:lnTo>
                  <a:lnTo>
                    <a:pt x="48" y="23"/>
                  </a:lnTo>
                  <a:lnTo>
                    <a:pt x="48" y="21"/>
                  </a:lnTo>
                  <a:lnTo>
                    <a:pt x="48" y="20"/>
                  </a:lnTo>
                  <a:lnTo>
                    <a:pt x="48" y="19"/>
                  </a:lnTo>
                  <a:lnTo>
                    <a:pt x="47" y="19"/>
                  </a:lnTo>
                  <a:lnTo>
                    <a:pt x="47" y="18"/>
                  </a:lnTo>
                  <a:lnTo>
                    <a:pt x="47" y="17"/>
                  </a:lnTo>
                  <a:lnTo>
                    <a:pt x="47" y="15"/>
                  </a:lnTo>
                  <a:lnTo>
                    <a:pt x="46" y="14"/>
                  </a:lnTo>
                  <a:lnTo>
                    <a:pt x="46" y="13"/>
                  </a:lnTo>
                  <a:lnTo>
                    <a:pt x="45" y="12"/>
                  </a:lnTo>
                  <a:lnTo>
                    <a:pt x="45" y="11"/>
                  </a:lnTo>
                  <a:lnTo>
                    <a:pt x="43" y="11"/>
                  </a:lnTo>
                  <a:lnTo>
                    <a:pt x="43" y="9"/>
                  </a:lnTo>
                  <a:lnTo>
                    <a:pt x="42" y="8"/>
                  </a:lnTo>
                  <a:lnTo>
                    <a:pt x="41" y="7"/>
                  </a:lnTo>
                  <a:lnTo>
                    <a:pt x="40" y="6"/>
                  </a:lnTo>
                  <a:lnTo>
                    <a:pt x="39" y="5"/>
                  </a:lnTo>
                  <a:lnTo>
                    <a:pt x="37" y="5"/>
                  </a:lnTo>
                  <a:lnTo>
                    <a:pt x="36" y="3"/>
                  </a:lnTo>
                  <a:lnTo>
                    <a:pt x="35" y="2"/>
                  </a:lnTo>
                  <a:lnTo>
                    <a:pt x="34" y="2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30" y="1"/>
                  </a:lnTo>
                  <a:lnTo>
                    <a:pt x="29" y="1"/>
                  </a:lnTo>
                  <a:lnTo>
                    <a:pt x="28" y="1"/>
                  </a:lnTo>
                  <a:lnTo>
                    <a:pt x="26" y="1"/>
                  </a:lnTo>
                  <a:lnTo>
                    <a:pt x="25" y="1"/>
                  </a:lnTo>
                  <a:lnTo>
                    <a:pt x="24" y="0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" name="Freeform 24">
              <a:extLst>
                <a:ext uri="{FF2B5EF4-FFF2-40B4-BE49-F238E27FC236}">
                  <a16:creationId xmlns:a16="http://schemas.microsoft.com/office/drawing/2014/main" id="{37F2EEBA-8129-4DA0-A484-F5AA06D0A44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753100" y="3124200"/>
              <a:ext cx="52388" cy="49213"/>
            </a:xfrm>
            <a:custGeom>
              <a:avLst/>
              <a:gdLst>
                <a:gd name="T0" fmla="*/ 2147483646 w 56"/>
                <a:gd name="T1" fmla="*/ 0 h 55"/>
                <a:gd name="T2" fmla="*/ 2147483646 w 56"/>
                <a:gd name="T3" fmla="*/ 2147483646 h 55"/>
                <a:gd name="T4" fmla="*/ 2147483646 w 56"/>
                <a:gd name="T5" fmla="*/ 2147483646 h 55"/>
                <a:gd name="T6" fmla="*/ 2147483646 w 56"/>
                <a:gd name="T7" fmla="*/ 2147483646 h 55"/>
                <a:gd name="T8" fmla="*/ 2147483646 w 56"/>
                <a:gd name="T9" fmla="*/ 2147483646 h 55"/>
                <a:gd name="T10" fmla="*/ 2147483646 w 56"/>
                <a:gd name="T11" fmla="*/ 2147483646 h 55"/>
                <a:gd name="T12" fmla="*/ 2147483646 w 56"/>
                <a:gd name="T13" fmla="*/ 2147483646 h 55"/>
                <a:gd name="T14" fmla="*/ 2147483646 w 56"/>
                <a:gd name="T15" fmla="*/ 2147483646 h 55"/>
                <a:gd name="T16" fmla="*/ 2147483646 w 56"/>
                <a:gd name="T17" fmla="*/ 2147483646 h 55"/>
                <a:gd name="T18" fmla="*/ 2147483646 w 56"/>
                <a:gd name="T19" fmla="*/ 2147483646 h 55"/>
                <a:gd name="T20" fmla="*/ 0 w 56"/>
                <a:gd name="T21" fmla="*/ 2147483646 h 55"/>
                <a:gd name="T22" fmla="*/ 2147483646 w 56"/>
                <a:gd name="T23" fmla="*/ 2147483646 h 55"/>
                <a:gd name="T24" fmla="*/ 2147483646 w 56"/>
                <a:gd name="T25" fmla="*/ 2147483646 h 55"/>
                <a:gd name="T26" fmla="*/ 2147483646 w 56"/>
                <a:gd name="T27" fmla="*/ 2147483646 h 55"/>
                <a:gd name="T28" fmla="*/ 2147483646 w 56"/>
                <a:gd name="T29" fmla="*/ 2147483646 h 55"/>
                <a:gd name="T30" fmla="*/ 2147483646 w 56"/>
                <a:gd name="T31" fmla="*/ 2147483646 h 55"/>
                <a:gd name="T32" fmla="*/ 2147483646 w 56"/>
                <a:gd name="T33" fmla="*/ 2147483646 h 55"/>
                <a:gd name="T34" fmla="*/ 2147483646 w 56"/>
                <a:gd name="T35" fmla="*/ 2147483646 h 55"/>
                <a:gd name="T36" fmla="*/ 2147483646 w 56"/>
                <a:gd name="T37" fmla="*/ 2147483646 h 55"/>
                <a:gd name="T38" fmla="*/ 2147483646 w 56"/>
                <a:gd name="T39" fmla="*/ 2147483646 h 55"/>
                <a:gd name="T40" fmla="*/ 2147483646 w 56"/>
                <a:gd name="T41" fmla="*/ 2147483646 h 55"/>
                <a:gd name="T42" fmla="*/ 2147483646 w 56"/>
                <a:gd name="T43" fmla="*/ 2147483646 h 55"/>
                <a:gd name="T44" fmla="*/ 2147483646 w 56"/>
                <a:gd name="T45" fmla="*/ 2147483646 h 55"/>
                <a:gd name="T46" fmla="*/ 2147483646 w 56"/>
                <a:gd name="T47" fmla="*/ 2147483646 h 55"/>
                <a:gd name="T48" fmla="*/ 2147483646 w 56"/>
                <a:gd name="T49" fmla="*/ 2147483646 h 55"/>
                <a:gd name="T50" fmla="*/ 2147483646 w 56"/>
                <a:gd name="T51" fmla="*/ 2147483646 h 55"/>
                <a:gd name="T52" fmla="*/ 2147483646 w 56"/>
                <a:gd name="T53" fmla="*/ 2147483646 h 55"/>
                <a:gd name="T54" fmla="*/ 2147483646 w 56"/>
                <a:gd name="T55" fmla="*/ 2147483646 h 55"/>
                <a:gd name="T56" fmla="*/ 2147483646 w 56"/>
                <a:gd name="T57" fmla="*/ 2147483646 h 55"/>
                <a:gd name="T58" fmla="*/ 2147483646 w 56"/>
                <a:gd name="T59" fmla="*/ 2147483646 h 55"/>
                <a:gd name="T60" fmla="*/ 2147483646 w 56"/>
                <a:gd name="T61" fmla="*/ 2147483646 h 55"/>
                <a:gd name="T62" fmla="*/ 2147483646 w 56"/>
                <a:gd name="T63" fmla="*/ 2147483646 h 55"/>
                <a:gd name="T64" fmla="*/ 2147483646 w 56"/>
                <a:gd name="T65" fmla="*/ 2147483646 h 55"/>
                <a:gd name="T66" fmla="*/ 2147483646 w 56"/>
                <a:gd name="T67" fmla="*/ 2147483646 h 55"/>
                <a:gd name="T68" fmla="*/ 2147483646 w 56"/>
                <a:gd name="T69" fmla="*/ 2147483646 h 55"/>
                <a:gd name="T70" fmla="*/ 2147483646 w 56"/>
                <a:gd name="T71" fmla="*/ 2147483646 h 55"/>
                <a:gd name="T72" fmla="*/ 2147483646 w 56"/>
                <a:gd name="T73" fmla="*/ 2147483646 h 55"/>
                <a:gd name="T74" fmla="*/ 2147483646 w 56"/>
                <a:gd name="T75" fmla="*/ 2147483646 h 55"/>
                <a:gd name="T76" fmla="*/ 2147483646 w 56"/>
                <a:gd name="T77" fmla="*/ 2147483646 h 55"/>
                <a:gd name="T78" fmla="*/ 2147483646 w 56"/>
                <a:gd name="T79" fmla="*/ 2147483646 h 55"/>
                <a:gd name="T80" fmla="*/ 2147483646 w 56"/>
                <a:gd name="T81" fmla="*/ 2147483646 h 55"/>
                <a:gd name="T82" fmla="*/ 2147483646 w 56"/>
                <a:gd name="T83" fmla="*/ 2147483646 h 55"/>
                <a:gd name="T84" fmla="*/ 2147483646 w 56"/>
                <a:gd name="T85" fmla="*/ 0 h 55"/>
                <a:gd name="T86" fmla="*/ 2147483646 w 56"/>
                <a:gd name="T87" fmla="*/ 0 h 5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6"/>
                <a:gd name="T133" fmla="*/ 0 h 55"/>
                <a:gd name="T134" fmla="*/ 56 w 56"/>
                <a:gd name="T135" fmla="*/ 55 h 5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6" h="55">
                  <a:moveTo>
                    <a:pt x="29" y="0"/>
                  </a:moveTo>
                  <a:lnTo>
                    <a:pt x="26" y="0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5" y="3"/>
                  </a:lnTo>
                  <a:lnTo>
                    <a:pt x="14" y="3"/>
                  </a:lnTo>
                  <a:lnTo>
                    <a:pt x="13" y="4"/>
                  </a:lnTo>
                  <a:lnTo>
                    <a:pt x="12" y="6"/>
                  </a:lnTo>
                  <a:lnTo>
                    <a:pt x="10" y="6"/>
                  </a:lnTo>
                  <a:lnTo>
                    <a:pt x="9" y="7"/>
                  </a:lnTo>
                  <a:lnTo>
                    <a:pt x="8" y="8"/>
                  </a:lnTo>
                  <a:lnTo>
                    <a:pt x="7" y="9"/>
                  </a:lnTo>
                  <a:lnTo>
                    <a:pt x="6" y="10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1" y="24"/>
                  </a:lnTo>
                  <a:lnTo>
                    <a:pt x="1" y="25"/>
                  </a:lnTo>
                  <a:lnTo>
                    <a:pt x="1" y="26"/>
                  </a:lnTo>
                  <a:lnTo>
                    <a:pt x="0" y="27"/>
                  </a:lnTo>
                  <a:lnTo>
                    <a:pt x="1" y="28"/>
                  </a:lnTo>
                  <a:lnTo>
                    <a:pt x="1" y="30"/>
                  </a:lnTo>
                  <a:lnTo>
                    <a:pt x="1" y="32"/>
                  </a:lnTo>
                  <a:lnTo>
                    <a:pt x="1" y="33"/>
                  </a:lnTo>
                  <a:lnTo>
                    <a:pt x="1" y="34"/>
                  </a:lnTo>
                  <a:lnTo>
                    <a:pt x="2" y="36"/>
                  </a:lnTo>
                  <a:lnTo>
                    <a:pt x="2" y="37"/>
                  </a:lnTo>
                  <a:lnTo>
                    <a:pt x="2" y="38"/>
                  </a:lnTo>
                  <a:lnTo>
                    <a:pt x="3" y="39"/>
                  </a:lnTo>
                  <a:lnTo>
                    <a:pt x="3" y="41"/>
                  </a:lnTo>
                  <a:lnTo>
                    <a:pt x="4" y="42"/>
                  </a:lnTo>
                  <a:lnTo>
                    <a:pt x="4" y="43"/>
                  </a:lnTo>
                  <a:lnTo>
                    <a:pt x="6" y="44"/>
                  </a:lnTo>
                  <a:lnTo>
                    <a:pt x="7" y="45"/>
                  </a:lnTo>
                  <a:lnTo>
                    <a:pt x="8" y="47"/>
                  </a:lnTo>
                  <a:lnTo>
                    <a:pt x="8" y="48"/>
                  </a:lnTo>
                  <a:lnTo>
                    <a:pt x="9" y="48"/>
                  </a:lnTo>
                  <a:lnTo>
                    <a:pt x="10" y="49"/>
                  </a:lnTo>
                  <a:lnTo>
                    <a:pt x="12" y="50"/>
                  </a:lnTo>
                  <a:lnTo>
                    <a:pt x="13" y="50"/>
                  </a:lnTo>
                  <a:lnTo>
                    <a:pt x="14" y="51"/>
                  </a:lnTo>
                  <a:lnTo>
                    <a:pt x="15" y="51"/>
                  </a:lnTo>
                  <a:lnTo>
                    <a:pt x="16" y="53"/>
                  </a:lnTo>
                  <a:lnTo>
                    <a:pt x="18" y="53"/>
                  </a:lnTo>
                  <a:lnTo>
                    <a:pt x="19" y="54"/>
                  </a:lnTo>
                  <a:lnTo>
                    <a:pt x="20" y="54"/>
                  </a:lnTo>
                  <a:lnTo>
                    <a:pt x="21" y="55"/>
                  </a:lnTo>
                  <a:lnTo>
                    <a:pt x="22" y="55"/>
                  </a:lnTo>
                  <a:lnTo>
                    <a:pt x="24" y="55"/>
                  </a:lnTo>
                  <a:lnTo>
                    <a:pt x="25" y="55"/>
                  </a:lnTo>
                  <a:lnTo>
                    <a:pt x="26" y="55"/>
                  </a:lnTo>
                  <a:lnTo>
                    <a:pt x="29" y="55"/>
                  </a:lnTo>
                  <a:lnTo>
                    <a:pt x="30" y="55"/>
                  </a:lnTo>
                  <a:lnTo>
                    <a:pt x="31" y="55"/>
                  </a:lnTo>
                  <a:lnTo>
                    <a:pt x="32" y="55"/>
                  </a:lnTo>
                  <a:lnTo>
                    <a:pt x="33" y="55"/>
                  </a:lnTo>
                  <a:lnTo>
                    <a:pt x="35" y="55"/>
                  </a:lnTo>
                  <a:lnTo>
                    <a:pt x="37" y="54"/>
                  </a:lnTo>
                  <a:lnTo>
                    <a:pt x="38" y="54"/>
                  </a:lnTo>
                  <a:lnTo>
                    <a:pt x="39" y="53"/>
                  </a:lnTo>
                  <a:lnTo>
                    <a:pt x="41" y="53"/>
                  </a:lnTo>
                  <a:lnTo>
                    <a:pt x="42" y="51"/>
                  </a:lnTo>
                  <a:lnTo>
                    <a:pt x="43" y="51"/>
                  </a:lnTo>
                  <a:lnTo>
                    <a:pt x="44" y="50"/>
                  </a:lnTo>
                  <a:lnTo>
                    <a:pt x="45" y="50"/>
                  </a:lnTo>
                  <a:lnTo>
                    <a:pt x="45" y="49"/>
                  </a:lnTo>
                  <a:lnTo>
                    <a:pt x="47" y="48"/>
                  </a:lnTo>
                  <a:lnTo>
                    <a:pt x="48" y="48"/>
                  </a:lnTo>
                  <a:lnTo>
                    <a:pt x="49" y="47"/>
                  </a:lnTo>
                  <a:lnTo>
                    <a:pt x="50" y="45"/>
                  </a:lnTo>
                  <a:lnTo>
                    <a:pt x="50" y="44"/>
                  </a:lnTo>
                  <a:lnTo>
                    <a:pt x="51" y="43"/>
                  </a:lnTo>
                  <a:lnTo>
                    <a:pt x="53" y="42"/>
                  </a:lnTo>
                  <a:lnTo>
                    <a:pt x="53" y="41"/>
                  </a:lnTo>
                  <a:lnTo>
                    <a:pt x="54" y="39"/>
                  </a:lnTo>
                  <a:lnTo>
                    <a:pt x="54" y="38"/>
                  </a:lnTo>
                  <a:lnTo>
                    <a:pt x="54" y="37"/>
                  </a:lnTo>
                  <a:lnTo>
                    <a:pt x="55" y="36"/>
                  </a:lnTo>
                  <a:lnTo>
                    <a:pt x="55" y="34"/>
                  </a:lnTo>
                  <a:lnTo>
                    <a:pt x="55" y="33"/>
                  </a:lnTo>
                  <a:lnTo>
                    <a:pt x="56" y="32"/>
                  </a:lnTo>
                  <a:lnTo>
                    <a:pt x="56" y="30"/>
                  </a:lnTo>
                  <a:lnTo>
                    <a:pt x="56" y="28"/>
                  </a:lnTo>
                  <a:lnTo>
                    <a:pt x="56" y="27"/>
                  </a:lnTo>
                  <a:lnTo>
                    <a:pt x="56" y="26"/>
                  </a:lnTo>
                  <a:lnTo>
                    <a:pt x="56" y="25"/>
                  </a:lnTo>
                  <a:lnTo>
                    <a:pt x="56" y="24"/>
                  </a:lnTo>
                  <a:lnTo>
                    <a:pt x="55" y="21"/>
                  </a:lnTo>
                  <a:lnTo>
                    <a:pt x="55" y="20"/>
                  </a:lnTo>
                  <a:lnTo>
                    <a:pt x="55" y="19"/>
                  </a:lnTo>
                  <a:lnTo>
                    <a:pt x="54" y="18"/>
                  </a:lnTo>
                  <a:lnTo>
                    <a:pt x="54" y="16"/>
                  </a:lnTo>
                  <a:lnTo>
                    <a:pt x="54" y="15"/>
                  </a:lnTo>
                  <a:lnTo>
                    <a:pt x="53" y="14"/>
                  </a:lnTo>
                  <a:lnTo>
                    <a:pt x="53" y="13"/>
                  </a:lnTo>
                  <a:lnTo>
                    <a:pt x="51" y="12"/>
                  </a:lnTo>
                  <a:lnTo>
                    <a:pt x="50" y="10"/>
                  </a:lnTo>
                  <a:lnTo>
                    <a:pt x="50" y="9"/>
                  </a:lnTo>
                  <a:lnTo>
                    <a:pt x="49" y="8"/>
                  </a:lnTo>
                  <a:lnTo>
                    <a:pt x="48" y="8"/>
                  </a:lnTo>
                  <a:lnTo>
                    <a:pt x="47" y="7"/>
                  </a:lnTo>
                  <a:lnTo>
                    <a:pt x="45" y="6"/>
                  </a:lnTo>
                  <a:lnTo>
                    <a:pt x="44" y="4"/>
                  </a:lnTo>
                  <a:lnTo>
                    <a:pt x="43" y="3"/>
                  </a:lnTo>
                  <a:lnTo>
                    <a:pt x="42" y="3"/>
                  </a:lnTo>
                  <a:lnTo>
                    <a:pt x="41" y="2"/>
                  </a:lnTo>
                  <a:lnTo>
                    <a:pt x="39" y="2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30" y="0"/>
                  </a:lnTo>
                  <a:lnTo>
                    <a:pt x="2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" name="Freeform 25">
              <a:extLst>
                <a:ext uri="{FF2B5EF4-FFF2-40B4-BE49-F238E27FC236}">
                  <a16:creationId xmlns:a16="http://schemas.microsoft.com/office/drawing/2014/main" id="{A7A1496B-F3BC-4D7B-801B-821A8139984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77975" y="2916238"/>
              <a:ext cx="44450" cy="4445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0 w 48"/>
                <a:gd name="T19" fmla="*/ 2147483646 h 48"/>
                <a:gd name="T20" fmla="*/ 0 w 48"/>
                <a:gd name="T21" fmla="*/ 2147483646 h 48"/>
                <a:gd name="T22" fmla="*/ 0 w 48"/>
                <a:gd name="T23" fmla="*/ 2147483646 h 48"/>
                <a:gd name="T24" fmla="*/ 0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8"/>
                <a:gd name="T136" fmla="*/ 0 h 48"/>
                <a:gd name="T137" fmla="*/ 48 w 48"/>
                <a:gd name="T138" fmla="*/ 48 h 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8" h="48">
                  <a:moveTo>
                    <a:pt x="24" y="24"/>
                  </a:moveTo>
                  <a:lnTo>
                    <a:pt x="24" y="0"/>
                  </a:lnTo>
                  <a:lnTo>
                    <a:pt x="23" y="2"/>
                  </a:lnTo>
                  <a:lnTo>
                    <a:pt x="22" y="2"/>
                  </a:lnTo>
                  <a:lnTo>
                    <a:pt x="20" y="2"/>
                  </a:lnTo>
                  <a:lnTo>
                    <a:pt x="19" y="2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6" y="3"/>
                  </a:lnTo>
                  <a:lnTo>
                    <a:pt x="14" y="3"/>
                  </a:lnTo>
                  <a:lnTo>
                    <a:pt x="13" y="3"/>
                  </a:lnTo>
                  <a:lnTo>
                    <a:pt x="13" y="4"/>
                  </a:lnTo>
                  <a:lnTo>
                    <a:pt x="12" y="4"/>
                  </a:lnTo>
                  <a:lnTo>
                    <a:pt x="11" y="5"/>
                  </a:lnTo>
                  <a:lnTo>
                    <a:pt x="10" y="5"/>
                  </a:lnTo>
                  <a:lnTo>
                    <a:pt x="8" y="6"/>
                  </a:lnTo>
                  <a:lnTo>
                    <a:pt x="8" y="8"/>
                  </a:lnTo>
                  <a:lnTo>
                    <a:pt x="7" y="8"/>
                  </a:lnTo>
                  <a:lnTo>
                    <a:pt x="6" y="9"/>
                  </a:lnTo>
                  <a:lnTo>
                    <a:pt x="6" y="10"/>
                  </a:lnTo>
                  <a:lnTo>
                    <a:pt x="5" y="11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1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0" y="22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7"/>
                  </a:lnTo>
                  <a:lnTo>
                    <a:pt x="0" y="28"/>
                  </a:lnTo>
                  <a:lnTo>
                    <a:pt x="0" y="29"/>
                  </a:lnTo>
                  <a:lnTo>
                    <a:pt x="0" y="30"/>
                  </a:lnTo>
                  <a:lnTo>
                    <a:pt x="1" y="30"/>
                  </a:lnTo>
                  <a:lnTo>
                    <a:pt x="1" y="32"/>
                  </a:lnTo>
                  <a:lnTo>
                    <a:pt x="1" y="33"/>
                  </a:lnTo>
                  <a:lnTo>
                    <a:pt x="2" y="34"/>
                  </a:lnTo>
                  <a:lnTo>
                    <a:pt x="2" y="35"/>
                  </a:lnTo>
                  <a:lnTo>
                    <a:pt x="4" y="36"/>
                  </a:lnTo>
                  <a:lnTo>
                    <a:pt x="4" y="38"/>
                  </a:lnTo>
                  <a:lnTo>
                    <a:pt x="5" y="39"/>
                  </a:lnTo>
                  <a:lnTo>
                    <a:pt x="6" y="40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8" y="42"/>
                  </a:lnTo>
                  <a:lnTo>
                    <a:pt x="8" y="44"/>
                  </a:lnTo>
                  <a:lnTo>
                    <a:pt x="10" y="45"/>
                  </a:lnTo>
                  <a:lnTo>
                    <a:pt x="11" y="45"/>
                  </a:lnTo>
                  <a:lnTo>
                    <a:pt x="12" y="46"/>
                  </a:lnTo>
                  <a:lnTo>
                    <a:pt x="13" y="46"/>
                  </a:lnTo>
                  <a:lnTo>
                    <a:pt x="13" y="47"/>
                  </a:lnTo>
                  <a:lnTo>
                    <a:pt x="14" y="47"/>
                  </a:lnTo>
                  <a:lnTo>
                    <a:pt x="16" y="47"/>
                  </a:lnTo>
                  <a:lnTo>
                    <a:pt x="17" y="48"/>
                  </a:lnTo>
                  <a:lnTo>
                    <a:pt x="18" y="48"/>
                  </a:lnTo>
                  <a:lnTo>
                    <a:pt x="19" y="48"/>
                  </a:lnTo>
                  <a:lnTo>
                    <a:pt x="20" y="48"/>
                  </a:lnTo>
                  <a:lnTo>
                    <a:pt x="22" y="48"/>
                  </a:lnTo>
                  <a:lnTo>
                    <a:pt x="23" y="48"/>
                  </a:lnTo>
                  <a:lnTo>
                    <a:pt x="24" y="48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8" y="48"/>
                  </a:lnTo>
                  <a:lnTo>
                    <a:pt x="29" y="48"/>
                  </a:lnTo>
                  <a:lnTo>
                    <a:pt x="30" y="48"/>
                  </a:lnTo>
                  <a:lnTo>
                    <a:pt x="31" y="48"/>
                  </a:lnTo>
                  <a:lnTo>
                    <a:pt x="32" y="47"/>
                  </a:lnTo>
                  <a:lnTo>
                    <a:pt x="34" y="47"/>
                  </a:lnTo>
                  <a:lnTo>
                    <a:pt x="35" y="47"/>
                  </a:lnTo>
                  <a:lnTo>
                    <a:pt x="36" y="46"/>
                  </a:lnTo>
                  <a:lnTo>
                    <a:pt x="37" y="45"/>
                  </a:lnTo>
                  <a:lnTo>
                    <a:pt x="38" y="45"/>
                  </a:lnTo>
                  <a:lnTo>
                    <a:pt x="40" y="44"/>
                  </a:lnTo>
                  <a:lnTo>
                    <a:pt x="41" y="42"/>
                  </a:lnTo>
                  <a:lnTo>
                    <a:pt x="42" y="41"/>
                  </a:lnTo>
                  <a:lnTo>
                    <a:pt x="43" y="40"/>
                  </a:lnTo>
                  <a:lnTo>
                    <a:pt x="43" y="39"/>
                  </a:lnTo>
                  <a:lnTo>
                    <a:pt x="44" y="39"/>
                  </a:lnTo>
                  <a:lnTo>
                    <a:pt x="44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7" y="34"/>
                  </a:lnTo>
                  <a:lnTo>
                    <a:pt x="47" y="33"/>
                  </a:lnTo>
                  <a:lnTo>
                    <a:pt x="47" y="32"/>
                  </a:lnTo>
                  <a:lnTo>
                    <a:pt x="47" y="30"/>
                  </a:lnTo>
                  <a:lnTo>
                    <a:pt x="48" y="30"/>
                  </a:lnTo>
                  <a:lnTo>
                    <a:pt x="48" y="29"/>
                  </a:lnTo>
                  <a:lnTo>
                    <a:pt x="48" y="28"/>
                  </a:lnTo>
                  <a:lnTo>
                    <a:pt x="48" y="27"/>
                  </a:lnTo>
                  <a:lnTo>
                    <a:pt x="48" y="24"/>
                  </a:lnTo>
                  <a:lnTo>
                    <a:pt x="48" y="23"/>
                  </a:lnTo>
                  <a:lnTo>
                    <a:pt x="48" y="22"/>
                  </a:lnTo>
                  <a:lnTo>
                    <a:pt x="48" y="21"/>
                  </a:lnTo>
                  <a:lnTo>
                    <a:pt x="48" y="20"/>
                  </a:lnTo>
                  <a:lnTo>
                    <a:pt x="47" y="20"/>
                  </a:lnTo>
                  <a:lnTo>
                    <a:pt x="47" y="18"/>
                  </a:lnTo>
                  <a:lnTo>
                    <a:pt x="47" y="17"/>
                  </a:lnTo>
                  <a:lnTo>
                    <a:pt x="47" y="16"/>
                  </a:lnTo>
                  <a:lnTo>
                    <a:pt x="46" y="15"/>
                  </a:lnTo>
                  <a:lnTo>
                    <a:pt x="46" y="14"/>
                  </a:lnTo>
                  <a:lnTo>
                    <a:pt x="44" y="12"/>
                  </a:lnTo>
                  <a:lnTo>
                    <a:pt x="44" y="11"/>
                  </a:lnTo>
                  <a:lnTo>
                    <a:pt x="43" y="11"/>
                  </a:lnTo>
                  <a:lnTo>
                    <a:pt x="43" y="10"/>
                  </a:lnTo>
                  <a:lnTo>
                    <a:pt x="42" y="9"/>
                  </a:lnTo>
                  <a:lnTo>
                    <a:pt x="41" y="8"/>
                  </a:lnTo>
                  <a:lnTo>
                    <a:pt x="40" y="6"/>
                  </a:lnTo>
                  <a:lnTo>
                    <a:pt x="38" y="5"/>
                  </a:lnTo>
                  <a:lnTo>
                    <a:pt x="37" y="5"/>
                  </a:lnTo>
                  <a:lnTo>
                    <a:pt x="36" y="4"/>
                  </a:lnTo>
                  <a:lnTo>
                    <a:pt x="35" y="3"/>
                  </a:lnTo>
                  <a:lnTo>
                    <a:pt x="34" y="3"/>
                  </a:lnTo>
                  <a:lnTo>
                    <a:pt x="32" y="3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5" y="2"/>
                  </a:lnTo>
                  <a:lnTo>
                    <a:pt x="24" y="0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" name="Freeform 26">
              <a:extLst>
                <a:ext uri="{FF2B5EF4-FFF2-40B4-BE49-F238E27FC236}">
                  <a16:creationId xmlns:a16="http://schemas.microsoft.com/office/drawing/2014/main" id="{CC193781-0BE7-4016-9FAC-8F164684F38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65275" y="2905125"/>
              <a:ext cx="50800" cy="49213"/>
            </a:xfrm>
            <a:custGeom>
              <a:avLst/>
              <a:gdLst>
                <a:gd name="T0" fmla="*/ 2147483646 w 57"/>
                <a:gd name="T1" fmla="*/ 0 h 55"/>
                <a:gd name="T2" fmla="*/ 2147483646 w 57"/>
                <a:gd name="T3" fmla="*/ 2147483646 h 55"/>
                <a:gd name="T4" fmla="*/ 2147483646 w 57"/>
                <a:gd name="T5" fmla="*/ 2147483646 h 55"/>
                <a:gd name="T6" fmla="*/ 2147483646 w 57"/>
                <a:gd name="T7" fmla="*/ 2147483646 h 55"/>
                <a:gd name="T8" fmla="*/ 2147483646 w 57"/>
                <a:gd name="T9" fmla="*/ 2147483646 h 55"/>
                <a:gd name="T10" fmla="*/ 2147483646 w 57"/>
                <a:gd name="T11" fmla="*/ 2147483646 h 55"/>
                <a:gd name="T12" fmla="*/ 2147483646 w 57"/>
                <a:gd name="T13" fmla="*/ 2147483646 h 55"/>
                <a:gd name="T14" fmla="*/ 2147483646 w 57"/>
                <a:gd name="T15" fmla="*/ 2147483646 h 55"/>
                <a:gd name="T16" fmla="*/ 2147483646 w 57"/>
                <a:gd name="T17" fmla="*/ 2147483646 h 55"/>
                <a:gd name="T18" fmla="*/ 2147483646 w 57"/>
                <a:gd name="T19" fmla="*/ 2147483646 h 55"/>
                <a:gd name="T20" fmla="*/ 0 w 57"/>
                <a:gd name="T21" fmla="*/ 2147483646 h 55"/>
                <a:gd name="T22" fmla="*/ 2147483646 w 57"/>
                <a:gd name="T23" fmla="*/ 2147483646 h 55"/>
                <a:gd name="T24" fmla="*/ 2147483646 w 57"/>
                <a:gd name="T25" fmla="*/ 2147483646 h 55"/>
                <a:gd name="T26" fmla="*/ 2147483646 w 57"/>
                <a:gd name="T27" fmla="*/ 2147483646 h 55"/>
                <a:gd name="T28" fmla="*/ 2147483646 w 57"/>
                <a:gd name="T29" fmla="*/ 2147483646 h 55"/>
                <a:gd name="T30" fmla="*/ 2147483646 w 57"/>
                <a:gd name="T31" fmla="*/ 2147483646 h 55"/>
                <a:gd name="T32" fmla="*/ 2147483646 w 57"/>
                <a:gd name="T33" fmla="*/ 2147483646 h 55"/>
                <a:gd name="T34" fmla="*/ 2147483646 w 57"/>
                <a:gd name="T35" fmla="*/ 2147483646 h 55"/>
                <a:gd name="T36" fmla="*/ 2147483646 w 57"/>
                <a:gd name="T37" fmla="*/ 2147483646 h 55"/>
                <a:gd name="T38" fmla="*/ 2147483646 w 57"/>
                <a:gd name="T39" fmla="*/ 2147483646 h 55"/>
                <a:gd name="T40" fmla="*/ 2147483646 w 57"/>
                <a:gd name="T41" fmla="*/ 2147483646 h 55"/>
                <a:gd name="T42" fmla="*/ 2147483646 w 57"/>
                <a:gd name="T43" fmla="*/ 2147483646 h 55"/>
                <a:gd name="T44" fmla="*/ 2147483646 w 57"/>
                <a:gd name="T45" fmla="*/ 2147483646 h 55"/>
                <a:gd name="T46" fmla="*/ 2147483646 w 57"/>
                <a:gd name="T47" fmla="*/ 2147483646 h 55"/>
                <a:gd name="T48" fmla="*/ 2147483646 w 57"/>
                <a:gd name="T49" fmla="*/ 2147483646 h 55"/>
                <a:gd name="T50" fmla="*/ 2147483646 w 57"/>
                <a:gd name="T51" fmla="*/ 2147483646 h 55"/>
                <a:gd name="T52" fmla="*/ 2147483646 w 57"/>
                <a:gd name="T53" fmla="*/ 2147483646 h 55"/>
                <a:gd name="T54" fmla="*/ 2147483646 w 57"/>
                <a:gd name="T55" fmla="*/ 2147483646 h 55"/>
                <a:gd name="T56" fmla="*/ 2147483646 w 57"/>
                <a:gd name="T57" fmla="*/ 2147483646 h 55"/>
                <a:gd name="T58" fmla="*/ 2147483646 w 57"/>
                <a:gd name="T59" fmla="*/ 2147483646 h 55"/>
                <a:gd name="T60" fmla="*/ 2147483646 w 57"/>
                <a:gd name="T61" fmla="*/ 2147483646 h 55"/>
                <a:gd name="T62" fmla="*/ 2147483646 w 57"/>
                <a:gd name="T63" fmla="*/ 2147483646 h 55"/>
                <a:gd name="T64" fmla="*/ 2147483646 w 57"/>
                <a:gd name="T65" fmla="*/ 2147483646 h 55"/>
                <a:gd name="T66" fmla="*/ 2147483646 w 57"/>
                <a:gd name="T67" fmla="*/ 2147483646 h 55"/>
                <a:gd name="T68" fmla="*/ 2147483646 w 57"/>
                <a:gd name="T69" fmla="*/ 2147483646 h 55"/>
                <a:gd name="T70" fmla="*/ 2147483646 w 57"/>
                <a:gd name="T71" fmla="*/ 2147483646 h 55"/>
                <a:gd name="T72" fmla="*/ 2147483646 w 57"/>
                <a:gd name="T73" fmla="*/ 2147483646 h 55"/>
                <a:gd name="T74" fmla="*/ 2147483646 w 57"/>
                <a:gd name="T75" fmla="*/ 2147483646 h 55"/>
                <a:gd name="T76" fmla="*/ 2147483646 w 57"/>
                <a:gd name="T77" fmla="*/ 2147483646 h 55"/>
                <a:gd name="T78" fmla="*/ 2147483646 w 57"/>
                <a:gd name="T79" fmla="*/ 2147483646 h 55"/>
                <a:gd name="T80" fmla="*/ 2147483646 w 57"/>
                <a:gd name="T81" fmla="*/ 2147483646 h 55"/>
                <a:gd name="T82" fmla="*/ 2147483646 w 57"/>
                <a:gd name="T83" fmla="*/ 2147483646 h 55"/>
                <a:gd name="T84" fmla="*/ 2147483646 w 57"/>
                <a:gd name="T85" fmla="*/ 0 h 55"/>
                <a:gd name="T86" fmla="*/ 2147483646 w 57"/>
                <a:gd name="T87" fmla="*/ 0 h 5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7"/>
                <a:gd name="T133" fmla="*/ 0 h 55"/>
                <a:gd name="T134" fmla="*/ 57 w 57"/>
                <a:gd name="T135" fmla="*/ 55 h 5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7" h="55">
                  <a:moveTo>
                    <a:pt x="29" y="0"/>
                  </a:moveTo>
                  <a:lnTo>
                    <a:pt x="27" y="0"/>
                  </a:lnTo>
                  <a:lnTo>
                    <a:pt x="26" y="0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2" y="1"/>
                  </a:lnTo>
                  <a:lnTo>
                    <a:pt x="21" y="1"/>
                  </a:lnTo>
                  <a:lnTo>
                    <a:pt x="20" y="1"/>
                  </a:lnTo>
                  <a:lnTo>
                    <a:pt x="19" y="3"/>
                  </a:lnTo>
                  <a:lnTo>
                    <a:pt x="17" y="3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4" y="5"/>
                  </a:lnTo>
                  <a:lnTo>
                    <a:pt x="13" y="6"/>
                  </a:lnTo>
                  <a:lnTo>
                    <a:pt x="11" y="6"/>
                  </a:lnTo>
                  <a:lnTo>
                    <a:pt x="10" y="7"/>
                  </a:lnTo>
                  <a:lnTo>
                    <a:pt x="9" y="9"/>
                  </a:lnTo>
                  <a:lnTo>
                    <a:pt x="9" y="10"/>
                  </a:lnTo>
                  <a:lnTo>
                    <a:pt x="8" y="10"/>
                  </a:lnTo>
                  <a:lnTo>
                    <a:pt x="7" y="11"/>
                  </a:lnTo>
                  <a:lnTo>
                    <a:pt x="5" y="12"/>
                  </a:lnTo>
                  <a:lnTo>
                    <a:pt x="5" y="13"/>
                  </a:lnTo>
                  <a:lnTo>
                    <a:pt x="4" y="15"/>
                  </a:lnTo>
                  <a:lnTo>
                    <a:pt x="4" y="16"/>
                  </a:lnTo>
                  <a:lnTo>
                    <a:pt x="3" y="17"/>
                  </a:lnTo>
                  <a:lnTo>
                    <a:pt x="3" y="18"/>
                  </a:lnTo>
                  <a:lnTo>
                    <a:pt x="3" y="19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4"/>
                  </a:lnTo>
                  <a:lnTo>
                    <a:pt x="2" y="25"/>
                  </a:lnTo>
                  <a:lnTo>
                    <a:pt x="2" y="27"/>
                  </a:lnTo>
                  <a:lnTo>
                    <a:pt x="0" y="28"/>
                  </a:lnTo>
                  <a:lnTo>
                    <a:pt x="2" y="29"/>
                  </a:lnTo>
                  <a:lnTo>
                    <a:pt x="2" y="30"/>
                  </a:lnTo>
                  <a:lnTo>
                    <a:pt x="2" y="33"/>
                  </a:lnTo>
                  <a:lnTo>
                    <a:pt x="2" y="34"/>
                  </a:lnTo>
                  <a:lnTo>
                    <a:pt x="2" y="35"/>
                  </a:lnTo>
                  <a:lnTo>
                    <a:pt x="3" y="36"/>
                  </a:lnTo>
                  <a:lnTo>
                    <a:pt x="3" y="37"/>
                  </a:lnTo>
                  <a:lnTo>
                    <a:pt x="3" y="39"/>
                  </a:lnTo>
                  <a:lnTo>
                    <a:pt x="4" y="40"/>
                  </a:lnTo>
                  <a:lnTo>
                    <a:pt x="4" y="41"/>
                  </a:lnTo>
                  <a:lnTo>
                    <a:pt x="5" y="42"/>
                  </a:lnTo>
                  <a:lnTo>
                    <a:pt x="5" y="43"/>
                  </a:lnTo>
                  <a:lnTo>
                    <a:pt x="7" y="45"/>
                  </a:lnTo>
                  <a:lnTo>
                    <a:pt x="8" y="46"/>
                  </a:lnTo>
                  <a:lnTo>
                    <a:pt x="9" y="47"/>
                  </a:lnTo>
                  <a:lnTo>
                    <a:pt x="9" y="48"/>
                  </a:lnTo>
                  <a:lnTo>
                    <a:pt x="10" y="48"/>
                  </a:lnTo>
                  <a:lnTo>
                    <a:pt x="11" y="49"/>
                  </a:lnTo>
                  <a:lnTo>
                    <a:pt x="13" y="51"/>
                  </a:lnTo>
                  <a:lnTo>
                    <a:pt x="14" y="51"/>
                  </a:lnTo>
                  <a:lnTo>
                    <a:pt x="15" y="52"/>
                  </a:lnTo>
                  <a:lnTo>
                    <a:pt x="16" y="52"/>
                  </a:lnTo>
                  <a:lnTo>
                    <a:pt x="17" y="53"/>
                  </a:lnTo>
                  <a:lnTo>
                    <a:pt x="19" y="53"/>
                  </a:lnTo>
                  <a:lnTo>
                    <a:pt x="20" y="54"/>
                  </a:lnTo>
                  <a:lnTo>
                    <a:pt x="21" y="54"/>
                  </a:lnTo>
                  <a:lnTo>
                    <a:pt x="22" y="55"/>
                  </a:lnTo>
                  <a:lnTo>
                    <a:pt x="23" y="55"/>
                  </a:lnTo>
                  <a:lnTo>
                    <a:pt x="25" y="55"/>
                  </a:lnTo>
                  <a:lnTo>
                    <a:pt x="26" y="55"/>
                  </a:lnTo>
                  <a:lnTo>
                    <a:pt x="27" y="55"/>
                  </a:lnTo>
                  <a:lnTo>
                    <a:pt x="29" y="55"/>
                  </a:lnTo>
                  <a:lnTo>
                    <a:pt x="31" y="55"/>
                  </a:lnTo>
                  <a:lnTo>
                    <a:pt x="32" y="55"/>
                  </a:lnTo>
                  <a:lnTo>
                    <a:pt x="33" y="55"/>
                  </a:lnTo>
                  <a:lnTo>
                    <a:pt x="34" y="55"/>
                  </a:lnTo>
                  <a:lnTo>
                    <a:pt x="35" y="55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40" y="53"/>
                  </a:lnTo>
                  <a:lnTo>
                    <a:pt x="41" y="53"/>
                  </a:lnTo>
                  <a:lnTo>
                    <a:pt x="43" y="52"/>
                  </a:lnTo>
                  <a:lnTo>
                    <a:pt x="44" y="52"/>
                  </a:lnTo>
                  <a:lnTo>
                    <a:pt x="45" y="51"/>
                  </a:lnTo>
                  <a:lnTo>
                    <a:pt x="46" y="51"/>
                  </a:lnTo>
                  <a:lnTo>
                    <a:pt x="46" y="49"/>
                  </a:lnTo>
                  <a:lnTo>
                    <a:pt x="47" y="48"/>
                  </a:lnTo>
                  <a:lnTo>
                    <a:pt x="49" y="48"/>
                  </a:lnTo>
                  <a:lnTo>
                    <a:pt x="50" y="47"/>
                  </a:lnTo>
                  <a:lnTo>
                    <a:pt x="51" y="46"/>
                  </a:lnTo>
                  <a:lnTo>
                    <a:pt x="51" y="45"/>
                  </a:lnTo>
                  <a:lnTo>
                    <a:pt x="52" y="43"/>
                  </a:lnTo>
                  <a:lnTo>
                    <a:pt x="53" y="42"/>
                  </a:lnTo>
                  <a:lnTo>
                    <a:pt x="53" y="41"/>
                  </a:lnTo>
                  <a:lnTo>
                    <a:pt x="55" y="40"/>
                  </a:lnTo>
                  <a:lnTo>
                    <a:pt x="55" y="39"/>
                  </a:lnTo>
                  <a:lnTo>
                    <a:pt x="55" y="37"/>
                  </a:lnTo>
                  <a:lnTo>
                    <a:pt x="56" y="36"/>
                  </a:lnTo>
                  <a:lnTo>
                    <a:pt x="56" y="35"/>
                  </a:lnTo>
                  <a:lnTo>
                    <a:pt x="56" y="34"/>
                  </a:lnTo>
                  <a:lnTo>
                    <a:pt x="57" y="33"/>
                  </a:lnTo>
                  <a:lnTo>
                    <a:pt x="57" y="30"/>
                  </a:lnTo>
                  <a:lnTo>
                    <a:pt x="57" y="29"/>
                  </a:lnTo>
                  <a:lnTo>
                    <a:pt x="57" y="28"/>
                  </a:lnTo>
                  <a:lnTo>
                    <a:pt x="57" y="27"/>
                  </a:lnTo>
                  <a:lnTo>
                    <a:pt x="57" y="25"/>
                  </a:lnTo>
                  <a:lnTo>
                    <a:pt x="57" y="24"/>
                  </a:lnTo>
                  <a:lnTo>
                    <a:pt x="56" y="22"/>
                  </a:lnTo>
                  <a:lnTo>
                    <a:pt x="56" y="21"/>
                  </a:lnTo>
                  <a:lnTo>
                    <a:pt x="56" y="19"/>
                  </a:lnTo>
                  <a:lnTo>
                    <a:pt x="55" y="18"/>
                  </a:lnTo>
                  <a:lnTo>
                    <a:pt x="55" y="17"/>
                  </a:lnTo>
                  <a:lnTo>
                    <a:pt x="55" y="16"/>
                  </a:lnTo>
                  <a:lnTo>
                    <a:pt x="53" y="15"/>
                  </a:lnTo>
                  <a:lnTo>
                    <a:pt x="53" y="13"/>
                  </a:lnTo>
                  <a:lnTo>
                    <a:pt x="52" y="12"/>
                  </a:lnTo>
                  <a:lnTo>
                    <a:pt x="51" y="11"/>
                  </a:lnTo>
                  <a:lnTo>
                    <a:pt x="51" y="10"/>
                  </a:lnTo>
                  <a:lnTo>
                    <a:pt x="50" y="10"/>
                  </a:lnTo>
                  <a:lnTo>
                    <a:pt x="49" y="9"/>
                  </a:lnTo>
                  <a:lnTo>
                    <a:pt x="47" y="7"/>
                  </a:lnTo>
                  <a:lnTo>
                    <a:pt x="46" y="6"/>
                  </a:lnTo>
                  <a:lnTo>
                    <a:pt x="45" y="5"/>
                  </a:lnTo>
                  <a:lnTo>
                    <a:pt x="44" y="4"/>
                  </a:lnTo>
                  <a:lnTo>
                    <a:pt x="43" y="4"/>
                  </a:lnTo>
                  <a:lnTo>
                    <a:pt x="41" y="3"/>
                  </a:lnTo>
                  <a:lnTo>
                    <a:pt x="40" y="3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5" y="1"/>
                  </a:lnTo>
                  <a:lnTo>
                    <a:pt x="34" y="0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29" y="0"/>
                  </a:lnTo>
                </a:path>
              </a:pathLst>
            </a:custGeom>
            <a:solidFill>
              <a:srgbClr val="0000FF"/>
            </a:solidFill>
            <a:ln w="19050">
              <a:solidFill>
                <a:srgbClr val="0000FF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" name="Freeform 27">
              <a:extLst>
                <a:ext uri="{FF2B5EF4-FFF2-40B4-BE49-F238E27FC236}">
                  <a16:creationId xmlns:a16="http://schemas.microsoft.com/office/drawing/2014/main" id="{58601FEB-8BF0-4564-AEAA-FA9DFCC20DB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28000" y="3035300"/>
              <a:ext cx="131763" cy="44450"/>
            </a:xfrm>
            <a:custGeom>
              <a:avLst/>
              <a:gdLst>
                <a:gd name="T0" fmla="*/ 0 w 145"/>
                <a:gd name="T1" fmla="*/ 2147483646 h 48"/>
                <a:gd name="T2" fmla="*/ 2147483646 w 145"/>
                <a:gd name="T3" fmla="*/ 2147483646 h 48"/>
                <a:gd name="T4" fmla="*/ 0 w 145"/>
                <a:gd name="T5" fmla="*/ 0 h 48"/>
                <a:gd name="T6" fmla="*/ 0 w 145"/>
                <a:gd name="T7" fmla="*/ 2147483646 h 48"/>
                <a:gd name="T8" fmla="*/ 0 w 145"/>
                <a:gd name="T9" fmla="*/ 214748364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5"/>
                <a:gd name="T16" fmla="*/ 0 h 48"/>
                <a:gd name="T17" fmla="*/ 145 w 145"/>
                <a:gd name="T18" fmla="*/ 48 h 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5" h="48">
                  <a:moveTo>
                    <a:pt x="0" y="48"/>
                  </a:moveTo>
                  <a:lnTo>
                    <a:pt x="145" y="24"/>
                  </a:lnTo>
                  <a:lnTo>
                    <a:pt x="0" y="0"/>
                  </a:lnTo>
                  <a:lnTo>
                    <a:pt x="0" y="2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9" name="Line 28">
              <a:extLst>
                <a:ext uri="{FF2B5EF4-FFF2-40B4-BE49-F238E27FC236}">
                  <a16:creationId xmlns:a16="http://schemas.microsoft.com/office/drawing/2014/main" id="{9595337F-A62F-4161-8BE9-32647B652FB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7732713" y="3057525"/>
              <a:ext cx="395287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" name="Rectangle 29">
              <a:extLst>
                <a:ext uri="{FF2B5EF4-FFF2-40B4-BE49-F238E27FC236}">
                  <a16:creationId xmlns:a16="http://schemas.microsoft.com/office/drawing/2014/main" id="{35580159-24C6-42E1-8941-CFD69AAF101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06475" y="2806700"/>
              <a:ext cx="2428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</a:p>
          </p:txBody>
        </p:sp>
        <p:sp>
          <p:nvSpPr>
            <p:cNvPr id="61" name="Rectangle 30">
              <a:extLst>
                <a:ext uri="{FF2B5EF4-FFF2-40B4-BE49-F238E27FC236}">
                  <a16:creationId xmlns:a16="http://schemas.microsoft.com/office/drawing/2014/main" id="{E528882A-76FA-477A-AA68-0D8919E89A1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393113" y="2947988"/>
              <a:ext cx="17462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Z </a:t>
              </a:r>
            </a:p>
          </p:txBody>
        </p:sp>
        <p:sp>
          <p:nvSpPr>
            <p:cNvPr id="62" name="Rectangle 31">
              <a:extLst>
                <a:ext uri="{FF2B5EF4-FFF2-40B4-BE49-F238E27FC236}">
                  <a16:creationId xmlns:a16="http://schemas.microsoft.com/office/drawing/2014/main" id="{75B5B24B-E8E5-47FC-9CCE-A53B025F312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392863" y="2811463"/>
              <a:ext cx="1262062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Combinational </a:t>
              </a:r>
            </a:p>
          </p:txBody>
        </p:sp>
        <p:sp>
          <p:nvSpPr>
            <p:cNvPr id="63" name="Rectangle 32">
              <a:extLst>
                <a:ext uri="{FF2B5EF4-FFF2-40B4-BE49-F238E27FC236}">
                  <a16:creationId xmlns:a16="http://schemas.microsoft.com/office/drawing/2014/main" id="{103D4B07-0E44-499D-BEF7-28109E7816E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238875" y="2509838"/>
              <a:ext cx="1493838" cy="1096962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" name="Rectangle 33">
              <a:extLst>
                <a:ext uri="{FF2B5EF4-FFF2-40B4-BE49-F238E27FC236}">
                  <a16:creationId xmlns:a16="http://schemas.microsoft.com/office/drawing/2014/main" id="{8EF0114F-7D2D-4C88-A5B8-F02ABB55C28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29413" y="3038475"/>
              <a:ext cx="573087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circuit </a:t>
              </a:r>
            </a:p>
          </p:txBody>
        </p:sp>
        <p:sp>
          <p:nvSpPr>
            <p:cNvPr id="65" name="Shape 640">
              <a:extLst>
                <a:ext uri="{FF2B5EF4-FFF2-40B4-BE49-F238E27FC236}">
                  <a16:creationId xmlns:a16="http://schemas.microsoft.com/office/drawing/2014/main" id="{AC8F61D1-9CCB-46DD-96CE-61F490C102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1013" y="2803525"/>
              <a:ext cx="395287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Q(t) </a:t>
              </a:r>
            </a:p>
          </p:txBody>
        </p:sp>
        <p:sp>
          <p:nvSpPr>
            <p:cNvPr id="66" name="Shape 643">
              <a:extLst>
                <a:ext uri="{FF2B5EF4-FFF2-40B4-BE49-F238E27FC236}">
                  <a16:creationId xmlns:a16="http://schemas.microsoft.com/office/drawing/2014/main" id="{2E889DD2-9CEA-4865-8FB7-2086C31292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08388" y="2803525"/>
              <a:ext cx="6127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Q(t+1) </a:t>
              </a:r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65" name="Shape 979">
            <a:extLst>
              <a:ext uri="{FF2B5EF4-FFF2-40B4-BE49-F238E27FC236}">
                <a16:creationId xmlns:a16="http://schemas.microsoft.com/office/drawing/2014/main" id="{4B979CB2-CE39-4C2B-BEB1-FDD4BB9934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2701"/>
            <a:ext cx="9144000" cy="520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3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Summary: Designing a Moore Machine</a:t>
            </a:r>
          </a:p>
        </p:txBody>
      </p:sp>
      <p:sp>
        <p:nvSpPr>
          <p:cNvPr id="139266" name="Shape 980">
            <a:extLst>
              <a:ext uri="{FF2B5EF4-FFF2-40B4-BE49-F238E27FC236}">
                <a16:creationId xmlns:a16="http://schemas.microsoft.com/office/drawing/2014/main" id="{E05A3078-FB84-4716-8B0F-42E61E1BC0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5657" y="609600"/>
            <a:ext cx="7802562" cy="451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 marL="457200" indent="-3937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577850" marR="0" lvl="0" indent="-51435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Obtain the circuit specification</a:t>
            </a:r>
          </a:p>
          <a:p>
            <a:pPr marL="577850" marR="0" lvl="0" indent="-51435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Derive a state diagram</a:t>
            </a:r>
          </a:p>
          <a:p>
            <a:pPr marL="577850" marR="0" lvl="0" indent="-51435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Derive the state table</a:t>
            </a:r>
          </a:p>
          <a:p>
            <a:pPr marL="577850" marR="0" lvl="0" indent="-51435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Decide on a state encoding</a:t>
            </a:r>
          </a:p>
          <a:p>
            <a:pPr marL="577850" marR="0" lvl="0" indent="-51435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Encode the state table</a:t>
            </a:r>
          </a:p>
          <a:p>
            <a:pPr marL="577850" marR="0" lvl="0" indent="-51435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Derive the output logic and next-state logic</a:t>
            </a:r>
          </a:p>
          <a:p>
            <a:pPr marL="577850" marR="0" lvl="0" indent="-51435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Draw the Circuit Diagram</a:t>
            </a:r>
          </a:p>
          <a:p>
            <a:pPr marL="577850" marR="0" lvl="0" indent="-51435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>
                <a:srgbClr val="000000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Add a reset signal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F54FC2C8-D0FA-4107-8DCC-6D9A83855C7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00200" y="5029200"/>
            <a:ext cx="6489543" cy="16748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8193366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377" name="Shape 1945">
            <a:extLst>
              <a:ext uri="{FF2B5EF4-FFF2-40B4-BE49-F238E27FC236}">
                <a16:creationId xmlns:a16="http://schemas.microsoft.com/office/drawing/2014/main" id="{F55FEF63-51B9-4FC6-86EB-5136E1BFCE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350" y="838200"/>
            <a:ext cx="7258050" cy="3733800"/>
          </a:xfrm>
          <a:prstGeom prst="rect">
            <a:avLst/>
          </a:prstGeom>
          <a:blipFill dpi="0" rotWithShape="1">
            <a:blip r:embed="rId3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29378" name="TextBox 125">
            <a:extLst>
              <a:ext uri="{FF2B5EF4-FFF2-40B4-BE49-F238E27FC236}">
                <a16:creationId xmlns:a16="http://schemas.microsoft.com/office/drawing/2014/main" id="{DB99B111-3831-4021-9A42-F7889E18B8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7175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[ Figure 6.10 from the textbook ]</a:t>
            </a:r>
          </a:p>
        </p:txBody>
      </p:sp>
      <p:sp>
        <p:nvSpPr>
          <p:cNvPr id="5" name="Shape 1952">
            <a:extLst>
              <a:ext uri="{FF2B5EF4-FFF2-40B4-BE49-F238E27FC236}">
                <a16:creationId xmlns:a16="http://schemas.microsoft.com/office/drawing/2014/main" id="{61F3BE6D-B82C-2844-9176-30F2EE575B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5029200"/>
            <a:ext cx="9159875" cy="1063625"/>
          </a:xfrm>
          <a:prstGeom prst="rect">
            <a:avLst/>
          </a:prstGeom>
          <a:noFill/>
          <a:ln>
            <a:noFill/>
          </a:ln>
          <a:extLst>
            <a:ext uri="{909E8E84-426E-40dd-AFC4-6F175D3DCCD1}"/>
            <a:ext uri="{91240B29-F687-4f45-9708-019B960494DF}"/>
          </a:extLst>
        </p:spPr>
        <p:txBody>
          <a:bodyPr lIns="91425" tIns="45700" rIns="91425" bIns="45700" anchor="ctr"/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0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0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0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0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0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0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0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0"/>
                <a:sym typeface="Arial" charset="0"/>
              </a:defRPr>
            </a:lvl9pPr>
          </a:lstStyle>
          <a:p>
            <a:pPr marL="0" marR="0" lvl="0" indent="0" algn="just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Times New Roman" charset="0"/>
                <a:sym typeface="Times New Roman" charset="0"/>
              </a:rPr>
              <a:t>Design a Moore machine control circuit for swapping the contents of registers R1 and R2 by using R3 as a temporary.</a:t>
            </a: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48937980-BA74-4515-A52F-16BDF5013573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lvl="0" algn="ctr">
              <a:defRPr/>
            </a:pPr>
            <a:r>
              <a:rPr lang="en-US" altLang="en-US" sz="3600" b="1" dirty="0"/>
              <a:t>Example #2: Register </a:t>
            </a: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Swap Controller</a:t>
            </a: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4E1C229-1852-419B-A75C-C8467D775C66}"/>
                  </a:ext>
                </a:extLst>
              </p14:cNvPr>
              <p14:cNvContentPartPr/>
              <p14:nvPr/>
            </p14:nvContentPartPr>
            <p14:xfrm>
              <a:off x="7633800" y="1739520"/>
              <a:ext cx="1414800" cy="24710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4E1C229-1852-419B-A75C-C8467D775C66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7624440" y="1730160"/>
                <a:ext cx="1433520" cy="248976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099" name="TextBox 125">
            <a:extLst>
              <a:ext uri="{FF2B5EF4-FFF2-40B4-BE49-F238E27FC236}">
                <a16:creationId xmlns:a16="http://schemas.microsoft.com/office/drawing/2014/main" id="{69348A8C-EA56-449F-A7C1-1BC20AA6BF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7175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[ Figure 6.11 from the textbook ]</a:t>
            </a:r>
          </a:p>
        </p:txBody>
      </p:sp>
      <p:sp>
        <p:nvSpPr>
          <p:cNvPr id="260100" name="Title 1">
            <a:extLst>
              <a:ext uri="{FF2B5EF4-FFF2-40B4-BE49-F238E27FC236}">
                <a16:creationId xmlns:a16="http://schemas.microsoft.com/office/drawing/2014/main" id="{DC81A062-066A-4205-842E-E201D4E3CDAA}"/>
              </a:ext>
            </a:extLst>
          </p:cNvPr>
          <p:cNvSpPr txBox="1">
            <a:spLocks/>
          </p:cNvSpPr>
          <p:nvPr/>
        </p:nvSpPr>
        <p:spPr bwMode="auto">
          <a:xfrm>
            <a:off x="0" y="168275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State Diagram</a:t>
            </a:r>
          </a:p>
        </p:txBody>
      </p:sp>
      <p:sp>
        <p:nvSpPr>
          <p:cNvPr id="89" name="Shape 1945">
            <a:extLst>
              <a:ext uri="{FF2B5EF4-FFF2-40B4-BE49-F238E27FC236}">
                <a16:creationId xmlns:a16="http://schemas.microsoft.com/office/drawing/2014/main" id="{67A46BA2-E72C-45C2-81C1-0151401C51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3048000"/>
            <a:ext cx="3048000" cy="2209800"/>
          </a:xfrm>
          <a:prstGeom prst="rect">
            <a:avLst/>
          </a:prstGeom>
          <a:blipFill dpi="0" rotWithShape="1">
            <a:blip r:embed="rId3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BE79F6A0-2F14-4549-90B4-E7352C9456DB}"/>
                  </a:ext>
                </a:extLst>
              </p14:cNvPr>
              <p14:cNvContentPartPr/>
              <p14:nvPr/>
            </p14:nvContentPartPr>
            <p14:xfrm>
              <a:off x="4182120" y="402120"/>
              <a:ext cx="4849200" cy="49136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BE79F6A0-2F14-4549-90B4-E7352C9456DB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4172760" y="392760"/>
                <a:ext cx="4867920" cy="493236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0097" name="Shape 1957">
            <a:extLst>
              <a:ext uri="{FF2B5EF4-FFF2-40B4-BE49-F238E27FC236}">
                <a16:creationId xmlns:a16="http://schemas.microsoft.com/office/drawing/2014/main" id="{D6A6C603-0FC6-42EC-BD52-AF2885C8362E}"/>
              </a:ext>
            </a:extLst>
          </p:cNvPr>
          <p:cNvGrpSpPr>
            <a:grpSpLocks/>
          </p:cNvGrpSpPr>
          <p:nvPr/>
        </p:nvGrpSpPr>
        <p:grpSpPr bwMode="auto">
          <a:xfrm>
            <a:off x="2027238" y="990600"/>
            <a:ext cx="5495927" cy="5207001"/>
            <a:chOff x="2103422" y="538162"/>
            <a:chExt cx="5495791" cy="5207001"/>
          </a:xfrm>
        </p:grpSpPr>
        <p:sp>
          <p:nvSpPr>
            <p:cNvPr id="260101" name="Shape 1958">
              <a:extLst>
                <a:ext uri="{FF2B5EF4-FFF2-40B4-BE49-F238E27FC236}">
                  <a16:creationId xmlns:a16="http://schemas.microsoft.com/office/drawing/2014/main" id="{874724F7-9758-4852-A7AF-EDABDA0A5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729" y="1055689"/>
              <a:ext cx="114300" cy="138111"/>
            </a:xfrm>
            <a:custGeom>
              <a:avLst/>
              <a:gdLst>
                <a:gd name="T0" fmla="*/ 2147483646 w 144"/>
                <a:gd name="T1" fmla="*/ 0 h 173"/>
                <a:gd name="T2" fmla="*/ 0 w 144"/>
                <a:gd name="T3" fmla="*/ 2147483646 h 173"/>
                <a:gd name="T4" fmla="*/ 2147483646 w 144"/>
                <a:gd name="T5" fmla="*/ 2147483646 h 173"/>
                <a:gd name="T6" fmla="*/ 2147483646 w 144"/>
                <a:gd name="T7" fmla="*/ 2147483646 h 173"/>
                <a:gd name="T8" fmla="*/ 2147483646 w 144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73"/>
                <a:gd name="T17" fmla="*/ 144 w 144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73" extrusionOk="0">
                  <a:moveTo>
                    <a:pt x="86" y="0"/>
                  </a:moveTo>
                  <a:lnTo>
                    <a:pt x="0" y="173"/>
                  </a:lnTo>
                  <a:lnTo>
                    <a:pt x="144" y="57"/>
                  </a:lnTo>
                  <a:lnTo>
                    <a:pt x="115" y="29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0102" name="Shape 1959">
              <a:extLst>
                <a:ext uri="{FF2B5EF4-FFF2-40B4-BE49-F238E27FC236}">
                  <a16:creationId xmlns:a16="http://schemas.microsoft.com/office/drawing/2014/main" id="{89936DC2-EADD-42B2-B6BC-16BC943F0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493" y="598488"/>
              <a:ext cx="639761" cy="641350"/>
            </a:xfrm>
            <a:custGeom>
              <a:avLst/>
              <a:gdLst>
                <a:gd name="T0" fmla="*/ 2147483646 w 808"/>
                <a:gd name="T1" fmla="*/ 2147483646 h 807"/>
                <a:gd name="T2" fmla="*/ 2147483646 w 808"/>
                <a:gd name="T3" fmla="*/ 2147483646 h 807"/>
                <a:gd name="T4" fmla="*/ 2147483646 w 808"/>
                <a:gd name="T5" fmla="*/ 2147483646 h 807"/>
                <a:gd name="T6" fmla="*/ 2147483646 w 808"/>
                <a:gd name="T7" fmla="*/ 2147483646 h 807"/>
                <a:gd name="T8" fmla="*/ 2147483646 w 808"/>
                <a:gd name="T9" fmla="*/ 2147483646 h 807"/>
                <a:gd name="T10" fmla="*/ 2147483646 w 808"/>
                <a:gd name="T11" fmla="*/ 2147483646 h 807"/>
                <a:gd name="T12" fmla="*/ 2147483646 w 808"/>
                <a:gd name="T13" fmla="*/ 2147483646 h 807"/>
                <a:gd name="T14" fmla="*/ 2147483646 w 808"/>
                <a:gd name="T15" fmla="*/ 2147483646 h 807"/>
                <a:gd name="T16" fmla="*/ 2147483646 w 808"/>
                <a:gd name="T17" fmla="*/ 2147483646 h 807"/>
                <a:gd name="T18" fmla="*/ 2147483646 w 808"/>
                <a:gd name="T19" fmla="*/ 2147483646 h 807"/>
                <a:gd name="T20" fmla="*/ 2147483646 w 808"/>
                <a:gd name="T21" fmla="*/ 0 h 807"/>
                <a:gd name="T22" fmla="*/ 2147483646 w 808"/>
                <a:gd name="T23" fmla="*/ 0 h 807"/>
                <a:gd name="T24" fmla="*/ 2147483646 w 808"/>
                <a:gd name="T25" fmla="*/ 2147483646 h 807"/>
                <a:gd name="T26" fmla="*/ 2147483646 w 808"/>
                <a:gd name="T27" fmla="*/ 2147483646 h 807"/>
                <a:gd name="T28" fmla="*/ 2147483646 w 808"/>
                <a:gd name="T29" fmla="*/ 2147483646 h 807"/>
                <a:gd name="T30" fmla="*/ 2147483646 w 808"/>
                <a:gd name="T31" fmla="*/ 2147483646 h 807"/>
                <a:gd name="T32" fmla="*/ 2147483646 w 808"/>
                <a:gd name="T33" fmla="*/ 2147483646 h 807"/>
                <a:gd name="T34" fmla="*/ 2147483646 w 808"/>
                <a:gd name="T35" fmla="*/ 2147483646 h 807"/>
                <a:gd name="T36" fmla="*/ 2147483646 w 808"/>
                <a:gd name="T37" fmla="*/ 2147483646 h 807"/>
                <a:gd name="T38" fmla="*/ 2147483646 w 808"/>
                <a:gd name="T39" fmla="*/ 2147483646 h 807"/>
                <a:gd name="T40" fmla="*/ 2147483646 w 808"/>
                <a:gd name="T41" fmla="*/ 2147483646 h 807"/>
                <a:gd name="T42" fmla="*/ 2147483646 w 808"/>
                <a:gd name="T43" fmla="*/ 2147483646 h 807"/>
                <a:gd name="T44" fmla="*/ 2147483646 w 808"/>
                <a:gd name="T45" fmla="*/ 2147483646 h 807"/>
                <a:gd name="T46" fmla="*/ 2147483646 w 808"/>
                <a:gd name="T47" fmla="*/ 2147483646 h 807"/>
                <a:gd name="T48" fmla="*/ 2147483646 w 808"/>
                <a:gd name="T49" fmla="*/ 2147483646 h 807"/>
                <a:gd name="T50" fmla="*/ 2147483646 w 808"/>
                <a:gd name="T51" fmla="*/ 2147483646 h 807"/>
                <a:gd name="T52" fmla="*/ 2147483646 w 808"/>
                <a:gd name="T53" fmla="*/ 2147483646 h 807"/>
                <a:gd name="T54" fmla="*/ 2147483646 w 808"/>
                <a:gd name="T55" fmla="*/ 2147483646 h 807"/>
                <a:gd name="T56" fmla="*/ 2147483646 w 808"/>
                <a:gd name="T57" fmla="*/ 2147483646 h 807"/>
                <a:gd name="T58" fmla="*/ 2147483646 w 808"/>
                <a:gd name="T59" fmla="*/ 2147483646 h 807"/>
                <a:gd name="T60" fmla="*/ 2147483646 w 808"/>
                <a:gd name="T61" fmla="*/ 2147483646 h 807"/>
                <a:gd name="T62" fmla="*/ 2147483646 w 808"/>
                <a:gd name="T63" fmla="*/ 2147483646 h 807"/>
                <a:gd name="T64" fmla="*/ 2147483646 w 808"/>
                <a:gd name="T65" fmla="*/ 2147483646 h 807"/>
                <a:gd name="T66" fmla="*/ 2147483646 w 808"/>
                <a:gd name="T67" fmla="*/ 2147483646 h 807"/>
                <a:gd name="T68" fmla="*/ 2147483646 w 808"/>
                <a:gd name="T69" fmla="*/ 2147483646 h 807"/>
                <a:gd name="T70" fmla="*/ 2147483646 w 808"/>
                <a:gd name="T71" fmla="*/ 2147483646 h 807"/>
                <a:gd name="T72" fmla="*/ 2147483646 w 808"/>
                <a:gd name="T73" fmla="*/ 2147483646 h 807"/>
                <a:gd name="T74" fmla="*/ 2147483646 w 808"/>
                <a:gd name="T75" fmla="*/ 2147483646 h 807"/>
                <a:gd name="T76" fmla="*/ 2147483646 w 808"/>
                <a:gd name="T77" fmla="*/ 2147483646 h 807"/>
                <a:gd name="T78" fmla="*/ 2147483646 w 808"/>
                <a:gd name="T79" fmla="*/ 2147483646 h 807"/>
                <a:gd name="T80" fmla="*/ 2147483646 w 808"/>
                <a:gd name="T81" fmla="*/ 2147483646 h 807"/>
                <a:gd name="T82" fmla="*/ 2147483646 w 808"/>
                <a:gd name="T83" fmla="*/ 2147483646 h 807"/>
                <a:gd name="T84" fmla="*/ 2147483646 w 808"/>
                <a:gd name="T85" fmla="*/ 2147483646 h 807"/>
                <a:gd name="T86" fmla="*/ 2147483646 w 808"/>
                <a:gd name="T87" fmla="*/ 2147483646 h 80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08"/>
                <a:gd name="T133" fmla="*/ 0 h 807"/>
                <a:gd name="T134" fmla="*/ 808 w 808"/>
                <a:gd name="T135" fmla="*/ 807 h 80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08" h="807" extrusionOk="0">
                  <a:moveTo>
                    <a:pt x="0" y="400"/>
                  </a:moveTo>
                  <a:lnTo>
                    <a:pt x="0" y="408"/>
                  </a:lnTo>
                  <a:lnTo>
                    <a:pt x="2" y="388"/>
                  </a:lnTo>
                  <a:lnTo>
                    <a:pt x="3" y="366"/>
                  </a:lnTo>
                  <a:lnTo>
                    <a:pt x="6" y="346"/>
                  </a:lnTo>
                  <a:lnTo>
                    <a:pt x="9" y="326"/>
                  </a:lnTo>
                  <a:lnTo>
                    <a:pt x="13" y="307"/>
                  </a:lnTo>
                  <a:lnTo>
                    <a:pt x="19" y="287"/>
                  </a:lnTo>
                  <a:lnTo>
                    <a:pt x="26" y="268"/>
                  </a:lnTo>
                  <a:lnTo>
                    <a:pt x="34" y="250"/>
                  </a:lnTo>
                  <a:lnTo>
                    <a:pt x="41" y="232"/>
                  </a:lnTo>
                  <a:lnTo>
                    <a:pt x="51" y="214"/>
                  </a:lnTo>
                  <a:lnTo>
                    <a:pt x="61" y="196"/>
                  </a:lnTo>
                  <a:lnTo>
                    <a:pt x="71" y="180"/>
                  </a:lnTo>
                  <a:lnTo>
                    <a:pt x="83" y="165"/>
                  </a:lnTo>
                  <a:lnTo>
                    <a:pt x="94" y="149"/>
                  </a:lnTo>
                  <a:lnTo>
                    <a:pt x="107" y="134"/>
                  </a:lnTo>
                  <a:lnTo>
                    <a:pt x="122" y="120"/>
                  </a:lnTo>
                  <a:lnTo>
                    <a:pt x="135" y="107"/>
                  </a:lnTo>
                  <a:lnTo>
                    <a:pt x="150" y="94"/>
                  </a:lnTo>
                  <a:lnTo>
                    <a:pt x="165" y="81"/>
                  </a:lnTo>
                  <a:lnTo>
                    <a:pt x="181" y="69"/>
                  </a:lnTo>
                  <a:lnTo>
                    <a:pt x="198" y="59"/>
                  </a:lnTo>
                  <a:lnTo>
                    <a:pt x="215" y="49"/>
                  </a:lnTo>
                  <a:lnTo>
                    <a:pt x="233" y="41"/>
                  </a:lnTo>
                  <a:lnTo>
                    <a:pt x="251" y="32"/>
                  </a:lnTo>
                  <a:lnTo>
                    <a:pt x="269" y="25"/>
                  </a:lnTo>
                  <a:lnTo>
                    <a:pt x="289" y="19"/>
                  </a:lnTo>
                  <a:lnTo>
                    <a:pt x="307" y="13"/>
                  </a:lnTo>
                  <a:lnTo>
                    <a:pt x="328" y="9"/>
                  </a:lnTo>
                  <a:lnTo>
                    <a:pt x="348" y="5"/>
                  </a:lnTo>
                  <a:lnTo>
                    <a:pt x="368" y="2"/>
                  </a:lnTo>
                  <a:lnTo>
                    <a:pt x="388" y="0"/>
                  </a:lnTo>
                  <a:lnTo>
                    <a:pt x="410" y="0"/>
                  </a:lnTo>
                  <a:lnTo>
                    <a:pt x="400" y="0"/>
                  </a:lnTo>
                  <a:lnTo>
                    <a:pt x="421" y="0"/>
                  </a:lnTo>
                  <a:lnTo>
                    <a:pt x="442" y="2"/>
                  </a:lnTo>
                  <a:lnTo>
                    <a:pt x="462" y="5"/>
                  </a:lnTo>
                  <a:lnTo>
                    <a:pt x="482" y="9"/>
                  </a:lnTo>
                  <a:lnTo>
                    <a:pt x="502" y="13"/>
                  </a:lnTo>
                  <a:lnTo>
                    <a:pt x="521" y="19"/>
                  </a:lnTo>
                  <a:lnTo>
                    <a:pt x="541" y="25"/>
                  </a:lnTo>
                  <a:lnTo>
                    <a:pt x="558" y="32"/>
                  </a:lnTo>
                  <a:lnTo>
                    <a:pt x="577" y="41"/>
                  </a:lnTo>
                  <a:lnTo>
                    <a:pt x="594" y="49"/>
                  </a:lnTo>
                  <a:lnTo>
                    <a:pt x="612" y="59"/>
                  </a:lnTo>
                  <a:lnTo>
                    <a:pt x="629" y="69"/>
                  </a:lnTo>
                  <a:lnTo>
                    <a:pt x="645" y="81"/>
                  </a:lnTo>
                  <a:lnTo>
                    <a:pt x="659" y="94"/>
                  </a:lnTo>
                  <a:lnTo>
                    <a:pt x="675" y="107"/>
                  </a:lnTo>
                  <a:lnTo>
                    <a:pt x="688" y="120"/>
                  </a:lnTo>
                  <a:lnTo>
                    <a:pt x="702" y="134"/>
                  </a:lnTo>
                  <a:lnTo>
                    <a:pt x="715" y="149"/>
                  </a:lnTo>
                  <a:lnTo>
                    <a:pt x="727" y="165"/>
                  </a:lnTo>
                  <a:lnTo>
                    <a:pt x="738" y="180"/>
                  </a:lnTo>
                  <a:lnTo>
                    <a:pt x="749" y="196"/>
                  </a:lnTo>
                  <a:lnTo>
                    <a:pt x="759" y="214"/>
                  </a:lnTo>
                  <a:lnTo>
                    <a:pt x="769" y="232"/>
                  </a:lnTo>
                  <a:lnTo>
                    <a:pt x="776" y="250"/>
                  </a:lnTo>
                  <a:lnTo>
                    <a:pt x="783" y="268"/>
                  </a:lnTo>
                  <a:lnTo>
                    <a:pt x="790" y="287"/>
                  </a:lnTo>
                  <a:lnTo>
                    <a:pt x="796" y="307"/>
                  </a:lnTo>
                  <a:lnTo>
                    <a:pt x="800" y="326"/>
                  </a:lnTo>
                  <a:lnTo>
                    <a:pt x="803" y="346"/>
                  </a:lnTo>
                  <a:lnTo>
                    <a:pt x="806" y="366"/>
                  </a:lnTo>
                  <a:lnTo>
                    <a:pt x="808" y="388"/>
                  </a:lnTo>
                  <a:lnTo>
                    <a:pt x="808" y="408"/>
                  </a:lnTo>
                  <a:lnTo>
                    <a:pt x="808" y="400"/>
                  </a:lnTo>
                  <a:lnTo>
                    <a:pt x="808" y="420"/>
                  </a:lnTo>
                  <a:lnTo>
                    <a:pt x="806" y="441"/>
                  </a:lnTo>
                  <a:lnTo>
                    <a:pt x="803" y="461"/>
                  </a:lnTo>
                  <a:lnTo>
                    <a:pt x="800" y="482"/>
                  </a:lnTo>
                  <a:lnTo>
                    <a:pt x="796" y="500"/>
                  </a:lnTo>
                  <a:lnTo>
                    <a:pt x="790" y="521"/>
                  </a:lnTo>
                  <a:lnTo>
                    <a:pt x="783" y="539"/>
                  </a:lnTo>
                  <a:lnTo>
                    <a:pt x="776" y="558"/>
                  </a:lnTo>
                  <a:lnTo>
                    <a:pt x="769" y="575"/>
                  </a:lnTo>
                  <a:lnTo>
                    <a:pt x="759" y="594"/>
                  </a:lnTo>
                  <a:lnTo>
                    <a:pt x="749" y="611"/>
                  </a:lnTo>
                  <a:lnTo>
                    <a:pt x="738" y="627"/>
                  </a:lnTo>
                  <a:lnTo>
                    <a:pt x="727" y="643"/>
                  </a:lnTo>
                  <a:lnTo>
                    <a:pt x="715" y="659"/>
                  </a:lnTo>
                  <a:lnTo>
                    <a:pt x="702" y="673"/>
                  </a:lnTo>
                  <a:lnTo>
                    <a:pt x="688" y="688"/>
                  </a:lnTo>
                  <a:lnTo>
                    <a:pt x="675" y="701"/>
                  </a:lnTo>
                  <a:lnTo>
                    <a:pt x="659" y="714"/>
                  </a:lnTo>
                  <a:lnTo>
                    <a:pt x="645" y="727"/>
                  </a:lnTo>
                  <a:lnTo>
                    <a:pt x="629" y="738"/>
                  </a:lnTo>
                  <a:lnTo>
                    <a:pt x="612" y="748"/>
                  </a:lnTo>
                  <a:lnTo>
                    <a:pt x="594" y="758"/>
                  </a:lnTo>
                  <a:lnTo>
                    <a:pt x="577" y="767"/>
                  </a:lnTo>
                  <a:lnTo>
                    <a:pt x="558" y="776"/>
                  </a:lnTo>
                  <a:lnTo>
                    <a:pt x="541" y="783"/>
                  </a:lnTo>
                  <a:lnTo>
                    <a:pt x="521" y="789"/>
                  </a:lnTo>
                  <a:lnTo>
                    <a:pt x="502" y="794"/>
                  </a:lnTo>
                  <a:lnTo>
                    <a:pt x="482" y="799"/>
                  </a:lnTo>
                  <a:lnTo>
                    <a:pt x="462" y="803"/>
                  </a:lnTo>
                  <a:lnTo>
                    <a:pt x="442" y="806"/>
                  </a:lnTo>
                  <a:lnTo>
                    <a:pt x="421" y="807"/>
                  </a:lnTo>
                  <a:lnTo>
                    <a:pt x="400" y="807"/>
                  </a:lnTo>
                  <a:lnTo>
                    <a:pt x="410" y="807"/>
                  </a:lnTo>
                  <a:lnTo>
                    <a:pt x="388" y="807"/>
                  </a:lnTo>
                  <a:lnTo>
                    <a:pt x="368" y="806"/>
                  </a:lnTo>
                  <a:lnTo>
                    <a:pt x="348" y="803"/>
                  </a:lnTo>
                  <a:lnTo>
                    <a:pt x="328" y="799"/>
                  </a:lnTo>
                  <a:lnTo>
                    <a:pt x="307" y="794"/>
                  </a:lnTo>
                  <a:lnTo>
                    <a:pt x="289" y="789"/>
                  </a:lnTo>
                  <a:lnTo>
                    <a:pt x="269" y="783"/>
                  </a:lnTo>
                  <a:lnTo>
                    <a:pt x="251" y="776"/>
                  </a:lnTo>
                  <a:lnTo>
                    <a:pt x="233" y="767"/>
                  </a:lnTo>
                  <a:lnTo>
                    <a:pt x="215" y="758"/>
                  </a:lnTo>
                  <a:lnTo>
                    <a:pt x="198" y="748"/>
                  </a:lnTo>
                  <a:lnTo>
                    <a:pt x="181" y="738"/>
                  </a:lnTo>
                  <a:lnTo>
                    <a:pt x="165" y="727"/>
                  </a:lnTo>
                  <a:lnTo>
                    <a:pt x="150" y="714"/>
                  </a:lnTo>
                  <a:lnTo>
                    <a:pt x="135" y="701"/>
                  </a:lnTo>
                  <a:lnTo>
                    <a:pt x="122" y="688"/>
                  </a:lnTo>
                  <a:lnTo>
                    <a:pt x="107" y="673"/>
                  </a:lnTo>
                  <a:lnTo>
                    <a:pt x="94" y="659"/>
                  </a:lnTo>
                  <a:lnTo>
                    <a:pt x="83" y="643"/>
                  </a:lnTo>
                  <a:lnTo>
                    <a:pt x="71" y="627"/>
                  </a:lnTo>
                  <a:lnTo>
                    <a:pt x="61" y="611"/>
                  </a:lnTo>
                  <a:lnTo>
                    <a:pt x="51" y="594"/>
                  </a:lnTo>
                  <a:lnTo>
                    <a:pt x="41" y="575"/>
                  </a:lnTo>
                  <a:lnTo>
                    <a:pt x="34" y="558"/>
                  </a:lnTo>
                  <a:lnTo>
                    <a:pt x="26" y="539"/>
                  </a:lnTo>
                  <a:lnTo>
                    <a:pt x="19" y="521"/>
                  </a:lnTo>
                  <a:lnTo>
                    <a:pt x="13" y="500"/>
                  </a:lnTo>
                  <a:lnTo>
                    <a:pt x="9" y="482"/>
                  </a:lnTo>
                  <a:lnTo>
                    <a:pt x="6" y="461"/>
                  </a:lnTo>
                  <a:lnTo>
                    <a:pt x="3" y="441"/>
                  </a:lnTo>
                  <a:lnTo>
                    <a:pt x="2" y="420"/>
                  </a:lnTo>
                  <a:lnTo>
                    <a:pt x="0" y="400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0103" name="Shape 1960">
              <a:extLst>
                <a:ext uri="{FF2B5EF4-FFF2-40B4-BE49-F238E27FC236}">
                  <a16:creationId xmlns:a16="http://schemas.microsoft.com/office/drawing/2014/main" id="{6A70079A-83E0-460E-9554-AF530C419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570" y="4602168"/>
              <a:ext cx="3249607" cy="481013"/>
            </a:xfrm>
            <a:custGeom>
              <a:avLst/>
              <a:gdLst>
                <a:gd name="T0" fmla="*/ 2147483646 w 4094"/>
                <a:gd name="T1" fmla="*/ 2147483646 h 606"/>
                <a:gd name="T2" fmla="*/ 2147483646 w 4094"/>
                <a:gd name="T3" fmla="*/ 2147483646 h 606"/>
                <a:gd name="T4" fmla="*/ 2147483646 w 4094"/>
                <a:gd name="T5" fmla="*/ 2147483646 h 606"/>
                <a:gd name="T6" fmla="*/ 2147483646 w 4094"/>
                <a:gd name="T7" fmla="*/ 2147483646 h 606"/>
                <a:gd name="T8" fmla="*/ 2147483646 w 4094"/>
                <a:gd name="T9" fmla="*/ 2147483646 h 606"/>
                <a:gd name="T10" fmla="*/ 2147483646 w 4094"/>
                <a:gd name="T11" fmla="*/ 2147483646 h 606"/>
                <a:gd name="T12" fmla="*/ 2147483646 w 4094"/>
                <a:gd name="T13" fmla="*/ 2147483646 h 606"/>
                <a:gd name="T14" fmla="*/ 2147483646 w 4094"/>
                <a:gd name="T15" fmla="*/ 2147483646 h 606"/>
                <a:gd name="T16" fmla="*/ 2147483646 w 4094"/>
                <a:gd name="T17" fmla="*/ 2147483646 h 606"/>
                <a:gd name="T18" fmla="*/ 2147483646 w 4094"/>
                <a:gd name="T19" fmla="*/ 2147483646 h 606"/>
                <a:gd name="T20" fmla="*/ 2147483646 w 4094"/>
                <a:gd name="T21" fmla="*/ 0 h 606"/>
                <a:gd name="T22" fmla="*/ 2147483646 w 4094"/>
                <a:gd name="T23" fmla="*/ 0 h 606"/>
                <a:gd name="T24" fmla="*/ 2147483646 w 4094"/>
                <a:gd name="T25" fmla="*/ 2147483646 h 606"/>
                <a:gd name="T26" fmla="*/ 2147483646 w 4094"/>
                <a:gd name="T27" fmla="*/ 2147483646 h 606"/>
                <a:gd name="T28" fmla="*/ 2147483646 w 4094"/>
                <a:gd name="T29" fmla="*/ 2147483646 h 606"/>
                <a:gd name="T30" fmla="*/ 2147483646 w 4094"/>
                <a:gd name="T31" fmla="*/ 2147483646 h 606"/>
                <a:gd name="T32" fmla="*/ 2147483646 w 4094"/>
                <a:gd name="T33" fmla="*/ 2147483646 h 606"/>
                <a:gd name="T34" fmla="*/ 2147483646 w 4094"/>
                <a:gd name="T35" fmla="*/ 2147483646 h 606"/>
                <a:gd name="T36" fmla="*/ 2147483646 w 4094"/>
                <a:gd name="T37" fmla="*/ 2147483646 h 606"/>
                <a:gd name="T38" fmla="*/ 2147483646 w 4094"/>
                <a:gd name="T39" fmla="*/ 2147483646 h 606"/>
                <a:gd name="T40" fmla="*/ 2147483646 w 4094"/>
                <a:gd name="T41" fmla="*/ 2147483646 h 606"/>
                <a:gd name="T42" fmla="*/ 2147483646 w 4094"/>
                <a:gd name="T43" fmla="*/ 2147483646 h 606"/>
                <a:gd name="T44" fmla="*/ 2147483646 w 4094"/>
                <a:gd name="T45" fmla="*/ 2147483646 h 606"/>
                <a:gd name="T46" fmla="*/ 2147483646 w 4094"/>
                <a:gd name="T47" fmla="*/ 2147483646 h 606"/>
                <a:gd name="T48" fmla="*/ 2147483646 w 4094"/>
                <a:gd name="T49" fmla="*/ 2147483646 h 606"/>
                <a:gd name="T50" fmla="*/ 2147483646 w 4094"/>
                <a:gd name="T51" fmla="*/ 2147483646 h 606"/>
                <a:gd name="T52" fmla="*/ 2147483646 w 4094"/>
                <a:gd name="T53" fmla="*/ 2147483646 h 606"/>
                <a:gd name="T54" fmla="*/ 2147483646 w 4094"/>
                <a:gd name="T55" fmla="*/ 2147483646 h 606"/>
                <a:gd name="T56" fmla="*/ 2147483646 w 4094"/>
                <a:gd name="T57" fmla="*/ 2147483646 h 606"/>
                <a:gd name="T58" fmla="*/ 2147483646 w 4094"/>
                <a:gd name="T59" fmla="*/ 2147483646 h 606"/>
                <a:gd name="T60" fmla="*/ 2147483646 w 4094"/>
                <a:gd name="T61" fmla="*/ 2147483646 h 606"/>
                <a:gd name="T62" fmla="*/ 2147483646 w 4094"/>
                <a:gd name="T63" fmla="*/ 2147483646 h 606"/>
                <a:gd name="T64" fmla="*/ 2147483646 w 4094"/>
                <a:gd name="T65" fmla="*/ 2147483646 h 606"/>
                <a:gd name="T66" fmla="*/ 2147483646 w 4094"/>
                <a:gd name="T67" fmla="*/ 2147483646 h 606"/>
                <a:gd name="T68" fmla="*/ 2147483646 w 4094"/>
                <a:gd name="T69" fmla="*/ 2147483646 h 606"/>
                <a:gd name="T70" fmla="*/ 2147483646 w 4094"/>
                <a:gd name="T71" fmla="*/ 2147483646 h 606"/>
                <a:gd name="T72" fmla="*/ 2147483646 w 4094"/>
                <a:gd name="T73" fmla="*/ 2147483646 h 606"/>
                <a:gd name="T74" fmla="*/ 2147483646 w 4094"/>
                <a:gd name="T75" fmla="*/ 2147483646 h 606"/>
                <a:gd name="T76" fmla="*/ 2147483646 w 4094"/>
                <a:gd name="T77" fmla="*/ 2147483646 h 606"/>
                <a:gd name="T78" fmla="*/ 2147483646 w 4094"/>
                <a:gd name="T79" fmla="*/ 2147483646 h 606"/>
                <a:gd name="T80" fmla="*/ 2147483646 w 4094"/>
                <a:gd name="T81" fmla="*/ 2147483646 h 606"/>
                <a:gd name="T82" fmla="*/ 2147483646 w 4094"/>
                <a:gd name="T83" fmla="*/ 2147483646 h 606"/>
                <a:gd name="T84" fmla="*/ 2147483646 w 4094"/>
                <a:gd name="T85" fmla="*/ 2147483646 h 606"/>
                <a:gd name="T86" fmla="*/ 2147483646 w 4094"/>
                <a:gd name="T87" fmla="*/ 2147483646 h 60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94"/>
                <a:gd name="T133" fmla="*/ 0 h 606"/>
                <a:gd name="T134" fmla="*/ 4094 w 4094"/>
                <a:gd name="T135" fmla="*/ 606 h 60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94" h="606" extrusionOk="0">
                  <a:moveTo>
                    <a:pt x="0" y="299"/>
                  </a:moveTo>
                  <a:lnTo>
                    <a:pt x="0" y="307"/>
                  </a:lnTo>
                  <a:lnTo>
                    <a:pt x="2" y="292"/>
                  </a:lnTo>
                  <a:lnTo>
                    <a:pt x="3" y="276"/>
                  </a:lnTo>
                  <a:lnTo>
                    <a:pt x="5" y="260"/>
                  </a:lnTo>
                  <a:lnTo>
                    <a:pt x="8" y="245"/>
                  </a:lnTo>
                  <a:lnTo>
                    <a:pt x="11" y="230"/>
                  </a:lnTo>
                  <a:lnTo>
                    <a:pt x="15" y="215"/>
                  </a:lnTo>
                  <a:lnTo>
                    <a:pt x="19" y="202"/>
                  </a:lnTo>
                  <a:lnTo>
                    <a:pt x="25" y="188"/>
                  </a:lnTo>
                  <a:lnTo>
                    <a:pt x="31" y="173"/>
                  </a:lnTo>
                  <a:lnTo>
                    <a:pt x="38" y="160"/>
                  </a:lnTo>
                  <a:lnTo>
                    <a:pt x="45" y="147"/>
                  </a:lnTo>
                  <a:lnTo>
                    <a:pt x="54" y="136"/>
                  </a:lnTo>
                  <a:lnTo>
                    <a:pt x="62" y="123"/>
                  </a:lnTo>
                  <a:lnTo>
                    <a:pt x="71" y="111"/>
                  </a:lnTo>
                  <a:lnTo>
                    <a:pt x="81" y="101"/>
                  </a:lnTo>
                  <a:lnTo>
                    <a:pt x="91" y="90"/>
                  </a:lnTo>
                  <a:lnTo>
                    <a:pt x="101" y="80"/>
                  </a:lnTo>
                  <a:lnTo>
                    <a:pt x="113" y="71"/>
                  </a:lnTo>
                  <a:lnTo>
                    <a:pt x="124" y="61"/>
                  </a:lnTo>
                  <a:lnTo>
                    <a:pt x="136" y="52"/>
                  </a:lnTo>
                  <a:lnTo>
                    <a:pt x="149" y="45"/>
                  </a:lnTo>
                  <a:lnTo>
                    <a:pt x="162" y="38"/>
                  </a:lnTo>
                  <a:lnTo>
                    <a:pt x="175" y="31"/>
                  </a:lnTo>
                  <a:lnTo>
                    <a:pt x="188" y="25"/>
                  </a:lnTo>
                  <a:lnTo>
                    <a:pt x="202" y="19"/>
                  </a:lnTo>
                  <a:lnTo>
                    <a:pt x="217" y="15"/>
                  </a:lnTo>
                  <a:lnTo>
                    <a:pt x="231" y="11"/>
                  </a:lnTo>
                  <a:lnTo>
                    <a:pt x="245" y="6"/>
                  </a:lnTo>
                  <a:lnTo>
                    <a:pt x="261" y="3"/>
                  </a:lnTo>
                  <a:lnTo>
                    <a:pt x="276" y="2"/>
                  </a:lnTo>
                  <a:lnTo>
                    <a:pt x="292" y="0"/>
                  </a:lnTo>
                  <a:lnTo>
                    <a:pt x="307" y="0"/>
                  </a:lnTo>
                  <a:lnTo>
                    <a:pt x="3788" y="0"/>
                  </a:lnTo>
                  <a:lnTo>
                    <a:pt x="3804" y="0"/>
                  </a:lnTo>
                  <a:lnTo>
                    <a:pt x="3820" y="2"/>
                  </a:lnTo>
                  <a:lnTo>
                    <a:pt x="3834" y="3"/>
                  </a:lnTo>
                  <a:lnTo>
                    <a:pt x="3850" y="6"/>
                  </a:lnTo>
                  <a:lnTo>
                    <a:pt x="3864" y="11"/>
                  </a:lnTo>
                  <a:lnTo>
                    <a:pt x="3879" y="15"/>
                  </a:lnTo>
                  <a:lnTo>
                    <a:pt x="3893" y="19"/>
                  </a:lnTo>
                  <a:lnTo>
                    <a:pt x="3908" y="25"/>
                  </a:lnTo>
                  <a:lnTo>
                    <a:pt x="3921" y="31"/>
                  </a:lnTo>
                  <a:lnTo>
                    <a:pt x="3934" y="38"/>
                  </a:lnTo>
                  <a:lnTo>
                    <a:pt x="3947" y="45"/>
                  </a:lnTo>
                  <a:lnTo>
                    <a:pt x="3960" y="52"/>
                  </a:lnTo>
                  <a:lnTo>
                    <a:pt x="3971" y="61"/>
                  </a:lnTo>
                  <a:lnTo>
                    <a:pt x="3983" y="71"/>
                  </a:lnTo>
                  <a:lnTo>
                    <a:pt x="3994" y="80"/>
                  </a:lnTo>
                  <a:lnTo>
                    <a:pt x="4004" y="90"/>
                  </a:lnTo>
                  <a:lnTo>
                    <a:pt x="4014" y="101"/>
                  </a:lnTo>
                  <a:lnTo>
                    <a:pt x="4024" y="111"/>
                  </a:lnTo>
                  <a:lnTo>
                    <a:pt x="4033" y="123"/>
                  </a:lnTo>
                  <a:lnTo>
                    <a:pt x="4042" y="136"/>
                  </a:lnTo>
                  <a:lnTo>
                    <a:pt x="4050" y="147"/>
                  </a:lnTo>
                  <a:lnTo>
                    <a:pt x="4058" y="160"/>
                  </a:lnTo>
                  <a:lnTo>
                    <a:pt x="4065" y="173"/>
                  </a:lnTo>
                  <a:lnTo>
                    <a:pt x="4071" y="188"/>
                  </a:lnTo>
                  <a:lnTo>
                    <a:pt x="4076" y="202"/>
                  </a:lnTo>
                  <a:lnTo>
                    <a:pt x="4081" y="215"/>
                  </a:lnTo>
                  <a:lnTo>
                    <a:pt x="4085" y="230"/>
                  </a:lnTo>
                  <a:lnTo>
                    <a:pt x="4088" y="245"/>
                  </a:lnTo>
                  <a:lnTo>
                    <a:pt x="4091" y="260"/>
                  </a:lnTo>
                  <a:lnTo>
                    <a:pt x="4092" y="276"/>
                  </a:lnTo>
                  <a:lnTo>
                    <a:pt x="4094" y="292"/>
                  </a:lnTo>
                  <a:lnTo>
                    <a:pt x="4094" y="307"/>
                  </a:lnTo>
                  <a:lnTo>
                    <a:pt x="4094" y="299"/>
                  </a:lnTo>
                  <a:lnTo>
                    <a:pt x="4094" y="315"/>
                  </a:lnTo>
                  <a:lnTo>
                    <a:pt x="4092" y="330"/>
                  </a:lnTo>
                  <a:lnTo>
                    <a:pt x="4091" y="346"/>
                  </a:lnTo>
                  <a:lnTo>
                    <a:pt x="4088" y="361"/>
                  </a:lnTo>
                  <a:lnTo>
                    <a:pt x="4085" y="377"/>
                  </a:lnTo>
                  <a:lnTo>
                    <a:pt x="4081" y="391"/>
                  </a:lnTo>
                  <a:lnTo>
                    <a:pt x="4076" y="405"/>
                  </a:lnTo>
                  <a:lnTo>
                    <a:pt x="4071" y="418"/>
                  </a:lnTo>
                  <a:lnTo>
                    <a:pt x="4065" y="433"/>
                  </a:lnTo>
                  <a:lnTo>
                    <a:pt x="4058" y="446"/>
                  </a:lnTo>
                  <a:lnTo>
                    <a:pt x="4050" y="459"/>
                  </a:lnTo>
                  <a:lnTo>
                    <a:pt x="4042" y="470"/>
                  </a:lnTo>
                  <a:lnTo>
                    <a:pt x="4033" y="483"/>
                  </a:lnTo>
                  <a:lnTo>
                    <a:pt x="4024" y="495"/>
                  </a:lnTo>
                  <a:lnTo>
                    <a:pt x="4014" y="505"/>
                  </a:lnTo>
                  <a:lnTo>
                    <a:pt x="4004" y="516"/>
                  </a:lnTo>
                  <a:lnTo>
                    <a:pt x="3994" y="526"/>
                  </a:lnTo>
                  <a:lnTo>
                    <a:pt x="3983" y="535"/>
                  </a:lnTo>
                  <a:lnTo>
                    <a:pt x="3971" y="545"/>
                  </a:lnTo>
                  <a:lnTo>
                    <a:pt x="3960" y="554"/>
                  </a:lnTo>
                  <a:lnTo>
                    <a:pt x="3947" y="561"/>
                  </a:lnTo>
                  <a:lnTo>
                    <a:pt x="3934" y="568"/>
                  </a:lnTo>
                  <a:lnTo>
                    <a:pt x="3921" y="575"/>
                  </a:lnTo>
                  <a:lnTo>
                    <a:pt x="3908" y="581"/>
                  </a:lnTo>
                  <a:lnTo>
                    <a:pt x="3893" y="587"/>
                  </a:lnTo>
                  <a:lnTo>
                    <a:pt x="3879" y="591"/>
                  </a:lnTo>
                  <a:lnTo>
                    <a:pt x="3864" y="596"/>
                  </a:lnTo>
                  <a:lnTo>
                    <a:pt x="3850" y="600"/>
                  </a:lnTo>
                  <a:lnTo>
                    <a:pt x="3834" y="603"/>
                  </a:lnTo>
                  <a:lnTo>
                    <a:pt x="3820" y="604"/>
                  </a:lnTo>
                  <a:lnTo>
                    <a:pt x="3804" y="606"/>
                  </a:lnTo>
                  <a:lnTo>
                    <a:pt x="3788" y="606"/>
                  </a:lnTo>
                  <a:lnTo>
                    <a:pt x="307" y="606"/>
                  </a:lnTo>
                  <a:lnTo>
                    <a:pt x="292" y="606"/>
                  </a:lnTo>
                  <a:lnTo>
                    <a:pt x="276" y="604"/>
                  </a:lnTo>
                  <a:lnTo>
                    <a:pt x="261" y="603"/>
                  </a:lnTo>
                  <a:lnTo>
                    <a:pt x="245" y="600"/>
                  </a:lnTo>
                  <a:lnTo>
                    <a:pt x="231" y="596"/>
                  </a:lnTo>
                  <a:lnTo>
                    <a:pt x="217" y="591"/>
                  </a:lnTo>
                  <a:lnTo>
                    <a:pt x="202" y="587"/>
                  </a:lnTo>
                  <a:lnTo>
                    <a:pt x="188" y="581"/>
                  </a:lnTo>
                  <a:lnTo>
                    <a:pt x="175" y="575"/>
                  </a:lnTo>
                  <a:lnTo>
                    <a:pt x="162" y="568"/>
                  </a:lnTo>
                  <a:lnTo>
                    <a:pt x="149" y="561"/>
                  </a:lnTo>
                  <a:lnTo>
                    <a:pt x="136" y="554"/>
                  </a:lnTo>
                  <a:lnTo>
                    <a:pt x="124" y="545"/>
                  </a:lnTo>
                  <a:lnTo>
                    <a:pt x="113" y="535"/>
                  </a:lnTo>
                  <a:lnTo>
                    <a:pt x="101" y="526"/>
                  </a:lnTo>
                  <a:lnTo>
                    <a:pt x="91" y="516"/>
                  </a:lnTo>
                  <a:lnTo>
                    <a:pt x="81" y="505"/>
                  </a:lnTo>
                  <a:lnTo>
                    <a:pt x="71" y="495"/>
                  </a:lnTo>
                  <a:lnTo>
                    <a:pt x="62" y="483"/>
                  </a:lnTo>
                  <a:lnTo>
                    <a:pt x="54" y="470"/>
                  </a:lnTo>
                  <a:lnTo>
                    <a:pt x="45" y="459"/>
                  </a:lnTo>
                  <a:lnTo>
                    <a:pt x="38" y="446"/>
                  </a:lnTo>
                  <a:lnTo>
                    <a:pt x="31" y="433"/>
                  </a:lnTo>
                  <a:lnTo>
                    <a:pt x="25" y="418"/>
                  </a:lnTo>
                  <a:lnTo>
                    <a:pt x="19" y="405"/>
                  </a:lnTo>
                  <a:lnTo>
                    <a:pt x="15" y="391"/>
                  </a:lnTo>
                  <a:lnTo>
                    <a:pt x="11" y="377"/>
                  </a:lnTo>
                  <a:lnTo>
                    <a:pt x="8" y="361"/>
                  </a:lnTo>
                  <a:lnTo>
                    <a:pt x="5" y="346"/>
                  </a:lnTo>
                  <a:lnTo>
                    <a:pt x="3" y="330"/>
                  </a:lnTo>
                  <a:lnTo>
                    <a:pt x="2" y="315"/>
                  </a:lnTo>
                  <a:lnTo>
                    <a:pt x="0" y="299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0104" name="Shape 1961">
              <a:extLst>
                <a:ext uri="{FF2B5EF4-FFF2-40B4-BE49-F238E27FC236}">
                  <a16:creationId xmlns:a16="http://schemas.microsoft.com/office/drawing/2014/main" id="{853FAA46-413B-428A-8DD3-91E3DAE8C2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27364" y="4733932"/>
              <a:ext cx="2523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: </a:t>
              </a:r>
            </a:p>
          </p:txBody>
        </p:sp>
        <p:sp>
          <p:nvSpPr>
            <p:cNvPr id="260105" name="Shape 1962">
              <a:extLst>
                <a:ext uri="{FF2B5EF4-FFF2-40B4-BE49-F238E27FC236}">
                  <a16:creationId xmlns:a16="http://schemas.microsoft.com/office/drawing/2014/main" id="{637600CF-4DB2-457A-BB0C-692D62DE7C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06" y="4733932"/>
              <a:ext cx="174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260106" name="Shape 1963">
              <a:extLst>
                <a:ext uri="{FF2B5EF4-FFF2-40B4-BE49-F238E27FC236}">
                  <a16:creationId xmlns:a16="http://schemas.microsoft.com/office/drawing/2014/main" id="{FBD92A13-618E-4889-97D5-B37061B0DD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4420" y="4733932"/>
              <a:ext cx="152398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 </a:t>
              </a:r>
            </a:p>
          </p:txBody>
        </p:sp>
        <p:sp>
          <p:nvSpPr>
            <p:cNvPr id="260107" name="Shape 1964">
              <a:extLst>
                <a:ext uri="{FF2B5EF4-FFF2-40B4-BE49-F238E27FC236}">
                  <a16:creationId xmlns:a16="http://schemas.microsoft.com/office/drawing/2014/main" id="{19BB4A01-5512-46C4-8EE2-D6C7E9F9C3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5544" y="4838707"/>
              <a:ext cx="252300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 </a:t>
              </a:r>
            </a:p>
          </p:txBody>
        </p:sp>
        <p:sp>
          <p:nvSpPr>
            <p:cNvPr id="260108" name="Shape 1965">
              <a:extLst>
                <a:ext uri="{FF2B5EF4-FFF2-40B4-BE49-F238E27FC236}">
                  <a16:creationId xmlns:a16="http://schemas.microsoft.com/office/drawing/2014/main" id="{5FF1876B-4C77-4FA2-B7D3-051F40B23B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1318" y="4733932"/>
              <a:ext cx="152398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0109" name="Shape 1966">
              <a:extLst>
                <a:ext uri="{FF2B5EF4-FFF2-40B4-BE49-F238E27FC236}">
                  <a16:creationId xmlns:a16="http://schemas.microsoft.com/office/drawing/2014/main" id="{B44949B0-5397-4899-84F0-DB500734D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67168" y="4733932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0110" name="Shape 1967">
              <a:extLst>
                <a:ext uri="{FF2B5EF4-FFF2-40B4-BE49-F238E27FC236}">
                  <a16:creationId xmlns:a16="http://schemas.microsoft.com/office/drawing/2014/main" id="{5E65CA55-3478-4308-A729-F21A964508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59280" y="4733932"/>
              <a:ext cx="174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260111" name="Shape 1968">
              <a:extLst>
                <a:ext uri="{FF2B5EF4-FFF2-40B4-BE49-F238E27FC236}">
                  <a16:creationId xmlns:a16="http://schemas.microsoft.com/office/drawing/2014/main" id="{17CA1775-F118-4EF6-AE96-A3490FB959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7392" y="4733932"/>
              <a:ext cx="152398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0112" name="Shape 1969">
              <a:extLst>
                <a:ext uri="{FF2B5EF4-FFF2-40B4-BE49-F238E27FC236}">
                  <a16:creationId xmlns:a16="http://schemas.microsoft.com/office/drawing/2014/main" id="{EED5AAB0-C54C-4B53-86D5-D1A9408D22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08518" y="4838707"/>
              <a:ext cx="164999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60113" name="Shape 1970">
              <a:extLst>
                <a:ext uri="{FF2B5EF4-FFF2-40B4-BE49-F238E27FC236}">
                  <a16:creationId xmlns:a16="http://schemas.microsoft.com/office/drawing/2014/main" id="{B68FBC97-2217-438A-ACC2-1FE1917A11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9042" y="4733932"/>
              <a:ext cx="152398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0114" name="Shape 1971">
              <a:extLst>
                <a:ext uri="{FF2B5EF4-FFF2-40B4-BE49-F238E27FC236}">
                  <a16:creationId xmlns:a16="http://schemas.microsoft.com/office/drawing/2014/main" id="{E129E24A-6744-4F96-9D7F-813E147CDF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13303" y="4733932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0115" name="Shape 1972">
              <a:extLst>
                <a:ext uri="{FF2B5EF4-FFF2-40B4-BE49-F238E27FC236}">
                  <a16:creationId xmlns:a16="http://schemas.microsoft.com/office/drawing/2014/main" id="{CDC8048C-67F9-403D-9870-C3D5EC480E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5416" y="4733932"/>
              <a:ext cx="550798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260116" name="Shape 1973">
              <a:extLst>
                <a:ext uri="{FF2B5EF4-FFF2-40B4-BE49-F238E27FC236}">
                  <a16:creationId xmlns:a16="http://schemas.microsoft.com/office/drawing/2014/main" id="{AF12068A-98EC-4788-BDF1-85ECD0FB3B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40427" y="4733932"/>
              <a:ext cx="152398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0117" name="Shape 1974">
              <a:extLst>
                <a:ext uri="{FF2B5EF4-FFF2-40B4-BE49-F238E27FC236}">
                  <a16:creationId xmlns:a16="http://schemas.microsoft.com/office/drawing/2014/main" id="{8435654E-BD0E-49DA-820B-D1BE087CFE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56277" y="4733932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0118" name="Shape 1975">
              <a:extLst>
                <a:ext uri="{FF2B5EF4-FFF2-40B4-BE49-F238E27FC236}">
                  <a16:creationId xmlns:a16="http://schemas.microsoft.com/office/drawing/2014/main" id="{DBB0420A-5DAA-486B-954E-D8DA88448A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2918" y="4727582"/>
              <a:ext cx="107998" cy="258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Noto Symbol" charset="0"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Noto Symbol" charset="0"/>
                  <a:ea typeface="ＭＳ Ｐゴシック" panose="020B0600070205080204" pitchFamily="34" charset="-128"/>
                  <a:cs typeface="Arial" panose="020B0604020202020204" pitchFamily="34" charset="0"/>
                  <a:sym typeface="Noto Symbol" charset="0"/>
                </a:rPr>
                <a:t>, </a:t>
              </a:r>
            </a:p>
          </p:txBody>
        </p:sp>
        <p:sp>
          <p:nvSpPr>
            <p:cNvPr id="260119" name="Shape 1976">
              <a:extLst>
                <a:ext uri="{FF2B5EF4-FFF2-40B4-BE49-F238E27FC236}">
                  <a16:creationId xmlns:a16="http://schemas.microsoft.com/office/drawing/2014/main" id="{78AF7DEA-5C29-43C0-9909-9E1A4C1EC4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00641" y="4727582"/>
              <a:ext cx="107998" cy="258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Noto Symbol" charset="0"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Noto Symbol" charset="0"/>
                  <a:ea typeface="ＭＳ Ｐゴシック" panose="020B0600070205080204" pitchFamily="34" charset="-128"/>
                  <a:cs typeface="Arial" panose="020B0604020202020204" pitchFamily="34" charset="0"/>
                  <a:sym typeface="Noto Symbol" charset="0"/>
                </a:rPr>
                <a:t>, </a:t>
              </a:r>
            </a:p>
          </p:txBody>
        </p:sp>
        <p:sp>
          <p:nvSpPr>
            <p:cNvPr id="260120" name="Shape 1977">
              <a:extLst>
                <a:ext uri="{FF2B5EF4-FFF2-40B4-BE49-F238E27FC236}">
                  <a16:creationId xmlns:a16="http://schemas.microsoft.com/office/drawing/2014/main" id="{8EC9F29B-07FD-4D51-9894-0CE49B538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570" y="3481392"/>
              <a:ext cx="3249607" cy="481012"/>
            </a:xfrm>
            <a:custGeom>
              <a:avLst/>
              <a:gdLst>
                <a:gd name="T0" fmla="*/ 2147483646 w 4094"/>
                <a:gd name="T1" fmla="*/ 2147483646 h 605"/>
                <a:gd name="T2" fmla="*/ 2147483646 w 4094"/>
                <a:gd name="T3" fmla="*/ 2147483646 h 605"/>
                <a:gd name="T4" fmla="*/ 2147483646 w 4094"/>
                <a:gd name="T5" fmla="*/ 2147483646 h 605"/>
                <a:gd name="T6" fmla="*/ 2147483646 w 4094"/>
                <a:gd name="T7" fmla="*/ 2147483646 h 605"/>
                <a:gd name="T8" fmla="*/ 2147483646 w 4094"/>
                <a:gd name="T9" fmla="*/ 2147483646 h 605"/>
                <a:gd name="T10" fmla="*/ 2147483646 w 4094"/>
                <a:gd name="T11" fmla="*/ 2147483646 h 605"/>
                <a:gd name="T12" fmla="*/ 2147483646 w 4094"/>
                <a:gd name="T13" fmla="*/ 2147483646 h 605"/>
                <a:gd name="T14" fmla="*/ 2147483646 w 4094"/>
                <a:gd name="T15" fmla="*/ 2147483646 h 605"/>
                <a:gd name="T16" fmla="*/ 2147483646 w 4094"/>
                <a:gd name="T17" fmla="*/ 2147483646 h 605"/>
                <a:gd name="T18" fmla="*/ 2147483646 w 4094"/>
                <a:gd name="T19" fmla="*/ 2147483646 h 605"/>
                <a:gd name="T20" fmla="*/ 2147483646 w 4094"/>
                <a:gd name="T21" fmla="*/ 0 h 605"/>
                <a:gd name="T22" fmla="*/ 2147483646 w 4094"/>
                <a:gd name="T23" fmla="*/ 0 h 605"/>
                <a:gd name="T24" fmla="*/ 2147483646 w 4094"/>
                <a:gd name="T25" fmla="*/ 2147483646 h 605"/>
                <a:gd name="T26" fmla="*/ 2147483646 w 4094"/>
                <a:gd name="T27" fmla="*/ 2147483646 h 605"/>
                <a:gd name="T28" fmla="*/ 2147483646 w 4094"/>
                <a:gd name="T29" fmla="*/ 2147483646 h 605"/>
                <a:gd name="T30" fmla="*/ 2147483646 w 4094"/>
                <a:gd name="T31" fmla="*/ 2147483646 h 605"/>
                <a:gd name="T32" fmla="*/ 2147483646 w 4094"/>
                <a:gd name="T33" fmla="*/ 2147483646 h 605"/>
                <a:gd name="T34" fmla="*/ 2147483646 w 4094"/>
                <a:gd name="T35" fmla="*/ 2147483646 h 605"/>
                <a:gd name="T36" fmla="*/ 2147483646 w 4094"/>
                <a:gd name="T37" fmla="*/ 2147483646 h 605"/>
                <a:gd name="T38" fmla="*/ 2147483646 w 4094"/>
                <a:gd name="T39" fmla="*/ 2147483646 h 605"/>
                <a:gd name="T40" fmla="*/ 2147483646 w 4094"/>
                <a:gd name="T41" fmla="*/ 2147483646 h 605"/>
                <a:gd name="T42" fmla="*/ 2147483646 w 4094"/>
                <a:gd name="T43" fmla="*/ 2147483646 h 605"/>
                <a:gd name="T44" fmla="*/ 2147483646 w 4094"/>
                <a:gd name="T45" fmla="*/ 2147483646 h 605"/>
                <a:gd name="T46" fmla="*/ 2147483646 w 4094"/>
                <a:gd name="T47" fmla="*/ 2147483646 h 605"/>
                <a:gd name="T48" fmla="*/ 2147483646 w 4094"/>
                <a:gd name="T49" fmla="*/ 2147483646 h 605"/>
                <a:gd name="T50" fmla="*/ 2147483646 w 4094"/>
                <a:gd name="T51" fmla="*/ 2147483646 h 605"/>
                <a:gd name="T52" fmla="*/ 2147483646 w 4094"/>
                <a:gd name="T53" fmla="*/ 2147483646 h 605"/>
                <a:gd name="T54" fmla="*/ 2147483646 w 4094"/>
                <a:gd name="T55" fmla="*/ 2147483646 h 605"/>
                <a:gd name="T56" fmla="*/ 2147483646 w 4094"/>
                <a:gd name="T57" fmla="*/ 2147483646 h 605"/>
                <a:gd name="T58" fmla="*/ 2147483646 w 4094"/>
                <a:gd name="T59" fmla="*/ 2147483646 h 605"/>
                <a:gd name="T60" fmla="*/ 2147483646 w 4094"/>
                <a:gd name="T61" fmla="*/ 2147483646 h 605"/>
                <a:gd name="T62" fmla="*/ 2147483646 w 4094"/>
                <a:gd name="T63" fmla="*/ 2147483646 h 605"/>
                <a:gd name="T64" fmla="*/ 2147483646 w 4094"/>
                <a:gd name="T65" fmla="*/ 2147483646 h 605"/>
                <a:gd name="T66" fmla="*/ 2147483646 w 4094"/>
                <a:gd name="T67" fmla="*/ 2147483646 h 605"/>
                <a:gd name="T68" fmla="*/ 2147483646 w 4094"/>
                <a:gd name="T69" fmla="*/ 2147483646 h 605"/>
                <a:gd name="T70" fmla="*/ 2147483646 w 4094"/>
                <a:gd name="T71" fmla="*/ 2147483646 h 605"/>
                <a:gd name="T72" fmla="*/ 2147483646 w 4094"/>
                <a:gd name="T73" fmla="*/ 2147483646 h 605"/>
                <a:gd name="T74" fmla="*/ 2147483646 w 4094"/>
                <a:gd name="T75" fmla="*/ 2147483646 h 605"/>
                <a:gd name="T76" fmla="*/ 2147483646 w 4094"/>
                <a:gd name="T77" fmla="*/ 2147483646 h 605"/>
                <a:gd name="T78" fmla="*/ 2147483646 w 4094"/>
                <a:gd name="T79" fmla="*/ 2147483646 h 605"/>
                <a:gd name="T80" fmla="*/ 2147483646 w 4094"/>
                <a:gd name="T81" fmla="*/ 2147483646 h 605"/>
                <a:gd name="T82" fmla="*/ 2147483646 w 4094"/>
                <a:gd name="T83" fmla="*/ 2147483646 h 605"/>
                <a:gd name="T84" fmla="*/ 2147483646 w 4094"/>
                <a:gd name="T85" fmla="*/ 2147483646 h 605"/>
                <a:gd name="T86" fmla="*/ 2147483646 w 4094"/>
                <a:gd name="T87" fmla="*/ 2147483646 h 60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94"/>
                <a:gd name="T133" fmla="*/ 0 h 605"/>
                <a:gd name="T134" fmla="*/ 4094 w 4094"/>
                <a:gd name="T135" fmla="*/ 605 h 60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94" h="605" extrusionOk="0">
                  <a:moveTo>
                    <a:pt x="0" y="298"/>
                  </a:moveTo>
                  <a:lnTo>
                    <a:pt x="0" y="307"/>
                  </a:lnTo>
                  <a:lnTo>
                    <a:pt x="2" y="291"/>
                  </a:lnTo>
                  <a:lnTo>
                    <a:pt x="3" y="275"/>
                  </a:lnTo>
                  <a:lnTo>
                    <a:pt x="5" y="259"/>
                  </a:lnTo>
                  <a:lnTo>
                    <a:pt x="8" y="245"/>
                  </a:lnTo>
                  <a:lnTo>
                    <a:pt x="11" y="229"/>
                  </a:lnTo>
                  <a:lnTo>
                    <a:pt x="15" y="215"/>
                  </a:lnTo>
                  <a:lnTo>
                    <a:pt x="19" y="202"/>
                  </a:lnTo>
                  <a:lnTo>
                    <a:pt x="25" y="187"/>
                  </a:lnTo>
                  <a:lnTo>
                    <a:pt x="31" y="173"/>
                  </a:lnTo>
                  <a:lnTo>
                    <a:pt x="38" y="160"/>
                  </a:lnTo>
                  <a:lnTo>
                    <a:pt x="45" y="147"/>
                  </a:lnTo>
                  <a:lnTo>
                    <a:pt x="54" y="136"/>
                  </a:lnTo>
                  <a:lnTo>
                    <a:pt x="62" y="123"/>
                  </a:lnTo>
                  <a:lnTo>
                    <a:pt x="71" y="111"/>
                  </a:lnTo>
                  <a:lnTo>
                    <a:pt x="81" y="101"/>
                  </a:lnTo>
                  <a:lnTo>
                    <a:pt x="91" y="89"/>
                  </a:lnTo>
                  <a:lnTo>
                    <a:pt x="101" y="79"/>
                  </a:lnTo>
                  <a:lnTo>
                    <a:pt x="113" y="71"/>
                  </a:lnTo>
                  <a:lnTo>
                    <a:pt x="124" y="61"/>
                  </a:lnTo>
                  <a:lnTo>
                    <a:pt x="136" y="52"/>
                  </a:lnTo>
                  <a:lnTo>
                    <a:pt x="149" y="45"/>
                  </a:lnTo>
                  <a:lnTo>
                    <a:pt x="162" y="38"/>
                  </a:lnTo>
                  <a:lnTo>
                    <a:pt x="175" y="30"/>
                  </a:lnTo>
                  <a:lnTo>
                    <a:pt x="188" y="25"/>
                  </a:lnTo>
                  <a:lnTo>
                    <a:pt x="202" y="19"/>
                  </a:lnTo>
                  <a:lnTo>
                    <a:pt x="217" y="14"/>
                  </a:lnTo>
                  <a:lnTo>
                    <a:pt x="231" y="10"/>
                  </a:lnTo>
                  <a:lnTo>
                    <a:pt x="245" y="6"/>
                  </a:lnTo>
                  <a:lnTo>
                    <a:pt x="261" y="3"/>
                  </a:lnTo>
                  <a:lnTo>
                    <a:pt x="276" y="2"/>
                  </a:lnTo>
                  <a:lnTo>
                    <a:pt x="292" y="0"/>
                  </a:lnTo>
                  <a:lnTo>
                    <a:pt x="307" y="0"/>
                  </a:lnTo>
                  <a:lnTo>
                    <a:pt x="3788" y="0"/>
                  </a:lnTo>
                  <a:lnTo>
                    <a:pt x="3804" y="0"/>
                  </a:lnTo>
                  <a:lnTo>
                    <a:pt x="3820" y="2"/>
                  </a:lnTo>
                  <a:lnTo>
                    <a:pt x="3834" y="3"/>
                  </a:lnTo>
                  <a:lnTo>
                    <a:pt x="3850" y="6"/>
                  </a:lnTo>
                  <a:lnTo>
                    <a:pt x="3864" y="10"/>
                  </a:lnTo>
                  <a:lnTo>
                    <a:pt x="3879" y="14"/>
                  </a:lnTo>
                  <a:lnTo>
                    <a:pt x="3893" y="19"/>
                  </a:lnTo>
                  <a:lnTo>
                    <a:pt x="3908" y="25"/>
                  </a:lnTo>
                  <a:lnTo>
                    <a:pt x="3921" y="30"/>
                  </a:lnTo>
                  <a:lnTo>
                    <a:pt x="3934" y="38"/>
                  </a:lnTo>
                  <a:lnTo>
                    <a:pt x="3947" y="45"/>
                  </a:lnTo>
                  <a:lnTo>
                    <a:pt x="3960" y="52"/>
                  </a:lnTo>
                  <a:lnTo>
                    <a:pt x="3971" y="61"/>
                  </a:lnTo>
                  <a:lnTo>
                    <a:pt x="3983" y="71"/>
                  </a:lnTo>
                  <a:lnTo>
                    <a:pt x="3994" y="79"/>
                  </a:lnTo>
                  <a:lnTo>
                    <a:pt x="4004" y="89"/>
                  </a:lnTo>
                  <a:lnTo>
                    <a:pt x="4014" y="101"/>
                  </a:lnTo>
                  <a:lnTo>
                    <a:pt x="4024" y="111"/>
                  </a:lnTo>
                  <a:lnTo>
                    <a:pt x="4033" y="123"/>
                  </a:lnTo>
                  <a:lnTo>
                    <a:pt x="4042" y="136"/>
                  </a:lnTo>
                  <a:lnTo>
                    <a:pt x="4050" y="147"/>
                  </a:lnTo>
                  <a:lnTo>
                    <a:pt x="4058" y="160"/>
                  </a:lnTo>
                  <a:lnTo>
                    <a:pt x="4065" y="173"/>
                  </a:lnTo>
                  <a:lnTo>
                    <a:pt x="4071" y="187"/>
                  </a:lnTo>
                  <a:lnTo>
                    <a:pt x="4076" y="202"/>
                  </a:lnTo>
                  <a:lnTo>
                    <a:pt x="4081" y="215"/>
                  </a:lnTo>
                  <a:lnTo>
                    <a:pt x="4085" y="229"/>
                  </a:lnTo>
                  <a:lnTo>
                    <a:pt x="4088" y="245"/>
                  </a:lnTo>
                  <a:lnTo>
                    <a:pt x="4091" y="259"/>
                  </a:lnTo>
                  <a:lnTo>
                    <a:pt x="4092" y="275"/>
                  </a:lnTo>
                  <a:lnTo>
                    <a:pt x="4094" y="291"/>
                  </a:lnTo>
                  <a:lnTo>
                    <a:pt x="4094" y="307"/>
                  </a:lnTo>
                  <a:lnTo>
                    <a:pt x="4094" y="298"/>
                  </a:lnTo>
                  <a:lnTo>
                    <a:pt x="4094" y="314"/>
                  </a:lnTo>
                  <a:lnTo>
                    <a:pt x="4092" y="330"/>
                  </a:lnTo>
                  <a:lnTo>
                    <a:pt x="4091" y="346"/>
                  </a:lnTo>
                  <a:lnTo>
                    <a:pt x="4088" y="360"/>
                  </a:lnTo>
                  <a:lnTo>
                    <a:pt x="4085" y="376"/>
                  </a:lnTo>
                  <a:lnTo>
                    <a:pt x="4081" y="391"/>
                  </a:lnTo>
                  <a:lnTo>
                    <a:pt x="4076" y="405"/>
                  </a:lnTo>
                  <a:lnTo>
                    <a:pt x="4071" y="418"/>
                  </a:lnTo>
                  <a:lnTo>
                    <a:pt x="4065" y="432"/>
                  </a:lnTo>
                  <a:lnTo>
                    <a:pt x="4058" y="445"/>
                  </a:lnTo>
                  <a:lnTo>
                    <a:pt x="4050" y="458"/>
                  </a:lnTo>
                  <a:lnTo>
                    <a:pt x="4042" y="470"/>
                  </a:lnTo>
                  <a:lnTo>
                    <a:pt x="4033" y="483"/>
                  </a:lnTo>
                  <a:lnTo>
                    <a:pt x="4024" y="494"/>
                  </a:lnTo>
                  <a:lnTo>
                    <a:pt x="4014" y="504"/>
                  </a:lnTo>
                  <a:lnTo>
                    <a:pt x="4004" y="516"/>
                  </a:lnTo>
                  <a:lnTo>
                    <a:pt x="3994" y="526"/>
                  </a:lnTo>
                  <a:lnTo>
                    <a:pt x="3983" y="535"/>
                  </a:lnTo>
                  <a:lnTo>
                    <a:pt x="3971" y="545"/>
                  </a:lnTo>
                  <a:lnTo>
                    <a:pt x="3960" y="553"/>
                  </a:lnTo>
                  <a:lnTo>
                    <a:pt x="3947" y="561"/>
                  </a:lnTo>
                  <a:lnTo>
                    <a:pt x="3934" y="568"/>
                  </a:lnTo>
                  <a:lnTo>
                    <a:pt x="3921" y="575"/>
                  </a:lnTo>
                  <a:lnTo>
                    <a:pt x="3908" y="581"/>
                  </a:lnTo>
                  <a:lnTo>
                    <a:pt x="3893" y="587"/>
                  </a:lnTo>
                  <a:lnTo>
                    <a:pt x="3879" y="591"/>
                  </a:lnTo>
                  <a:lnTo>
                    <a:pt x="3864" y="595"/>
                  </a:lnTo>
                  <a:lnTo>
                    <a:pt x="3850" y="600"/>
                  </a:lnTo>
                  <a:lnTo>
                    <a:pt x="3834" y="602"/>
                  </a:lnTo>
                  <a:lnTo>
                    <a:pt x="3820" y="604"/>
                  </a:lnTo>
                  <a:lnTo>
                    <a:pt x="3804" y="605"/>
                  </a:lnTo>
                  <a:lnTo>
                    <a:pt x="3788" y="605"/>
                  </a:lnTo>
                  <a:lnTo>
                    <a:pt x="307" y="605"/>
                  </a:lnTo>
                  <a:lnTo>
                    <a:pt x="292" y="605"/>
                  </a:lnTo>
                  <a:lnTo>
                    <a:pt x="276" y="604"/>
                  </a:lnTo>
                  <a:lnTo>
                    <a:pt x="261" y="602"/>
                  </a:lnTo>
                  <a:lnTo>
                    <a:pt x="245" y="600"/>
                  </a:lnTo>
                  <a:lnTo>
                    <a:pt x="231" y="595"/>
                  </a:lnTo>
                  <a:lnTo>
                    <a:pt x="217" y="591"/>
                  </a:lnTo>
                  <a:lnTo>
                    <a:pt x="202" y="587"/>
                  </a:lnTo>
                  <a:lnTo>
                    <a:pt x="188" y="581"/>
                  </a:lnTo>
                  <a:lnTo>
                    <a:pt x="175" y="575"/>
                  </a:lnTo>
                  <a:lnTo>
                    <a:pt x="162" y="568"/>
                  </a:lnTo>
                  <a:lnTo>
                    <a:pt x="149" y="561"/>
                  </a:lnTo>
                  <a:lnTo>
                    <a:pt x="136" y="553"/>
                  </a:lnTo>
                  <a:lnTo>
                    <a:pt x="124" y="545"/>
                  </a:lnTo>
                  <a:lnTo>
                    <a:pt x="113" y="535"/>
                  </a:lnTo>
                  <a:lnTo>
                    <a:pt x="101" y="526"/>
                  </a:lnTo>
                  <a:lnTo>
                    <a:pt x="91" y="516"/>
                  </a:lnTo>
                  <a:lnTo>
                    <a:pt x="81" y="504"/>
                  </a:lnTo>
                  <a:lnTo>
                    <a:pt x="71" y="494"/>
                  </a:lnTo>
                  <a:lnTo>
                    <a:pt x="62" y="483"/>
                  </a:lnTo>
                  <a:lnTo>
                    <a:pt x="54" y="470"/>
                  </a:lnTo>
                  <a:lnTo>
                    <a:pt x="45" y="458"/>
                  </a:lnTo>
                  <a:lnTo>
                    <a:pt x="38" y="445"/>
                  </a:lnTo>
                  <a:lnTo>
                    <a:pt x="31" y="432"/>
                  </a:lnTo>
                  <a:lnTo>
                    <a:pt x="25" y="418"/>
                  </a:lnTo>
                  <a:lnTo>
                    <a:pt x="19" y="405"/>
                  </a:lnTo>
                  <a:lnTo>
                    <a:pt x="15" y="391"/>
                  </a:lnTo>
                  <a:lnTo>
                    <a:pt x="11" y="376"/>
                  </a:lnTo>
                  <a:lnTo>
                    <a:pt x="8" y="360"/>
                  </a:lnTo>
                  <a:lnTo>
                    <a:pt x="5" y="346"/>
                  </a:lnTo>
                  <a:lnTo>
                    <a:pt x="3" y="330"/>
                  </a:lnTo>
                  <a:lnTo>
                    <a:pt x="2" y="314"/>
                  </a:lnTo>
                  <a:lnTo>
                    <a:pt x="0" y="298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0121" name="Shape 1978">
              <a:extLst>
                <a:ext uri="{FF2B5EF4-FFF2-40B4-BE49-F238E27FC236}">
                  <a16:creationId xmlns:a16="http://schemas.microsoft.com/office/drawing/2014/main" id="{CD1B4066-B1D5-45F7-8124-4BE63F15F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354" y="4441831"/>
              <a:ext cx="46037" cy="138111"/>
            </a:xfrm>
            <a:custGeom>
              <a:avLst/>
              <a:gdLst>
                <a:gd name="T0" fmla="*/ 0 w 58"/>
                <a:gd name="T1" fmla="*/ 0 h 173"/>
                <a:gd name="T2" fmla="*/ 2147483646 w 58"/>
                <a:gd name="T3" fmla="*/ 2147483646 h 173"/>
                <a:gd name="T4" fmla="*/ 2147483646 w 58"/>
                <a:gd name="T5" fmla="*/ 0 h 173"/>
                <a:gd name="T6" fmla="*/ 2147483646 w 58"/>
                <a:gd name="T7" fmla="*/ 0 h 173"/>
                <a:gd name="T8" fmla="*/ 0 w 58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8"/>
                <a:gd name="T16" fmla="*/ 0 h 173"/>
                <a:gd name="T17" fmla="*/ 58 w 58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8" h="173" extrusionOk="0">
                  <a:moveTo>
                    <a:pt x="0" y="0"/>
                  </a:moveTo>
                  <a:lnTo>
                    <a:pt x="29" y="173"/>
                  </a:lnTo>
                  <a:lnTo>
                    <a:pt x="58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260122" name="Shape 1979">
              <a:extLst>
                <a:ext uri="{FF2B5EF4-FFF2-40B4-BE49-F238E27FC236}">
                  <a16:creationId xmlns:a16="http://schemas.microsoft.com/office/drawing/2014/main" id="{2A8441DD-6B26-4AD7-BCFC-EA44FAB0DC9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4702168" y="3962405"/>
              <a:ext cx="1500" cy="457201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60123" name="Shape 1980">
              <a:extLst>
                <a:ext uri="{FF2B5EF4-FFF2-40B4-BE49-F238E27FC236}">
                  <a16:creationId xmlns:a16="http://schemas.microsoft.com/office/drawing/2014/main" id="{DA7D8DAE-A809-4DE4-A909-C9467DED45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4729" y="4057656"/>
              <a:ext cx="1856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60124" name="Shape 1981">
              <a:extLst>
                <a:ext uri="{FF2B5EF4-FFF2-40B4-BE49-F238E27FC236}">
                  <a16:creationId xmlns:a16="http://schemas.microsoft.com/office/drawing/2014/main" id="{95E234DD-AF02-4586-A9B3-EA4CD8F767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45103" y="4057656"/>
              <a:ext cx="152398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0125" name="Shape 1982">
              <a:extLst>
                <a:ext uri="{FF2B5EF4-FFF2-40B4-BE49-F238E27FC236}">
                  <a16:creationId xmlns:a16="http://schemas.microsoft.com/office/drawing/2014/main" id="{9560B7C6-46E9-4177-B880-5092B2BBA9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24441" y="4057656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0126" name="Shape 1983">
              <a:extLst>
                <a:ext uri="{FF2B5EF4-FFF2-40B4-BE49-F238E27FC236}">
                  <a16:creationId xmlns:a16="http://schemas.microsoft.com/office/drawing/2014/main" id="{9181AD62-AF2C-4C9C-8534-F76B3D3C69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4729" y="4281493"/>
              <a:ext cx="1856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60127" name="Shape 1984">
              <a:extLst>
                <a:ext uri="{FF2B5EF4-FFF2-40B4-BE49-F238E27FC236}">
                  <a16:creationId xmlns:a16="http://schemas.microsoft.com/office/drawing/2014/main" id="{F5E8D559-00AB-4EA7-9F22-4E81CCACA2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45103" y="4281493"/>
              <a:ext cx="152398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0128" name="Shape 1985">
              <a:extLst>
                <a:ext uri="{FF2B5EF4-FFF2-40B4-BE49-F238E27FC236}">
                  <a16:creationId xmlns:a16="http://schemas.microsoft.com/office/drawing/2014/main" id="{1164F3A9-9E4D-4980-8E3B-0B4A73F3D1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24441" y="4281493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0129" name="Shape 1986">
              <a:extLst>
                <a:ext uri="{FF2B5EF4-FFF2-40B4-BE49-F238E27FC236}">
                  <a16:creationId xmlns:a16="http://schemas.microsoft.com/office/drawing/2014/main" id="{41D9A7A3-E115-4E7E-A4A5-7292F5FF6E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14765" y="3587755"/>
              <a:ext cx="2523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: </a:t>
              </a:r>
            </a:p>
          </p:txBody>
        </p:sp>
        <p:sp>
          <p:nvSpPr>
            <p:cNvPr id="260130" name="Shape 1987">
              <a:extLst>
                <a:ext uri="{FF2B5EF4-FFF2-40B4-BE49-F238E27FC236}">
                  <a16:creationId xmlns:a16="http://schemas.microsoft.com/office/drawing/2014/main" id="{77D8825B-A1E7-49BA-B5F5-581929F5C2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3030" y="3587755"/>
              <a:ext cx="174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260131" name="Shape 1988">
              <a:extLst>
                <a:ext uri="{FF2B5EF4-FFF2-40B4-BE49-F238E27FC236}">
                  <a16:creationId xmlns:a16="http://schemas.microsoft.com/office/drawing/2014/main" id="{F1D41802-32C3-4DC0-988A-1659399EB0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19555" y="3587755"/>
              <a:ext cx="152398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0132" name="Shape 1989">
              <a:extLst>
                <a:ext uri="{FF2B5EF4-FFF2-40B4-BE49-F238E27FC236}">
                  <a16:creationId xmlns:a16="http://schemas.microsoft.com/office/drawing/2014/main" id="{4C8118A2-0495-43B9-838D-1D42348DD3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30680" y="3692530"/>
              <a:ext cx="252300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 </a:t>
              </a:r>
            </a:p>
          </p:txBody>
        </p:sp>
        <p:sp>
          <p:nvSpPr>
            <p:cNvPr id="260133" name="Shape 1990">
              <a:extLst>
                <a:ext uri="{FF2B5EF4-FFF2-40B4-BE49-F238E27FC236}">
                  <a16:creationId xmlns:a16="http://schemas.microsoft.com/office/drawing/2014/main" id="{A08D930B-3702-4FED-BC20-4803A4EE2D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16454" y="3587755"/>
              <a:ext cx="152398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0134" name="Shape 1991">
              <a:extLst>
                <a:ext uri="{FF2B5EF4-FFF2-40B4-BE49-F238E27FC236}">
                  <a16:creationId xmlns:a16="http://schemas.microsoft.com/office/drawing/2014/main" id="{88C59C4F-D092-45CD-8E32-206B62ECD8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32305" y="358775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0135" name="Shape 1992">
              <a:extLst>
                <a:ext uri="{FF2B5EF4-FFF2-40B4-BE49-F238E27FC236}">
                  <a16:creationId xmlns:a16="http://schemas.microsoft.com/office/drawing/2014/main" id="{B5521A32-8605-432E-8133-029ECB62C7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26004" y="3587755"/>
              <a:ext cx="174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260136" name="Shape 1993">
              <a:extLst>
                <a:ext uri="{FF2B5EF4-FFF2-40B4-BE49-F238E27FC236}">
                  <a16:creationId xmlns:a16="http://schemas.microsoft.com/office/drawing/2014/main" id="{B72D6EA5-CFDC-41BB-9136-A3C27270FC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2529" y="3587755"/>
              <a:ext cx="152398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260137" name="Shape 1994">
              <a:extLst>
                <a:ext uri="{FF2B5EF4-FFF2-40B4-BE49-F238E27FC236}">
                  <a16:creationId xmlns:a16="http://schemas.microsoft.com/office/drawing/2014/main" id="{07CA29AC-A4BA-45AB-B2BF-CEAB793BAC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3635" y="3692530"/>
              <a:ext cx="185699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60138" name="Shape 1995">
              <a:extLst>
                <a:ext uri="{FF2B5EF4-FFF2-40B4-BE49-F238E27FC236}">
                  <a16:creationId xmlns:a16="http://schemas.microsoft.com/office/drawing/2014/main" id="{C0A494BD-2A4D-4021-A236-B9FEA92855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4177" y="3587755"/>
              <a:ext cx="152398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0139" name="Shape 1996">
              <a:extLst>
                <a:ext uri="{FF2B5EF4-FFF2-40B4-BE49-F238E27FC236}">
                  <a16:creationId xmlns:a16="http://schemas.microsoft.com/office/drawing/2014/main" id="{E10D159A-7405-429A-B440-E9B76C1301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0028" y="358775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0140" name="Shape 1997">
              <a:extLst>
                <a:ext uri="{FF2B5EF4-FFF2-40B4-BE49-F238E27FC236}">
                  <a16:creationId xmlns:a16="http://schemas.microsoft.com/office/drawing/2014/main" id="{1C3C853E-D3CB-4B54-BAAF-B8A4391AB2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9642" y="3581405"/>
              <a:ext cx="107998" cy="258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Noto Symbol" charset="0"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Noto Symbol" charset="0"/>
                  <a:ea typeface="ＭＳ Ｐゴシック" panose="020B0600070205080204" pitchFamily="34" charset="-128"/>
                  <a:cs typeface="Arial" panose="020B0604020202020204" pitchFamily="34" charset="0"/>
                  <a:sym typeface="Noto Symbol" charset="0"/>
                </a:rPr>
                <a:t>, </a:t>
              </a:r>
            </a:p>
          </p:txBody>
        </p:sp>
        <p:sp>
          <p:nvSpPr>
            <p:cNvPr id="260141" name="Shape 1998">
              <a:extLst>
                <a:ext uri="{FF2B5EF4-FFF2-40B4-BE49-F238E27FC236}">
                  <a16:creationId xmlns:a16="http://schemas.microsoft.com/office/drawing/2014/main" id="{2F18FC4F-5086-49A7-A11C-4D18C0B7A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570" y="2336803"/>
              <a:ext cx="3249607" cy="481012"/>
            </a:xfrm>
            <a:custGeom>
              <a:avLst/>
              <a:gdLst>
                <a:gd name="T0" fmla="*/ 2147483646 w 4094"/>
                <a:gd name="T1" fmla="*/ 2147483646 h 605"/>
                <a:gd name="T2" fmla="*/ 2147483646 w 4094"/>
                <a:gd name="T3" fmla="*/ 2147483646 h 605"/>
                <a:gd name="T4" fmla="*/ 2147483646 w 4094"/>
                <a:gd name="T5" fmla="*/ 2147483646 h 605"/>
                <a:gd name="T6" fmla="*/ 2147483646 w 4094"/>
                <a:gd name="T7" fmla="*/ 2147483646 h 605"/>
                <a:gd name="T8" fmla="*/ 2147483646 w 4094"/>
                <a:gd name="T9" fmla="*/ 2147483646 h 605"/>
                <a:gd name="T10" fmla="*/ 2147483646 w 4094"/>
                <a:gd name="T11" fmla="*/ 2147483646 h 605"/>
                <a:gd name="T12" fmla="*/ 2147483646 w 4094"/>
                <a:gd name="T13" fmla="*/ 2147483646 h 605"/>
                <a:gd name="T14" fmla="*/ 2147483646 w 4094"/>
                <a:gd name="T15" fmla="*/ 2147483646 h 605"/>
                <a:gd name="T16" fmla="*/ 2147483646 w 4094"/>
                <a:gd name="T17" fmla="*/ 2147483646 h 605"/>
                <a:gd name="T18" fmla="*/ 2147483646 w 4094"/>
                <a:gd name="T19" fmla="*/ 2147483646 h 605"/>
                <a:gd name="T20" fmla="*/ 2147483646 w 4094"/>
                <a:gd name="T21" fmla="*/ 0 h 605"/>
                <a:gd name="T22" fmla="*/ 2147483646 w 4094"/>
                <a:gd name="T23" fmla="*/ 0 h 605"/>
                <a:gd name="T24" fmla="*/ 2147483646 w 4094"/>
                <a:gd name="T25" fmla="*/ 2147483646 h 605"/>
                <a:gd name="T26" fmla="*/ 2147483646 w 4094"/>
                <a:gd name="T27" fmla="*/ 2147483646 h 605"/>
                <a:gd name="T28" fmla="*/ 2147483646 w 4094"/>
                <a:gd name="T29" fmla="*/ 2147483646 h 605"/>
                <a:gd name="T30" fmla="*/ 2147483646 w 4094"/>
                <a:gd name="T31" fmla="*/ 2147483646 h 605"/>
                <a:gd name="T32" fmla="*/ 2147483646 w 4094"/>
                <a:gd name="T33" fmla="*/ 2147483646 h 605"/>
                <a:gd name="T34" fmla="*/ 2147483646 w 4094"/>
                <a:gd name="T35" fmla="*/ 2147483646 h 605"/>
                <a:gd name="T36" fmla="*/ 2147483646 w 4094"/>
                <a:gd name="T37" fmla="*/ 2147483646 h 605"/>
                <a:gd name="T38" fmla="*/ 2147483646 w 4094"/>
                <a:gd name="T39" fmla="*/ 2147483646 h 605"/>
                <a:gd name="T40" fmla="*/ 2147483646 w 4094"/>
                <a:gd name="T41" fmla="*/ 2147483646 h 605"/>
                <a:gd name="T42" fmla="*/ 2147483646 w 4094"/>
                <a:gd name="T43" fmla="*/ 2147483646 h 605"/>
                <a:gd name="T44" fmla="*/ 2147483646 w 4094"/>
                <a:gd name="T45" fmla="*/ 2147483646 h 605"/>
                <a:gd name="T46" fmla="*/ 2147483646 w 4094"/>
                <a:gd name="T47" fmla="*/ 2147483646 h 605"/>
                <a:gd name="T48" fmla="*/ 2147483646 w 4094"/>
                <a:gd name="T49" fmla="*/ 2147483646 h 605"/>
                <a:gd name="T50" fmla="*/ 2147483646 w 4094"/>
                <a:gd name="T51" fmla="*/ 2147483646 h 605"/>
                <a:gd name="T52" fmla="*/ 2147483646 w 4094"/>
                <a:gd name="T53" fmla="*/ 2147483646 h 605"/>
                <a:gd name="T54" fmla="*/ 2147483646 w 4094"/>
                <a:gd name="T55" fmla="*/ 2147483646 h 605"/>
                <a:gd name="T56" fmla="*/ 2147483646 w 4094"/>
                <a:gd name="T57" fmla="*/ 2147483646 h 605"/>
                <a:gd name="T58" fmla="*/ 2147483646 w 4094"/>
                <a:gd name="T59" fmla="*/ 2147483646 h 605"/>
                <a:gd name="T60" fmla="*/ 2147483646 w 4094"/>
                <a:gd name="T61" fmla="*/ 2147483646 h 605"/>
                <a:gd name="T62" fmla="*/ 2147483646 w 4094"/>
                <a:gd name="T63" fmla="*/ 2147483646 h 605"/>
                <a:gd name="T64" fmla="*/ 2147483646 w 4094"/>
                <a:gd name="T65" fmla="*/ 2147483646 h 605"/>
                <a:gd name="T66" fmla="*/ 2147483646 w 4094"/>
                <a:gd name="T67" fmla="*/ 2147483646 h 605"/>
                <a:gd name="T68" fmla="*/ 2147483646 w 4094"/>
                <a:gd name="T69" fmla="*/ 2147483646 h 605"/>
                <a:gd name="T70" fmla="*/ 2147483646 w 4094"/>
                <a:gd name="T71" fmla="*/ 2147483646 h 605"/>
                <a:gd name="T72" fmla="*/ 2147483646 w 4094"/>
                <a:gd name="T73" fmla="*/ 2147483646 h 605"/>
                <a:gd name="T74" fmla="*/ 2147483646 w 4094"/>
                <a:gd name="T75" fmla="*/ 2147483646 h 605"/>
                <a:gd name="T76" fmla="*/ 2147483646 w 4094"/>
                <a:gd name="T77" fmla="*/ 2147483646 h 605"/>
                <a:gd name="T78" fmla="*/ 2147483646 w 4094"/>
                <a:gd name="T79" fmla="*/ 2147483646 h 605"/>
                <a:gd name="T80" fmla="*/ 2147483646 w 4094"/>
                <a:gd name="T81" fmla="*/ 2147483646 h 605"/>
                <a:gd name="T82" fmla="*/ 2147483646 w 4094"/>
                <a:gd name="T83" fmla="*/ 2147483646 h 605"/>
                <a:gd name="T84" fmla="*/ 2147483646 w 4094"/>
                <a:gd name="T85" fmla="*/ 2147483646 h 605"/>
                <a:gd name="T86" fmla="*/ 2147483646 w 4094"/>
                <a:gd name="T87" fmla="*/ 2147483646 h 60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94"/>
                <a:gd name="T133" fmla="*/ 0 h 605"/>
                <a:gd name="T134" fmla="*/ 4094 w 4094"/>
                <a:gd name="T135" fmla="*/ 605 h 60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94" h="605" extrusionOk="0">
                  <a:moveTo>
                    <a:pt x="0" y="298"/>
                  </a:moveTo>
                  <a:lnTo>
                    <a:pt x="0" y="307"/>
                  </a:lnTo>
                  <a:lnTo>
                    <a:pt x="2" y="291"/>
                  </a:lnTo>
                  <a:lnTo>
                    <a:pt x="3" y="275"/>
                  </a:lnTo>
                  <a:lnTo>
                    <a:pt x="5" y="259"/>
                  </a:lnTo>
                  <a:lnTo>
                    <a:pt x="8" y="245"/>
                  </a:lnTo>
                  <a:lnTo>
                    <a:pt x="11" y="229"/>
                  </a:lnTo>
                  <a:lnTo>
                    <a:pt x="15" y="215"/>
                  </a:lnTo>
                  <a:lnTo>
                    <a:pt x="19" y="202"/>
                  </a:lnTo>
                  <a:lnTo>
                    <a:pt x="25" y="187"/>
                  </a:lnTo>
                  <a:lnTo>
                    <a:pt x="31" y="173"/>
                  </a:lnTo>
                  <a:lnTo>
                    <a:pt x="38" y="160"/>
                  </a:lnTo>
                  <a:lnTo>
                    <a:pt x="45" y="147"/>
                  </a:lnTo>
                  <a:lnTo>
                    <a:pt x="54" y="135"/>
                  </a:lnTo>
                  <a:lnTo>
                    <a:pt x="62" y="122"/>
                  </a:lnTo>
                  <a:lnTo>
                    <a:pt x="71" y="111"/>
                  </a:lnTo>
                  <a:lnTo>
                    <a:pt x="81" y="101"/>
                  </a:lnTo>
                  <a:lnTo>
                    <a:pt x="91" y="89"/>
                  </a:lnTo>
                  <a:lnTo>
                    <a:pt x="101" y="79"/>
                  </a:lnTo>
                  <a:lnTo>
                    <a:pt x="113" y="71"/>
                  </a:lnTo>
                  <a:lnTo>
                    <a:pt x="124" y="60"/>
                  </a:lnTo>
                  <a:lnTo>
                    <a:pt x="136" y="52"/>
                  </a:lnTo>
                  <a:lnTo>
                    <a:pt x="149" y="45"/>
                  </a:lnTo>
                  <a:lnTo>
                    <a:pt x="162" y="37"/>
                  </a:lnTo>
                  <a:lnTo>
                    <a:pt x="175" y="30"/>
                  </a:lnTo>
                  <a:lnTo>
                    <a:pt x="188" y="24"/>
                  </a:lnTo>
                  <a:lnTo>
                    <a:pt x="202" y="19"/>
                  </a:lnTo>
                  <a:lnTo>
                    <a:pt x="217" y="14"/>
                  </a:lnTo>
                  <a:lnTo>
                    <a:pt x="231" y="10"/>
                  </a:lnTo>
                  <a:lnTo>
                    <a:pt x="245" y="6"/>
                  </a:lnTo>
                  <a:lnTo>
                    <a:pt x="261" y="3"/>
                  </a:lnTo>
                  <a:lnTo>
                    <a:pt x="276" y="1"/>
                  </a:lnTo>
                  <a:lnTo>
                    <a:pt x="292" y="0"/>
                  </a:lnTo>
                  <a:lnTo>
                    <a:pt x="307" y="0"/>
                  </a:lnTo>
                  <a:lnTo>
                    <a:pt x="3788" y="0"/>
                  </a:lnTo>
                  <a:lnTo>
                    <a:pt x="3804" y="0"/>
                  </a:lnTo>
                  <a:lnTo>
                    <a:pt x="3820" y="1"/>
                  </a:lnTo>
                  <a:lnTo>
                    <a:pt x="3834" y="3"/>
                  </a:lnTo>
                  <a:lnTo>
                    <a:pt x="3850" y="6"/>
                  </a:lnTo>
                  <a:lnTo>
                    <a:pt x="3864" y="10"/>
                  </a:lnTo>
                  <a:lnTo>
                    <a:pt x="3879" y="14"/>
                  </a:lnTo>
                  <a:lnTo>
                    <a:pt x="3893" y="19"/>
                  </a:lnTo>
                  <a:lnTo>
                    <a:pt x="3908" y="24"/>
                  </a:lnTo>
                  <a:lnTo>
                    <a:pt x="3921" y="30"/>
                  </a:lnTo>
                  <a:lnTo>
                    <a:pt x="3934" y="37"/>
                  </a:lnTo>
                  <a:lnTo>
                    <a:pt x="3947" y="45"/>
                  </a:lnTo>
                  <a:lnTo>
                    <a:pt x="3960" y="52"/>
                  </a:lnTo>
                  <a:lnTo>
                    <a:pt x="3971" y="60"/>
                  </a:lnTo>
                  <a:lnTo>
                    <a:pt x="3983" y="71"/>
                  </a:lnTo>
                  <a:lnTo>
                    <a:pt x="3994" y="79"/>
                  </a:lnTo>
                  <a:lnTo>
                    <a:pt x="4004" y="89"/>
                  </a:lnTo>
                  <a:lnTo>
                    <a:pt x="4014" y="101"/>
                  </a:lnTo>
                  <a:lnTo>
                    <a:pt x="4024" y="111"/>
                  </a:lnTo>
                  <a:lnTo>
                    <a:pt x="4033" y="122"/>
                  </a:lnTo>
                  <a:lnTo>
                    <a:pt x="4042" y="135"/>
                  </a:lnTo>
                  <a:lnTo>
                    <a:pt x="4050" y="147"/>
                  </a:lnTo>
                  <a:lnTo>
                    <a:pt x="4058" y="160"/>
                  </a:lnTo>
                  <a:lnTo>
                    <a:pt x="4065" y="173"/>
                  </a:lnTo>
                  <a:lnTo>
                    <a:pt x="4071" y="187"/>
                  </a:lnTo>
                  <a:lnTo>
                    <a:pt x="4076" y="202"/>
                  </a:lnTo>
                  <a:lnTo>
                    <a:pt x="4081" y="215"/>
                  </a:lnTo>
                  <a:lnTo>
                    <a:pt x="4085" y="229"/>
                  </a:lnTo>
                  <a:lnTo>
                    <a:pt x="4088" y="245"/>
                  </a:lnTo>
                  <a:lnTo>
                    <a:pt x="4091" y="259"/>
                  </a:lnTo>
                  <a:lnTo>
                    <a:pt x="4092" y="275"/>
                  </a:lnTo>
                  <a:lnTo>
                    <a:pt x="4094" y="291"/>
                  </a:lnTo>
                  <a:lnTo>
                    <a:pt x="4094" y="307"/>
                  </a:lnTo>
                  <a:lnTo>
                    <a:pt x="4094" y="298"/>
                  </a:lnTo>
                  <a:lnTo>
                    <a:pt x="4094" y="314"/>
                  </a:lnTo>
                  <a:lnTo>
                    <a:pt x="4092" y="330"/>
                  </a:lnTo>
                  <a:lnTo>
                    <a:pt x="4091" y="346"/>
                  </a:lnTo>
                  <a:lnTo>
                    <a:pt x="4088" y="360"/>
                  </a:lnTo>
                  <a:lnTo>
                    <a:pt x="4085" y="376"/>
                  </a:lnTo>
                  <a:lnTo>
                    <a:pt x="4081" y="390"/>
                  </a:lnTo>
                  <a:lnTo>
                    <a:pt x="4076" y="405"/>
                  </a:lnTo>
                  <a:lnTo>
                    <a:pt x="4071" y="418"/>
                  </a:lnTo>
                  <a:lnTo>
                    <a:pt x="4065" y="432"/>
                  </a:lnTo>
                  <a:lnTo>
                    <a:pt x="4058" y="445"/>
                  </a:lnTo>
                  <a:lnTo>
                    <a:pt x="4050" y="458"/>
                  </a:lnTo>
                  <a:lnTo>
                    <a:pt x="4042" y="470"/>
                  </a:lnTo>
                  <a:lnTo>
                    <a:pt x="4033" y="483"/>
                  </a:lnTo>
                  <a:lnTo>
                    <a:pt x="4024" y="494"/>
                  </a:lnTo>
                  <a:lnTo>
                    <a:pt x="4014" y="504"/>
                  </a:lnTo>
                  <a:lnTo>
                    <a:pt x="4004" y="516"/>
                  </a:lnTo>
                  <a:lnTo>
                    <a:pt x="3994" y="526"/>
                  </a:lnTo>
                  <a:lnTo>
                    <a:pt x="3983" y="535"/>
                  </a:lnTo>
                  <a:lnTo>
                    <a:pt x="3971" y="545"/>
                  </a:lnTo>
                  <a:lnTo>
                    <a:pt x="3960" y="553"/>
                  </a:lnTo>
                  <a:lnTo>
                    <a:pt x="3947" y="561"/>
                  </a:lnTo>
                  <a:lnTo>
                    <a:pt x="3934" y="568"/>
                  </a:lnTo>
                  <a:lnTo>
                    <a:pt x="3921" y="575"/>
                  </a:lnTo>
                  <a:lnTo>
                    <a:pt x="3908" y="581"/>
                  </a:lnTo>
                  <a:lnTo>
                    <a:pt x="3893" y="586"/>
                  </a:lnTo>
                  <a:lnTo>
                    <a:pt x="3879" y="591"/>
                  </a:lnTo>
                  <a:lnTo>
                    <a:pt x="3864" y="595"/>
                  </a:lnTo>
                  <a:lnTo>
                    <a:pt x="3850" y="599"/>
                  </a:lnTo>
                  <a:lnTo>
                    <a:pt x="3834" y="602"/>
                  </a:lnTo>
                  <a:lnTo>
                    <a:pt x="3820" y="604"/>
                  </a:lnTo>
                  <a:lnTo>
                    <a:pt x="3804" y="605"/>
                  </a:lnTo>
                  <a:lnTo>
                    <a:pt x="3788" y="605"/>
                  </a:lnTo>
                  <a:lnTo>
                    <a:pt x="307" y="605"/>
                  </a:lnTo>
                  <a:lnTo>
                    <a:pt x="292" y="605"/>
                  </a:lnTo>
                  <a:lnTo>
                    <a:pt x="276" y="604"/>
                  </a:lnTo>
                  <a:lnTo>
                    <a:pt x="261" y="602"/>
                  </a:lnTo>
                  <a:lnTo>
                    <a:pt x="245" y="599"/>
                  </a:lnTo>
                  <a:lnTo>
                    <a:pt x="231" y="595"/>
                  </a:lnTo>
                  <a:lnTo>
                    <a:pt x="217" y="591"/>
                  </a:lnTo>
                  <a:lnTo>
                    <a:pt x="202" y="586"/>
                  </a:lnTo>
                  <a:lnTo>
                    <a:pt x="188" y="581"/>
                  </a:lnTo>
                  <a:lnTo>
                    <a:pt x="175" y="575"/>
                  </a:lnTo>
                  <a:lnTo>
                    <a:pt x="162" y="568"/>
                  </a:lnTo>
                  <a:lnTo>
                    <a:pt x="149" y="561"/>
                  </a:lnTo>
                  <a:lnTo>
                    <a:pt x="136" y="553"/>
                  </a:lnTo>
                  <a:lnTo>
                    <a:pt x="124" y="545"/>
                  </a:lnTo>
                  <a:lnTo>
                    <a:pt x="113" y="535"/>
                  </a:lnTo>
                  <a:lnTo>
                    <a:pt x="101" y="526"/>
                  </a:lnTo>
                  <a:lnTo>
                    <a:pt x="91" y="516"/>
                  </a:lnTo>
                  <a:lnTo>
                    <a:pt x="81" y="504"/>
                  </a:lnTo>
                  <a:lnTo>
                    <a:pt x="71" y="494"/>
                  </a:lnTo>
                  <a:lnTo>
                    <a:pt x="62" y="483"/>
                  </a:lnTo>
                  <a:lnTo>
                    <a:pt x="54" y="470"/>
                  </a:lnTo>
                  <a:lnTo>
                    <a:pt x="45" y="458"/>
                  </a:lnTo>
                  <a:lnTo>
                    <a:pt x="38" y="445"/>
                  </a:lnTo>
                  <a:lnTo>
                    <a:pt x="31" y="432"/>
                  </a:lnTo>
                  <a:lnTo>
                    <a:pt x="25" y="418"/>
                  </a:lnTo>
                  <a:lnTo>
                    <a:pt x="19" y="405"/>
                  </a:lnTo>
                  <a:lnTo>
                    <a:pt x="15" y="390"/>
                  </a:lnTo>
                  <a:lnTo>
                    <a:pt x="11" y="376"/>
                  </a:lnTo>
                  <a:lnTo>
                    <a:pt x="8" y="360"/>
                  </a:lnTo>
                  <a:lnTo>
                    <a:pt x="5" y="346"/>
                  </a:lnTo>
                  <a:lnTo>
                    <a:pt x="3" y="330"/>
                  </a:lnTo>
                  <a:lnTo>
                    <a:pt x="2" y="314"/>
                  </a:lnTo>
                  <a:lnTo>
                    <a:pt x="0" y="298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0142" name="Shape 1999">
              <a:extLst>
                <a:ext uri="{FF2B5EF4-FFF2-40B4-BE49-F238E27FC236}">
                  <a16:creationId xmlns:a16="http://schemas.microsoft.com/office/drawing/2014/main" id="{38BB88D3-4DC6-4901-AF76-3D4D299F1F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14739" y="2465379"/>
              <a:ext cx="2523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: </a:t>
              </a:r>
            </a:p>
          </p:txBody>
        </p:sp>
        <p:sp>
          <p:nvSpPr>
            <p:cNvPr id="260143" name="Shape 2000">
              <a:extLst>
                <a:ext uri="{FF2B5EF4-FFF2-40B4-BE49-F238E27FC236}">
                  <a16:creationId xmlns:a16="http://schemas.microsoft.com/office/drawing/2014/main" id="{984CA2FE-2D7F-440B-8CD4-D1F81126BF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3030" y="2465390"/>
              <a:ext cx="174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260144" name="Shape 2001">
              <a:extLst>
                <a:ext uri="{FF2B5EF4-FFF2-40B4-BE49-F238E27FC236}">
                  <a16:creationId xmlns:a16="http://schemas.microsoft.com/office/drawing/2014/main" id="{D89258F4-E907-4D3A-B550-AAE78FC861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19555" y="2465390"/>
              <a:ext cx="152398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260145" name="Shape 2002">
              <a:extLst>
                <a:ext uri="{FF2B5EF4-FFF2-40B4-BE49-F238E27FC236}">
                  <a16:creationId xmlns:a16="http://schemas.microsoft.com/office/drawing/2014/main" id="{86834586-12AB-4D72-BF29-4DED80EDF3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30680" y="2568579"/>
              <a:ext cx="252300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 </a:t>
              </a:r>
            </a:p>
          </p:txBody>
        </p:sp>
        <p:sp>
          <p:nvSpPr>
            <p:cNvPr id="260146" name="Shape 2003">
              <a:extLst>
                <a:ext uri="{FF2B5EF4-FFF2-40B4-BE49-F238E27FC236}">
                  <a16:creationId xmlns:a16="http://schemas.microsoft.com/office/drawing/2014/main" id="{B623FC77-4AEB-4295-BD19-4EE8C58753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16454" y="2465390"/>
              <a:ext cx="152398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0147" name="Shape 2004">
              <a:extLst>
                <a:ext uri="{FF2B5EF4-FFF2-40B4-BE49-F238E27FC236}">
                  <a16:creationId xmlns:a16="http://schemas.microsoft.com/office/drawing/2014/main" id="{1313F79C-5B8F-4A03-99A2-60695C57AC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32305" y="246539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0148" name="Shape 2005">
              <a:extLst>
                <a:ext uri="{FF2B5EF4-FFF2-40B4-BE49-F238E27FC236}">
                  <a16:creationId xmlns:a16="http://schemas.microsoft.com/office/drawing/2014/main" id="{B75EF5A4-4192-4FF9-AB82-916B094FCE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26004" y="2465390"/>
              <a:ext cx="174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260149" name="Shape 2006">
              <a:extLst>
                <a:ext uri="{FF2B5EF4-FFF2-40B4-BE49-F238E27FC236}">
                  <a16:creationId xmlns:a16="http://schemas.microsoft.com/office/drawing/2014/main" id="{3F8A09EA-87F4-4E11-8057-6B6CDAAA67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2529" y="2465390"/>
              <a:ext cx="152398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 </a:t>
              </a:r>
            </a:p>
          </p:txBody>
        </p:sp>
        <p:sp>
          <p:nvSpPr>
            <p:cNvPr id="260150" name="Shape 2007">
              <a:extLst>
                <a:ext uri="{FF2B5EF4-FFF2-40B4-BE49-F238E27FC236}">
                  <a16:creationId xmlns:a16="http://schemas.microsoft.com/office/drawing/2014/main" id="{1E45378A-E568-4F90-BF98-CFF96D2E70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3633" y="2568579"/>
              <a:ext cx="196800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60151" name="Shape 2008">
              <a:extLst>
                <a:ext uri="{FF2B5EF4-FFF2-40B4-BE49-F238E27FC236}">
                  <a16:creationId xmlns:a16="http://schemas.microsoft.com/office/drawing/2014/main" id="{E6679792-9DBA-4BA2-9430-37A240066F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4177" y="2465390"/>
              <a:ext cx="152398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0152" name="Shape 2009">
              <a:extLst>
                <a:ext uri="{FF2B5EF4-FFF2-40B4-BE49-F238E27FC236}">
                  <a16:creationId xmlns:a16="http://schemas.microsoft.com/office/drawing/2014/main" id="{62C24944-AABF-4B18-8C08-5394F80179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0028" y="246539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0153" name="Shape 2010">
              <a:extLst>
                <a:ext uri="{FF2B5EF4-FFF2-40B4-BE49-F238E27FC236}">
                  <a16:creationId xmlns:a16="http://schemas.microsoft.com/office/drawing/2014/main" id="{14573E44-C6C3-486D-A5D7-F028F2839C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9642" y="2459040"/>
              <a:ext cx="107998" cy="258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Noto Symbol" charset="0"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Noto Symbol" charset="0"/>
                  <a:ea typeface="ＭＳ Ｐゴシック" panose="020B0600070205080204" pitchFamily="34" charset="-128"/>
                  <a:cs typeface="Arial" panose="020B0604020202020204" pitchFamily="34" charset="0"/>
                  <a:sym typeface="Noto Symbol" charset="0"/>
                </a:rPr>
                <a:t>, </a:t>
              </a:r>
            </a:p>
          </p:txBody>
        </p:sp>
        <p:sp>
          <p:nvSpPr>
            <p:cNvPr id="260154" name="Shape 2011">
              <a:extLst>
                <a:ext uri="{FF2B5EF4-FFF2-40B4-BE49-F238E27FC236}">
                  <a16:creationId xmlns:a16="http://schemas.microsoft.com/office/drawing/2014/main" id="{CE77D8FC-D950-465C-A905-E8E80E09D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570" y="1193802"/>
              <a:ext cx="3249607" cy="503238"/>
            </a:xfrm>
            <a:custGeom>
              <a:avLst/>
              <a:gdLst>
                <a:gd name="T0" fmla="*/ 2147483646 w 4094"/>
                <a:gd name="T1" fmla="*/ 2147483646 h 634"/>
                <a:gd name="T2" fmla="*/ 2147483646 w 4094"/>
                <a:gd name="T3" fmla="*/ 2147483646 h 634"/>
                <a:gd name="T4" fmla="*/ 2147483646 w 4094"/>
                <a:gd name="T5" fmla="*/ 2147483646 h 634"/>
                <a:gd name="T6" fmla="*/ 2147483646 w 4094"/>
                <a:gd name="T7" fmla="*/ 2147483646 h 634"/>
                <a:gd name="T8" fmla="*/ 2147483646 w 4094"/>
                <a:gd name="T9" fmla="*/ 2147483646 h 634"/>
                <a:gd name="T10" fmla="*/ 2147483646 w 4094"/>
                <a:gd name="T11" fmla="*/ 2147483646 h 634"/>
                <a:gd name="T12" fmla="*/ 2147483646 w 4094"/>
                <a:gd name="T13" fmla="*/ 2147483646 h 634"/>
                <a:gd name="T14" fmla="*/ 2147483646 w 4094"/>
                <a:gd name="T15" fmla="*/ 2147483646 h 634"/>
                <a:gd name="T16" fmla="*/ 2147483646 w 4094"/>
                <a:gd name="T17" fmla="*/ 2147483646 h 634"/>
                <a:gd name="T18" fmla="*/ 2147483646 w 4094"/>
                <a:gd name="T19" fmla="*/ 2147483646 h 634"/>
                <a:gd name="T20" fmla="*/ 2147483646 w 4094"/>
                <a:gd name="T21" fmla="*/ 0 h 634"/>
                <a:gd name="T22" fmla="*/ 2147483646 w 4094"/>
                <a:gd name="T23" fmla="*/ 0 h 634"/>
                <a:gd name="T24" fmla="*/ 2147483646 w 4094"/>
                <a:gd name="T25" fmla="*/ 2147483646 h 634"/>
                <a:gd name="T26" fmla="*/ 2147483646 w 4094"/>
                <a:gd name="T27" fmla="*/ 2147483646 h 634"/>
                <a:gd name="T28" fmla="*/ 2147483646 w 4094"/>
                <a:gd name="T29" fmla="*/ 2147483646 h 634"/>
                <a:gd name="T30" fmla="*/ 2147483646 w 4094"/>
                <a:gd name="T31" fmla="*/ 2147483646 h 634"/>
                <a:gd name="T32" fmla="*/ 2147483646 w 4094"/>
                <a:gd name="T33" fmla="*/ 2147483646 h 634"/>
                <a:gd name="T34" fmla="*/ 2147483646 w 4094"/>
                <a:gd name="T35" fmla="*/ 2147483646 h 634"/>
                <a:gd name="T36" fmla="*/ 2147483646 w 4094"/>
                <a:gd name="T37" fmla="*/ 2147483646 h 634"/>
                <a:gd name="T38" fmla="*/ 2147483646 w 4094"/>
                <a:gd name="T39" fmla="*/ 2147483646 h 634"/>
                <a:gd name="T40" fmla="*/ 2147483646 w 4094"/>
                <a:gd name="T41" fmla="*/ 2147483646 h 634"/>
                <a:gd name="T42" fmla="*/ 2147483646 w 4094"/>
                <a:gd name="T43" fmla="*/ 2147483646 h 634"/>
                <a:gd name="T44" fmla="*/ 2147483646 w 4094"/>
                <a:gd name="T45" fmla="*/ 2147483646 h 634"/>
                <a:gd name="T46" fmla="*/ 2147483646 w 4094"/>
                <a:gd name="T47" fmla="*/ 2147483646 h 634"/>
                <a:gd name="T48" fmla="*/ 2147483646 w 4094"/>
                <a:gd name="T49" fmla="*/ 2147483646 h 634"/>
                <a:gd name="T50" fmla="*/ 2147483646 w 4094"/>
                <a:gd name="T51" fmla="*/ 2147483646 h 634"/>
                <a:gd name="T52" fmla="*/ 2147483646 w 4094"/>
                <a:gd name="T53" fmla="*/ 2147483646 h 634"/>
                <a:gd name="T54" fmla="*/ 2147483646 w 4094"/>
                <a:gd name="T55" fmla="*/ 2147483646 h 634"/>
                <a:gd name="T56" fmla="*/ 2147483646 w 4094"/>
                <a:gd name="T57" fmla="*/ 2147483646 h 634"/>
                <a:gd name="T58" fmla="*/ 2147483646 w 4094"/>
                <a:gd name="T59" fmla="*/ 2147483646 h 634"/>
                <a:gd name="T60" fmla="*/ 2147483646 w 4094"/>
                <a:gd name="T61" fmla="*/ 2147483646 h 634"/>
                <a:gd name="T62" fmla="*/ 2147483646 w 4094"/>
                <a:gd name="T63" fmla="*/ 2147483646 h 634"/>
                <a:gd name="T64" fmla="*/ 2147483646 w 4094"/>
                <a:gd name="T65" fmla="*/ 2147483646 h 634"/>
                <a:gd name="T66" fmla="*/ 2147483646 w 4094"/>
                <a:gd name="T67" fmla="*/ 2147483646 h 634"/>
                <a:gd name="T68" fmla="*/ 2147483646 w 4094"/>
                <a:gd name="T69" fmla="*/ 2147483646 h 634"/>
                <a:gd name="T70" fmla="*/ 2147483646 w 4094"/>
                <a:gd name="T71" fmla="*/ 2147483646 h 634"/>
                <a:gd name="T72" fmla="*/ 2147483646 w 4094"/>
                <a:gd name="T73" fmla="*/ 2147483646 h 634"/>
                <a:gd name="T74" fmla="*/ 2147483646 w 4094"/>
                <a:gd name="T75" fmla="*/ 2147483646 h 634"/>
                <a:gd name="T76" fmla="*/ 2147483646 w 4094"/>
                <a:gd name="T77" fmla="*/ 2147483646 h 634"/>
                <a:gd name="T78" fmla="*/ 2147483646 w 4094"/>
                <a:gd name="T79" fmla="*/ 2147483646 h 634"/>
                <a:gd name="T80" fmla="*/ 2147483646 w 4094"/>
                <a:gd name="T81" fmla="*/ 2147483646 h 634"/>
                <a:gd name="T82" fmla="*/ 2147483646 w 4094"/>
                <a:gd name="T83" fmla="*/ 2147483646 h 634"/>
                <a:gd name="T84" fmla="*/ 2147483646 w 4094"/>
                <a:gd name="T85" fmla="*/ 2147483646 h 634"/>
                <a:gd name="T86" fmla="*/ 2147483646 w 4094"/>
                <a:gd name="T87" fmla="*/ 2147483646 h 63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94"/>
                <a:gd name="T133" fmla="*/ 0 h 634"/>
                <a:gd name="T134" fmla="*/ 4094 w 4094"/>
                <a:gd name="T135" fmla="*/ 634 h 63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94" h="634" extrusionOk="0">
                  <a:moveTo>
                    <a:pt x="0" y="327"/>
                  </a:moveTo>
                  <a:lnTo>
                    <a:pt x="0" y="307"/>
                  </a:lnTo>
                  <a:lnTo>
                    <a:pt x="2" y="291"/>
                  </a:lnTo>
                  <a:lnTo>
                    <a:pt x="3" y="275"/>
                  </a:lnTo>
                  <a:lnTo>
                    <a:pt x="5" y="259"/>
                  </a:lnTo>
                  <a:lnTo>
                    <a:pt x="8" y="245"/>
                  </a:lnTo>
                  <a:lnTo>
                    <a:pt x="11" y="229"/>
                  </a:lnTo>
                  <a:lnTo>
                    <a:pt x="15" y="214"/>
                  </a:lnTo>
                  <a:lnTo>
                    <a:pt x="19" y="201"/>
                  </a:lnTo>
                  <a:lnTo>
                    <a:pt x="25" y="187"/>
                  </a:lnTo>
                  <a:lnTo>
                    <a:pt x="31" y="173"/>
                  </a:lnTo>
                  <a:lnTo>
                    <a:pt x="38" y="160"/>
                  </a:lnTo>
                  <a:lnTo>
                    <a:pt x="45" y="147"/>
                  </a:lnTo>
                  <a:lnTo>
                    <a:pt x="54" y="135"/>
                  </a:lnTo>
                  <a:lnTo>
                    <a:pt x="62" y="122"/>
                  </a:lnTo>
                  <a:lnTo>
                    <a:pt x="71" y="111"/>
                  </a:lnTo>
                  <a:lnTo>
                    <a:pt x="81" y="101"/>
                  </a:lnTo>
                  <a:lnTo>
                    <a:pt x="91" y="89"/>
                  </a:lnTo>
                  <a:lnTo>
                    <a:pt x="101" y="79"/>
                  </a:lnTo>
                  <a:lnTo>
                    <a:pt x="113" y="70"/>
                  </a:lnTo>
                  <a:lnTo>
                    <a:pt x="124" y="60"/>
                  </a:lnTo>
                  <a:lnTo>
                    <a:pt x="136" y="52"/>
                  </a:lnTo>
                  <a:lnTo>
                    <a:pt x="149" y="44"/>
                  </a:lnTo>
                  <a:lnTo>
                    <a:pt x="162" y="37"/>
                  </a:lnTo>
                  <a:lnTo>
                    <a:pt x="175" y="30"/>
                  </a:lnTo>
                  <a:lnTo>
                    <a:pt x="188" y="24"/>
                  </a:lnTo>
                  <a:lnTo>
                    <a:pt x="202" y="18"/>
                  </a:lnTo>
                  <a:lnTo>
                    <a:pt x="217" y="14"/>
                  </a:lnTo>
                  <a:lnTo>
                    <a:pt x="231" y="10"/>
                  </a:lnTo>
                  <a:lnTo>
                    <a:pt x="245" y="5"/>
                  </a:lnTo>
                  <a:lnTo>
                    <a:pt x="261" y="3"/>
                  </a:lnTo>
                  <a:lnTo>
                    <a:pt x="276" y="1"/>
                  </a:lnTo>
                  <a:lnTo>
                    <a:pt x="292" y="0"/>
                  </a:lnTo>
                  <a:lnTo>
                    <a:pt x="307" y="0"/>
                  </a:lnTo>
                  <a:lnTo>
                    <a:pt x="3788" y="0"/>
                  </a:lnTo>
                  <a:lnTo>
                    <a:pt x="3804" y="0"/>
                  </a:lnTo>
                  <a:lnTo>
                    <a:pt x="3820" y="1"/>
                  </a:lnTo>
                  <a:lnTo>
                    <a:pt x="3834" y="3"/>
                  </a:lnTo>
                  <a:lnTo>
                    <a:pt x="3850" y="5"/>
                  </a:lnTo>
                  <a:lnTo>
                    <a:pt x="3864" y="10"/>
                  </a:lnTo>
                  <a:lnTo>
                    <a:pt x="3879" y="14"/>
                  </a:lnTo>
                  <a:lnTo>
                    <a:pt x="3893" y="18"/>
                  </a:lnTo>
                  <a:lnTo>
                    <a:pt x="3908" y="24"/>
                  </a:lnTo>
                  <a:lnTo>
                    <a:pt x="3921" y="30"/>
                  </a:lnTo>
                  <a:lnTo>
                    <a:pt x="3934" y="37"/>
                  </a:lnTo>
                  <a:lnTo>
                    <a:pt x="3947" y="44"/>
                  </a:lnTo>
                  <a:lnTo>
                    <a:pt x="3960" y="52"/>
                  </a:lnTo>
                  <a:lnTo>
                    <a:pt x="3971" y="60"/>
                  </a:lnTo>
                  <a:lnTo>
                    <a:pt x="3983" y="70"/>
                  </a:lnTo>
                  <a:lnTo>
                    <a:pt x="3994" y="79"/>
                  </a:lnTo>
                  <a:lnTo>
                    <a:pt x="4004" y="89"/>
                  </a:lnTo>
                  <a:lnTo>
                    <a:pt x="4014" y="101"/>
                  </a:lnTo>
                  <a:lnTo>
                    <a:pt x="4024" y="111"/>
                  </a:lnTo>
                  <a:lnTo>
                    <a:pt x="4033" y="122"/>
                  </a:lnTo>
                  <a:lnTo>
                    <a:pt x="4042" y="135"/>
                  </a:lnTo>
                  <a:lnTo>
                    <a:pt x="4050" y="147"/>
                  </a:lnTo>
                  <a:lnTo>
                    <a:pt x="4058" y="160"/>
                  </a:lnTo>
                  <a:lnTo>
                    <a:pt x="4065" y="173"/>
                  </a:lnTo>
                  <a:lnTo>
                    <a:pt x="4071" y="187"/>
                  </a:lnTo>
                  <a:lnTo>
                    <a:pt x="4076" y="201"/>
                  </a:lnTo>
                  <a:lnTo>
                    <a:pt x="4081" y="214"/>
                  </a:lnTo>
                  <a:lnTo>
                    <a:pt x="4085" y="229"/>
                  </a:lnTo>
                  <a:lnTo>
                    <a:pt x="4088" y="245"/>
                  </a:lnTo>
                  <a:lnTo>
                    <a:pt x="4091" y="259"/>
                  </a:lnTo>
                  <a:lnTo>
                    <a:pt x="4092" y="275"/>
                  </a:lnTo>
                  <a:lnTo>
                    <a:pt x="4094" y="291"/>
                  </a:lnTo>
                  <a:lnTo>
                    <a:pt x="4094" y="307"/>
                  </a:lnTo>
                  <a:lnTo>
                    <a:pt x="4094" y="327"/>
                  </a:lnTo>
                  <a:lnTo>
                    <a:pt x="4094" y="343"/>
                  </a:lnTo>
                  <a:lnTo>
                    <a:pt x="4092" y="359"/>
                  </a:lnTo>
                  <a:lnTo>
                    <a:pt x="4091" y="374"/>
                  </a:lnTo>
                  <a:lnTo>
                    <a:pt x="4088" y="389"/>
                  </a:lnTo>
                  <a:lnTo>
                    <a:pt x="4085" y="405"/>
                  </a:lnTo>
                  <a:lnTo>
                    <a:pt x="4081" y="419"/>
                  </a:lnTo>
                  <a:lnTo>
                    <a:pt x="4076" y="434"/>
                  </a:lnTo>
                  <a:lnTo>
                    <a:pt x="4071" y="446"/>
                  </a:lnTo>
                  <a:lnTo>
                    <a:pt x="4065" y="461"/>
                  </a:lnTo>
                  <a:lnTo>
                    <a:pt x="4058" y="474"/>
                  </a:lnTo>
                  <a:lnTo>
                    <a:pt x="4050" y="487"/>
                  </a:lnTo>
                  <a:lnTo>
                    <a:pt x="4042" y="498"/>
                  </a:lnTo>
                  <a:lnTo>
                    <a:pt x="4033" y="511"/>
                  </a:lnTo>
                  <a:lnTo>
                    <a:pt x="4024" y="523"/>
                  </a:lnTo>
                  <a:lnTo>
                    <a:pt x="4014" y="533"/>
                  </a:lnTo>
                  <a:lnTo>
                    <a:pt x="4004" y="544"/>
                  </a:lnTo>
                  <a:lnTo>
                    <a:pt x="3994" y="555"/>
                  </a:lnTo>
                  <a:lnTo>
                    <a:pt x="3983" y="563"/>
                  </a:lnTo>
                  <a:lnTo>
                    <a:pt x="3971" y="573"/>
                  </a:lnTo>
                  <a:lnTo>
                    <a:pt x="3960" y="582"/>
                  </a:lnTo>
                  <a:lnTo>
                    <a:pt x="3947" y="589"/>
                  </a:lnTo>
                  <a:lnTo>
                    <a:pt x="3934" y="596"/>
                  </a:lnTo>
                  <a:lnTo>
                    <a:pt x="3921" y="604"/>
                  </a:lnTo>
                  <a:lnTo>
                    <a:pt x="3908" y="609"/>
                  </a:lnTo>
                  <a:lnTo>
                    <a:pt x="3893" y="615"/>
                  </a:lnTo>
                  <a:lnTo>
                    <a:pt x="3879" y="619"/>
                  </a:lnTo>
                  <a:lnTo>
                    <a:pt x="3864" y="624"/>
                  </a:lnTo>
                  <a:lnTo>
                    <a:pt x="3850" y="628"/>
                  </a:lnTo>
                  <a:lnTo>
                    <a:pt x="3834" y="631"/>
                  </a:lnTo>
                  <a:lnTo>
                    <a:pt x="3820" y="632"/>
                  </a:lnTo>
                  <a:lnTo>
                    <a:pt x="3804" y="634"/>
                  </a:lnTo>
                  <a:lnTo>
                    <a:pt x="3788" y="634"/>
                  </a:lnTo>
                  <a:lnTo>
                    <a:pt x="307" y="634"/>
                  </a:lnTo>
                  <a:lnTo>
                    <a:pt x="292" y="634"/>
                  </a:lnTo>
                  <a:lnTo>
                    <a:pt x="276" y="632"/>
                  </a:lnTo>
                  <a:lnTo>
                    <a:pt x="261" y="631"/>
                  </a:lnTo>
                  <a:lnTo>
                    <a:pt x="245" y="628"/>
                  </a:lnTo>
                  <a:lnTo>
                    <a:pt x="231" y="624"/>
                  </a:lnTo>
                  <a:lnTo>
                    <a:pt x="217" y="619"/>
                  </a:lnTo>
                  <a:lnTo>
                    <a:pt x="202" y="615"/>
                  </a:lnTo>
                  <a:lnTo>
                    <a:pt x="188" y="609"/>
                  </a:lnTo>
                  <a:lnTo>
                    <a:pt x="175" y="604"/>
                  </a:lnTo>
                  <a:lnTo>
                    <a:pt x="162" y="596"/>
                  </a:lnTo>
                  <a:lnTo>
                    <a:pt x="149" y="589"/>
                  </a:lnTo>
                  <a:lnTo>
                    <a:pt x="136" y="582"/>
                  </a:lnTo>
                  <a:lnTo>
                    <a:pt x="124" y="573"/>
                  </a:lnTo>
                  <a:lnTo>
                    <a:pt x="113" y="563"/>
                  </a:lnTo>
                  <a:lnTo>
                    <a:pt x="101" y="555"/>
                  </a:lnTo>
                  <a:lnTo>
                    <a:pt x="91" y="544"/>
                  </a:lnTo>
                  <a:lnTo>
                    <a:pt x="81" y="533"/>
                  </a:lnTo>
                  <a:lnTo>
                    <a:pt x="71" y="523"/>
                  </a:lnTo>
                  <a:lnTo>
                    <a:pt x="62" y="511"/>
                  </a:lnTo>
                  <a:lnTo>
                    <a:pt x="54" y="498"/>
                  </a:lnTo>
                  <a:lnTo>
                    <a:pt x="45" y="487"/>
                  </a:lnTo>
                  <a:lnTo>
                    <a:pt x="38" y="474"/>
                  </a:lnTo>
                  <a:lnTo>
                    <a:pt x="31" y="461"/>
                  </a:lnTo>
                  <a:lnTo>
                    <a:pt x="25" y="446"/>
                  </a:lnTo>
                  <a:lnTo>
                    <a:pt x="19" y="434"/>
                  </a:lnTo>
                  <a:lnTo>
                    <a:pt x="15" y="419"/>
                  </a:lnTo>
                  <a:lnTo>
                    <a:pt x="11" y="405"/>
                  </a:lnTo>
                  <a:lnTo>
                    <a:pt x="8" y="389"/>
                  </a:lnTo>
                  <a:lnTo>
                    <a:pt x="5" y="374"/>
                  </a:lnTo>
                  <a:lnTo>
                    <a:pt x="3" y="359"/>
                  </a:lnTo>
                  <a:lnTo>
                    <a:pt x="2" y="343"/>
                  </a:lnTo>
                  <a:lnTo>
                    <a:pt x="0" y="327"/>
                  </a:lnTo>
                  <a:close/>
                </a:path>
              </a:pathLst>
            </a:custGeom>
            <a:solidFill>
              <a:schemeClr val="bg1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0155" name="Shape 2012">
              <a:extLst>
                <a:ext uri="{FF2B5EF4-FFF2-40B4-BE49-F238E27FC236}">
                  <a16:creationId xmlns:a16="http://schemas.microsoft.com/office/drawing/2014/main" id="{1D61318F-013E-4E1D-9E7C-9D28E7FC6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354" y="2178053"/>
              <a:ext cx="46037" cy="136525"/>
            </a:xfrm>
            <a:custGeom>
              <a:avLst/>
              <a:gdLst>
                <a:gd name="T0" fmla="*/ 0 w 58"/>
                <a:gd name="T1" fmla="*/ 0 h 173"/>
                <a:gd name="T2" fmla="*/ 2147483646 w 58"/>
                <a:gd name="T3" fmla="*/ 2147483646 h 173"/>
                <a:gd name="T4" fmla="*/ 2147483646 w 58"/>
                <a:gd name="T5" fmla="*/ 0 h 173"/>
                <a:gd name="T6" fmla="*/ 2147483646 w 58"/>
                <a:gd name="T7" fmla="*/ 0 h 173"/>
                <a:gd name="T8" fmla="*/ 0 w 58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8"/>
                <a:gd name="T16" fmla="*/ 0 h 173"/>
                <a:gd name="T17" fmla="*/ 58 w 58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8" h="173" extrusionOk="0">
                  <a:moveTo>
                    <a:pt x="0" y="0"/>
                  </a:moveTo>
                  <a:lnTo>
                    <a:pt x="29" y="173"/>
                  </a:lnTo>
                  <a:lnTo>
                    <a:pt x="58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260156" name="Shape 2013">
              <a:extLst>
                <a:ext uri="{FF2B5EF4-FFF2-40B4-BE49-F238E27FC236}">
                  <a16:creationId xmlns:a16="http://schemas.microsoft.com/office/drawing/2014/main" id="{92633408-C46C-4027-A745-1BAEFE615F5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4702168" y="1697039"/>
              <a:ext cx="1500" cy="457201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60157" name="Shape 2014">
              <a:extLst>
                <a:ext uri="{FF2B5EF4-FFF2-40B4-BE49-F238E27FC236}">
                  <a16:creationId xmlns:a16="http://schemas.microsoft.com/office/drawing/2014/main" id="{958C3750-1EE1-4F21-ABE4-E610147CB4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4729" y="1908178"/>
              <a:ext cx="1856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60158" name="Shape 2015">
              <a:extLst>
                <a:ext uri="{FF2B5EF4-FFF2-40B4-BE49-F238E27FC236}">
                  <a16:creationId xmlns:a16="http://schemas.microsoft.com/office/drawing/2014/main" id="{5B83A0E5-5DCA-459C-B530-0765FB5369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45103" y="1908178"/>
              <a:ext cx="152398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0159" name="Shape 2016">
              <a:extLst>
                <a:ext uri="{FF2B5EF4-FFF2-40B4-BE49-F238E27FC236}">
                  <a16:creationId xmlns:a16="http://schemas.microsoft.com/office/drawing/2014/main" id="{8294AB68-6FF8-4226-8EF0-9AD01B41D0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24441" y="1908178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0160" name="Shape 2017">
              <a:extLst>
                <a:ext uri="{FF2B5EF4-FFF2-40B4-BE49-F238E27FC236}">
                  <a16:creationId xmlns:a16="http://schemas.microsoft.com/office/drawing/2014/main" id="{E73464AE-9EB6-438E-A757-6707CBBCA7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6062" y="1314452"/>
              <a:ext cx="1417496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A: 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No Transfer</a:t>
              </a:r>
            </a:p>
          </p:txBody>
        </p:sp>
        <p:sp>
          <p:nvSpPr>
            <p:cNvPr id="260161" name="Shape 2018">
              <a:extLst>
                <a:ext uri="{FF2B5EF4-FFF2-40B4-BE49-F238E27FC236}">
                  <a16:creationId xmlns:a16="http://schemas.microsoft.com/office/drawing/2014/main" id="{0125ADAB-7322-479F-8141-21FE91036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354" y="3298830"/>
              <a:ext cx="46037" cy="136525"/>
            </a:xfrm>
            <a:custGeom>
              <a:avLst/>
              <a:gdLst>
                <a:gd name="T0" fmla="*/ 0 w 58"/>
                <a:gd name="T1" fmla="*/ 0 h 173"/>
                <a:gd name="T2" fmla="*/ 2147483646 w 58"/>
                <a:gd name="T3" fmla="*/ 2147483646 h 173"/>
                <a:gd name="T4" fmla="*/ 2147483646 w 58"/>
                <a:gd name="T5" fmla="*/ 0 h 173"/>
                <a:gd name="T6" fmla="*/ 2147483646 w 58"/>
                <a:gd name="T7" fmla="*/ 0 h 173"/>
                <a:gd name="T8" fmla="*/ 0 w 58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8"/>
                <a:gd name="T16" fmla="*/ 0 h 173"/>
                <a:gd name="T17" fmla="*/ 58 w 58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8" h="173" extrusionOk="0">
                  <a:moveTo>
                    <a:pt x="0" y="0"/>
                  </a:moveTo>
                  <a:lnTo>
                    <a:pt x="29" y="173"/>
                  </a:lnTo>
                  <a:lnTo>
                    <a:pt x="58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260162" name="Shape 2019">
              <a:extLst>
                <a:ext uri="{FF2B5EF4-FFF2-40B4-BE49-F238E27FC236}">
                  <a16:creationId xmlns:a16="http://schemas.microsoft.com/office/drawing/2014/main" id="{63ED0D7C-EAAD-4330-A60A-751BDA5BA4E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4702168" y="2817927"/>
              <a:ext cx="1500" cy="480901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60163" name="Shape 2020">
              <a:extLst>
                <a:ext uri="{FF2B5EF4-FFF2-40B4-BE49-F238E27FC236}">
                  <a16:creationId xmlns:a16="http://schemas.microsoft.com/office/drawing/2014/main" id="{AA2754F7-FC10-4FA4-B62A-CB903D2744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94254" y="2922590"/>
              <a:ext cx="1856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60164" name="Shape 2021">
              <a:extLst>
                <a:ext uri="{FF2B5EF4-FFF2-40B4-BE49-F238E27FC236}">
                  <a16:creationId xmlns:a16="http://schemas.microsoft.com/office/drawing/2014/main" id="{5F584D90-A3EF-4294-A5AA-1B511ABFF7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53042" y="2922590"/>
              <a:ext cx="152398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0165" name="Shape 2022">
              <a:extLst>
                <a:ext uri="{FF2B5EF4-FFF2-40B4-BE49-F238E27FC236}">
                  <a16:creationId xmlns:a16="http://schemas.microsoft.com/office/drawing/2014/main" id="{41D0CDC9-5894-4899-9677-EA9B5925B8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33966" y="292259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0166" name="Shape 2023">
              <a:extLst>
                <a:ext uri="{FF2B5EF4-FFF2-40B4-BE49-F238E27FC236}">
                  <a16:creationId xmlns:a16="http://schemas.microsoft.com/office/drawing/2014/main" id="{A40BF96C-D26E-4A99-9B25-9FBFE9B01D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94254" y="3146430"/>
              <a:ext cx="1856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60167" name="Shape 2024">
              <a:extLst>
                <a:ext uri="{FF2B5EF4-FFF2-40B4-BE49-F238E27FC236}">
                  <a16:creationId xmlns:a16="http://schemas.microsoft.com/office/drawing/2014/main" id="{47B71D39-6718-4C0C-9AFB-4A36623433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53042" y="3146430"/>
              <a:ext cx="152398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0168" name="Shape 2025">
              <a:extLst>
                <a:ext uri="{FF2B5EF4-FFF2-40B4-BE49-F238E27FC236}">
                  <a16:creationId xmlns:a16="http://schemas.microsoft.com/office/drawing/2014/main" id="{1E62A4E1-7430-4B55-90E5-C27CDA6E88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33966" y="314643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0169" name="Shape 2026">
              <a:extLst>
                <a:ext uri="{FF2B5EF4-FFF2-40B4-BE49-F238E27FC236}">
                  <a16:creationId xmlns:a16="http://schemas.microsoft.com/office/drawing/2014/main" id="{E2E2F560-4968-4F9F-A70D-D525028FD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006" y="1422402"/>
              <a:ext cx="160336" cy="46037"/>
            </a:xfrm>
            <a:custGeom>
              <a:avLst/>
              <a:gdLst>
                <a:gd name="T0" fmla="*/ 0 w 202"/>
                <a:gd name="T1" fmla="*/ 2147483646 h 58"/>
                <a:gd name="T2" fmla="*/ 2147483646 w 202"/>
                <a:gd name="T3" fmla="*/ 2147483646 h 58"/>
                <a:gd name="T4" fmla="*/ 0 w 202"/>
                <a:gd name="T5" fmla="*/ 0 h 58"/>
                <a:gd name="T6" fmla="*/ 0 w 202"/>
                <a:gd name="T7" fmla="*/ 2147483646 h 58"/>
                <a:gd name="T8" fmla="*/ 0 w 202"/>
                <a:gd name="T9" fmla="*/ 214748364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2"/>
                <a:gd name="T16" fmla="*/ 0 h 58"/>
                <a:gd name="T17" fmla="*/ 202 w 202"/>
                <a:gd name="T18" fmla="*/ 58 h 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2" h="58" extrusionOk="0">
                  <a:moveTo>
                    <a:pt x="0" y="58"/>
                  </a:moveTo>
                  <a:lnTo>
                    <a:pt x="202" y="29"/>
                  </a:lnTo>
                  <a:lnTo>
                    <a:pt x="0" y="0"/>
                  </a:lnTo>
                  <a:lnTo>
                    <a:pt x="0" y="29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0170" name="Shape 2027">
              <a:extLst>
                <a:ext uri="{FF2B5EF4-FFF2-40B4-BE49-F238E27FC236}">
                  <a16:creationId xmlns:a16="http://schemas.microsoft.com/office/drawing/2014/main" id="{52B3DADB-7BFF-4657-BBE5-8C283E01D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422" y="1443027"/>
              <a:ext cx="2609843" cy="4302136"/>
            </a:xfrm>
            <a:custGeom>
              <a:avLst/>
              <a:gdLst>
                <a:gd name="T0" fmla="*/ 2147483646 w 3286"/>
                <a:gd name="T1" fmla="*/ 0 h 5419"/>
                <a:gd name="T2" fmla="*/ 0 w 3286"/>
                <a:gd name="T3" fmla="*/ 0 h 5419"/>
                <a:gd name="T4" fmla="*/ 0 w 3286"/>
                <a:gd name="T5" fmla="*/ 2147483646 h 5419"/>
                <a:gd name="T6" fmla="*/ 2147483646 w 3286"/>
                <a:gd name="T7" fmla="*/ 2147483646 h 5419"/>
                <a:gd name="T8" fmla="*/ 2147483646 w 3286"/>
                <a:gd name="T9" fmla="*/ 2147483646 h 54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6"/>
                <a:gd name="T16" fmla="*/ 0 h 5419"/>
                <a:gd name="T17" fmla="*/ 3286 w 3286"/>
                <a:gd name="T18" fmla="*/ 5419 h 541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6" h="5419" extrusionOk="0">
                  <a:moveTo>
                    <a:pt x="1009" y="0"/>
                  </a:moveTo>
                  <a:lnTo>
                    <a:pt x="0" y="0"/>
                  </a:lnTo>
                  <a:lnTo>
                    <a:pt x="0" y="5419"/>
                  </a:lnTo>
                  <a:lnTo>
                    <a:pt x="3286" y="5419"/>
                  </a:lnTo>
                  <a:lnTo>
                    <a:pt x="3286" y="4583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0171" name="Shape 2028">
              <a:extLst>
                <a:ext uri="{FF2B5EF4-FFF2-40B4-BE49-F238E27FC236}">
                  <a16:creationId xmlns:a16="http://schemas.microsoft.com/office/drawing/2014/main" id="{D4954A09-38F0-4247-888E-AF2A133C8B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9322" y="3351217"/>
              <a:ext cx="1856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60172" name="Shape 2029">
              <a:extLst>
                <a:ext uri="{FF2B5EF4-FFF2-40B4-BE49-F238E27FC236}">
                  <a16:creationId xmlns:a16="http://schemas.microsoft.com/office/drawing/2014/main" id="{552D09A8-3B50-4B7F-A31A-A9F65316FB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8107" y="3351217"/>
              <a:ext cx="152398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0173" name="Shape 2030">
              <a:extLst>
                <a:ext uri="{FF2B5EF4-FFF2-40B4-BE49-F238E27FC236}">
                  <a16:creationId xmlns:a16="http://schemas.microsoft.com/office/drawing/2014/main" id="{39D31190-3FD0-4F53-B584-616AE39933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59032" y="3351217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0174" name="Shape 2031">
              <a:extLst>
                <a:ext uri="{FF2B5EF4-FFF2-40B4-BE49-F238E27FC236}">
                  <a16:creationId xmlns:a16="http://schemas.microsoft.com/office/drawing/2014/main" id="{544BE43E-D6CA-44BF-9B05-0B3C9DD4E3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9322" y="3575055"/>
              <a:ext cx="1856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60175" name="Shape 2032">
              <a:extLst>
                <a:ext uri="{FF2B5EF4-FFF2-40B4-BE49-F238E27FC236}">
                  <a16:creationId xmlns:a16="http://schemas.microsoft.com/office/drawing/2014/main" id="{7FD116A8-69A5-4BC5-9FD1-860184EF36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8107" y="3575055"/>
              <a:ext cx="152398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0176" name="Shape 2033">
              <a:extLst>
                <a:ext uri="{FF2B5EF4-FFF2-40B4-BE49-F238E27FC236}">
                  <a16:creationId xmlns:a16="http://schemas.microsoft.com/office/drawing/2014/main" id="{E9CA3268-6259-4084-A84A-7B43A5B48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8401" y="1422402"/>
              <a:ext cx="138111" cy="46037"/>
            </a:xfrm>
            <a:custGeom>
              <a:avLst/>
              <a:gdLst>
                <a:gd name="T0" fmla="*/ 2147483646 w 173"/>
                <a:gd name="T1" fmla="*/ 0 h 58"/>
                <a:gd name="T2" fmla="*/ 0 w 173"/>
                <a:gd name="T3" fmla="*/ 2147483646 h 58"/>
                <a:gd name="T4" fmla="*/ 2147483646 w 173"/>
                <a:gd name="T5" fmla="*/ 2147483646 h 58"/>
                <a:gd name="T6" fmla="*/ 2147483646 w 173"/>
                <a:gd name="T7" fmla="*/ 2147483646 h 58"/>
                <a:gd name="T8" fmla="*/ 2147483646 w 173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58"/>
                <a:gd name="T17" fmla="*/ 173 w 173"/>
                <a:gd name="T18" fmla="*/ 58 h 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58" extrusionOk="0">
                  <a:moveTo>
                    <a:pt x="173" y="0"/>
                  </a:moveTo>
                  <a:lnTo>
                    <a:pt x="0" y="29"/>
                  </a:lnTo>
                  <a:lnTo>
                    <a:pt x="173" y="58"/>
                  </a:lnTo>
                  <a:lnTo>
                    <a:pt x="173" y="29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260177" name="Shape 2034">
              <a:extLst>
                <a:ext uri="{FF2B5EF4-FFF2-40B4-BE49-F238E27FC236}">
                  <a16:creationId xmlns:a16="http://schemas.microsoft.com/office/drawing/2014/main" id="{BDAC8E5B-FA3E-4046-BE0C-D51EFF62000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508739" y="1444627"/>
              <a:ext cx="457199" cy="1500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60178" name="Shape 2035">
              <a:extLst>
                <a:ext uri="{FF2B5EF4-FFF2-40B4-BE49-F238E27FC236}">
                  <a16:creationId xmlns:a16="http://schemas.microsoft.com/office/drawing/2014/main" id="{C3F377DA-C87E-49DC-8A7C-A7FF5A5BFD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59032" y="357505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0179" name="Shape 2036">
              <a:extLst>
                <a:ext uri="{FF2B5EF4-FFF2-40B4-BE49-F238E27FC236}">
                  <a16:creationId xmlns:a16="http://schemas.microsoft.com/office/drawing/2014/main" id="{7318A8C8-6D27-45CB-B619-981432F38A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96114" y="1320802"/>
              <a:ext cx="5030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Reset </a:t>
              </a:r>
            </a:p>
          </p:txBody>
        </p:sp>
        <p:sp>
          <p:nvSpPr>
            <p:cNvPr id="260180" name="Shape 2037">
              <a:extLst>
                <a:ext uri="{FF2B5EF4-FFF2-40B4-BE49-F238E27FC236}">
                  <a16:creationId xmlns:a16="http://schemas.microsoft.com/office/drawing/2014/main" id="{F8E7B0C3-D6B0-4A37-991A-1372AE5DD0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67306" y="538163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60181" name="Shape 2038">
              <a:extLst>
                <a:ext uri="{FF2B5EF4-FFF2-40B4-BE49-F238E27FC236}">
                  <a16:creationId xmlns:a16="http://schemas.microsoft.com/office/drawing/2014/main" id="{D7090133-AC41-4169-A5DA-C354C7BDF3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26093" y="538163"/>
              <a:ext cx="152398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0182" name="Shape 2039">
              <a:extLst>
                <a:ext uri="{FF2B5EF4-FFF2-40B4-BE49-F238E27FC236}">
                  <a16:creationId xmlns:a16="http://schemas.microsoft.com/office/drawing/2014/main" id="{2D39989D-CE93-4C9A-897F-1F78F0D6CB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05437" y="538162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</p:grpSp>
      <p:sp>
        <p:nvSpPr>
          <p:cNvPr id="260098" name="Shape 2040">
            <a:extLst>
              <a:ext uri="{FF2B5EF4-FFF2-40B4-BE49-F238E27FC236}">
                <a16:creationId xmlns:a16="http://schemas.microsoft.com/office/drawing/2014/main" id="{8CBF1E4E-68A7-44D6-91CC-51E90122A5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61188" y="3848100"/>
            <a:ext cx="1803400" cy="917575"/>
          </a:xfrm>
          <a:prstGeom prst="rect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91425" rIns="91425" bIns="91425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1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If an output is not given, then assume that it is 0.</a:t>
            </a:r>
          </a:p>
        </p:txBody>
      </p:sp>
      <p:sp>
        <p:nvSpPr>
          <p:cNvPr id="260099" name="TextBox 125">
            <a:extLst>
              <a:ext uri="{FF2B5EF4-FFF2-40B4-BE49-F238E27FC236}">
                <a16:creationId xmlns:a16="http://schemas.microsoft.com/office/drawing/2014/main" id="{69348A8C-EA56-449F-A7C1-1BC20AA6BF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7175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[ Figure 6.11 from the textbook ]</a:t>
            </a:r>
          </a:p>
        </p:txBody>
      </p:sp>
      <p:sp>
        <p:nvSpPr>
          <p:cNvPr id="260100" name="Title 1">
            <a:extLst>
              <a:ext uri="{FF2B5EF4-FFF2-40B4-BE49-F238E27FC236}">
                <a16:creationId xmlns:a16="http://schemas.microsoft.com/office/drawing/2014/main" id="{DC81A062-066A-4205-842E-E201D4E3CDAA}"/>
              </a:ext>
            </a:extLst>
          </p:cNvPr>
          <p:cNvSpPr txBox="1">
            <a:spLocks/>
          </p:cNvSpPr>
          <p:nvPr/>
        </p:nvSpPr>
        <p:spPr bwMode="auto">
          <a:xfrm>
            <a:off x="0" y="168275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State Diagram</a:t>
            </a: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47DC79F-347A-4E93-88C3-C919054EB0D1}"/>
                  </a:ext>
                </a:extLst>
              </p14:cNvPr>
              <p14:cNvContentPartPr/>
              <p14:nvPr/>
            </p14:nvContentPartPr>
            <p14:xfrm>
              <a:off x="6250320" y="2794680"/>
              <a:ext cx="2331000" cy="264276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47DC79F-347A-4E93-88C3-C919054EB0D1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6240960" y="2785320"/>
                <a:ext cx="2349720" cy="26614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75409794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4CE2EB4E-C752-CD41-B1AE-BE66365FCE0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30480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Some Questions</a:t>
            </a:r>
          </a:p>
        </p:txBody>
      </p:sp>
      <p:sp>
        <p:nvSpPr>
          <p:cNvPr id="207875" name="Rectangle 3">
            <a:extLst>
              <a:ext uri="{FF2B5EF4-FFF2-40B4-BE49-F238E27FC236}">
                <a16:creationId xmlns:a16="http://schemas.microsoft.com/office/drawing/2014/main" id="{8BB641FD-1A54-1D47-9FC3-76EC7BBEB0C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09600" y="1219200"/>
            <a:ext cx="8305800" cy="4953000"/>
          </a:xfrm>
        </p:spPr>
        <p:txBody>
          <a:bodyPr/>
          <a:lstStyle/>
          <a:p>
            <a:pPr eaLnBrk="1" hangingPunct="1">
              <a:defRPr/>
            </a:pPr>
            <a:endParaRPr lang="en-US" dirty="0">
              <a:ea typeface="+mn-ea"/>
              <a:cs typeface="+mn-cs"/>
            </a:endParaRPr>
          </a:p>
          <a:p>
            <a:pPr eaLnBrk="1" hangingPunct="1">
              <a:defRPr/>
            </a:pPr>
            <a:r>
              <a:rPr lang="en-US" dirty="0">
                <a:ea typeface="+mn-ea"/>
                <a:cs typeface="+mn-cs"/>
              </a:rPr>
              <a:t>How many flip-flops are we going to use?</a:t>
            </a:r>
          </a:p>
          <a:p>
            <a:pPr eaLnBrk="1" hangingPunct="1">
              <a:defRPr/>
            </a:pPr>
            <a:endParaRPr lang="en-US" dirty="0">
              <a:ea typeface="+mn-ea"/>
              <a:cs typeface="+mn-cs"/>
            </a:endParaRPr>
          </a:p>
          <a:p>
            <a:pPr eaLnBrk="1" hangingPunct="1">
              <a:defRPr/>
            </a:pPr>
            <a:endParaRPr lang="en-US" dirty="0">
              <a:ea typeface="+mn-ea"/>
              <a:cs typeface="+mn-cs"/>
            </a:endParaRPr>
          </a:p>
          <a:p>
            <a:pPr eaLnBrk="1" hangingPunct="1">
              <a:defRPr/>
            </a:pPr>
            <a:r>
              <a:rPr lang="en-US" dirty="0">
                <a:ea typeface="+mn-ea"/>
                <a:cs typeface="+mn-cs"/>
              </a:rPr>
              <a:t>How many logic expressions do we need to find?</a:t>
            </a: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328E7788-ED1C-41C7-88CD-6371D70A79A7}"/>
                  </a:ext>
                </a:extLst>
              </p14:cNvPr>
              <p14:cNvContentPartPr/>
              <p14:nvPr/>
            </p14:nvContentPartPr>
            <p14:xfrm>
              <a:off x="7277040" y="2826360"/>
              <a:ext cx="360" cy="396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328E7788-ED1C-41C7-88CD-6371D70A79A7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267680" y="2817000"/>
                <a:ext cx="19080" cy="2268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3169" name="Shape 2051">
            <a:extLst>
              <a:ext uri="{FF2B5EF4-FFF2-40B4-BE49-F238E27FC236}">
                <a16:creationId xmlns:a16="http://schemas.microsoft.com/office/drawing/2014/main" id="{C6433972-348C-4BCD-97C1-1700C5E2655E}"/>
              </a:ext>
            </a:extLst>
          </p:cNvPr>
          <p:cNvGrpSpPr>
            <a:grpSpLocks/>
          </p:cNvGrpSpPr>
          <p:nvPr/>
        </p:nvGrpSpPr>
        <p:grpSpPr bwMode="auto">
          <a:xfrm>
            <a:off x="2103438" y="295275"/>
            <a:ext cx="5145087" cy="3895725"/>
            <a:chOff x="2103416" y="538162"/>
            <a:chExt cx="5495808" cy="4764934"/>
          </a:xfrm>
        </p:grpSpPr>
        <p:sp>
          <p:nvSpPr>
            <p:cNvPr id="263195" name="Shape 2052">
              <a:extLst>
                <a:ext uri="{FF2B5EF4-FFF2-40B4-BE49-F238E27FC236}">
                  <a16:creationId xmlns:a16="http://schemas.microsoft.com/office/drawing/2014/main" id="{CB7C5C0C-46AE-47BC-B2FB-506B6FB38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737" y="1055687"/>
              <a:ext cx="114300" cy="138111"/>
            </a:xfrm>
            <a:custGeom>
              <a:avLst/>
              <a:gdLst>
                <a:gd name="T0" fmla="*/ 2147483646 w 144"/>
                <a:gd name="T1" fmla="*/ 0 h 173"/>
                <a:gd name="T2" fmla="*/ 0 w 144"/>
                <a:gd name="T3" fmla="*/ 2147483646 h 173"/>
                <a:gd name="T4" fmla="*/ 2147483646 w 144"/>
                <a:gd name="T5" fmla="*/ 2147483646 h 173"/>
                <a:gd name="T6" fmla="*/ 2147483646 w 144"/>
                <a:gd name="T7" fmla="*/ 2147483646 h 173"/>
                <a:gd name="T8" fmla="*/ 2147483646 w 144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73"/>
                <a:gd name="T17" fmla="*/ 144 w 144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73" extrusionOk="0">
                  <a:moveTo>
                    <a:pt x="86" y="0"/>
                  </a:moveTo>
                  <a:lnTo>
                    <a:pt x="0" y="173"/>
                  </a:lnTo>
                  <a:lnTo>
                    <a:pt x="144" y="57"/>
                  </a:lnTo>
                  <a:lnTo>
                    <a:pt x="115" y="29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3196" name="Shape 2053">
              <a:extLst>
                <a:ext uri="{FF2B5EF4-FFF2-40B4-BE49-F238E27FC236}">
                  <a16:creationId xmlns:a16="http://schemas.microsoft.com/office/drawing/2014/main" id="{BAA9F80D-85A4-45F0-AF3E-886007E83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500" y="598487"/>
              <a:ext cx="639762" cy="641349"/>
            </a:xfrm>
            <a:custGeom>
              <a:avLst/>
              <a:gdLst>
                <a:gd name="T0" fmla="*/ 2147483646 w 808"/>
                <a:gd name="T1" fmla="*/ 2147483646 h 807"/>
                <a:gd name="T2" fmla="*/ 2147483646 w 808"/>
                <a:gd name="T3" fmla="*/ 2147483646 h 807"/>
                <a:gd name="T4" fmla="*/ 2147483646 w 808"/>
                <a:gd name="T5" fmla="*/ 2147483646 h 807"/>
                <a:gd name="T6" fmla="*/ 2147483646 w 808"/>
                <a:gd name="T7" fmla="*/ 2147483646 h 807"/>
                <a:gd name="T8" fmla="*/ 2147483646 w 808"/>
                <a:gd name="T9" fmla="*/ 2147483646 h 807"/>
                <a:gd name="T10" fmla="*/ 2147483646 w 808"/>
                <a:gd name="T11" fmla="*/ 2147483646 h 807"/>
                <a:gd name="T12" fmla="*/ 2147483646 w 808"/>
                <a:gd name="T13" fmla="*/ 2147483646 h 807"/>
                <a:gd name="T14" fmla="*/ 2147483646 w 808"/>
                <a:gd name="T15" fmla="*/ 2147483646 h 807"/>
                <a:gd name="T16" fmla="*/ 2147483646 w 808"/>
                <a:gd name="T17" fmla="*/ 2147483646 h 807"/>
                <a:gd name="T18" fmla="*/ 2147483646 w 808"/>
                <a:gd name="T19" fmla="*/ 2147483646 h 807"/>
                <a:gd name="T20" fmla="*/ 2147483646 w 808"/>
                <a:gd name="T21" fmla="*/ 0 h 807"/>
                <a:gd name="T22" fmla="*/ 2147483646 w 808"/>
                <a:gd name="T23" fmla="*/ 0 h 807"/>
                <a:gd name="T24" fmla="*/ 2147483646 w 808"/>
                <a:gd name="T25" fmla="*/ 2147483646 h 807"/>
                <a:gd name="T26" fmla="*/ 2147483646 w 808"/>
                <a:gd name="T27" fmla="*/ 2147483646 h 807"/>
                <a:gd name="T28" fmla="*/ 2147483646 w 808"/>
                <a:gd name="T29" fmla="*/ 2147483646 h 807"/>
                <a:gd name="T30" fmla="*/ 2147483646 w 808"/>
                <a:gd name="T31" fmla="*/ 2147483646 h 807"/>
                <a:gd name="T32" fmla="*/ 2147483646 w 808"/>
                <a:gd name="T33" fmla="*/ 2147483646 h 807"/>
                <a:gd name="T34" fmla="*/ 2147483646 w 808"/>
                <a:gd name="T35" fmla="*/ 2147483646 h 807"/>
                <a:gd name="T36" fmla="*/ 2147483646 w 808"/>
                <a:gd name="T37" fmla="*/ 2147483646 h 807"/>
                <a:gd name="T38" fmla="*/ 2147483646 w 808"/>
                <a:gd name="T39" fmla="*/ 2147483646 h 807"/>
                <a:gd name="T40" fmla="*/ 2147483646 w 808"/>
                <a:gd name="T41" fmla="*/ 2147483646 h 807"/>
                <a:gd name="T42" fmla="*/ 2147483646 w 808"/>
                <a:gd name="T43" fmla="*/ 2147483646 h 807"/>
                <a:gd name="T44" fmla="*/ 2147483646 w 808"/>
                <a:gd name="T45" fmla="*/ 2147483646 h 807"/>
                <a:gd name="T46" fmla="*/ 2147483646 w 808"/>
                <a:gd name="T47" fmla="*/ 2147483646 h 807"/>
                <a:gd name="T48" fmla="*/ 2147483646 w 808"/>
                <a:gd name="T49" fmla="*/ 2147483646 h 807"/>
                <a:gd name="T50" fmla="*/ 2147483646 w 808"/>
                <a:gd name="T51" fmla="*/ 2147483646 h 807"/>
                <a:gd name="T52" fmla="*/ 2147483646 w 808"/>
                <a:gd name="T53" fmla="*/ 2147483646 h 807"/>
                <a:gd name="T54" fmla="*/ 2147483646 w 808"/>
                <a:gd name="T55" fmla="*/ 2147483646 h 807"/>
                <a:gd name="T56" fmla="*/ 2147483646 w 808"/>
                <a:gd name="T57" fmla="*/ 2147483646 h 807"/>
                <a:gd name="T58" fmla="*/ 2147483646 w 808"/>
                <a:gd name="T59" fmla="*/ 2147483646 h 807"/>
                <a:gd name="T60" fmla="*/ 2147483646 w 808"/>
                <a:gd name="T61" fmla="*/ 2147483646 h 807"/>
                <a:gd name="T62" fmla="*/ 2147483646 w 808"/>
                <a:gd name="T63" fmla="*/ 2147483646 h 807"/>
                <a:gd name="T64" fmla="*/ 2147483646 w 808"/>
                <a:gd name="T65" fmla="*/ 2147483646 h 807"/>
                <a:gd name="T66" fmla="*/ 2147483646 w 808"/>
                <a:gd name="T67" fmla="*/ 2147483646 h 807"/>
                <a:gd name="T68" fmla="*/ 2147483646 w 808"/>
                <a:gd name="T69" fmla="*/ 2147483646 h 807"/>
                <a:gd name="T70" fmla="*/ 2147483646 w 808"/>
                <a:gd name="T71" fmla="*/ 2147483646 h 807"/>
                <a:gd name="T72" fmla="*/ 2147483646 w 808"/>
                <a:gd name="T73" fmla="*/ 2147483646 h 807"/>
                <a:gd name="T74" fmla="*/ 2147483646 w 808"/>
                <a:gd name="T75" fmla="*/ 2147483646 h 807"/>
                <a:gd name="T76" fmla="*/ 2147483646 w 808"/>
                <a:gd name="T77" fmla="*/ 2147483646 h 807"/>
                <a:gd name="T78" fmla="*/ 2147483646 w 808"/>
                <a:gd name="T79" fmla="*/ 2147483646 h 807"/>
                <a:gd name="T80" fmla="*/ 2147483646 w 808"/>
                <a:gd name="T81" fmla="*/ 2147483646 h 807"/>
                <a:gd name="T82" fmla="*/ 2147483646 w 808"/>
                <a:gd name="T83" fmla="*/ 2147483646 h 807"/>
                <a:gd name="T84" fmla="*/ 2147483646 w 808"/>
                <a:gd name="T85" fmla="*/ 2147483646 h 807"/>
                <a:gd name="T86" fmla="*/ 2147483646 w 808"/>
                <a:gd name="T87" fmla="*/ 2147483646 h 80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08"/>
                <a:gd name="T133" fmla="*/ 0 h 807"/>
                <a:gd name="T134" fmla="*/ 808 w 808"/>
                <a:gd name="T135" fmla="*/ 807 h 80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08" h="807" extrusionOk="0">
                  <a:moveTo>
                    <a:pt x="0" y="400"/>
                  </a:moveTo>
                  <a:lnTo>
                    <a:pt x="0" y="408"/>
                  </a:lnTo>
                  <a:lnTo>
                    <a:pt x="2" y="388"/>
                  </a:lnTo>
                  <a:lnTo>
                    <a:pt x="3" y="366"/>
                  </a:lnTo>
                  <a:lnTo>
                    <a:pt x="6" y="346"/>
                  </a:lnTo>
                  <a:lnTo>
                    <a:pt x="9" y="326"/>
                  </a:lnTo>
                  <a:lnTo>
                    <a:pt x="13" y="307"/>
                  </a:lnTo>
                  <a:lnTo>
                    <a:pt x="19" y="287"/>
                  </a:lnTo>
                  <a:lnTo>
                    <a:pt x="26" y="268"/>
                  </a:lnTo>
                  <a:lnTo>
                    <a:pt x="34" y="250"/>
                  </a:lnTo>
                  <a:lnTo>
                    <a:pt x="41" y="232"/>
                  </a:lnTo>
                  <a:lnTo>
                    <a:pt x="51" y="214"/>
                  </a:lnTo>
                  <a:lnTo>
                    <a:pt x="61" y="196"/>
                  </a:lnTo>
                  <a:lnTo>
                    <a:pt x="71" y="180"/>
                  </a:lnTo>
                  <a:lnTo>
                    <a:pt x="83" y="165"/>
                  </a:lnTo>
                  <a:lnTo>
                    <a:pt x="94" y="149"/>
                  </a:lnTo>
                  <a:lnTo>
                    <a:pt x="107" y="134"/>
                  </a:lnTo>
                  <a:lnTo>
                    <a:pt x="122" y="120"/>
                  </a:lnTo>
                  <a:lnTo>
                    <a:pt x="135" y="107"/>
                  </a:lnTo>
                  <a:lnTo>
                    <a:pt x="150" y="94"/>
                  </a:lnTo>
                  <a:lnTo>
                    <a:pt x="165" y="81"/>
                  </a:lnTo>
                  <a:lnTo>
                    <a:pt x="181" y="69"/>
                  </a:lnTo>
                  <a:lnTo>
                    <a:pt x="198" y="59"/>
                  </a:lnTo>
                  <a:lnTo>
                    <a:pt x="215" y="49"/>
                  </a:lnTo>
                  <a:lnTo>
                    <a:pt x="233" y="41"/>
                  </a:lnTo>
                  <a:lnTo>
                    <a:pt x="251" y="32"/>
                  </a:lnTo>
                  <a:lnTo>
                    <a:pt x="269" y="25"/>
                  </a:lnTo>
                  <a:lnTo>
                    <a:pt x="289" y="19"/>
                  </a:lnTo>
                  <a:lnTo>
                    <a:pt x="307" y="13"/>
                  </a:lnTo>
                  <a:lnTo>
                    <a:pt x="328" y="9"/>
                  </a:lnTo>
                  <a:lnTo>
                    <a:pt x="348" y="5"/>
                  </a:lnTo>
                  <a:lnTo>
                    <a:pt x="368" y="2"/>
                  </a:lnTo>
                  <a:lnTo>
                    <a:pt x="388" y="0"/>
                  </a:lnTo>
                  <a:lnTo>
                    <a:pt x="410" y="0"/>
                  </a:lnTo>
                  <a:lnTo>
                    <a:pt x="400" y="0"/>
                  </a:lnTo>
                  <a:lnTo>
                    <a:pt x="421" y="0"/>
                  </a:lnTo>
                  <a:lnTo>
                    <a:pt x="442" y="2"/>
                  </a:lnTo>
                  <a:lnTo>
                    <a:pt x="462" y="5"/>
                  </a:lnTo>
                  <a:lnTo>
                    <a:pt x="482" y="9"/>
                  </a:lnTo>
                  <a:lnTo>
                    <a:pt x="502" y="13"/>
                  </a:lnTo>
                  <a:lnTo>
                    <a:pt x="521" y="19"/>
                  </a:lnTo>
                  <a:lnTo>
                    <a:pt x="541" y="25"/>
                  </a:lnTo>
                  <a:lnTo>
                    <a:pt x="558" y="32"/>
                  </a:lnTo>
                  <a:lnTo>
                    <a:pt x="577" y="41"/>
                  </a:lnTo>
                  <a:lnTo>
                    <a:pt x="594" y="49"/>
                  </a:lnTo>
                  <a:lnTo>
                    <a:pt x="612" y="59"/>
                  </a:lnTo>
                  <a:lnTo>
                    <a:pt x="629" y="69"/>
                  </a:lnTo>
                  <a:lnTo>
                    <a:pt x="645" y="81"/>
                  </a:lnTo>
                  <a:lnTo>
                    <a:pt x="659" y="94"/>
                  </a:lnTo>
                  <a:lnTo>
                    <a:pt x="675" y="107"/>
                  </a:lnTo>
                  <a:lnTo>
                    <a:pt x="688" y="120"/>
                  </a:lnTo>
                  <a:lnTo>
                    <a:pt x="702" y="134"/>
                  </a:lnTo>
                  <a:lnTo>
                    <a:pt x="715" y="149"/>
                  </a:lnTo>
                  <a:lnTo>
                    <a:pt x="727" y="165"/>
                  </a:lnTo>
                  <a:lnTo>
                    <a:pt x="738" y="180"/>
                  </a:lnTo>
                  <a:lnTo>
                    <a:pt x="749" y="196"/>
                  </a:lnTo>
                  <a:lnTo>
                    <a:pt x="759" y="214"/>
                  </a:lnTo>
                  <a:lnTo>
                    <a:pt x="769" y="232"/>
                  </a:lnTo>
                  <a:lnTo>
                    <a:pt x="776" y="250"/>
                  </a:lnTo>
                  <a:lnTo>
                    <a:pt x="783" y="268"/>
                  </a:lnTo>
                  <a:lnTo>
                    <a:pt x="790" y="287"/>
                  </a:lnTo>
                  <a:lnTo>
                    <a:pt x="796" y="307"/>
                  </a:lnTo>
                  <a:lnTo>
                    <a:pt x="800" y="326"/>
                  </a:lnTo>
                  <a:lnTo>
                    <a:pt x="803" y="346"/>
                  </a:lnTo>
                  <a:lnTo>
                    <a:pt x="806" y="366"/>
                  </a:lnTo>
                  <a:lnTo>
                    <a:pt x="808" y="388"/>
                  </a:lnTo>
                  <a:lnTo>
                    <a:pt x="808" y="408"/>
                  </a:lnTo>
                  <a:lnTo>
                    <a:pt x="808" y="400"/>
                  </a:lnTo>
                  <a:lnTo>
                    <a:pt x="808" y="420"/>
                  </a:lnTo>
                  <a:lnTo>
                    <a:pt x="806" y="441"/>
                  </a:lnTo>
                  <a:lnTo>
                    <a:pt x="803" y="461"/>
                  </a:lnTo>
                  <a:lnTo>
                    <a:pt x="800" y="482"/>
                  </a:lnTo>
                  <a:lnTo>
                    <a:pt x="796" y="500"/>
                  </a:lnTo>
                  <a:lnTo>
                    <a:pt x="790" y="521"/>
                  </a:lnTo>
                  <a:lnTo>
                    <a:pt x="783" y="539"/>
                  </a:lnTo>
                  <a:lnTo>
                    <a:pt x="776" y="558"/>
                  </a:lnTo>
                  <a:lnTo>
                    <a:pt x="769" y="575"/>
                  </a:lnTo>
                  <a:lnTo>
                    <a:pt x="759" y="594"/>
                  </a:lnTo>
                  <a:lnTo>
                    <a:pt x="749" y="611"/>
                  </a:lnTo>
                  <a:lnTo>
                    <a:pt x="738" y="627"/>
                  </a:lnTo>
                  <a:lnTo>
                    <a:pt x="727" y="643"/>
                  </a:lnTo>
                  <a:lnTo>
                    <a:pt x="715" y="659"/>
                  </a:lnTo>
                  <a:lnTo>
                    <a:pt x="702" y="673"/>
                  </a:lnTo>
                  <a:lnTo>
                    <a:pt x="688" y="688"/>
                  </a:lnTo>
                  <a:lnTo>
                    <a:pt x="675" y="701"/>
                  </a:lnTo>
                  <a:lnTo>
                    <a:pt x="659" y="714"/>
                  </a:lnTo>
                  <a:lnTo>
                    <a:pt x="645" y="727"/>
                  </a:lnTo>
                  <a:lnTo>
                    <a:pt x="629" y="738"/>
                  </a:lnTo>
                  <a:lnTo>
                    <a:pt x="612" y="748"/>
                  </a:lnTo>
                  <a:lnTo>
                    <a:pt x="594" y="758"/>
                  </a:lnTo>
                  <a:lnTo>
                    <a:pt x="577" y="767"/>
                  </a:lnTo>
                  <a:lnTo>
                    <a:pt x="558" y="776"/>
                  </a:lnTo>
                  <a:lnTo>
                    <a:pt x="541" y="783"/>
                  </a:lnTo>
                  <a:lnTo>
                    <a:pt x="521" y="789"/>
                  </a:lnTo>
                  <a:lnTo>
                    <a:pt x="502" y="794"/>
                  </a:lnTo>
                  <a:lnTo>
                    <a:pt x="482" y="799"/>
                  </a:lnTo>
                  <a:lnTo>
                    <a:pt x="462" y="803"/>
                  </a:lnTo>
                  <a:lnTo>
                    <a:pt x="442" y="806"/>
                  </a:lnTo>
                  <a:lnTo>
                    <a:pt x="421" y="807"/>
                  </a:lnTo>
                  <a:lnTo>
                    <a:pt x="400" y="807"/>
                  </a:lnTo>
                  <a:lnTo>
                    <a:pt x="410" y="807"/>
                  </a:lnTo>
                  <a:lnTo>
                    <a:pt x="388" y="807"/>
                  </a:lnTo>
                  <a:lnTo>
                    <a:pt x="368" y="806"/>
                  </a:lnTo>
                  <a:lnTo>
                    <a:pt x="348" y="803"/>
                  </a:lnTo>
                  <a:lnTo>
                    <a:pt x="328" y="799"/>
                  </a:lnTo>
                  <a:lnTo>
                    <a:pt x="307" y="794"/>
                  </a:lnTo>
                  <a:lnTo>
                    <a:pt x="289" y="789"/>
                  </a:lnTo>
                  <a:lnTo>
                    <a:pt x="269" y="783"/>
                  </a:lnTo>
                  <a:lnTo>
                    <a:pt x="251" y="776"/>
                  </a:lnTo>
                  <a:lnTo>
                    <a:pt x="233" y="767"/>
                  </a:lnTo>
                  <a:lnTo>
                    <a:pt x="215" y="758"/>
                  </a:lnTo>
                  <a:lnTo>
                    <a:pt x="198" y="748"/>
                  </a:lnTo>
                  <a:lnTo>
                    <a:pt x="181" y="738"/>
                  </a:lnTo>
                  <a:lnTo>
                    <a:pt x="165" y="727"/>
                  </a:lnTo>
                  <a:lnTo>
                    <a:pt x="150" y="714"/>
                  </a:lnTo>
                  <a:lnTo>
                    <a:pt x="135" y="701"/>
                  </a:lnTo>
                  <a:lnTo>
                    <a:pt x="122" y="688"/>
                  </a:lnTo>
                  <a:lnTo>
                    <a:pt x="107" y="673"/>
                  </a:lnTo>
                  <a:lnTo>
                    <a:pt x="94" y="659"/>
                  </a:lnTo>
                  <a:lnTo>
                    <a:pt x="83" y="643"/>
                  </a:lnTo>
                  <a:lnTo>
                    <a:pt x="71" y="627"/>
                  </a:lnTo>
                  <a:lnTo>
                    <a:pt x="61" y="611"/>
                  </a:lnTo>
                  <a:lnTo>
                    <a:pt x="51" y="594"/>
                  </a:lnTo>
                  <a:lnTo>
                    <a:pt x="41" y="575"/>
                  </a:lnTo>
                  <a:lnTo>
                    <a:pt x="34" y="558"/>
                  </a:lnTo>
                  <a:lnTo>
                    <a:pt x="26" y="539"/>
                  </a:lnTo>
                  <a:lnTo>
                    <a:pt x="19" y="521"/>
                  </a:lnTo>
                  <a:lnTo>
                    <a:pt x="13" y="500"/>
                  </a:lnTo>
                  <a:lnTo>
                    <a:pt x="9" y="482"/>
                  </a:lnTo>
                  <a:lnTo>
                    <a:pt x="6" y="461"/>
                  </a:lnTo>
                  <a:lnTo>
                    <a:pt x="3" y="441"/>
                  </a:lnTo>
                  <a:lnTo>
                    <a:pt x="2" y="420"/>
                  </a:lnTo>
                  <a:lnTo>
                    <a:pt x="0" y="400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3197" name="Shape 2054">
              <a:extLst>
                <a:ext uri="{FF2B5EF4-FFF2-40B4-BE49-F238E27FC236}">
                  <a16:creationId xmlns:a16="http://schemas.microsoft.com/office/drawing/2014/main" id="{939CA376-317B-4021-A495-FB34D5FEA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575" y="4602162"/>
              <a:ext cx="3249612" cy="481012"/>
            </a:xfrm>
            <a:custGeom>
              <a:avLst/>
              <a:gdLst>
                <a:gd name="T0" fmla="*/ 2147483646 w 4094"/>
                <a:gd name="T1" fmla="*/ 2147483646 h 606"/>
                <a:gd name="T2" fmla="*/ 2147483646 w 4094"/>
                <a:gd name="T3" fmla="*/ 2147483646 h 606"/>
                <a:gd name="T4" fmla="*/ 2147483646 w 4094"/>
                <a:gd name="T5" fmla="*/ 2147483646 h 606"/>
                <a:gd name="T6" fmla="*/ 2147483646 w 4094"/>
                <a:gd name="T7" fmla="*/ 2147483646 h 606"/>
                <a:gd name="T8" fmla="*/ 2147483646 w 4094"/>
                <a:gd name="T9" fmla="*/ 2147483646 h 606"/>
                <a:gd name="T10" fmla="*/ 2147483646 w 4094"/>
                <a:gd name="T11" fmla="*/ 2147483646 h 606"/>
                <a:gd name="T12" fmla="*/ 2147483646 w 4094"/>
                <a:gd name="T13" fmla="*/ 2147483646 h 606"/>
                <a:gd name="T14" fmla="*/ 2147483646 w 4094"/>
                <a:gd name="T15" fmla="*/ 2147483646 h 606"/>
                <a:gd name="T16" fmla="*/ 2147483646 w 4094"/>
                <a:gd name="T17" fmla="*/ 2147483646 h 606"/>
                <a:gd name="T18" fmla="*/ 2147483646 w 4094"/>
                <a:gd name="T19" fmla="*/ 2147483646 h 606"/>
                <a:gd name="T20" fmla="*/ 2147483646 w 4094"/>
                <a:gd name="T21" fmla="*/ 0 h 606"/>
                <a:gd name="T22" fmla="*/ 2147483646 w 4094"/>
                <a:gd name="T23" fmla="*/ 0 h 606"/>
                <a:gd name="T24" fmla="*/ 2147483646 w 4094"/>
                <a:gd name="T25" fmla="*/ 2147483646 h 606"/>
                <a:gd name="T26" fmla="*/ 2147483646 w 4094"/>
                <a:gd name="T27" fmla="*/ 2147483646 h 606"/>
                <a:gd name="T28" fmla="*/ 2147483646 w 4094"/>
                <a:gd name="T29" fmla="*/ 2147483646 h 606"/>
                <a:gd name="T30" fmla="*/ 2147483646 w 4094"/>
                <a:gd name="T31" fmla="*/ 2147483646 h 606"/>
                <a:gd name="T32" fmla="*/ 2147483646 w 4094"/>
                <a:gd name="T33" fmla="*/ 2147483646 h 606"/>
                <a:gd name="T34" fmla="*/ 2147483646 w 4094"/>
                <a:gd name="T35" fmla="*/ 2147483646 h 606"/>
                <a:gd name="T36" fmla="*/ 2147483646 w 4094"/>
                <a:gd name="T37" fmla="*/ 2147483646 h 606"/>
                <a:gd name="T38" fmla="*/ 2147483646 w 4094"/>
                <a:gd name="T39" fmla="*/ 2147483646 h 606"/>
                <a:gd name="T40" fmla="*/ 2147483646 w 4094"/>
                <a:gd name="T41" fmla="*/ 2147483646 h 606"/>
                <a:gd name="T42" fmla="*/ 2147483646 w 4094"/>
                <a:gd name="T43" fmla="*/ 2147483646 h 606"/>
                <a:gd name="T44" fmla="*/ 2147483646 w 4094"/>
                <a:gd name="T45" fmla="*/ 2147483646 h 606"/>
                <a:gd name="T46" fmla="*/ 2147483646 w 4094"/>
                <a:gd name="T47" fmla="*/ 2147483646 h 606"/>
                <a:gd name="T48" fmla="*/ 2147483646 w 4094"/>
                <a:gd name="T49" fmla="*/ 2147483646 h 606"/>
                <a:gd name="T50" fmla="*/ 2147483646 w 4094"/>
                <a:gd name="T51" fmla="*/ 2147483646 h 606"/>
                <a:gd name="T52" fmla="*/ 2147483646 w 4094"/>
                <a:gd name="T53" fmla="*/ 2147483646 h 606"/>
                <a:gd name="T54" fmla="*/ 2147483646 w 4094"/>
                <a:gd name="T55" fmla="*/ 2147483646 h 606"/>
                <a:gd name="T56" fmla="*/ 2147483646 w 4094"/>
                <a:gd name="T57" fmla="*/ 2147483646 h 606"/>
                <a:gd name="T58" fmla="*/ 2147483646 w 4094"/>
                <a:gd name="T59" fmla="*/ 2147483646 h 606"/>
                <a:gd name="T60" fmla="*/ 2147483646 w 4094"/>
                <a:gd name="T61" fmla="*/ 2147483646 h 606"/>
                <a:gd name="T62" fmla="*/ 2147483646 w 4094"/>
                <a:gd name="T63" fmla="*/ 2147483646 h 606"/>
                <a:gd name="T64" fmla="*/ 2147483646 w 4094"/>
                <a:gd name="T65" fmla="*/ 2147483646 h 606"/>
                <a:gd name="T66" fmla="*/ 2147483646 w 4094"/>
                <a:gd name="T67" fmla="*/ 2147483646 h 606"/>
                <a:gd name="T68" fmla="*/ 2147483646 w 4094"/>
                <a:gd name="T69" fmla="*/ 2147483646 h 606"/>
                <a:gd name="T70" fmla="*/ 2147483646 w 4094"/>
                <a:gd name="T71" fmla="*/ 2147483646 h 606"/>
                <a:gd name="T72" fmla="*/ 2147483646 w 4094"/>
                <a:gd name="T73" fmla="*/ 2147483646 h 606"/>
                <a:gd name="T74" fmla="*/ 2147483646 w 4094"/>
                <a:gd name="T75" fmla="*/ 2147483646 h 606"/>
                <a:gd name="T76" fmla="*/ 2147483646 w 4094"/>
                <a:gd name="T77" fmla="*/ 2147483646 h 606"/>
                <a:gd name="T78" fmla="*/ 2147483646 w 4094"/>
                <a:gd name="T79" fmla="*/ 2147483646 h 606"/>
                <a:gd name="T80" fmla="*/ 2147483646 w 4094"/>
                <a:gd name="T81" fmla="*/ 2147483646 h 606"/>
                <a:gd name="T82" fmla="*/ 2147483646 w 4094"/>
                <a:gd name="T83" fmla="*/ 2147483646 h 606"/>
                <a:gd name="T84" fmla="*/ 2147483646 w 4094"/>
                <a:gd name="T85" fmla="*/ 2147483646 h 606"/>
                <a:gd name="T86" fmla="*/ 2147483646 w 4094"/>
                <a:gd name="T87" fmla="*/ 2147483646 h 60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94"/>
                <a:gd name="T133" fmla="*/ 0 h 606"/>
                <a:gd name="T134" fmla="*/ 4094 w 4094"/>
                <a:gd name="T135" fmla="*/ 606 h 60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94" h="606" extrusionOk="0">
                  <a:moveTo>
                    <a:pt x="0" y="299"/>
                  </a:moveTo>
                  <a:lnTo>
                    <a:pt x="0" y="307"/>
                  </a:lnTo>
                  <a:lnTo>
                    <a:pt x="2" y="292"/>
                  </a:lnTo>
                  <a:lnTo>
                    <a:pt x="3" y="276"/>
                  </a:lnTo>
                  <a:lnTo>
                    <a:pt x="5" y="260"/>
                  </a:lnTo>
                  <a:lnTo>
                    <a:pt x="8" y="245"/>
                  </a:lnTo>
                  <a:lnTo>
                    <a:pt x="11" y="230"/>
                  </a:lnTo>
                  <a:lnTo>
                    <a:pt x="15" y="215"/>
                  </a:lnTo>
                  <a:lnTo>
                    <a:pt x="19" y="202"/>
                  </a:lnTo>
                  <a:lnTo>
                    <a:pt x="25" y="188"/>
                  </a:lnTo>
                  <a:lnTo>
                    <a:pt x="31" y="173"/>
                  </a:lnTo>
                  <a:lnTo>
                    <a:pt x="38" y="160"/>
                  </a:lnTo>
                  <a:lnTo>
                    <a:pt x="45" y="147"/>
                  </a:lnTo>
                  <a:lnTo>
                    <a:pt x="54" y="136"/>
                  </a:lnTo>
                  <a:lnTo>
                    <a:pt x="62" y="123"/>
                  </a:lnTo>
                  <a:lnTo>
                    <a:pt x="71" y="111"/>
                  </a:lnTo>
                  <a:lnTo>
                    <a:pt x="81" y="101"/>
                  </a:lnTo>
                  <a:lnTo>
                    <a:pt x="91" y="90"/>
                  </a:lnTo>
                  <a:lnTo>
                    <a:pt x="101" y="80"/>
                  </a:lnTo>
                  <a:lnTo>
                    <a:pt x="113" y="71"/>
                  </a:lnTo>
                  <a:lnTo>
                    <a:pt x="124" y="61"/>
                  </a:lnTo>
                  <a:lnTo>
                    <a:pt x="136" y="52"/>
                  </a:lnTo>
                  <a:lnTo>
                    <a:pt x="149" y="45"/>
                  </a:lnTo>
                  <a:lnTo>
                    <a:pt x="162" y="38"/>
                  </a:lnTo>
                  <a:lnTo>
                    <a:pt x="175" y="31"/>
                  </a:lnTo>
                  <a:lnTo>
                    <a:pt x="188" y="25"/>
                  </a:lnTo>
                  <a:lnTo>
                    <a:pt x="202" y="19"/>
                  </a:lnTo>
                  <a:lnTo>
                    <a:pt x="217" y="15"/>
                  </a:lnTo>
                  <a:lnTo>
                    <a:pt x="231" y="11"/>
                  </a:lnTo>
                  <a:lnTo>
                    <a:pt x="245" y="6"/>
                  </a:lnTo>
                  <a:lnTo>
                    <a:pt x="261" y="3"/>
                  </a:lnTo>
                  <a:lnTo>
                    <a:pt x="276" y="2"/>
                  </a:lnTo>
                  <a:lnTo>
                    <a:pt x="292" y="0"/>
                  </a:lnTo>
                  <a:lnTo>
                    <a:pt x="307" y="0"/>
                  </a:lnTo>
                  <a:lnTo>
                    <a:pt x="3788" y="0"/>
                  </a:lnTo>
                  <a:lnTo>
                    <a:pt x="3804" y="0"/>
                  </a:lnTo>
                  <a:lnTo>
                    <a:pt x="3820" y="2"/>
                  </a:lnTo>
                  <a:lnTo>
                    <a:pt x="3834" y="3"/>
                  </a:lnTo>
                  <a:lnTo>
                    <a:pt x="3850" y="6"/>
                  </a:lnTo>
                  <a:lnTo>
                    <a:pt x="3864" y="11"/>
                  </a:lnTo>
                  <a:lnTo>
                    <a:pt x="3879" y="15"/>
                  </a:lnTo>
                  <a:lnTo>
                    <a:pt x="3893" y="19"/>
                  </a:lnTo>
                  <a:lnTo>
                    <a:pt x="3908" y="25"/>
                  </a:lnTo>
                  <a:lnTo>
                    <a:pt x="3921" y="31"/>
                  </a:lnTo>
                  <a:lnTo>
                    <a:pt x="3934" y="38"/>
                  </a:lnTo>
                  <a:lnTo>
                    <a:pt x="3947" y="45"/>
                  </a:lnTo>
                  <a:lnTo>
                    <a:pt x="3960" y="52"/>
                  </a:lnTo>
                  <a:lnTo>
                    <a:pt x="3971" y="61"/>
                  </a:lnTo>
                  <a:lnTo>
                    <a:pt x="3983" y="71"/>
                  </a:lnTo>
                  <a:lnTo>
                    <a:pt x="3994" y="80"/>
                  </a:lnTo>
                  <a:lnTo>
                    <a:pt x="4004" y="90"/>
                  </a:lnTo>
                  <a:lnTo>
                    <a:pt x="4014" y="101"/>
                  </a:lnTo>
                  <a:lnTo>
                    <a:pt x="4024" y="111"/>
                  </a:lnTo>
                  <a:lnTo>
                    <a:pt x="4033" y="123"/>
                  </a:lnTo>
                  <a:lnTo>
                    <a:pt x="4042" y="136"/>
                  </a:lnTo>
                  <a:lnTo>
                    <a:pt x="4050" y="147"/>
                  </a:lnTo>
                  <a:lnTo>
                    <a:pt x="4058" y="160"/>
                  </a:lnTo>
                  <a:lnTo>
                    <a:pt x="4065" y="173"/>
                  </a:lnTo>
                  <a:lnTo>
                    <a:pt x="4071" y="188"/>
                  </a:lnTo>
                  <a:lnTo>
                    <a:pt x="4076" y="202"/>
                  </a:lnTo>
                  <a:lnTo>
                    <a:pt x="4081" y="215"/>
                  </a:lnTo>
                  <a:lnTo>
                    <a:pt x="4085" y="230"/>
                  </a:lnTo>
                  <a:lnTo>
                    <a:pt x="4088" y="245"/>
                  </a:lnTo>
                  <a:lnTo>
                    <a:pt x="4091" y="260"/>
                  </a:lnTo>
                  <a:lnTo>
                    <a:pt x="4092" y="276"/>
                  </a:lnTo>
                  <a:lnTo>
                    <a:pt x="4094" y="292"/>
                  </a:lnTo>
                  <a:lnTo>
                    <a:pt x="4094" y="307"/>
                  </a:lnTo>
                  <a:lnTo>
                    <a:pt x="4094" y="299"/>
                  </a:lnTo>
                  <a:lnTo>
                    <a:pt x="4094" y="315"/>
                  </a:lnTo>
                  <a:lnTo>
                    <a:pt x="4092" y="330"/>
                  </a:lnTo>
                  <a:lnTo>
                    <a:pt x="4091" y="346"/>
                  </a:lnTo>
                  <a:lnTo>
                    <a:pt x="4088" y="361"/>
                  </a:lnTo>
                  <a:lnTo>
                    <a:pt x="4085" y="377"/>
                  </a:lnTo>
                  <a:lnTo>
                    <a:pt x="4081" y="391"/>
                  </a:lnTo>
                  <a:lnTo>
                    <a:pt x="4076" y="405"/>
                  </a:lnTo>
                  <a:lnTo>
                    <a:pt x="4071" y="418"/>
                  </a:lnTo>
                  <a:lnTo>
                    <a:pt x="4065" y="433"/>
                  </a:lnTo>
                  <a:lnTo>
                    <a:pt x="4058" y="446"/>
                  </a:lnTo>
                  <a:lnTo>
                    <a:pt x="4050" y="459"/>
                  </a:lnTo>
                  <a:lnTo>
                    <a:pt x="4042" y="470"/>
                  </a:lnTo>
                  <a:lnTo>
                    <a:pt x="4033" y="483"/>
                  </a:lnTo>
                  <a:lnTo>
                    <a:pt x="4024" y="495"/>
                  </a:lnTo>
                  <a:lnTo>
                    <a:pt x="4014" y="505"/>
                  </a:lnTo>
                  <a:lnTo>
                    <a:pt x="4004" y="516"/>
                  </a:lnTo>
                  <a:lnTo>
                    <a:pt x="3994" y="526"/>
                  </a:lnTo>
                  <a:lnTo>
                    <a:pt x="3983" y="535"/>
                  </a:lnTo>
                  <a:lnTo>
                    <a:pt x="3971" y="545"/>
                  </a:lnTo>
                  <a:lnTo>
                    <a:pt x="3960" y="554"/>
                  </a:lnTo>
                  <a:lnTo>
                    <a:pt x="3947" y="561"/>
                  </a:lnTo>
                  <a:lnTo>
                    <a:pt x="3934" y="568"/>
                  </a:lnTo>
                  <a:lnTo>
                    <a:pt x="3921" y="575"/>
                  </a:lnTo>
                  <a:lnTo>
                    <a:pt x="3908" y="581"/>
                  </a:lnTo>
                  <a:lnTo>
                    <a:pt x="3893" y="587"/>
                  </a:lnTo>
                  <a:lnTo>
                    <a:pt x="3879" y="591"/>
                  </a:lnTo>
                  <a:lnTo>
                    <a:pt x="3864" y="596"/>
                  </a:lnTo>
                  <a:lnTo>
                    <a:pt x="3850" y="600"/>
                  </a:lnTo>
                  <a:lnTo>
                    <a:pt x="3834" y="603"/>
                  </a:lnTo>
                  <a:lnTo>
                    <a:pt x="3820" y="604"/>
                  </a:lnTo>
                  <a:lnTo>
                    <a:pt x="3804" y="606"/>
                  </a:lnTo>
                  <a:lnTo>
                    <a:pt x="3788" y="606"/>
                  </a:lnTo>
                  <a:lnTo>
                    <a:pt x="307" y="606"/>
                  </a:lnTo>
                  <a:lnTo>
                    <a:pt x="292" y="606"/>
                  </a:lnTo>
                  <a:lnTo>
                    <a:pt x="276" y="604"/>
                  </a:lnTo>
                  <a:lnTo>
                    <a:pt x="261" y="603"/>
                  </a:lnTo>
                  <a:lnTo>
                    <a:pt x="245" y="600"/>
                  </a:lnTo>
                  <a:lnTo>
                    <a:pt x="231" y="596"/>
                  </a:lnTo>
                  <a:lnTo>
                    <a:pt x="217" y="591"/>
                  </a:lnTo>
                  <a:lnTo>
                    <a:pt x="202" y="587"/>
                  </a:lnTo>
                  <a:lnTo>
                    <a:pt x="188" y="581"/>
                  </a:lnTo>
                  <a:lnTo>
                    <a:pt x="175" y="575"/>
                  </a:lnTo>
                  <a:lnTo>
                    <a:pt x="162" y="568"/>
                  </a:lnTo>
                  <a:lnTo>
                    <a:pt x="149" y="561"/>
                  </a:lnTo>
                  <a:lnTo>
                    <a:pt x="136" y="554"/>
                  </a:lnTo>
                  <a:lnTo>
                    <a:pt x="124" y="545"/>
                  </a:lnTo>
                  <a:lnTo>
                    <a:pt x="113" y="535"/>
                  </a:lnTo>
                  <a:lnTo>
                    <a:pt x="101" y="526"/>
                  </a:lnTo>
                  <a:lnTo>
                    <a:pt x="91" y="516"/>
                  </a:lnTo>
                  <a:lnTo>
                    <a:pt x="81" y="505"/>
                  </a:lnTo>
                  <a:lnTo>
                    <a:pt x="71" y="495"/>
                  </a:lnTo>
                  <a:lnTo>
                    <a:pt x="62" y="483"/>
                  </a:lnTo>
                  <a:lnTo>
                    <a:pt x="54" y="470"/>
                  </a:lnTo>
                  <a:lnTo>
                    <a:pt x="45" y="459"/>
                  </a:lnTo>
                  <a:lnTo>
                    <a:pt x="38" y="446"/>
                  </a:lnTo>
                  <a:lnTo>
                    <a:pt x="31" y="433"/>
                  </a:lnTo>
                  <a:lnTo>
                    <a:pt x="25" y="418"/>
                  </a:lnTo>
                  <a:lnTo>
                    <a:pt x="19" y="405"/>
                  </a:lnTo>
                  <a:lnTo>
                    <a:pt x="15" y="391"/>
                  </a:lnTo>
                  <a:lnTo>
                    <a:pt x="11" y="377"/>
                  </a:lnTo>
                  <a:lnTo>
                    <a:pt x="8" y="361"/>
                  </a:lnTo>
                  <a:lnTo>
                    <a:pt x="5" y="346"/>
                  </a:lnTo>
                  <a:lnTo>
                    <a:pt x="3" y="330"/>
                  </a:lnTo>
                  <a:lnTo>
                    <a:pt x="2" y="315"/>
                  </a:lnTo>
                  <a:lnTo>
                    <a:pt x="0" y="299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3198" name="Shape 2055">
              <a:extLst>
                <a:ext uri="{FF2B5EF4-FFF2-40B4-BE49-F238E27FC236}">
                  <a16:creationId xmlns:a16="http://schemas.microsoft.com/office/drawing/2014/main" id="{3784B404-67C5-4114-A84E-0714968320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27369" y="4733925"/>
              <a:ext cx="2523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: </a:t>
              </a:r>
            </a:p>
          </p:txBody>
        </p:sp>
        <p:sp>
          <p:nvSpPr>
            <p:cNvPr id="263199" name="Shape 2056">
              <a:extLst>
                <a:ext uri="{FF2B5EF4-FFF2-40B4-BE49-F238E27FC236}">
                  <a16:creationId xmlns:a16="http://schemas.microsoft.com/office/drawing/2014/main" id="{00E1D0E8-B74F-4BBA-BFDF-5CF971D758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2" y="4733925"/>
              <a:ext cx="174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263200" name="Shape 2057">
              <a:extLst>
                <a:ext uri="{FF2B5EF4-FFF2-40B4-BE49-F238E27FC236}">
                  <a16:creationId xmlns:a16="http://schemas.microsoft.com/office/drawing/2014/main" id="{EA296C3B-02B9-4DC7-841D-58E992AFDE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4425" y="47339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 </a:t>
              </a:r>
            </a:p>
          </p:txBody>
        </p:sp>
        <p:sp>
          <p:nvSpPr>
            <p:cNvPr id="263201" name="Shape 2058">
              <a:extLst>
                <a:ext uri="{FF2B5EF4-FFF2-40B4-BE49-F238E27FC236}">
                  <a16:creationId xmlns:a16="http://schemas.microsoft.com/office/drawing/2014/main" id="{54F5BBF5-3E49-4214-A653-B31E5D964F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5550" y="4838700"/>
              <a:ext cx="252300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 </a:t>
              </a:r>
            </a:p>
          </p:txBody>
        </p:sp>
        <p:sp>
          <p:nvSpPr>
            <p:cNvPr id="263202" name="Shape 2059">
              <a:extLst>
                <a:ext uri="{FF2B5EF4-FFF2-40B4-BE49-F238E27FC236}">
                  <a16:creationId xmlns:a16="http://schemas.microsoft.com/office/drawing/2014/main" id="{FB15F67D-3880-4CC2-A40F-519605F277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1325" y="47339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3203" name="Shape 2060">
              <a:extLst>
                <a:ext uri="{FF2B5EF4-FFF2-40B4-BE49-F238E27FC236}">
                  <a16:creationId xmlns:a16="http://schemas.microsoft.com/office/drawing/2014/main" id="{934E8D84-A681-4044-80EC-E469F75BBB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67175" y="473392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3204" name="Shape 2061">
              <a:extLst>
                <a:ext uri="{FF2B5EF4-FFF2-40B4-BE49-F238E27FC236}">
                  <a16:creationId xmlns:a16="http://schemas.microsoft.com/office/drawing/2014/main" id="{C8BA7050-44D2-4D1B-99EC-39AB713E61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59287" y="4733925"/>
              <a:ext cx="174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263205" name="Shape 2062">
              <a:extLst>
                <a:ext uri="{FF2B5EF4-FFF2-40B4-BE49-F238E27FC236}">
                  <a16:creationId xmlns:a16="http://schemas.microsoft.com/office/drawing/2014/main" id="{96F6900D-EF05-4C58-8902-B904DD5BDC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7400" y="47339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3206" name="Shape 2063">
              <a:extLst>
                <a:ext uri="{FF2B5EF4-FFF2-40B4-BE49-F238E27FC236}">
                  <a16:creationId xmlns:a16="http://schemas.microsoft.com/office/drawing/2014/main" id="{294B509E-6A16-4522-A4D1-7150E366FE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08525" y="4838700"/>
              <a:ext cx="164999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63207" name="Shape 2064">
              <a:extLst>
                <a:ext uri="{FF2B5EF4-FFF2-40B4-BE49-F238E27FC236}">
                  <a16:creationId xmlns:a16="http://schemas.microsoft.com/office/drawing/2014/main" id="{F22D75F8-0270-418A-AA99-183A0C67F9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9050" y="47339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3208" name="Shape 2065">
              <a:extLst>
                <a:ext uri="{FF2B5EF4-FFF2-40B4-BE49-F238E27FC236}">
                  <a16:creationId xmlns:a16="http://schemas.microsoft.com/office/drawing/2014/main" id="{0781CE14-939C-47B3-B46B-FD48316F29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13312" y="473392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3209" name="Shape 2066">
              <a:extLst>
                <a:ext uri="{FF2B5EF4-FFF2-40B4-BE49-F238E27FC236}">
                  <a16:creationId xmlns:a16="http://schemas.microsoft.com/office/drawing/2014/main" id="{8A6CE9A2-3240-4BD4-85CF-2031439972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5436" y="4733934"/>
              <a:ext cx="5084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263210" name="Shape 2067">
              <a:extLst>
                <a:ext uri="{FF2B5EF4-FFF2-40B4-BE49-F238E27FC236}">
                  <a16:creationId xmlns:a16="http://schemas.microsoft.com/office/drawing/2014/main" id="{323941D7-F604-4A27-B9FB-D78FD890A6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40437" y="47339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3211" name="Shape 2068">
              <a:extLst>
                <a:ext uri="{FF2B5EF4-FFF2-40B4-BE49-F238E27FC236}">
                  <a16:creationId xmlns:a16="http://schemas.microsoft.com/office/drawing/2014/main" id="{BC20F4C4-30F0-40B4-AAB5-A26B2E55EA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56287" y="473392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3212" name="Shape 2069">
              <a:extLst>
                <a:ext uri="{FF2B5EF4-FFF2-40B4-BE49-F238E27FC236}">
                  <a16:creationId xmlns:a16="http://schemas.microsoft.com/office/drawing/2014/main" id="{F985C9B9-5885-46A4-A9A9-24C265F919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2925" y="4727575"/>
              <a:ext cx="107999" cy="258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Noto Symbol" charset="0"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Noto Symbol" charset="0"/>
                  <a:ea typeface="ＭＳ Ｐゴシック" panose="020B0600070205080204" pitchFamily="34" charset="-128"/>
                  <a:cs typeface="Arial" panose="020B0604020202020204" pitchFamily="34" charset="0"/>
                  <a:sym typeface="Noto Symbol" charset="0"/>
                </a:rPr>
                <a:t>, </a:t>
              </a:r>
            </a:p>
          </p:txBody>
        </p:sp>
        <p:sp>
          <p:nvSpPr>
            <p:cNvPr id="263213" name="Shape 2070">
              <a:extLst>
                <a:ext uri="{FF2B5EF4-FFF2-40B4-BE49-F238E27FC236}">
                  <a16:creationId xmlns:a16="http://schemas.microsoft.com/office/drawing/2014/main" id="{F0A3D618-B19D-4345-B542-A32E8DBFF5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00650" y="4727575"/>
              <a:ext cx="107999" cy="258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Noto Symbol" charset="0"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Noto Symbol" charset="0"/>
                  <a:ea typeface="ＭＳ Ｐゴシック" panose="020B0600070205080204" pitchFamily="34" charset="-128"/>
                  <a:cs typeface="Arial" panose="020B0604020202020204" pitchFamily="34" charset="0"/>
                  <a:sym typeface="Noto Symbol" charset="0"/>
                </a:rPr>
                <a:t>, </a:t>
              </a:r>
            </a:p>
          </p:txBody>
        </p:sp>
        <p:sp>
          <p:nvSpPr>
            <p:cNvPr id="263214" name="Shape 2071">
              <a:extLst>
                <a:ext uri="{FF2B5EF4-FFF2-40B4-BE49-F238E27FC236}">
                  <a16:creationId xmlns:a16="http://schemas.microsoft.com/office/drawing/2014/main" id="{107C0F11-54E7-4BE9-8EC7-F04B35A29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575" y="3481387"/>
              <a:ext cx="3249612" cy="481011"/>
            </a:xfrm>
            <a:custGeom>
              <a:avLst/>
              <a:gdLst>
                <a:gd name="T0" fmla="*/ 2147483646 w 4094"/>
                <a:gd name="T1" fmla="*/ 2147483646 h 605"/>
                <a:gd name="T2" fmla="*/ 2147483646 w 4094"/>
                <a:gd name="T3" fmla="*/ 2147483646 h 605"/>
                <a:gd name="T4" fmla="*/ 2147483646 w 4094"/>
                <a:gd name="T5" fmla="*/ 2147483646 h 605"/>
                <a:gd name="T6" fmla="*/ 2147483646 w 4094"/>
                <a:gd name="T7" fmla="*/ 2147483646 h 605"/>
                <a:gd name="T8" fmla="*/ 2147483646 w 4094"/>
                <a:gd name="T9" fmla="*/ 2147483646 h 605"/>
                <a:gd name="T10" fmla="*/ 2147483646 w 4094"/>
                <a:gd name="T11" fmla="*/ 2147483646 h 605"/>
                <a:gd name="T12" fmla="*/ 2147483646 w 4094"/>
                <a:gd name="T13" fmla="*/ 2147483646 h 605"/>
                <a:gd name="T14" fmla="*/ 2147483646 w 4094"/>
                <a:gd name="T15" fmla="*/ 2147483646 h 605"/>
                <a:gd name="T16" fmla="*/ 2147483646 w 4094"/>
                <a:gd name="T17" fmla="*/ 2147483646 h 605"/>
                <a:gd name="T18" fmla="*/ 2147483646 w 4094"/>
                <a:gd name="T19" fmla="*/ 2147483646 h 605"/>
                <a:gd name="T20" fmla="*/ 2147483646 w 4094"/>
                <a:gd name="T21" fmla="*/ 0 h 605"/>
                <a:gd name="T22" fmla="*/ 2147483646 w 4094"/>
                <a:gd name="T23" fmla="*/ 0 h 605"/>
                <a:gd name="T24" fmla="*/ 2147483646 w 4094"/>
                <a:gd name="T25" fmla="*/ 2147483646 h 605"/>
                <a:gd name="T26" fmla="*/ 2147483646 w 4094"/>
                <a:gd name="T27" fmla="*/ 2147483646 h 605"/>
                <a:gd name="T28" fmla="*/ 2147483646 w 4094"/>
                <a:gd name="T29" fmla="*/ 2147483646 h 605"/>
                <a:gd name="T30" fmla="*/ 2147483646 w 4094"/>
                <a:gd name="T31" fmla="*/ 2147483646 h 605"/>
                <a:gd name="T32" fmla="*/ 2147483646 w 4094"/>
                <a:gd name="T33" fmla="*/ 2147483646 h 605"/>
                <a:gd name="T34" fmla="*/ 2147483646 w 4094"/>
                <a:gd name="T35" fmla="*/ 2147483646 h 605"/>
                <a:gd name="T36" fmla="*/ 2147483646 w 4094"/>
                <a:gd name="T37" fmla="*/ 2147483646 h 605"/>
                <a:gd name="T38" fmla="*/ 2147483646 w 4094"/>
                <a:gd name="T39" fmla="*/ 2147483646 h 605"/>
                <a:gd name="T40" fmla="*/ 2147483646 w 4094"/>
                <a:gd name="T41" fmla="*/ 2147483646 h 605"/>
                <a:gd name="T42" fmla="*/ 2147483646 w 4094"/>
                <a:gd name="T43" fmla="*/ 2147483646 h 605"/>
                <a:gd name="T44" fmla="*/ 2147483646 w 4094"/>
                <a:gd name="T45" fmla="*/ 2147483646 h 605"/>
                <a:gd name="T46" fmla="*/ 2147483646 w 4094"/>
                <a:gd name="T47" fmla="*/ 2147483646 h 605"/>
                <a:gd name="T48" fmla="*/ 2147483646 w 4094"/>
                <a:gd name="T49" fmla="*/ 2147483646 h 605"/>
                <a:gd name="T50" fmla="*/ 2147483646 w 4094"/>
                <a:gd name="T51" fmla="*/ 2147483646 h 605"/>
                <a:gd name="T52" fmla="*/ 2147483646 w 4094"/>
                <a:gd name="T53" fmla="*/ 2147483646 h 605"/>
                <a:gd name="T54" fmla="*/ 2147483646 w 4094"/>
                <a:gd name="T55" fmla="*/ 2147483646 h 605"/>
                <a:gd name="T56" fmla="*/ 2147483646 w 4094"/>
                <a:gd name="T57" fmla="*/ 2147483646 h 605"/>
                <a:gd name="T58" fmla="*/ 2147483646 w 4094"/>
                <a:gd name="T59" fmla="*/ 2147483646 h 605"/>
                <a:gd name="T60" fmla="*/ 2147483646 w 4094"/>
                <a:gd name="T61" fmla="*/ 2147483646 h 605"/>
                <a:gd name="T62" fmla="*/ 2147483646 w 4094"/>
                <a:gd name="T63" fmla="*/ 2147483646 h 605"/>
                <a:gd name="T64" fmla="*/ 2147483646 w 4094"/>
                <a:gd name="T65" fmla="*/ 2147483646 h 605"/>
                <a:gd name="T66" fmla="*/ 2147483646 w 4094"/>
                <a:gd name="T67" fmla="*/ 2147483646 h 605"/>
                <a:gd name="T68" fmla="*/ 2147483646 w 4094"/>
                <a:gd name="T69" fmla="*/ 2147483646 h 605"/>
                <a:gd name="T70" fmla="*/ 2147483646 w 4094"/>
                <a:gd name="T71" fmla="*/ 2147483646 h 605"/>
                <a:gd name="T72" fmla="*/ 2147483646 w 4094"/>
                <a:gd name="T73" fmla="*/ 2147483646 h 605"/>
                <a:gd name="T74" fmla="*/ 2147483646 w 4094"/>
                <a:gd name="T75" fmla="*/ 2147483646 h 605"/>
                <a:gd name="T76" fmla="*/ 2147483646 w 4094"/>
                <a:gd name="T77" fmla="*/ 2147483646 h 605"/>
                <a:gd name="T78" fmla="*/ 2147483646 w 4094"/>
                <a:gd name="T79" fmla="*/ 2147483646 h 605"/>
                <a:gd name="T80" fmla="*/ 2147483646 w 4094"/>
                <a:gd name="T81" fmla="*/ 2147483646 h 605"/>
                <a:gd name="T82" fmla="*/ 2147483646 w 4094"/>
                <a:gd name="T83" fmla="*/ 2147483646 h 605"/>
                <a:gd name="T84" fmla="*/ 2147483646 w 4094"/>
                <a:gd name="T85" fmla="*/ 2147483646 h 605"/>
                <a:gd name="T86" fmla="*/ 2147483646 w 4094"/>
                <a:gd name="T87" fmla="*/ 2147483646 h 60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94"/>
                <a:gd name="T133" fmla="*/ 0 h 605"/>
                <a:gd name="T134" fmla="*/ 4094 w 4094"/>
                <a:gd name="T135" fmla="*/ 605 h 60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94" h="605" extrusionOk="0">
                  <a:moveTo>
                    <a:pt x="0" y="298"/>
                  </a:moveTo>
                  <a:lnTo>
                    <a:pt x="0" y="307"/>
                  </a:lnTo>
                  <a:lnTo>
                    <a:pt x="2" y="291"/>
                  </a:lnTo>
                  <a:lnTo>
                    <a:pt x="3" y="275"/>
                  </a:lnTo>
                  <a:lnTo>
                    <a:pt x="5" y="259"/>
                  </a:lnTo>
                  <a:lnTo>
                    <a:pt x="8" y="245"/>
                  </a:lnTo>
                  <a:lnTo>
                    <a:pt x="11" y="229"/>
                  </a:lnTo>
                  <a:lnTo>
                    <a:pt x="15" y="215"/>
                  </a:lnTo>
                  <a:lnTo>
                    <a:pt x="19" y="202"/>
                  </a:lnTo>
                  <a:lnTo>
                    <a:pt x="25" y="187"/>
                  </a:lnTo>
                  <a:lnTo>
                    <a:pt x="31" y="173"/>
                  </a:lnTo>
                  <a:lnTo>
                    <a:pt x="38" y="160"/>
                  </a:lnTo>
                  <a:lnTo>
                    <a:pt x="45" y="147"/>
                  </a:lnTo>
                  <a:lnTo>
                    <a:pt x="54" y="136"/>
                  </a:lnTo>
                  <a:lnTo>
                    <a:pt x="62" y="123"/>
                  </a:lnTo>
                  <a:lnTo>
                    <a:pt x="71" y="111"/>
                  </a:lnTo>
                  <a:lnTo>
                    <a:pt x="81" y="101"/>
                  </a:lnTo>
                  <a:lnTo>
                    <a:pt x="91" y="89"/>
                  </a:lnTo>
                  <a:lnTo>
                    <a:pt x="101" y="79"/>
                  </a:lnTo>
                  <a:lnTo>
                    <a:pt x="113" y="71"/>
                  </a:lnTo>
                  <a:lnTo>
                    <a:pt x="124" y="61"/>
                  </a:lnTo>
                  <a:lnTo>
                    <a:pt x="136" y="52"/>
                  </a:lnTo>
                  <a:lnTo>
                    <a:pt x="149" y="45"/>
                  </a:lnTo>
                  <a:lnTo>
                    <a:pt x="162" y="38"/>
                  </a:lnTo>
                  <a:lnTo>
                    <a:pt x="175" y="30"/>
                  </a:lnTo>
                  <a:lnTo>
                    <a:pt x="188" y="25"/>
                  </a:lnTo>
                  <a:lnTo>
                    <a:pt x="202" y="19"/>
                  </a:lnTo>
                  <a:lnTo>
                    <a:pt x="217" y="14"/>
                  </a:lnTo>
                  <a:lnTo>
                    <a:pt x="231" y="10"/>
                  </a:lnTo>
                  <a:lnTo>
                    <a:pt x="245" y="6"/>
                  </a:lnTo>
                  <a:lnTo>
                    <a:pt x="261" y="3"/>
                  </a:lnTo>
                  <a:lnTo>
                    <a:pt x="276" y="2"/>
                  </a:lnTo>
                  <a:lnTo>
                    <a:pt x="292" y="0"/>
                  </a:lnTo>
                  <a:lnTo>
                    <a:pt x="307" y="0"/>
                  </a:lnTo>
                  <a:lnTo>
                    <a:pt x="3788" y="0"/>
                  </a:lnTo>
                  <a:lnTo>
                    <a:pt x="3804" y="0"/>
                  </a:lnTo>
                  <a:lnTo>
                    <a:pt x="3820" y="2"/>
                  </a:lnTo>
                  <a:lnTo>
                    <a:pt x="3834" y="3"/>
                  </a:lnTo>
                  <a:lnTo>
                    <a:pt x="3850" y="6"/>
                  </a:lnTo>
                  <a:lnTo>
                    <a:pt x="3864" y="10"/>
                  </a:lnTo>
                  <a:lnTo>
                    <a:pt x="3879" y="14"/>
                  </a:lnTo>
                  <a:lnTo>
                    <a:pt x="3893" y="19"/>
                  </a:lnTo>
                  <a:lnTo>
                    <a:pt x="3908" y="25"/>
                  </a:lnTo>
                  <a:lnTo>
                    <a:pt x="3921" y="30"/>
                  </a:lnTo>
                  <a:lnTo>
                    <a:pt x="3934" y="38"/>
                  </a:lnTo>
                  <a:lnTo>
                    <a:pt x="3947" y="45"/>
                  </a:lnTo>
                  <a:lnTo>
                    <a:pt x="3960" y="52"/>
                  </a:lnTo>
                  <a:lnTo>
                    <a:pt x="3971" y="61"/>
                  </a:lnTo>
                  <a:lnTo>
                    <a:pt x="3983" y="71"/>
                  </a:lnTo>
                  <a:lnTo>
                    <a:pt x="3994" y="79"/>
                  </a:lnTo>
                  <a:lnTo>
                    <a:pt x="4004" y="89"/>
                  </a:lnTo>
                  <a:lnTo>
                    <a:pt x="4014" y="101"/>
                  </a:lnTo>
                  <a:lnTo>
                    <a:pt x="4024" y="111"/>
                  </a:lnTo>
                  <a:lnTo>
                    <a:pt x="4033" y="123"/>
                  </a:lnTo>
                  <a:lnTo>
                    <a:pt x="4042" y="136"/>
                  </a:lnTo>
                  <a:lnTo>
                    <a:pt x="4050" y="147"/>
                  </a:lnTo>
                  <a:lnTo>
                    <a:pt x="4058" y="160"/>
                  </a:lnTo>
                  <a:lnTo>
                    <a:pt x="4065" y="173"/>
                  </a:lnTo>
                  <a:lnTo>
                    <a:pt x="4071" y="187"/>
                  </a:lnTo>
                  <a:lnTo>
                    <a:pt x="4076" y="202"/>
                  </a:lnTo>
                  <a:lnTo>
                    <a:pt x="4081" y="215"/>
                  </a:lnTo>
                  <a:lnTo>
                    <a:pt x="4085" y="229"/>
                  </a:lnTo>
                  <a:lnTo>
                    <a:pt x="4088" y="245"/>
                  </a:lnTo>
                  <a:lnTo>
                    <a:pt x="4091" y="259"/>
                  </a:lnTo>
                  <a:lnTo>
                    <a:pt x="4092" y="275"/>
                  </a:lnTo>
                  <a:lnTo>
                    <a:pt x="4094" y="291"/>
                  </a:lnTo>
                  <a:lnTo>
                    <a:pt x="4094" y="307"/>
                  </a:lnTo>
                  <a:lnTo>
                    <a:pt x="4094" y="298"/>
                  </a:lnTo>
                  <a:lnTo>
                    <a:pt x="4094" y="314"/>
                  </a:lnTo>
                  <a:lnTo>
                    <a:pt x="4092" y="330"/>
                  </a:lnTo>
                  <a:lnTo>
                    <a:pt x="4091" y="346"/>
                  </a:lnTo>
                  <a:lnTo>
                    <a:pt x="4088" y="360"/>
                  </a:lnTo>
                  <a:lnTo>
                    <a:pt x="4085" y="376"/>
                  </a:lnTo>
                  <a:lnTo>
                    <a:pt x="4081" y="391"/>
                  </a:lnTo>
                  <a:lnTo>
                    <a:pt x="4076" y="405"/>
                  </a:lnTo>
                  <a:lnTo>
                    <a:pt x="4071" y="418"/>
                  </a:lnTo>
                  <a:lnTo>
                    <a:pt x="4065" y="432"/>
                  </a:lnTo>
                  <a:lnTo>
                    <a:pt x="4058" y="445"/>
                  </a:lnTo>
                  <a:lnTo>
                    <a:pt x="4050" y="458"/>
                  </a:lnTo>
                  <a:lnTo>
                    <a:pt x="4042" y="470"/>
                  </a:lnTo>
                  <a:lnTo>
                    <a:pt x="4033" y="483"/>
                  </a:lnTo>
                  <a:lnTo>
                    <a:pt x="4024" y="494"/>
                  </a:lnTo>
                  <a:lnTo>
                    <a:pt x="4014" y="504"/>
                  </a:lnTo>
                  <a:lnTo>
                    <a:pt x="4004" y="516"/>
                  </a:lnTo>
                  <a:lnTo>
                    <a:pt x="3994" y="526"/>
                  </a:lnTo>
                  <a:lnTo>
                    <a:pt x="3983" y="535"/>
                  </a:lnTo>
                  <a:lnTo>
                    <a:pt x="3971" y="545"/>
                  </a:lnTo>
                  <a:lnTo>
                    <a:pt x="3960" y="553"/>
                  </a:lnTo>
                  <a:lnTo>
                    <a:pt x="3947" y="561"/>
                  </a:lnTo>
                  <a:lnTo>
                    <a:pt x="3934" y="568"/>
                  </a:lnTo>
                  <a:lnTo>
                    <a:pt x="3921" y="575"/>
                  </a:lnTo>
                  <a:lnTo>
                    <a:pt x="3908" y="581"/>
                  </a:lnTo>
                  <a:lnTo>
                    <a:pt x="3893" y="587"/>
                  </a:lnTo>
                  <a:lnTo>
                    <a:pt x="3879" y="591"/>
                  </a:lnTo>
                  <a:lnTo>
                    <a:pt x="3864" y="595"/>
                  </a:lnTo>
                  <a:lnTo>
                    <a:pt x="3850" y="600"/>
                  </a:lnTo>
                  <a:lnTo>
                    <a:pt x="3834" y="602"/>
                  </a:lnTo>
                  <a:lnTo>
                    <a:pt x="3820" y="604"/>
                  </a:lnTo>
                  <a:lnTo>
                    <a:pt x="3804" y="605"/>
                  </a:lnTo>
                  <a:lnTo>
                    <a:pt x="3788" y="605"/>
                  </a:lnTo>
                  <a:lnTo>
                    <a:pt x="307" y="605"/>
                  </a:lnTo>
                  <a:lnTo>
                    <a:pt x="292" y="605"/>
                  </a:lnTo>
                  <a:lnTo>
                    <a:pt x="276" y="604"/>
                  </a:lnTo>
                  <a:lnTo>
                    <a:pt x="261" y="602"/>
                  </a:lnTo>
                  <a:lnTo>
                    <a:pt x="245" y="600"/>
                  </a:lnTo>
                  <a:lnTo>
                    <a:pt x="231" y="595"/>
                  </a:lnTo>
                  <a:lnTo>
                    <a:pt x="217" y="591"/>
                  </a:lnTo>
                  <a:lnTo>
                    <a:pt x="202" y="587"/>
                  </a:lnTo>
                  <a:lnTo>
                    <a:pt x="188" y="581"/>
                  </a:lnTo>
                  <a:lnTo>
                    <a:pt x="175" y="575"/>
                  </a:lnTo>
                  <a:lnTo>
                    <a:pt x="162" y="568"/>
                  </a:lnTo>
                  <a:lnTo>
                    <a:pt x="149" y="561"/>
                  </a:lnTo>
                  <a:lnTo>
                    <a:pt x="136" y="553"/>
                  </a:lnTo>
                  <a:lnTo>
                    <a:pt x="124" y="545"/>
                  </a:lnTo>
                  <a:lnTo>
                    <a:pt x="113" y="535"/>
                  </a:lnTo>
                  <a:lnTo>
                    <a:pt x="101" y="526"/>
                  </a:lnTo>
                  <a:lnTo>
                    <a:pt x="91" y="516"/>
                  </a:lnTo>
                  <a:lnTo>
                    <a:pt x="81" y="504"/>
                  </a:lnTo>
                  <a:lnTo>
                    <a:pt x="71" y="494"/>
                  </a:lnTo>
                  <a:lnTo>
                    <a:pt x="62" y="483"/>
                  </a:lnTo>
                  <a:lnTo>
                    <a:pt x="54" y="470"/>
                  </a:lnTo>
                  <a:lnTo>
                    <a:pt x="45" y="458"/>
                  </a:lnTo>
                  <a:lnTo>
                    <a:pt x="38" y="445"/>
                  </a:lnTo>
                  <a:lnTo>
                    <a:pt x="31" y="432"/>
                  </a:lnTo>
                  <a:lnTo>
                    <a:pt x="25" y="418"/>
                  </a:lnTo>
                  <a:lnTo>
                    <a:pt x="19" y="405"/>
                  </a:lnTo>
                  <a:lnTo>
                    <a:pt x="15" y="391"/>
                  </a:lnTo>
                  <a:lnTo>
                    <a:pt x="11" y="376"/>
                  </a:lnTo>
                  <a:lnTo>
                    <a:pt x="8" y="360"/>
                  </a:lnTo>
                  <a:lnTo>
                    <a:pt x="5" y="346"/>
                  </a:lnTo>
                  <a:lnTo>
                    <a:pt x="3" y="330"/>
                  </a:lnTo>
                  <a:lnTo>
                    <a:pt x="2" y="314"/>
                  </a:lnTo>
                  <a:lnTo>
                    <a:pt x="0" y="298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3215" name="Shape 2072">
              <a:extLst>
                <a:ext uri="{FF2B5EF4-FFF2-40B4-BE49-F238E27FC236}">
                  <a16:creationId xmlns:a16="http://schemas.microsoft.com/office/drawing/2014/main" id="{F3DC0CDA-F8DF-47E7-8E9B-117733787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362" y="4441825"/>
              <a:ext cx="46037" cy="138111"/>
            </a:xfrm>
            <a:custGeom>
              <a:avLst/>
              <a:gdLst>
                <a:gd name="T0" fmla="*/ 0 w 58"/>
                <a:gd name="T1" fmla="*/ 0 h 173"/>
                <a:gd name="T2" fmla="*/ 2147483646 w 58"/>
                <a:gd name="T3" fmla="*/ 2147483646 h 173"/>
                <a:gd name="T4" fmla="*/ 2147483646 w 58"/>
                <a:gd name="T5" fmla="*/ 0 h 173"/>
                <a:gd name="T6" fmla="*/ 2147483646 w 58"/>
                <a:gd name="T7" fmla="*/ 0 h 173"/>
                <a:gd name="T8" fmla="*/ 0 w 58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8"/>
                <a:gd name="T16" fmla="*/ 0 h 173"/>
                <a:gd name="T17" fmla="*/ 58 w 58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8" h="173" extrusionOk="0">
                  <a:moveTo>
                    <a:pt x="0" y="0"/>
                  </a:moveTo>
                  <a:lnTo>
                    <a:pt x="29" y="173"/>
                  </a:lnTo>
                  <a:lnTo>
                    <a:pt x="58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263216" name="Shape 2073">
              <a:extLst>
                <a:ext uri="{FF2B5EF4-FFF2-40B4-BE49-F238E27FC236}">
                  <a16:creationId xmlns:a16="http://schemas.microsoft.com/office/drawing/2014/main" id="{0106C2DB-CD39-4D5E-96C4-1BEB69C35DC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4702175" y="3962399"/>
              <a:ext cx="1500" cy="457200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63217" name="Shape 2074">
              <a:extLst>
                <a:ext uri="{FF2B5EF4-FFF2-40B4-BE49-F238E27FC236}">
                  <a16:creationId xmlns:a16="http://schemas.microsoft.com/office/drawing/2014/main" id="{D4249C13-094A-4104-8BA9-3B9DA04982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4737" y="4057650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63218" name="Shape 2075">
              <a:extLst>
                <a:ext uri="{FF2B5EF4-FFF2-40B4-BE49-F238E27FC236}">
                  <a16:creationId xmlns:a16="http://schemas.microsoft.com/office/drawing/2014/main" id="{3CBAB0DF-4CC7-4E69-A03B-970CF09E82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45112" y="405765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3219" name="Shape 2076">
              <a:extLst>
                <a:ext uri="{FF2B5EF4-FFF2-40B4-BE49-F238E27FC236}">
                  <a16:creationId xmlns:a16="http://schemas.microsoft.com/office/drawing/2014/main" id="{111CDE22-DF00-4E52-916D-676B046140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24450" y="405765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3220" name="Shape 2077">
              <a:extLst>
                <a:ext uri="{FF2B5EF4-FFF2-40B4-BE49-F238E27FC236}">
                  <a16:creationId xmlns:a16="http://schemas.microsoft.com/office/drawing/2014/main" id="{2BA2C436-5262-432C-8671-C6B17DAFBF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4737" y="4281487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63221" name="Shape 2078">
              <a:extLst>
                <a:ext uri="{FF2B5EF4-FFF2-40B4-BE49-F238E27FC236}">
                  <a16:creationId xmlns:a16="http://schemas.microsoft.com/office/drawing/2014/main" id="{AC51A160-272E-4AC7-A1AD-AA999C8543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45112" y="4281487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3222" name="Shape 2079">
              <a:extLst>
                <a:ext uri="{FF2B5EF4-FFF2-40B4-BE49-F238E27FC236}">
                  <a16:creationId xmlns:a16="http://schemas.microsoft.com/office/drawing/2014/main" id="{AB66C950-4813-4035-84FA-9F7CAD793E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24450" y="4281487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3223" name="Shape 2080">
              <a:extLst>
                <a:ext uri="{FF2B5EF4-FFF2-40B4-BE49-F238E27FC236}">
                  <a16:creationId xmlns:a16="http://schemas.microsoft.com/office/drawing/2014/main" id="{3832B987-807D-42CD-978B-6E9ADBE350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14771" y="3587750"/>
              <a:ext cx="2523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: </a:t>
              </a:r>
            </a:p>
          </p:txBody>
        </p:sp>
        <p:sp>
          <p:nvSpPr>
            <p:cNvPr id="263224" name="Shape 2081">
              <a:extLst>
                <a:ext uri="{FF2B5EF4-FFF2-40B4-BE49-F238E27FC236}">
                  <a16:creationId xmlns:a16="http://schemas.microsoft.com/office/drawing/2014/main" id="{72393979-73AF-4A59-807D-622FFD4050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3037" y="3587750"/>
              <a:ext cx="174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263225" name="Shape 2082">
              <a:extLst>
                <a:ext uri="{FF2B5EF4-FFF2-40B4-BE49-F238E27FC236}">
                  <a16:creationId xmlns:a16="http://schemas.microsoft.com/office/drawing/2014/main" id="{D77A535A-4411-4F77-A842-95AD9DB3FB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19562" y="358775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3226" name="Shape 2083">
              <a:extLst>
                <a:ext uri="{FF2B5EF4-FFF2-40B4-BE49-F238E27FC236}">
                  <a16:creationId xmlns:a16="http://schemas.microsoft.com/office/drawing/2014/main" id="{23D839BA-D0ED-4D63-84B8-4DF24EC318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30687" y="3692525"/>
              <a:ext cx="252300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 </a:t>
              </a:r>
            </a:p>
          </p:txBody>
        </p:sp>
        <p:sp>
          <p:nvSpPr>
            <p:cNvPr id="263227" name="Shape 2084">
              <a:extLst>
                <a:ext uri="{FF2B5EF4-FFF2-40B4-BE49-F238E27FC236}">
                  <a16:creationId xmlns:a16="http://schemas.microsoft.com/office/drawing/2014/main" id="{3FDB97E2-C50D-4EFE-BE9C-C92D8AB75D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16462" y="358775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3228" name="Shape 2085">
              <a:extLst>
                <a:ext uri="{FF2B5EF4-FFF2-40B4-BE49-F238E27FC236}">
                  <a16:creationId xmlns:a16="http://schemas.microsoft.com/office/drawing/2014/main" id="{A0DB0CE5-D444-4F7F-BA93-ED0D3169B8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32312" y="358775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3229" name="Shape 2086">
              <a:extLst>
                <a:ext uri="{FF2B5EF4-FFF2-40B4-BE49-F238E27FC236}">
                  <a16:creationId xmlns:a16="http://schemas.microsoft.com/office/drawing/2014/main" id="{2D046E18-DEF3-4B56-B49D-A279FCDB4F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26012" y="3587750"/>
              <a:ext cx="174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263230" name="Shape 2087">
              <a:extLst>
                <a:ext uri="{FF2B5EF4-FFF2-40B4-BE49-F238E27FC236}">
                  <a16:creationId xmlns:a16="http://schemas.microsoft.com/office/drawing/2014/main" id="{B5F23785-43E3-4A8A-B977-7C319D9229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2537" y="358775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263231" name="Shape 2088">
              <a:extLst>
                <a:ext uri="{FF2B5EF4-FFF2-40B4-BE49-F238E27FC236}">
                  <a16:creationId xmlns:a16="http://schemas.microsoft.com/office/drawing/2014/main" id="{6D5A3119-0E97-4097-9A66-9BCBA7F4D9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3644" y="3692525"/>
              <a:ext cx="185700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63232" name="Shape 2089">
              <a:extLst>
                <a:ext uri="{FF2B5EF4-FFF2-40B4-BE49-F238E27FC236}">
                  <a16:creationId xmlns:a16="http://schemas.microsoft.com/office/drawing/2014/main" id="{71253CF7-90C8-47CF-9022-CEB869947D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4187" y="358775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3233" name="Shape 2090">
              <a:extLst>
                <a:ext uri="{FF2B5EF4-FFF2-40B4-BE49-F238E27FC236}">
                  <a16:creationId xmlns:a16="http://schemas.microsoft.com/office/drawing/2014/main" id="{868529B2-EF70-41DD-BD08-EADA32055B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0037" y="358775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3234" name="Shape 2091">
              <a:extLst>
                <a:ext uri="{FF2B5EF4-FFF2-40B4-BE49-F238E27FC236}">
                  <a16:creationId xmlns:a16="http://schemas.microsoft.com/office/drawing/2014/main" id="{2240504E-C2B0-4625-9144-8CACF3E109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9650" y="3581400"/>
              <a:ext cx="107999" cy="258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Noto Symbol" charset="0"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Noto Symbol" charset="0"/>
                  <a:ea typeface="ＭＳ Ｐゴシック" panose="020B0600070205080204" pitchFamily="34" charset="-128"/>
                  <a:cs typeface="Arial" panose="020B0604020202020204" pitchFamily="34" charset="0"/>
                  <a:sym typeface="Noto Symbol" charset="0"/>
                </a:rPr>
                <a:t>, </a:t>
              </a:r>
            </a:p>
          </p:txBody>
        </p:sp>
        <p:sp>
          <p:nvSpPr>
            <p:cNvPr id="263235" name="Shape 2092">
              <a:extLst>
                <a:ext uri="{FF2B5EF4-FFF2-40B4-BE49-F238E27FC236}">
                  <a16:creationId xmlns:a16="http://schemas.microsoft.com/office/drawing/2014/main" id="{57E35B27-A09C-43AE-B40D-FB5624BE5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575" y="2336800"/>
              <a:ext cx="3249612" cy="481011"/>
            </a:xfrm>
            <a:custGeom>
              <a:avLst/>
              <a:gdLst>
                <a:gd name="T0" fmla="*/ 2147483646 w 4094"/>
                <a:gd name="T1" fmla="*/ 2147483646 h 605"/>
                <a:gd name="T2" fmla="*/ 2147483646 w 4094"/>
                <a:gd name="T3" fmla="*/ 2147483646 h 605"/>
                <a:gd name="T4" fmla="*/ 2147483646 w 4094"/>
                <a:gd name="T5" fmla="*/ 2147483646 h 605"/>
                <a:gd name="T6" fmla="*/ 2147483646 w 4094"/>
                <a:gd name="T7" fmla="*/ 2147483646 h 605"/>
                <a:gd name="T8" fmla="*/ 2147483646 w 4094"/>
                <a:gd name="T9" fmla="*/ 2147483646 h 605"/>
                <a:gd name="T10" fmla="*/ 2147483646 w 4094"/>
                <a:gd name="T11" fmla="*/ 2147483646 h 605"/>
                <a:gd name="T12" fmla="*/ 2147483646 w 4094"/>
                <a:gd name="T13" fmla="*/ 2147483646 h 605"/>
                <a:gd name="T14" fmla="*/ 2147483646 w 4094"/>
                <a:gd name="T15" fmla="*/ 2147483646 h 605"/>
                <a:gd name="T16" fmla="*/ 2147483646 w 4094"/>
                <a:gd name="T17" fmla="*/ 2147483646 h 605"/>
                <a:gd name="T18" fmla="*/ 2147483646 w 4094"/>
                <a:gd name="T19" fmla="*/ 2147483646 h 605"/>
                <a:gd name="T20" fmla="*/ 2147483646 w 4094"/>
                <a:gd name="T21" fmla="*/ 0 h 605"/>
                <a:gd name="T22" fmla="*/ 2147483646 w 4094"/>
                <a:gd name="T23" fmla="*/ 0 h 605"/>
                <a:gd name="T24" fmla="*/ 2147483646 w 4094"/>
                <a:gd name="T25" fmla="*/ 2147483646 h 605"/>
                <a:gd name="T26" fmla="*/ 2147483646 w 4094"/>
                <a:gd name="T27" fmla="*/ 2147483646 h 605"/>
                <a:gd name="T28" fmla="*/ 2147483646 w 4094"/>
                <a:gd name="T29" fmla="*/ 2147483646 h 605"/>
                <a:gd name="T30" fmla="*/ 2147483646 w 4094"/>
                <a:gd name="T31" fmla="*/ 2147483646 h 605"/>
                <a:gd name="T32" fmla="*/ 2147483646 w 4094"/>
                <a:gd name="T33" fmla="*/ 2147483646 h 605"/>
                <a:gd name="T34" fmla="*/ 2147483646 w 4094"/>
                <a:gd name="T35" fmla="*/ 2147483646 h 605"/>
                <a:gd name="T36" fmla="*/ 2147483646 w 4094"/>
                <a:gd name="T37" fmla="*/ 2147483646 h 605"/>
                <a:gd name="T38" fmla="*/ 2147483646 w 4094"/>
                <a:gd name="T39" fmla="*/ 2147483646 h 605"/>
                <a:gd name="T40" fmla="*/ 2147483646 w 4094"/>
                <a:gd name="T41" fmla="*/ 2147483646 h 605"/>
                <a:gd name="T42" fmla="*/ 2147483646 w 4094"/>
                <a:gd name="T43" fmla="*/ 2147483646 h 605"/>
                <a:gd name="T44" fmla="*/ 2147483646 w 4094"/>
                <a:gd name="T45" fmla="*/ 2147483646 h 605"/>
                <a:gd name="T46" fmla="*/ 2147483646 w 4094"/>
                <a:gd name="T47" fmla="*/ 2147483646 h 605"/>
                <a:gd name="T48" fmla="*/ 2147483646 w 4094"/>
                <a:gd name="T49" fmla="*/ 2147483646 h 605"/>
                <a:gd name="T50" fmla="*/ 2147483646 w 4094"/>
                <a:gd name="T51" fmla="*/ 2147483646 h 605"/>
                <a:gd name="T52" fmla="*/ 2147483646 w 4094"/>
                <a:gd name="T53" fmla="*/ 2147483646 h 605"/>
                <a:gd name="T54" fmla="*/ 2147483646 w 4094"/>
                <a:gd name="T55" fmla="*/ 2147483646 h 605"/>
                <a:gd name="T56" fmla="*/ 2147483646 w 4094"/>
                <a:gd name="T57" fmla="*/ 2147483646 h 605"/>
                <a:gd name="T58" fmla="*/ 2147483646 w 4094"/>
                <a:gd name="T59" fmla="*/ 2147483646 h 605"/>
                <a:gd name="T60" fmla="*/ 2147483646 w 4094"/>
                <a:gd name="T61" fmla="*/ 2147483646 h 605"/>
                <a:gd name="T62" fmla="*/ 2147483646 w 4094"/>
                <a:gd name="T63" fmla="*/ 2147483646 h 605"/>
                <a:gd name="T64" fmla="*/ 2147483646 w 4094"/>
                <a:gd name="T65" fmla="*/ 2147483646 h 605"/>
                <a:gd name="T66" fmla="*/ 2147483646 w 4094"/>
                <a:gd name="T67" fmla="*/ 2147483646 h 605"/>
                <a:gd name="T68" fmla="*/ 2147483646 w 4094"/>
                <a:gd name="T69" fmla="*/ 2147483646 h 605"/>
                <a:gd name="T70" fmla="*/ 2147483646 w 4094"/>
                <a:gd name="T71" fmla="*/ 2147483646 h 605"/>
                <a:gd name="T72" fmla="*/ 2147483646 w 4094"/>
                <a:gd name="T73" fmla="*/ 2147483646 h 605"/>
                <a:gd name="T74" fmla="*/ 2147483646 w 4094"/>
                <a:gd name="T75" fmla="*/ 2147483646 h 605"/>
                <a:gd name="T76" fmla="*/ 2147483646 w 4094"/>
                <a:gd name="T77" fmla="*/ 2147483646 h 605"/>
                <a:gd name="T78" fmla="*/ 2147483646 w 4094"/>
                <a:gd name="T79" fmla="*/ 2147483646 h 605"/>
                <a:gd name="T80" fmla="*/ 2147483646 w 4094"/>
                <a:gd name="T81" fmla="*/ 2147483646 h 605"/>
                <a:gd name="T82" fmla="*/ 2147483646 w 4094"/>
                <a:gd name="T83" fmla="*/ 2147483646 h 605"/>
                <a:gd name="T84" fmla="*/ 2147483646 w 4094"/>
                <a:gd name="T85" fmla="*/ 2147483646 h 605"/>
                <a:gd name="T86" fmla="*/ 2147483646 w 4094"/>
                <a:gd name="T87" fmla="*/ 2147483646 h 60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94"/>
                <a:gd name="T133" fmla="*/ 0 h 605"/>
                <a:gd name="T134" fmla="*/ 4094 w 4094"/>
                <a:gd name="T135" fmla="*/ 605 h 60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94" h="605" extrusionOk="0">
                  <a:moveTo>
                    <a:pt x="0" y="298"/>
                  </a:moveTo>
                  <a:lnTo>
                    <a:pt x="0" y="307"/>
                  </a:lnTo>
                  <a:lnTo>
                    <a:pt x="2" y="291"/>
                  </a:lnTo>
                  <a:lnTo>
                    <a:pt x="3" y="275"/>
                  </a:lnTo>
                  <a:lnTo>
                    <a:pt x="5" y="259"/>
                  </a:lnTo>
                  <a:lnTo>
                    <a:pt x="8" y="245"/>
                  </a:lnTo>
                  <a:lnTo>
                    <a:pt x="11" y="229"/>
                  </a:lnTo>
                  <a:lnTo>
                    <a:pt x="15" y="215"/>
                  </a:lnTo>
                  <a:lnTo>
                    <a:pt x="19" y="202"/>
                  </a:lnTo>
                  <a:lnTo>
                    <a:pt x="25" y="187"/>
                  </a:lnTo>
                  <a:lnTo>
                    <a:pt x="31" y="173"/>
                  </a:lnTo>
                  <a:lnTo>
                    <a:pt x="38" y="160"/>
                  </a:lnTo>
                  <a:lnTo>
                    <a:pt x="45" y="147"/>
                  </a:lnTo>
                  <a:lnTo>
                    <a:pt x="54" y="135"/>
                  </a:lnTo>
                  <a:lnTo>
                    <a:pt x="62" y="122"/>
                  </a:lnTo>
                  <a:lnTo>
                    <a:pt x="71" y="111"/>
                  </a:lnTo>
                  <a:lnTo>
                    <a:pt x="81" y="101"/>
                  </a:lnTo>
                  <a:lnTo>
                    <a:pt x="91" y="89"/>
                  </a:lnTo>
                  <a:lnTo>
                    <a:pt x="101" y="79"/>
                  </a:lnTo>
                  <a:lnTo>
                    <a:pt x="113" y="71"/>
                  </a:lnTo>
                  <a:lnTo>
                    <a:pt x="124" y="60"/>
                  </a:lnTo>
                  <a:lnTo>
                    <a:pt x="136" y="52"/>
                  </a:lnTo>
                  <a:lnTo>
                    <a:pt x="149" y="45"/>
                  </a:lnTo>
                  <a:lnTo>
                    <a:pt x="162" y="37"/>
                  </a:lnTo>
                  <a:lnTo>
                    <a:pt x="175" y="30"/>
                  </a:lnTo>
                  <a:lnTo>
                    <a:pt x="188" y="24"/>
                  </a:lnTo>
                  <a:lnTo>
                    <a:pt x="202" y="19"/>
                  </a:lnTo>
                  <a:lnTo>
                    <a:pt x="217" y="14"/>
                  </a:lnTo>
                  <a:lnTo>
                    <a:pt x="231" y="10"/>
                  </a:lnTo>
                  <a:lnTo>
                    <a:pt x="245" y="6"/>
                  </a:lnTo>
                  <a:lnTo>
                    <a:pt x="261" y="3"/>
                  </a:lnTo>
                  <a:lnTo>
                    <a:pt x="276" y="1"/>
                  </a:lnTo>
                  <a:lnTo>
                    <a:pt x="292" y="0"/>
                  </a:lnTo>
                  <a:lnTo>
                    <a:pt x="307" y="0"/>
                  </a:lnTo>
                  <a:lnTo>
                    <a:pt x="3788" y="0"/>
                  </a:lnTo>
                  <a:lnTo>
                    <a:pt x="3804" y="0"/>
                  </a:lnTo>
                  <a:lnTo>
                    <a:pt x="3820" y="1"/>
                  </a:lnTo>
                  <a:lnTo>
                    <a:pt x="3834" y="3"/>
                  </a:lnTo>
                  <a:lnTo>
                    <a:pt x="3850" y="6"/>
                  </a:lnTo>
                  <a:lnTo>
                    <a:pt x="3864" y="10"/>
                  </a:lnTo>
                  <a:lnTo>
                    <a:pt x="3879" y="14"/>
                  </a:lnTo>
                  <a:lnTo>
                    <a:pt x="3893" y="19"/>
                  </a:lnTo>
                  <a:lnTo>
                    <a:pt x="3908" y="24"/>
                  </a:lnTo>
                  <a:lnTo>
                    <a:pt x="3921" y="30"/>
                  </a:lnTo>
                  <a:lnTo>
                    <a:pt x="3934" y="37"/>
                  </a:lnTo>
                  <a:lnTo>
                    <a:pt x="3947" y="45"/>
                  </a:lnTo>
                  <a:lnTo>
                    <a:pt x="3960" y="52"/>
                  </a:lnTo>
                  <a:lnTo>
                    <a:pt x="3971" y="60"/>
                  </a:lnTo>
                  <a:lnTo>
                    <a:pt x="3983" y="71"/>
                  </a:lnTo>
                  <a:lnTo>
                    <a:pt x="3994" y="79"/>
                  </a:lnTo>
                  <a:lnTo>
                    <a:pt x="4004" y="89"/>
                  </a:lnTo>
                  <a:lnTo>
                    <a:pt x="4014" y="101"/>
                  </a:lnTo>
                  <a:lnTo>
                    <a:pt x="4024" y="111"/>
                  </a:lnTo>
                  <a:lnTo>
                    <a:pt x="4033" y="122"/>
                  </a:lnTo>
                  <a:lnTo>
                    <a:pt x="4042" y="135"/>
                  </a:lnTo>
                  <a:lnTo>
                    <a:pt x="4050" y="147"/>
                  </a:lnTo>
                  <a:lnTo>
                    <a:pt x="4058" y="160"/>
                  </a:lnTo>
                  <a:lnTo>
                    <a:pt x="4065" y="173"/>
                  </a:lnTo>
                  <a:lnTo>
                    <a:pt x="4071" y="187"/>
                  </a:lnTo>
                  <a:lnTo>
                    <a:pt x="4076" y="202"/>
                  </a:lnTo>
                  <a:lnTo>
                    <a:pt x="4081" y="215"/>
                  </a:lnTo>
                  <a:lnTo>
                    <a:pt x="4085" y="229"/>
                  </a:lnTo>
                  <a:lnTo>
                    <a:pt x="4088" y="245"/>
                  </a:lnTo>
                  <a:lnTo>
                    <a:pt x="4091" y="259"/>
                  </a:lnTo>
                  <a:lnTo>
                    <a:pt x="4092" y="275"/>
                  </a:lnTo>
                  <a:lnTo>
                    <a:pt x="4094" y="291"/>
                  </a:lnTo>
                  <a:lnTo>
                    <a:pt x="4094" y="307"/>
                  </a:lnTo>
                  <a:lnTo>
                    <a:pt x="4094" y="298"/>
                  </a:lnTo>
                  <a:lnTo>
                    <a:pt x="4094" y="314"/>
                  </a:lnTo>
                  <a:lnTo>
                    <a:pt x="4092" y="330"/>
                  </a:lnTo>
                  <a:lnTo>
                    <a:pt x="4091" y="346"/>
                  </a:lnTo>
                  <a:lnTo>
                    <a:pt x="4088" y="360"/>
                  </a:lnTo>
                  <a:lnTo>
                    <a:pt x="4085" y="376"/>
                  </a:lnTo>
                  <a:lnTo>
                    <a:pt x="4081" y="390"/>
                  </a:lnTo>
                  <a:lnTo>
                    <a:pt x="4076" y="405"/>
                  </a:lnTo>
                  <a:lnTo>
                    <a:pt x="4071" y="418"/>
                  </a:lnTo>
                  <a:lnTo>
                    <a:pt x="4065" y="432"/>
                  </a:lnTo>
                  <a:lnTo>
                    <a:pt x="4058" y="445"/>
                  </a:lnTo>
                  <a:lnTo>
                    <a:pt x="4050" y="458"/>
                  </a:lnTo>
                  <a:lnTo>
                    <a:pt x="4042" y="470"/>
                  </a:lnTo>
                  <a:lnTo>
                    <a:pt x="4033" y="483"/>
                  </a:lnTo>
                  <a:lnTo>
                    <a:pt x="4024" y="494"/>
                  </a:lnTo>
                  <a:lnTo>
                    <a:pt x="4014" y="504"/>
                  </a:lnTo>
                  <a:lnTo>
                    <a:pt x="4004" y="516"/>
                  </a:lnTo>
                  <a:lnTo>
                    <a:pt x="3994" y="526"/>
                  </a:lnTo>
                  <a:lnTo>
                    <a:pt x="3983" y="535"/>
                  </a:lnTo>
                  <a:lnTo>
                    <a:pt x="3971" y="545"/>
                  </a:lnTo>
                  <a:lnTo>
                    <a:pt x="3960" y="553"/>
                  </a:lnTo>
                  <a:lnTo>
                    <a:pt x="3947" y="561"/>
                  </a:lnTo>
                  <a:lnTo>
                    <a:pt x="3934" y="568"/>
                  </a:lnTo>
                  <a:lnTo>
                    <a:pt x="3921" y="575"/>
                  </a:lnTo>
                  <a:lnTo>
                    <a:pt x="3908" y="581"/>
                  </a:lnTo>
                  <a:lnTo>
                    <a:pt x="3893" y="586"/>
                  </a:lnTo>
                  <a:lnTo>
                    <a:pt x="3879" y="591"/>
                  </a:lnTo>
                  <a:lnTo>
                    <a:pt x="3864" y="595"/>
                  </a:lnTo>
                  <a:lnTo>
                    <a:pt x="3850" y="599"/>
                  </a:lnTo>
                  <a:lnTo>
                    <a:pt x="3834" y="602"/>
                  </a:lnTo>
                  <a:lnTo>
                    <a:pt x="3820" y="604"/>
                  </a:lnTo>
                  <a:lnTo>
                    <a:pt x="3804" y="605"/>
                  </a:lnTo>
                  <a:lnTo>
                    <a:pt x="3788" y="605"/>
                  </a:lnTo>
                  <a:lnTo>
                    <a:pt x="307" y="605"/>
                  </a:lnTo>
                  <a:lnTo>
                    <a:pt x="292" y="605"/>
                  </a:lnTo>
                  <a:lnTo>
                    <a:pt x="276" y="604"/>
                  </a:lnTo>
                  <a:lnTo>
                    <a:pt x="261" y="602"/>
                  </a:lnTo>
                  <a:lnTo>
                    <a:pt x="245" y="599"/>
                  </a:lnTo>
                  <a:lnTo>
                    <a:pt x="231" y="595"/>
                  </a:lnTo>
                  <a:lnTo>
                    <a:pt x="217" y="591"/>
                  </a:lnTo>
                  <a:lnTo>
                    <a:pt x="202" y="586"/>
                  </a:lnTo>
                  <a:lnTo>
                    <a:pt x="188" y="581"/>
                  </a:lnTo>
                  <a:lnTo>
                    <a:pt x="175" y="575"/>
                  </a:lnTo>
                  <a:lnTo>
                    <a:pt x="162" y="568"/>
                  </a:lnTo>
                  <a:lnTo>
                    <a:pt x="149" y="561"/>
                  </a:lnTo>
                  <a:lnTo>
                    <a:pt x="136" y="553"/>
                  </a:lnTo>
                  <a:lnTo>
                    <a:pt x="124" y="545"/>
                  </a:lnTo>
                  <a:lnTo>
                    <a:pt x="113" y="535"/>
                  </a:lnTo>
                  <a:lnTo>
                    <a:pt x="101" y="526"/>
                  </a:lnTo>
                  <a:lnTo>
                    <a:pt x="91" y="516"/>
                  </a:lnTo>
                  <a:lnTo>
                    <a:pt x="81" y="504"/>
                  </a:lnTo>
                  <a:lnTo>
                    <a:pt x="71" y="494"/>
                  </a:lnTo>
                  <a:lnTo>
                    <a:pt x="62" y="483"/>
                  </a:lnTo>
                  <a:lnTo>
                    <a:pt x="54" y="470"/>
                  </a:lnTo>
                  <a:lnTo>
                    <a:pt x="45" y="458"/>
                  </a:lnTo>
                  <a:lnTo>
                    <a:pt x="38" y="445"/>
                  </a:lnTo>
                  <a:lnTo>
                    <a:pt x="31" y="432"/>
                  </a:lnTo>
                  <a:lnTo>
                    <a:pt x="25" y="418"/>
                  </a:lnTo>
                  <a:lnTo>
                    <a:pt x="19" y="405"/>
                  </a:lnTo>
                  <a:lnTo>
                    <a:pt x="15" y="390"/>
                  </a:lnTo>
                  <a:lnTo>
                    <a:pt x="11" y="376"/>
                  </a:lnTo>
                  <a:lnTo>
                    <a:pt x="8" y="360"/>
                  </a:lnTo>
                  <a:lnTo>
                    <a:pt x="5" y="346"/>
                  </a:lnTo>
                  <a:lnTo>
                    <a:pt x="3" y="330"/>
                  </a:lnTo>
                  <a:lnTo>
                    <a:pt x="2" y="314"/>
                  </a:lnTo>
                  <a:lnTo>
                    <a:pt x="0" y="298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3236" name="Shape 2093">
              <a:extLst>
                <a:ext uri="{FF2B5EF4-FFF2-40B4-BE49-F238E27FC236}">
                  <a16:creationId xmlns:a16="http://schemas.microsoft.com/office/drawing/2014/main" id="{9AA08223-1A31-4D41-802B-99D3A99CAC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14745" y="2465375"/>
              <a:ext cx="2523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: </a:t>
              </a:r>
            </a:p>
          </p:txBody>
        </p:sp>
        <p:sp>
          <p:nvSpPr>
            <p:cNvPr id="263237" name="Shape 2094">
              <a:extLst>
                <a:ext uri="{FF2B5EF4-FFF2-40B4-BE49-F238E27FC236}">
                  <a16:creationId xmlns:a16="http://schemas.microsoft.com/office/drawing/2014/main" id="{225DA78B-E115-4EA6-9711-99E04E430A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3037" y="2465386"/>
              <a:ext cx="174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263238" name="Shape 2095">
              <a:extLst>
                <a:ext uri="{FF2B5EF4-FFF2-40B4-BE49-F238E27FC236}">
                  <a16:creationId xmlns:a16="http://schemas.microsoft.com/office/drawing/2014/main" id="{BBAA3CB7-7C0B-40A6-A55D-40D72D2C43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19562" y="246538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263239" name="Shape 2096">
              <a:extLst>
                <a:ext uri="{FF2B5EF4-FFF2-40B4-BE49-F238E27FC236}">
                  <a16:creationId xmlns:a16="http://schemas.microsoft.com/office/drawing/2014/main" id="{86108EBF-C6FC-4285-A787-786B5D71DF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30687" y="2568575"/>
              <a:ext cx="252300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 </a:t>
              </a:r>
            </a:p>
          </p:txBody>
        </p:sp>
        <p:sp>
          <p:nvSpPr>
            <p:cNvPr id="263240" name="Shape 2097">
              <a:extLst>
                <a:ext uri="{FF2B5EF4-FFF2-40B4-BE49-F238E27FC236}">
                  <a16:creationId xmlns:a16="http://schemas.microsoft.com/office/drawing/2014/main" id="{D36F3BDC-CFF6-4A98-9AF1-F14195718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16462" y="246538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3241" name="Shape 2098">
              <a:extLst>
                <a:ext uri="{FF2B5EF4-FFF2-40B4-BE49-F238E27FC236}">
                  <a16:creationId xmlns:a16="http://schemas.microsoft.com/office/drawing/2014/main" id="{C26A8208-7286-441B-8A9E-0D66C275E5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32312" y="2465386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3242" name="Shape 2099">
              <a:extLst>
                <a:ext uri="{FF2B5EF4-FFF2-40B4-BE49-F238E27FC236}">
                  <a16:creationId xmlns:a16="http://schemas.microsoft.com/office/drawing/2014/main" id="{CD7EAB5B-CB59-42F4-A581-BD0B5AD57C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26012" y="2465386"/>
              <a:ext cx="174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263243" name="Shape 2100">
              <a:extLst>
                <a:ext uri="{FF2B5EF4-FFF2-40B4-BE49-F238E27FC236}">
                  <a16:creationId xmlns:a16="http://schemas.microsoft.com/office/drawing/2014/main" id="{A8A97FC2-D9DE-4ADE-8AB1-FEE746C0E5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2537" y="246538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 </a:t>
              </a:r>
            </a:p>
          </p:txBody>
        </p:sp>
        <p:sp>
          <p:nvSpPr>
            <p:cNvPr id="263244" name="Shape 2101">
              <a:extLst>
                <a:ext uri="{FF2B5EF4-FFF2-40B4-BE49-F238E27FC236}">
                  <a16:creationId xmlns:a16="http://schemas.microsoft.com/office/drawing/2014/main" id="{B7FE1A3B-0470-440D-8F4F-B8312677F3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3642" y="2568575"/>
              <a:ext cx="196800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63245" name="Shape 2102">
              <a:extLst>
                <a:ext uri="{FF2B5EF4-FFF2-40B4-BE49-F238E27FC236}">
                  <a16:creationId xmlns:a16="http://schemas.microsoft.com/office/drawing/2014/main" id="{2FC0662E-E98D-41EB-9578-3D922C4EE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4187" y="246538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3246" name="Shape 2103">
              <a:extLst>
                <a:ext uri="{FF2B5EF4-FFF2-40B4-BE49-F238E27FC236}">
                  <a16:creationId xmlns:a16="http://schemas.microsoft.com/office/drawing/2014/main" id="{C125C82F-5261-40B9-8BCD-E447D9442E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0037" y="2465386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3247" name="Shape 2104">
              <a:extLst>
                <a:ext uri="{FF2B5EF4-FFF2-40B4-BE49-F238E27FC236}">
                  <a16:creationId xmlns:a16="http://schemas.microsoft.com/office/drawing/2014/main" id="{E3256A49-8B4C-4F98-A932-970E8F37C4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9650" y="2459036"/>
              <a:ext cx="107999" cy="258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Noto Symbol" charset="0"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Noto Symbol" charset="0"/>
                  <a:ea typeface="ＭＳ Ｐゴシック" panose="020B0600070205080204" pitchFamily="34" charset="-128"/>
                  <a:cs typeface="Arial" panose="020B0604020202020204" pitchFamily="34" charset="0"/>
                  <a:sym typeface="Noto Symbol" charset="0"/>
                </a:rPr>
                <a:t>, </a:t>
              </a:r>
            </a:p>
          </p:txBody>
        </p:sp>
        <p:sp>
          <p:nvSpPr>
            <p:cNvPr id="263248" name="Shape 2105">
              <a:extLst>
                <a:ext uri="{FF2B5EF4-FFF2-40B4-BE49-F238E27FC236}">
                  <a16:creationId xmlns:a16="http://schemas.microsoft.com/office/drawing/2014/main" id="{9040E7B1-E1DA-4651-882A-B7D5C12B0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575" y="1193800"/>
              <a:ext cx="3249612" cy="503237"/>
            </a:xfrm>
            <a:custGeom>
              <a:avLst/>
              <a:gdLst>
                <a:gd name="T0" fmla="*/ 2147483646 w 4094"/>
                <a:gd name="T1" fmla="*/ 2147483646 h 634"/>
                <a:gd name="T2" fmla="*/ 2147483646 w 4094"/>
                <a:gd name="T3" fmla="*/ 2147483646 h 634"/>
                <a:gd name="T4" fmla="*/ 2147483646 w 4094"/>
                <a:gd name="T5" fmla="*/ 2147483646 h 634"/>
                <a:gd name="T6" fmla="*/ 2147483646 w 4094"/>
                <a:gd name="T7" fmla="*/ 2147483646 h 634"/>
                <a:gd name="T8" fmla="*/ 2147483646 w 4094"/>
                <a:gd name="T9" fmla="*/ 2147483646 h 634"/>
                <a:gd name="T10" fmla="*/ 2147483646 w 4094"/>
                <a:gd name="T11" fmla="*/ 2147483646 h 634"/>
                <a:gd name="T12" fmla="*/ 2147483646 w 4094"/>
                <a:gd name="T13" fmla="*/ 2147483646 h 634"/>
                <a:gd name="T14" fmla="*/ 2147483646 w 4094"/>
                <a:gd name="T15" fmla="*/ 2147483646 h 634"/>
                <a:gd name="T16" fmla="*/ 2147483646 w 4094"/>
                <a:gd name="T17" fmla="*/ 2147483646 h 634"/>
                <a:gd name="T18" fmla="*/ 2147483646 w 4094"/>
                <a:gd name="T19" fmla="*/ 2147483646 h 634"/>
                <a:gd name="T20" fmla="*/ 2147483646 w 4094"/>
                <a:gd name="T21" fmla="*/ 0 h 634"/>
                <a:gd name="T22" fmla="*/ 2147483646 w 4094"/>
                <a:gd name="T23" fmla="*/ 0 h 634"/>
                <a:gd name="T24" fmla="*/ 2147483646 w 4094"/>
                <a:gd name="T25" fmla="*/ 2147483646 h 634"/>
                <a:gd name="T26" fmla="*/ 2147483646 w 4094"/>
                <a:gd name="T27" fmla="*/ 2147483646 h 634"/>
                <a:gd name="T28" fmla="*/ 2147483646 w 4094"/>
                <a:gd name="T29" fmla="*/ 2147483646 h 634"/>
                <a:gd name="T30" fmla="*/ 2147483646 w 4094"/>
                <a:gd name="T31" fmla="*/ 2147483646 h 634"/>
                <a:gd name="T32" fmla="*/ 2147483646 w 4094"/>
                <a:gd name="T33" fmla="*/ 2147483646 h 634"/>
                <a:gd name="T34" fmla="*/ 2147483646 w 4094"/>
                <a:gd name="T35" fmla="*/ 2147483646 h 634"/>
                <a:gd name="T36" fmla="*/ 2147483646 w 4094"/>
                <a:gd name="T37" fmla="*/ 2147483646 h 634"/>
                <a:gd name="T38" fmla="*/ 2147483646 w 4094"/>
                <a:gd name="T39" fmla="*/ 2147483646 h 634"/>
                <a:gd name="T40" fmla="*/ 2147483646 w 4094"/>
                <a:gd name="T41" fmla="*/ 2147483646 h 634"/>
                <a:gd name="T42" fmla="*/ 2147483646 w 4094"/>
                <a:gd name="T43" fmla="*/ 2147483646 h 634"/>
                <a:gd name="T44" fmla="*/ 2147483646 w 4094"/>
                <a:gd name="T45" fmla="*/ 2147483646 h 634"/>
                <a:gd name="T46" fmla="*/ 2147483646 w 4094"/>
                <a:gd name="T47" fmla="*/ 2147483646 h 634"/>
                <a:gd name="T48" fmla="*/ 2147483646 w 4094"/>
                <a:gd name="T49" fmla="*/ 2147483646 h 634"/>
                <a:gd name="T50" fmla="*/ 2147483646 w 4094"/>
                <a:gd name="T51" fmla="*/ 2147483646 h 634"/>
                <a:gd name="T52" fmla="*/ 2147483646 w 4094"/>
                <a:gd name="T53" fmla="*/ 2147483646 h 634"/>
                <a:gd name="T54" fmla="*/ 2147483646 w 4094"/>
                <a:gd name="T55" fmla="*/ 2147483646 h 634"/>
                <a:gd name="T56" fmla="*/ 2147483646 w 4094"/>
                <a:gd name="T57" fmla="*/ 2147483646 h 634"/>
                <a:gd name="T58" fmla="*/ 2147483646 w 4094"/>
                <a:gd name="T59" fmla="*/ 2147483646 h 634"/>
                <a:gd name="T60" fmla="*/ 2147483646 w 4094"/>
                <a:gd name="T61" fmla="*/ 2147483646 h 634"/>
                <a:gd name="T62" fmla="*/ 2147483646 w 4094"/>
                <a:gd name="T63" fmla="*/ 2147483646 h 634"/>
                <a:gd name="T64" fmla="*/ 2147483646 w 4094"/>
                <a:gd name="T65" fmla="*/ 2147483646 h 634"/>
                <a:gd name="T66" fmla="*/ 2147483646 w 4094"/>
                <a:gd name="T67" fmla="*/ 2147483646 h 634"/>
                <a:gd name="T68" fmla="*/ 2147483646 w 4094"/>
                <a:gd name="T69" fmla="*/ 2147483646 h 634"/>
                <a:gd name="T70" fmla="*/ 2147483646 w 4094"/>
                <a:gd name="T71" fmla="*/ 2147483646 h 634"/>
                <a:gd name="T72" fmla="*/ 2147483646 w 4094"/>
                <a:gd name="T73" fmla="*/ 2147483646 h 634"/>
                <a:gd name="T74" fmla="*/ 2147483646 w 4094"/>
                <a:gd name="T75" fmla="*/ 2147483646 h 634"/>
                <a:gd name="T76" fmla="*/ 2147483646 w 4094"/>
                <a:gd name="T77" fmla="*/ 2147483646 h 634"/>
                <a:gd name="T78" fmla="*/ 2147483646 w 4094"/>
                <a:gd name="T79" fmla="*/ 2147483646 h 634"/>
                <a:gd name="T80" fmla="*/ 2147483646 w 4094"/>
                <a:gd name="T81" fmla="*/ 2147483646 h 634"/>
                <a:gd name="T82" fmla="*/ 2147483646 w 4094"/>
                <a:gd name="T83" fmla="*/ 2147483646 h 634"/>
                <a:gd name="T84" fmla="*/ 2147483646 w 4094"/>
                <a:gd name="T85" fmla="*/ 2147483646 h 634"/>
                <a:gd name="T86" fmla="*/ 2147483646 w 4094"/>
                <a:gd name="T87" fmla="*/ 2147483646 h 63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94"/>
                <a:gd name="T133" fmla="*/ 0 h 634"/>
                <a:gd name="T134" fmla="*/ 4094 w 4094"/>
                <a:gd name="T135" fmla="*/ 634 h 63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94" h="634" extrusionOk="0">
                  <a:moveTo>
                    <a:pt x="0" y="327"/>
                  </a:moveTo>
                  <a:lnTo>
                    <a:pt x="0" y="307"/>
                  </a:lnTo>
                  <a:lnTo>
                    <a:pt x="2" y="291"/>
                  </a:lnTo>
                  <a:lnTo>
                    <a:pt x="3" y="275"/>
                  </a:lnTo>
                  <a:lnTo>
                    <a:pt x="5" y="259"/>
                  </a:lnTo>
                  <a:lnTo>
                    <a:pt x="8" y="245"/>
                  </a:lnTo>
                  <a:lnTo>
                    <a:pt x="11" y="229"/>
                  </a:lnTo>
                  <a:lnTo>
                    <a:pt x="15" y="214"/>
                  </a:lnTo>
                  <a:lnTo>
                    <a:pt x="19" y="201"/>
                  </a:lnTo>
                  <a:lnTo>
                    <a:pt x="25" y="187"/>
                  </a:lnTo>
                  <a:lnTo>
                    <a:pt x="31" y="173"/>
                  </a:lnTo>
                  <a:lnTo>
                    <a:pt x="38" y="160"/>
                  </a:lnTo>
                  <a:lnTo>
                    <a:pt x="45" y="147"/>
                  </a:lnTo>
                  <a:lnTo>
                    <a:pt x="54" y="135"/>
                  </a:lnTo>
                  <a:lnTo>
                    <a:pt x="62" y="122"/>
                  </a:lnTo>
                  <a:lnTo>
                    <a:pt x="71" y="111"/>
                  </a:lnTo>
                  <a:lnTo>
                    <a:pt x="81" y="101"/>
                  </a:lnTo>
                  <a:lnTo>
                    <a:pt x="91" y="89"/>
                  </a:lnTo>
                  <a:lnTo>
                    <a:pt x="101" y="79"/>
                  </a:lnTo>
                  <a:lnTo>
                    <a:pt x="113" y="70"/>
                  </a:lnTo>
                  <a:lnTo>
                    <a:pt x="124" y="60"/>
                  </a:lnTo>
                  <a:lnTo>
                    <a:pt x="136" y="52"/>
                  </a:lnTo>
                  <a:lnTo>
                    <a:pt x="149" y="44"/>
                  </a:lnTo>
                  <a:lnTo>
                    <a:pt x="162" y="37"/>
                  </a:lnTo>
                  <a:lnTo>
                    <a:pt x="175" y="30"/>
                  </a:lnTo>
                  <a:lnTo>
                    <a:pt x="188" y="24"/>
                  </a:lnTo>
                  <a:lnTo>
                    <a:pt x="202" y="18"/>
                  </a:lnTo>
                  <a:lnTo>
                    <a:pt x="217" y="14"/>
                  </a:lnTo>
                  <a:lnTo>
                    <a:pt x="231" y="10"/>
                  </a:lnTo>
                  <a:lnTo>
                    <a:pt x="245" y="5"/>
                  </a:lnTo>
                  <a:lnTo>
                    <a:pt x="261" y="3"/>
                  </a:lnTo>
                  <a:lnTo>
                    <a:pt x="276" y="1"/>
                  </a:lnTo>
                  <a:lnTo>
                    <a:pt x="292" y="0"/>
                  </a:lnTo>
                  <a:lnTo>
                    <a:pt x="307" y="0"/>
                  </a:lnTo>
                  <a:lnTo>
                    <a:pt x="3788" y="0"/>
                  </a:lnTo>
                  <a:lnTo>
                    <a:pt x="3804" y="0"/>
                  </a:lnTo>
                  <a:lnTo>
                    <a:pt x="3820" y="1"/>
                  </a:lnTo>
                  <a:lnTo>
                    <a:pt x="3834" y="3"/>
                  </a:lnTo>
                  <a:lnTo>
                    <a:pt x="3850" y="5"/>
                  </a:lnTo>
                  <a:lnTo>
                    <a:pt x="3864" y="10"/>
                  </a:lnTo>
                  <a:lnTo>
                    <a:pt x="3879" y="14"/>
                  </a:lnTo>
                  <a:lnTo>
                    <a:pt x="3893" y="18"/>
                  </a:lnTo>
                  <a:lnTo>
                    <a:pt x="3908" y="24"/>
                  </a:lnTo>
                  <a:lnTo>
                    <a:pt x="3921" y="30"/>
                  </a:lnTo>
                  <a:lnTo>
                    <a:pt x="3934" y="37"/>
                  </a:lnTo>
                  <a:lnTo>
                    <a:pt x="3947" y="44"/>
                  </a:lnTo>
                  <a:lnTo>
                    <a:pt x="3960" y="52"/>
                  </a:lnTo>
                  <a:lnTo>
                    <a:pt x="3971" y="60"/>
                  </a:lnTo>
                  <a:lnTo>
                    <a:pt x="3983" y="70"/>
                  </a:lnTo>
                  <a:lnTo>
                    <a:pt x="3994" y="79"/>
                  </a:lnTo>
                  <a:lnTo>
                    <a:pt x="4004" y="89"/>
                  </a:lnTo>
                  <a:lnTo>
                    <a:pt x="4014" y="101"/>
                  </a:lnTo>
                  <a:lnTo>
                    <a:pt x="4024" y="111"/>
                  </a:lnTo>
                  <a:lnTo>
                    <a:pt x="4033" y="122"/>
                  </a:lnTo>
                  <a:lnTo>
                    <a:pt x="4042" y="135"/>
                  </a:lnTo>
                  <a:lnTo>
                    <a:pt x="4050" y="147"/>
                  </a:lnTo>
                  <a:lnTo>
                    <a:pt x="4058" y="160"/>
                  </a:lnTo>
                  <a:lnTo>
                    <a:pt x="4065" y="173"/>
                  </a:lnTo>
                  <a:lnTo>
                    <a:pt x="4071" y="187"/>
                  </a:lnTo>
                  <a:lnTo>
                    <a:pt x="4076" y="201"/>
                  </a:lnTo>
                  <a:lnTo>
                    <a:pt x="4081" y="214"/>
                  </a:lnTo>
                  <a:lnTo>
                    <a:pt x="4085" y="229"/>
                  </a:lnTo>
                  <a:lnTo>
                    <a:pt x="4088" y="245"/>
                  </a:lnTo>
                  <a:lnTo>
                    <a:pt x="4091" y="259"/>
                  </a:lnTo>
                  <a:lnTo>
                    <a:pt x="4092" y="275"/>
                  </a:lnTo>
                  <a:lnTo>
                    <a:pt x="4094" y="291"/>
                  </a:lnTo>
                  <a:lnTo>
                    <a:pt x="4094" y="307"/>
                  </a:lnTo>
                  <a:lnTo>
                    <a:pt x="4094" y="327"/>
                  </a:lnTo>
                  <a:lnTo>
                    <a:pt x="4094" y="343"/>
                  </a:lnTo>
                  <a:lnTo>
                    <a:pt x="4092" y="359"/>
                  </a:lnTo>
                  <a:lnTo>
                    <a:pt x="4091" y="374"/>
                  </a:lnTo>
                  <a:lnTo>
                    <a:pt x="4088" y="389"/>
                  </a:lnTo>
                  <a:lnTo>
                    <a:pt x="4085" y="405"/>
                  </a:lnTo>
                  <a:lnTo>
                    <a:pt x="4081" y="419"/>
                  </a:lnTo>
                  <a:lnTo>
                    <a:pt x="4076" y="434"/>
                  </a:lnTo>
                  <a:lnTo>
                    <a:pt x="4071" y="446"/>
                  </a:lnTo>
                  <a:lnTo>
                    <a:pt x="4065" y="461"/>
                  </a:lnTo>
                  <a:lnTo>
                    <a:pt x="4058" y="474"/>
                  </a:lnTo>
                  <a:lnTo>
                    <a:pt x="4050" y="487"/>
                  </a:lnTo>
                  <a:lnTo>
                    <a:pt x="4042" y="498"/>
                  </a:lnTo>
                  <a:lnTo>
                    <a:pt x="4033" y="511"/>
                  </a:lnTo>
                  <a:lnTo>
                    <a:pt x="4024" y="523"/>
                  </a:lnTo>
                  <a:lnTo>
                    <a:pt x="4014" y="533"/>
                  </a:lnTo>
                  <a:lnTo>
                    <a:pt x="4004" y="544"/>
                  </a:lnTo>
                  <a:lnTo>
                    <a:pt x="3994" y="555"/>
                  </a:lnTo>
                  <a:lnTo>
                    <a:pt x="3983" y="563"/>
                  </a:lnTo>
                  <a:lnTo>
                    <a:pt x="3971" y="573"/>
                  </a:lnTo>
                  <a:lnTo>
                    <a:pt x="3960" y="582"/>
                  </a:lnTo>
                  <a:lnTo>
                    <a:pt x="3947" y="589"/>
                  </a:lnTo>
                  <a:lnTo>
                    <a:pt x="3934" y="596"/>
                  </a:lnTo>
                  <a:lnTo>
                    <a:pt x="3921" y="604"/>
                  </a:lnTo>
                  <a:lnTo>
                    <a:pt x="3908" y="609"/>
                  </a:lnTo>
                  <a:lnTo>
                    <a:pt x="3893" y="615"/>
                  </a:lnTo>
                  <a:lnTo>
                    <a:pt x="3879" y="619"/>
                  </a:lnTo>
                  <a:lnTo>
                    <a:pt x="3864" y="624"/>
                  </a:lnTo>
                  <a:lnTo>
                    <a:pt x="3850" y="628"/>
                  </a:lnTo>
                  <a:lnTo>
                    <a:pt x="3834" y="631"/>
                  </a:lnTo>
                  <a:lnTo>
                    <a:pt x="3820" y="632"/>
                  </a:lnTo>
                  <a:lnTo>
                    <a:pt x="3804" y="634"/>
                  </a:lnTo>
                  <a:lnTo>
                    <a:pt x="3788" y="634"/>
                  </a:lnTo>
                  <a:lnTo>
                    <a:pt x="307" y="634"/>
                  </a:lnTo>
                  <a:lnTo>
                    <a:pt x="292" y="634"/>
                  </a:lnTo>
                  <a:lnTo>
                    <a:pt x="276" y="632"/>
                  </a:lnTo>
                  <a:lnTo>
                    <a:pt x="261" y="631"/>
                  </a:lnTo>
                  <a:lnTo>
                    <a:pt x="245" y="628"/>
                  </a:lnTo>
                  <a:lnTo>
                    <a:pt x="231" y="624"/>
                  </a:lnTo>
                  <a:lnTo>
                    <a:pt x="217" y="619"/>
                  </a:lnTo>
                  <a:lnTo>
                    <a:pt x="202" y="615"/>
                  </a:lnTo>
                  <a:lnTo>
                    <a:pt x="188" y="609"/>
                  </a:lnTo>
                  <a:lnTo>
                    <a:pt x="175" y="604"/>
                  </a:lnTo>
                  <a:lnTo>
                    <a:pt x="162" y="596"/>
                  </a:lnTo>
                  <a:lnTo>
                    <a:pt x="149" y="589"/>
                  </a:lnTo>
                  <a:lnTo>
                    <a:pt x="136" y="582"/>
                  </a:lnTo>
                  <a:lnTo>
                    <a:pt x="124" y="573"/>
                  </a:lnTo>
                  <a:lnTo>
                    <a:pt x="113" y="563"/>
                  </a:lnTo>
                  <a:lnTo>
                    <a:pt x="101" y="555"/>
                  </a:lnTo>
                  <a:lnTo>
                    <a:pt x="91" y="544"/>
                  </a:lnTo>
                  <a:lnTo>
                    <a:pt x="81" y="533"/>
                  </a:lnTo>
                  <a:lnTo>
                    <a:pt x="71" y="523"/>
                  </a:lnTo>
                  <a:lnTo>
                    <a:pt x="62" y="511"/>
                  </a:lnTo>
                  <a:lnTo>
                    <a:pt x="54" y="498"/>
                  </a:lnTo>
                  <a:lnTo>
                    <a:pt x="45" y="487"/>
                  </a:lnTo>
                  <a:lnTo>
                    <a:pt x="38" y="474"/>
                  </a:lnTo>
                  <a:lnTo>
                    <a:pt x="31" y="461"/>
                  </a:lnTo>
                  <a:lnTo>
                    <a:pt x="25" y="446"/>
                  </a:lnTo>
                  <a:lnTo>
                    <a:pt x="19" y="434"/>
                  </a:lnTo>
                  <a:lnTo>
                    <a:pt x="15" y="419"/>
                  </a:lnTo>
                  <a:lnTo>
                    <a:pt x="11" y="405"/>
                  </a:lnTo>
                  <a:lnTo>
                    <a:pt x="8" y="389"/>
                  </a:lnTo>
                  <a:lnTo>
                    <a:pt x="5" y="374"/>
                  </a:lnTo>
                  <a:lnTo>
                    <a:pt x="3" y="359"/>
                  </a:lnTo>
                  <a:lnTo>
                    <a:pt x="2" y="343"/>
                  </a:lnTo>
                  <a:lnTo>
                    <a:pt x="0" y="327"/>
                  </a:lnTo>
                  <a:close/>
                </a:path>
              </a:pathLst>
            </a:custGeom>
            <a:solidFill>
              <a:schemeClr val="bg1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3249" name="Shape 2106">
              <a:extLst>
                <a:ext uri="{FF2B5EF4-FFF2-40B4-BE49-F238E27FC236}">
                  <a16:creationId xmlns:a16="http://schemas.microsoft.com/office/drawing/2014/main" id="{30C3E9B3-3938-49B1-955F-6AF407473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362" y="2178050"/>
              <a:ext cx="46037" cy="136525"/>
            </a:xfrm>
            <a:custGeom>
              <a:avLst/>
              <a:gdLst>
                <a:gd name="T0" fmla="*/ 0 w 58"/>
                <a:gd name="T1" fmla="*/ 0 h 173"/>
                <a:gd name="T2" fmla="*/ 2147483646 w 58"/>
                <a:gd name="T3" fmla="*/ 2147483646 h 173"/>
                <a:gd name="T4" fmla="*/ 2147483646 w 58"/>
                <a:gd name="T5" fmla="*/ 0 h 173"/>
                <a:gd name="T6" fmla="*/ 2147483646 w 58"/>
                <a:gd name="T7" fmla="*/ 0 h 173"/>
                <a:gd name="T8" fmla="*/ 0 w 58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8"/>
                <a:gd name="T16" fmla="*/ 0 h 173"/>
                <a:gd name="T17" fmla="*/ 58 w 58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8" h="173" extrusionOk="0">
                  <a:moveTo>
                    <a:pt x="0" y="0"/>
                  </a:moveTo>
                  <a:lnTo>
                    <a:pt x="29" y="173"/>
                  </a:lnTo>
                  <a:lnTo>
                    <a:pt x="58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263250" name="Shape 2107">
              <a:extLst>
                <a:ext uri="{FF2B5EF4-FFF2-40B4-BE49-F238E27FC236}">
                  <a16:creationId xmlns:a16="http://schemas.microsoft.com/office/drawing/2014/main" id="{21345E13-438A-4F26-850B-8381342F1C1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4702175" y="1697036"/>
              <a:ext cx="1500" cy="457200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63251" name="Shape 2108">
              <a:extLst>
                <a:ext uri="{FF2B5EF4-FFF2-40B4-BE49-F238E27FC236}">
                  <a16:creationId xmlns:a16="http://schemas.microsoft.com/office/drawing/2014/main" id="{E1907799-5EA6-4360-A5D1-70B3C20703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4737" y="1908175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63252" name="Shape 2109">
              <a:extLst>
                <a:ext uri="{FF2B5EF4-FFF2-40B4-BE49-F238E27FC236}">
                  <a16:creationId xmlns:a16="http://schemas.microsoft.com/office/drawing/2014/main" id="{04DC88AB-48BF-4842-A080-DE6DF0585F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45112" y="190817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3253" name="Shape 2110">
              <a:extLst>
                <a:ext uri="{FF2B5EF4-FFF2-40B4-BE49-F238E27FC236}">
                  <a16:creationId xmlns:a16="http://schemas.microsoft.com/office/drawing/2014/main" id="{F79C46B7-29AC-4E17-8FEB-38CB17B353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24450" y="190817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3254" name="Shape 2111">
              <a:extLst>
                <a:ext uri="{FF2B5EF4-FFF2-40B4-BE49-F238E27FC236}">
                  <a16:creationId xmlns:a16="http://schemas.microsoft.com/office/drawing/2014/main" id="{50986CCD-FD20-4BFE-818C-64C1D38CD1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6068" y="1314450"/>
              <a:ext cx="14174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A: 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No Transfer</a:t>
              </a:r>
            </a:p>
          </p:txBody>
        </p:sp>
        <p:sp>
          <p:nvSpPr>
            <p:cNvPr id="263255" name="Shape 2112">
              <a:extLst>
                <a:ext uri="{FF2B5EF4-FFF2-40B4-BE49-F238E27FC236}">
                  <a16:creationId xmlns:a16="http://schemas.microsoft.com/office/drawing/2014/main" id="{0F97BBB4-BACF-4059-A589-1B542E3A0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362" y="3298825"/>
              <a:ext cx="46037" cy="136525"/>
            </a:xfrm>
            <a:custGeom>
              <a:avLst/>
              <a:gdLst>
                <a:gd name="T0" fmla="*/ 0 w 58"/>
                <a:gd name="T1" fmla="*/ 0 h 173"/>
                <a:gd name="T2" fmla="*/ 2147483646 w 58"/>
                <a:gd name="T3" fmla="*/ 2147483646 h 173"/>
                <a:gd name="T4" fmla="*/ 2147483646 w 58"/>
                <a:gd name="T5" fmla="*/ 0 h 173"/>
                <a:gd name="T6" fmla="*/ 2147483646 w 58"/>
                <a:gd name="T7" fmla="*/ 0 h 173"/>
                <a:gd name="T8" fmla="*/ 0 w 58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8"/>
                <a:gd name="T16" fmla="*/ 0 h 173"/>
                <a:gd name="T17" fmla="*/ 58 w 58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8" h="173" extrusionOk="0">
                  <a:moveTo>
                    <a:pt x="0" y="0"/>
                  </a:moveTo>
                  <a:lnTo>
                    <a:pt x="29" y="173"/>
                  </a:lnTo>
                  <a:lnTo>
                    <a:pt x="58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263256" name="Shape 2113">
              <a:extLst>
                <a:ext uri="{FF2B5EF4-FFF2-40B4-BE49-F238E27FC236}">
                  <a16:creationId xmlns:a16="http://schemas.microsoft.com/office/drawing/2014/main" id="{02F8776B-6F3B-47C0-A4AC-101FE1E8705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4702175" y="2817923"/>
              <a:ext cx="1500" cy="480900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63257" name="Shape 2114">
              <a:extLst>
                <a:ext uri="{FF2B5EF4-FFF2-40B4-BE49-F238E27FC236}">
                  <a16:creationId xmlns:a16="http://schemas.microsoft.com/office/drawing/2014/main" id="{A1EB8FE0-B0C6-4592-8B1E-7B155FE9B7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94262" y="2922586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63258" name="Shape 2115">
              <a:extLst>
                <a:ext uri="{FF2B5EF4-FFF2-40B4-BE49-F238E27FC236}">
                  <a16:creationId xmlns:a16="http://schemas.microsoft.com/office/drawing/2014/main" id="{6643467B-81CC-475C-A0CA-93AB0D3576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53050" y="292258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3259" name="Shape 2116">
              <a:extLst>
                <a:ext uri="{FF2B5EF4-FFF2-40B4-BE49-F238E27FC236}">
                  <a16:creationId xmlns:a16="http://schemas.microsoft.com/office/drawing/2014/main" id="{64E86C3F-CE5E-40B8-9F97-E74989F051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33975" y="2922586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3260" name="Shape 2117">
              <a:extLst>
                <a:ext uri="{FF2B5EF4-FFF2-40B4-BE49-F238E27FC236}">
                  <a16:creationId xmlns:a16="http://schemas.microsoft.com/office/drawing/2014/main" id="{B7291B35-B82A-413F-89D4-BBDBCCFAC5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94262" y="3146425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63261" name="Shape 2118">
              <a:extLst>
                <a:ext uri="{FF2B5EF4-FFF2-40B4-BE49-F238E27FC236}">
                  <a16:creationId xmlns:a16="http://schemas.microsoft.com/office/drawing/2014/main" id="{BFFA5423-7C58-4E9C-B3D3-A50239853D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53050" y="31464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3262" name="Shape 2119">
              <a:extLst>
                <a:ext uri="{FF2B5EF4-FFF2-40B4-BE49-F238E27FC236}">
                  <a16:creationId xmlns:a16="http://schemas.microsoft.com/office/drawing/2014/main" id="{7C6A1E4B-1888-478F-8840-13ED16BDA3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33975" y="314642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3263" name="Shape 2120">
              <a:extLst>
                <a:ext uri="{FF2B5EF4-FFF2-40B4-BE49-F238E27FC236}">
                  <a16:creationId xmlns:a16="http://schemas.microsoft.com/office/drawing/2014/main" id="{9ADC0ACB-129A-4119-8E24-7F9DB2E87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011" y="1422400"/>
              <a:ext cx="160336" cy="46037"/>
            </a:xfrm>
            <a:custGeom>
              <a:avLst/>
              <a:gdLst>
                <a:gd name="T0" fmla="*/ 0 w 202"/>
                <a:gd name="T1" fmla="*/ 2147483646 h 58"/>
                <a:gd name="T2" fmla="*/ 2147483646 w 202"/>
                <a:gd name="T3" fmla="*/ 2147483646 h 58"/>
                <a:gd name="T4" fmla="*/ 0 w 202"/>
                <a:gd name="T5" fmla="*/ 0 h 58"/>
                <a:gd name="T6" fmla="*/ 0 w 202"/>
                <a:gd name="T7" fmla="*/ 2147483646 h 58"/>
                <a:gd name="T8" fmla="*/ 0 w 202"/>
                <a:gd name="T9" fmla="*/ 214748364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2"/>
                <a:gd name="T16" fmla="*/ 0 h 58"/>
                <a:gd name="T17" fmla="*/ 202 w 202"/>
                <a:gd name="T18" fmla="*/ 58 h 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2" h="58" extrusionOk="0">
                  <a:moveTo>
                    <a:pt x="0" y="58"/>
                  </a:moveTo>
                  <a:lnTo>
                    <a:pt x="202" y="29"/>
                  </a:lnTo>
                  <a:lnTo>
                    <a:pt x="0" y="0"/>
                  </a:lnTo>
                  <a:lnTo>
                    <a:pt x="0" y="29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3264" name="Shape 2121">
              <a:extLst>
                <a:ext uri="{FF2B5EF4-FFF2-40B4-BE49-F238E27FC236}">
                  <a16:creationId xmlns:a16="http://schemas.microsoft.com/office/drawing/2014/main" id="{F3847139-09A4-44E3-9447-74991CEC4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416" y="1443021"/>
              <a:ext cx="2611250" cy="3860075"/>
            </a:xfrm>
            <a:custGeom>
              <a:avLst/>
              <a:gdLst>
                <a:gd name="T0" fmla="*/ 2147483646 w 104450"/>
                <a:gd name="T1" fmla="*/ 0 h 154403"/>
                <a:gd name="T2" fmla="*/ 0 w 104450"/>
                <a:gd name="T3" fmla="*/ 0 h 154403"/>
                <a:gd name="T4" fmla="*/ 0 w 104450"/>
                <a:gd name="T5" fmla="*/ 2147483646 h 154403"/>
                <a:gd name="T6" fmla="*/ 2147483646 w 104450"/>
                <a:gd name="T7" fmla="*/ 2147483646 h 154403"/>
                <a:gd name="T8" fmla="*/ 2147483646 w 104450"/>
                <a:gd name="T9" fmla="*/ 2147483646 h 1544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4450"/>
                <a:gd name="T16" fmla="*/ 0 h 154403"/>
                <a:gd name="T17" fmla="*/ 104450 w 104450"/>
                <a:gd name="T18" fmla="*/ 154403 h 15440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4450" h="154403" extrusionOk="0">
                  <a:moveTo>
                    <a:pt x="32055" y="0"/>
                  </a:moveTo>
                  <a:lnTo>
                    <a:pt x="0" y="0"/>
                  </a:lnTo>
                  <a:lnTo>
                    <a:pt x="0" y="154403"/>
                  </a:lnTo>
                  <a:lnTo>
                    <a:pt x="104394" y="154403"/>
                  </a:lnTo>
                  <a:lnTo>
                    <a:pt x="104450" y="146007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3265" name="Shape 2122">
              <a:extLst>
                <a:ext uri="{FF2B5EF4-FFF2-40B4-BE49-F238E27FC236}">
                  <a16:creationId xmlns:a16="http://schemas.microsoft.com/office/drawing/2014/main" id="{BA9CD8DF-4FFB-45BE-BBB3-9480D58AFA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9325" y="3351212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63266" name="Shape 2123">
              <a:extLst>
                <a:ext uri="{FF2B5EF4-FFF2-40B4-BE49-F238E27FC236}">
                  <a16:creationId xmlns:a16="http://schemas.microsoft.com/office/drawing/2014/main" id="{68CE692A-90F0-4861-8397-E136D0464C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8111" y="3351212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3267" name="Shape 2124">
              <a:extLst>
                <a:ext uri="{FF2B5EF4-FFF2-40B4-BE49-F238E27FC236}">
                  <a16:creationId xmlns:a16="http://schemas.microsoft.com/office/drawing/2014/main" id="{27DF351A-D214-4E27-9E8E-A4C51B26F0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59036" y="3351212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3268" name="Shape 2125">
              <a:extLst>
                <a:ext uri="{FF2B5EF4-FFF2-40B4-BE49-F238E27FC236}">
                  <a16:creationId xmlns:a16="http://schemas.microsoft.com/office/drawing/2014/main" id="{1EF19575-4FC6-4CF0-9045-BBCBD0EB90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9325" y="3575050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63269" name="Shape 2126">
              <a:extLst>
                <a:ext uri="{FF2B5EF4-FFF2-40B4-BE49-F238E27FC236}">
                  <a16:creationId xmlns:a16="http://schemas.microsoft.com/office/drawing/2014/main" id="{955D5824-0819-4CD8-947E-C5C8DFA8A4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8111" y="357505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3270" name="Shape 2127">
              <a:extLst>
                <a:ext uri="{FF2B5EF4-FFF2-40B4-BE49-F238E27FC236}">
                  <a16:creationId xmlns:a16="http://schemas.microsoft.com/office/drawing/2014/main" id="{1D2E3AE7-4506-479A-9C1D-7A07595C7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8412" y="1422400"/>
              <a:ext cx="138111" cy="46037"/>
            </a:xfrm>
            <a:custGeom>
              <a:avLst/>
              <a:gdLst>
                <a:gd name="T0" fmla="*/ 2147483646 w 173"/>
                <a:gd name="T1" fmla="*/ 0 h 58"/>
                <a:gd name="T2" fmla="*/ 0 w 173"/>
                <a:gd name="T3" fmla="*/ 2147483646 h 58"/>
                <a:gd name="T4" fmla="*/ 2147483646 w 173"/>
                <a:gd name="T5" fmla="*/ 2147483646 h 58"/>
                <a:gd name="T6" fmla="*/ 2147483646 w 173"/>
                <a:gd name="T7" fmla="*/ 2147483646 h 58"/>
                <a:gd name="T8" fmla="*/ 2147483646 w 173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58"/>
                <a:gd name="T17" fmla="*/ 173 w 173"/>
                <a:gd name="T18" fmla="*/ 58 h 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58" extrusionOk="0">
                  <a:moveTo>
                    <a:pt x="173" y="0"/>
                  </a:moveTo>
                  <a:lnTo>
                    <a:pt x="0" y="29"/>
                  </a:lnTo>
                  <a:lnTo>
                    <a:pt x="173" y="58"/>
                  </a:lnTo>
                  <a:lnTo>
                    <a:pt x="173" y="29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263271" name="Shape 2128">
              <a:extLst>
                <a:ext uri="{FF2B5EF4-FFF2-40B4-BE49-F238E27FC236}">
                  <a16:creationId xmlns:a16="http://schemas.microsoft.com/office/drawing/2014/main" id="{632D3D85-D887-4C48-A808-C9117EEC0A4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508750" y="1444625"/>
              <a:ext cx="457200" cy="1500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63272" name="Shape 2129">
              <a:extLst>
                <a:ext uri="{FF2B5EF4-FFF2-40B4-BE49-F238E27FC236}">
                  <a16:creationId xmlns:a16="http://schemas.microsoft.com/office/drawing/2014/main" id="{E2E105FE-E2F7-4D26-9AA9-978691C364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59036" y="357505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3273" name="Shape 2130">
              <a:extLst>
                <a:ext uri="{FF2B5EF4-FFF2-40B4-BE49-F238E27FC236}">
                  <a16:creationId xmlns:a16="http://schemas.microsoft.com/office/drawing/2014/main" id="{8E3CAA5B-9F92-4A7C-9531-C62805E1D0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96125" y="1320800"/>
              <a:ext cx="5030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Reset </a:t>
              </a:r>
            </a:p>
          </p:txBody>
        </p:sp>
        <p:sp>
          <p:nvSpPr>
            <p:cNvPr id="263274" name="Shape 2131">
              <a:extLst>
                <a:ext uri="{FF2B5EF4-FFF2-40B4-BE49-F238E27FC236}">
                  <a16:creationId xmlns:a16="http://schemas.microsoft.com/office/drawing/2014/main" id="{AC94C62D-138E-46B5-A1AB-FA9AD8F802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67312" y="538162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63275" name="Shape 2132">
              <a:extLst>
                <a:ext uri="{FF2B5EF4-FFF2-40B4-BE49-F238E27FC236}">
                  <a16:creationId xmlns:a16="http://schemas.microsoft.com/office/drawing/2014/main" id="{F93C931C-FFF7-4927-81FA-E50C5A6552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26100" y="538162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3276" name="Shape 2133">
              <a:extLst>
                <a:ext uri="{FF2B5EF4-FFF2-40B4-BE49-F238E27FC236}">
                  <a16:creationId xmlns:a16="http://schemas.microsoft.com/office/drawing/2014/main" id="{9EB15DFD-D6F2-478C-A5E2-56C617789C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05437" y="538162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</p:grpSp>
      <p:sp>
        <p:nvSpPr>
          <p:cNvPr id="263170" name="Shape 2134">
            <a:extLst>
              <a:ext uri="{FF2B5EF4-FFF2-40B4-BE49-F238E27FC236}">
                <a16:creationId xmlns:a16="http://schemas.microsoft.com/office/drawing/2014/main" id="{35E525E8-447C-42B4-8A52-6802C02344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44663" y="4706938"/>
            <a:ext cx="1514475" cy="1119187"/>
          </a:xfrm>
          <a:prstGeom prst="rect">
            <a:avLst/>
          </a:prstGeom>
          <a:noFill/>
          <a:ln w="28575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63171" name="Shape 2135">
            <a:extLst>
              <a:ext uri="{FF2B5EF4-FFF2-40B4-BE49-F238E27FC236}">
                <a16:creationId xmlns:a16="http://schemas.microsoft.com/office/drawing/2014/main" id="{ECC314F7-104D-43C5-95EE-9538BD23A8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1938" y="4641850"/>
            <a:ext cx="1073150" cy="1271588"/>
          </a:xfrm>
          <a:prstGeom prst="rect">
            <a:avLst/>
          </a:prstGeom>
          <a:noFill/>
          <a:ln w="28575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63172" name="Shape 2136">
            <a:extLst>
              <a:ext uri="{FF2B5EF4-FFF2-40B4-BE49-F238E27FC236}">
                <a16:creationId xmlns:a16="http://schemas.microsoft.com/office/drawing/2014/main" id="{52ED14FD-6869-4DE0-841D-029290151030}"/>
              </a:ext>
            </a:extLst>
          </p:cNvPr>
          <p:cNvSpPr>
            <a:spLocks/>
          </p:cNvSpPr>
          <p:nvPr/>
        </p:nvSpPr>
        <p:spPr bwMode="auto">
          <a:xfrm>
            <a:off x="3894138" y="5232400"/>
            <a:ext cx="133350" cy="66675"/>
          </a:xfrm>
          <a:custGeom>
            <a:avLst/>
            <a:gdLst>
              <a:gd name="T0" fmla="*/ 0 w 144"/>
              <a:gd name="T1" fmla="*/ 2147483646 h 72"/>
              <a:gd name="T2" fmla="*/ 2147483646 w 144"/>
              <a:gd name="T3" fmla="*/ 2147483646 h 72"/>
              <a:gd name="T4" fmla="*/ 0 w 144"/>
              <a:gd name="T5" fmla="*/ 0 h 72"/>
              <a:gd name="T6" fmla="*/ 0 w 144"/>
              <a:gd name="T7" fmla="*/ 2147483646 h 72"/>
              <a:gd name="T8" fmla="*/ 0 w 144"/>
              <a:gd name="T9" fmla="*/ 2147483646 h 7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4"/>
              <a:gd name="T16" fmla="*/ 0 h 72"/>
              <a:gd name="T17" fmla="*/ 144 w 144"/>
              <a:gd name="T18" fmla="*/ 72 h 7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44" h="72" extrusionOk="0">
                <a:moveTo>
                  <a:pt x="0" y="72"/>
                </a:moveTo>
                <a:lnTo>
                  <a:pt x="144" y="48"/>
                </a:lnTo>
                <a:lnTo>
                  <a:pt x="0" y="0"/>
                </a:lnTo>
                <a:lnTo>
                  <a:pt x="0" y="48"/>
                </a:lnTo>
                <a:lnTo>
                  <a:pt x="0" y="72"/>
                </a:lnTo>
                <a:close/>
              </a:path>
            </a:pathLst>
          </a:custGeom>
          <a:solidFill>
            <a:schemeClr val="tx1"/>
          </a:solidFill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263173" name="Shape 2137">
            <a:extLst>
              <a:ext uri="{FF2B5EF4-FFF2-40B4-BE49-F238E27FC236}">
                <a16:creationId xmlns:a16="http://schemas.microsoft.com/office/drawing/2014/main" id="{5DBF6D4A-2AD8-4DD0-9547-B382B2AAD7C4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3281363" y="5276850"/>
            <a:ext cx="612775" cy="1588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63174" name="Shape 2138">
            <a:extLst>
              <a:ext uri="{FF2B5EF4-FFF2-40B4-BE49-F238E27FC236}">
                <a16:creationId xmlns:a16="http://schemas.microsoft.com/office/drawing/2014/main" id="{73254905-4A9D-48CC-84C7-45960C04B0A9}"/>
              </a:ext>
            </a:extLst>
          </p:cNvPr>
          <p:cNvSpPr>
            <a:spLocks/>
          </p:cNvSpPr>
          <p:nvPr/>
        </p:nvSpPr>
        <p:spPr bwMode="auto">
          <a:xfrm>
            <a:off x="3894138" y="5607050"/>
            <a:ext cx="155575" cy="87313"/>
          </a:xfrm>
          <a:custGeom>
            <a:avLst/>
            <a:gdLst>
              <a:gd name="T0" fmla="*/ 0 w 168"/>
              <a:gd name="T1" fmla="*/ 2147483646 h 96"/>
              <a:gd name="T2" fmla="*/ 2147483646 w 168"/>
              <a:gd name="T3" fmla="*/ 2147483646 h 96"/>
              <a:gd name="T4" fmla="*/ 0 w 168"/>
              <a:gd name="T5" fmla="*/ 0 h 96"/>
              <a:gd name="T6" fmla="*/ 0 w 168"/>
              <a:gd name="T7" fmla="*/ 2147483646 h 96"/>
              <a:gd name="T8" fmla="*/ 0 w 168"/>
              <a:gd name="T9" fmla="*/ 2147483646 h 9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8"/>
              <a:gd name="T16" fmla="*/ 0 h 96"/>
              <a:gd name="T17" fmla="*/ 168 w 168"/>
              <a:gd name="T18" fmla="*/ 96 h 9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8" h="96" extrusionOk="0">
                <a:moveTo>
                  <a:pt x="0" y="96"/>
                </a:moveTo>
                <a:lnTo>
                  <a:pt x="168" y="48"/>
                </a:lnTo>
                <a:lnTo>
                  <a:pt x="0" y="0"/>
                </a:lnTo>
                <a:lnTo>
                  <a:pt x="0" y="48"/>
                </a:lnTo>
                <a:lnTo>
                  <a:pt x="0" y="96"/>
                </a:lnTo>
                <a:close/>
              </a:path>
            </a:pathLst>
          </a:custGeom>
          <a:solidFill>
            <a:schemeClr val="tx1"/>
          </a:solidFill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63175" name="Shape 2139">
            <a:extLst>
              <a:ext uri="{FF2B5EF4-FFF2-40B4-BE49-F238E27FC236}">
                <a16:creationId xmlns:a16="http://schemas.microsoft.com/office/drawing/2014/main" id="{1B4F99C3-B2A1-43A2-99B7-578A86B9F86B}"/>
              </a:ext>
            </a:extLst>
          </p:cNvPr>
          <p:cNvSpPr>
            <a:spLocks/>
          </p:cNvSpPr>
          <p:nvPr/>
        </p:nvSpPr>
        <p:spPr bwMode="auto">
          <a:xfrm>
            <a:off x="1042988" y="5651500"/>
            <a:ext cx="2851150" cy="411163"/>
          </a:xfrm>
          <a:custGeom>
            <a:avLst/>
            <a:gdLst>
              <a:gd name="T0" fmla="*/ 0 w 3128"/>
              <a:gd name="T1" fmla="*/ 2147483646 h 793"/>
              <a:gd name="T2" fmla="*/ 2147483646 w 3128"/>
              <a:gd name="T3" fmla="*/ 2147483646 h 793"/>
              <a:gd name="T4" fmla="*/ 2147483646 w 3128"/>
              <a:gd name="T5" fmla="*/ 0 h 793"/>
              <a:gd name="T6" fmla="*/ 2147483646 w 3128"/>
              <a:gd name="T7" fmla="*/ 0 h 793"/>
              <a:gd name="T8" fmla="*/ 0 60000 65536"/>
              <a:gd name="T9" fmla="*/ 0 60000 65536"/>
              <a:gd name="T10" fmla="*/ 0 60000 65536"/>
              <a:gd name="T11" fmla="*/ 0 60000 65536"/>
              <a:gd name="T12" fmla="*/ 0 w 3128"/>
              <a:gd name="T13" fmla="*/ 0 h 793"/>
              <a:gd name="T14" fmla="*/ 3128 w 3128"/>
              <a:gd name="T15" fmla="*/ 793 h 79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128" h="793" extrusionOk="0">
                <a:moveTo>
                  <a:pt x="0" y="793"/>
                </a:moveTo>
                <a:lnTo>
                  <a:pt x="2815" y="793"/>
                </a:lnTo>
                <a:lnTo>
                  <a:pt x="2815" y="0"/>
                </a:lnTo>
                <a:lnTo>
                  <a:pt x="3128" y="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63176" name="Shape 2140">
            <a:extLst>
              <a:ext uri="{FF2B5EF4-FFF2-40B4-BE49-F238E27FC236}">
                <a16:creationId xmlns:a16="http://schemas.microsoft.com/office/drawing/2014/main" id="{EF868401-0DA0-4C7E-83B8-C657CD91F5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64013" y="4953000"/>
            <a:ext cx="968375" cy="501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Flip-Flop Array</a:t>
            </a:r>
          </a:p>
        </p:txBody>
      </p:sp>
      <p:sp>
        <p:nvSpPr>
          <p:cNvPr id="263177" name="Shape 2141">
            <a:extLst>
              <a:ext uri="{FF2B5EF4-FFF2-40B4-BE49-F238E27FC236}">
                <a16:creationId xmlns:a16="http://schemas.microsoft.com/office/drawing/2014/main" id="{AF9F1E10-41E3-41D1-92EE-807E110876D0}"/>
              </a:ext>
            </a:extLst>
          </p:cNvPr>
          <p:cNvSpPr>
            <a:spLocks/>
          </p:cNvSpPr>
          <p:nvPr/>
        </p:nvSpPr>
        <p:spPr bwMode="auto">
          <a:xfrm>
            <a:off x="5826125" y="5232400"/>
            <a:ext cx="131763" cy="66675"/>
          </a:xfrm>
          <a:custGeom>
            <a:avLst/>
            <a:gdLst>
              <a:gd name="T0" fmla="*/ 0 w 144"/>
              <a:gd name="T1" fmla="*/ 2147483646 h 72"/>
              <a:gd name="T2" fmla="*/ 2147483646 w 144"/>
              <a:gd name="T3" fmla="*/ 2147483646 h 72"/>
              <a:gd name="T4" fmla="*/ 0 w 144"/>
              <a:gd name="T5" fmla="*/ 0 h 72"/>
              <a:gd name="T6" fmla="*/ 0 w 144"/>
              <a:gd name="T7" fmla="*/ 2147483646 h 72"/>
              <a:gd name="T8" fmla="*/ 0 w 144"/>
              <a:gd name="T9" fmla="*/ 2147483646 h 7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4"/>
              <a:gd name="T16" fmla="*/ 0 h 72"/>
              <a:gd name="T17" fmla="*/ 144 w 144"/>
              <a:gd name="T18" fmla="*/ 72 h 7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44" h="72" extrusionOk="0">
                <a:moveTo>
                  <a:pt x="0" y="72"/>
                </a:moveTo>
                <a:lnTo>
                  <a:pt x="144" y="48"/>
                </a:lnTo>
                <a:lnTo>
                  <a:pt x="0" y="0"/>
                </a:lnTo>
                <a:lnTo>
                  <a:pt x="0" y="48"/>
                </a:lnTo>
                <a:lnTo>
                  <a:pt x="0" y="72"/>
                </a:lnTo>
                <a:close/>
              </a:path>
            </a:pathLst>
          </a:custGeom>
          <a:solidFill>
            <a:schemeClr val="tx1"/>
          </a:solidFill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263178" name="Shape 2142">
            <a:extLst>
              <a:ext uri="{FF2B5EF4-FFF2-40B4-BE49-F238E27FC236}">
                <a16:creationId xmlns:a16="http://schemas.microsoft.com/office/drawing/2014/main" id="{926EA634-45B3-40C6-A2BF-D7269C82BE6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145088" y="5276850"/>
            <a:ext cx="681037" cy="1588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63179" name="Shape 2143">
            <a:extLst>
              <a:ext uri="{FF2B5EF4-FFF2-40B4-BE49-F238E27FC236}">
                <a16:creationId xmlns:a16="http://schemas.microsoft.com/office/drawing/2014/main" id="{F6531FDD-8E03-405A-8579-93F67E1066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4663" y="5959475"/>
            <a:ext cx="5365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Clock </a:t>
            </a:r>
          </a:p>
        </p:txBody>
      </p:sp>
      <p:sp>
        <p:nvSpPr>
          <p:cNvPr id="263180" name="Shape 2144">
            <a:extLst>
              <a:ext uri="{FF2B5EF4-FFF2-40B4-BE49-F238E27FC236}">
                <a16:creationId xmlns:a16="http://schemas.microsoft.com/office/drawing/2014/main" id="{D951A8E5-E84B-4024-98DC-A69C5E4231BB}"/>
              </a:ext>
            </a:extLst>
          </p:cNvPr>
          <p:cNvSpPr>
            <a:spLocks/>
          </p:cNvSpPr>
          <p:nvPr/>
        </p:nvSpPr>
        <p:spPr bwMode="auto">
          <a:xfrm>
            <a:off x="1611313" y="5465763"/>
            <a:ext cx="133350" cy="65087"/>
          </a:xfrm>
          <a:custGeom>
            <a:avLst/>
            <a:gdLst>
              <a:gd name="T0" fmla="*/ 0 w 144"/>
              <a:gd name="T1" fmla="*/ 2147483646 h 73"/>
              <a:gd name="T2" fmla="*/ 2147483646 w 144"/>
              <a:gd name="T3" fmla="*/ 2147483646 h 73"/>
              <a:gd name="T4" fmla="*/ 0 w 144"/>
              <a:gd name="T5" fmla="*/ 0 h 73"/>
              <a:gd name="T6" fmla="*/ 0 w 144"/>
              <a:gd name="T7" fmla="*/ 2147483646 h 73"/>
              <a:gd name="T8" fmla="*/ 0 w 144"/>
              <a:gd name="T9" fmla="*/ 2147483646 h 7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4"/>
              <a:gd name="T16" fmla="*/ 0 h 73"/>
              <a:gd name="T17" fmla="*/ 144 w 144"/>
              <a:gd name="T18" fmla="*/ 73 h 7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44" h="73" extrusionOk="0">
                <a:moveTo>
                  <a:pt x="0" y="73"/>
                </a:moveTo>
                <a:lnTo>
                  <a:pt x="144" y="49"/>
                </a:lnTo>
                <a:lnTo>
                  <a:pt x="0" y="0"/>
                </a:lnTo>
                <a:lnTo>
                  <a:pt x="0" y="49"/>
                </a:lnTo>
                <a:lnTo>
                  <a:pt x="0" y="73"/>
                </a:lnTo>
                <a:close/>
              </a:path>
            </a:pathLst>
          </a:custGeom>
          <a:solidFill>
            <a:schemeClr val="tx1"/>
          </a:solidFill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63181" name="Shape 2145">
            <a:extLst>
              <a:ext uri="{FF2B5EF4-FFF2-40B4-BE49-F238E27FC236}">
                <a16:creationId xmlns:a16="http://schemas.microsoft.com/office/drawing/2014/main" id="{06259006-1B02-422C-9BD5-6D9320D85B83}"/>
              </a:ext>
            </a:extLst>
          </p:cNvPr>
          <p:cNvSpPr>
            <a:spLocks/>
          </p:cNvSpPr>
          <p:nvPr/>
        </p:nvSpPr>
        <p:spPr bwMode="auto">
          <a:xfrm>
            <a:off x="1349375" y="5276850"/>
            <a:ext cx="4192588" cy="1012825"/>
          </a:xfrm>
          <a:custGeom>
            <a:avLst/>
            <a:gdLst>
              <a:gd name="T0" fmla="*/ 2147483646 w 4595"/>
              <a:gd name="T1" fmla="*/ 2147483646 h 1563"/>
              <a:gd name="T2" fmla="*/ 0 w 4595"/>
              <a:gd name="T3" fmla="*/ 2147483646 h 1563"/>
              <a:gd name="T4" fmla="*/ 0 w 4595"/>
              <a:gd name="T5" fmla="*/ 2147483646 h 1563"/>
              <a:gd name="T6" fmla="*/ 2147483646 w 4595"/>
              <a:gd name="T7" fmla="*/ 2147483646 h 1563"/>
              <a:gd name="T8" fmla="*/ 2147483646 w 4595"/>
              <a:gd name="T9" fmla="*/ 0 h 156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595"/>
              <a:gd name="T16" fmla="*/ 0 h 1563"/>
              <a:gd name="T17" fmla="*/ 4595 w 4595"/>
              <a:gd name="T18" fmla="*/ 1563 h 156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595" h="1563" extrusionOk="0">
                <a:moveTo>
                  <a:pt x="265" y="337"/>
                </a:moveTo>
                <a:lnTo>
                  <a:pt x="0" y="337"/>
                </a:lnTo>
                <a:lnTo>
                  <a:pt x="0" y="1563"/>
                </a:lnTo>
                <a:lnTo>
                  <a:pt x="4595" y="1563"/>
                </a:lnTo>
                <a:lnTo>
                  <a:pt x="4595" y="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63182" name="Shape 2146">
            <a:extLst>
              <a:ext uri="{FF2B5EF4-FFF2-40B4-BE49-F238E27FC236}">
                <a16:creationId xmlns:a16="http://schemas.microsoft.com/office/drawing/2014/main" id="{63033F5D-8770-40F7-9068-4B59DFDC9517}"/>
              </a:ext>
            </a:extLst>
          </p:cNvPr>
          <p:cNvSpPr>
            <a:spLocks/>
          </p:cNvSpPr>
          <p:nvPr/>
        </p:nvSpPr>
        <p:spPr bwMode="auto">
          <a:xfrm>
            <a:off x="1611313" y="5035550"/>
            <a:ext cx="133350" cy="44450"/>
          </a:xfrm>
          <a:custGeom>
            <a:avLst/>
            <a:gdLst>
              <a:gd name="T0" fmla="*/ 0 w 144"/>
              <a:gd name="T1" fmla="*/ 2147483646 h 48"/>
              <a:gd name="T2" fmla="*/ 2147483646 w 144"/>
              <a:gd name="T3" fmla="*/ 2147483646 h 48"/>
              <a:gd name="T4" fmla="*/ 0 w 144"/>
              <a:gd name="T5" fmla="*/ 0 h 48"/>
              <a:gd name="T6" fmla="*/ 0 w 144"/>
              <a:gd name="T7" fmla="*/ 2147483646 h 48"/>
              <a:gd name="T8" fmla="*/ 0 w 144"/>
              <a:gd name="T9" fmla="*/ 2147483646 h 4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4"/>
              <a:gd name="T16" fmla="*/ 0 h 48"/>
              <a:gd name="T17" fmla="*/ 144 w 144"/>
              <a:gd name="T18" fmla="*/ 48 h 4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44" h="48" extrusionOk="0">
                <a:moveTo>
                  <a:pt x="0" y="48"/>
                </a:moveTo>
                <a:lnTo>
                  <a:pt x="144" y="24"/>
                </a:lnTo>
                <a:lnTo>
                  <a:pt x="0" y="0"/>
                </a:lnTo>
                <a:lnTo>
                  <a:pt x="0" y="24"/>
                </a:lnTo>
                <a:lnTo>
                  <a:pt x="0" y="48"/>
                </a:lnTo>
                <a:close/>
              </a:path>
            </a:pathLst>
          </a:custGeom>
          <a:solidFill>
            <a:schemeClr val="tx1"/>
          </a:solidFill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263183" name="Shape 2147">
            <a:extLst>
              <a:ext uri="{FF2B5EF4-FFF2-40B4-BE49-F238E27FC236}">
                <a16:creationId xmlns:a16="http://schemas.microsoft.com/office/drawing/2014/main" id="{F1A56773-3C50-4B96-B201-985BE43ABDB6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1063625" y="5057775"/>
            <a:ext cx="525463" cy="1588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63184" name="Shape 2148">
            <a:extLst>
              <a:ext uri="{FF2B5EF4-FFF2-40B4-BE49-F238E27FC236}">
                <a16:creationId xmlns:a16="http://schemas.microsoft.com/office/drawing/2014/main" id="{DBAC0167-4491-4DA8-8A5E-1C77588CFCC5}"/>
              </a:ext>
            </a:extLst>
          </p:cNvPr>
          <p:cNvSpPr>
            <a:spLocks/>
          </p:cNvSpPr>
          <p:nvPr/>
        </p:nvSpPr>
        <p:spPr bwMode="auto">
          <a:xfrm>
            <a:off x="5507038" y="5267325"/>
            <a:ext cx="44450" cy="44450"/>
          </a:xfrm>
          <a:custGeom>
            <a:avLst/>
            <a:gdLst>
              <a:gd name="T0" fmla="*/ 2147483646 w 48"/>
              <a:gd name="T1" fmla="*/ 0 h 48"/>
              <a:gd name="T2" fmla="*/ 2147483646 w 48"/>
              <a:gd name="T3" fmla="*/ 2147483646 h 48"/>
              <a:gd name="T4" fmla="*/ 2147483646 w 48"/>
              <a:gd name="T5" fmla="*/ 2147483646 h 48"/>
              <a:gd name="T6" fmla="*/ 2147483646 w 48"/>
              <a:gd name="T7" fmla="*/ 2147483646 h 48"/>
              <a:gd name="T8" fmla="*/ 2147483646 w 48"/>
              <a:gd name="T9" fmla="*/ 2147483646 h 48"/>
              <a:gd name="T10" fmla="*/ 2147483646 w 48"/>
              <a:gd name="T11" fmla="*/ 2147483646 h 48"/>
              <a:gd name="T12" fmla="*/ 2147483646 w 48"/>
              <a:gd name="T13" fmla="*/ 2147483646 h 48"/>
              <a:gd name="T14" fmla="*/ 2147483646 w 48"/>
              <a:gd name="T15" fmla="*/ 2147483646 h 48"/>
              <a:gd name="T16" fmla="*/ 2147483646 w 48"/>
              <a:gd name="T17" fmla="*/ 2147483646 h 48"/>
              <a:gd name="T18" fmla="*/ 2147483646 w 48"/>
              <a:gd name="T19" fmla="*/ 2147483646 h 48"/>
              <a:gd name="T20" fmla="*/ 2147483646 w 48"/>
              <a:gd name="T21" fmla="*/ 2147483646 h 48"/>
              <a:gd name="T22" fmla="*/ 2147483646 w 48"/>
              <a:gd name="T23" fmla="*/ 2147483646 h 48"/>
              <a:gd name="T24" fmla="*/ 2147483646 w 48"/>
              <a:gd name="T25" fmla="*/ 2147483646 h 48"/>
              <a:gd name="T26" fmla="*/ 2147483646 w 48"/>
              <a:gd name="T27" fmla="*/ 2147483646 h 48"/>
              <a:gd name="T28" fmla="*/ 0 w 48"/>
              <a:gd name="T29" fmla="*/ 2147483646 h 48"/>
              <a:gd name="T30" fmla="*/ 0 w 48"/>
              <a:gd name="T31" fmla="*/ 2147483646 h 48"/>
              <a:gd name="T32" fmla="*/ 0 w 48"/>
              <a:gd name="T33" fmla="*/ 2147483646 h 48"/>
              <a:gd name="T34" fmla="*/ 0 w 48"/>
              <a:gd name="T35" fmla="*/ 2147483646 h 48"/>
              <a:gd name="T36" fmla="*/ 2147483646 w 48"/>
              <a:gd name="T37" fmla="*/ 2147483646 h 48"/>
              <a:gd name="T38" fmla="*/ 2147483646 w 48"/>
              <a:gd name="T39" fmla="*/ 2147483646 h 48"/>
              <a:gd name="T40" fmla="*/ 2147483646 w 48"/>
              <a:gd name="T41" fmla="*/ 2147483646 h 48"/>
              <a:gd name="T42" fmla="*/ 2147483646 w 48"/>
              <a:gd name="T43" fmla="*/ 2147483646 h 48"/>
              <a:gd name="T44" fmla="*/ 2147483646 w 48"/>
              <a:gd name="T45" fmla="*/ 2147483646 h 48"/>
              <a:gd name="T46" fmla="*/ 2147483646 w 48"/>
              <a:gd name="T47" fmla="*/ 2147483646 h 48"/>
              <a:gd name="T48" fmla="*/ 2147483646 w 48"/>
              <a:gd name="T49" fmla="*/ 2147483646 h 48"/>
              <a:gd name="T50" fmla="*/ 2147483646 w 48"/>
              <a:gd name="T51" fmla="*/ 2147483646 h 48"/>
              <a:gd name="T52" fmla="*/ 2147483646 w 48"/>
              <a:gd name="T53" fmla="*/ 2147483646 h 48"/>
              <a:gd name="T54" fmla="*/ 2147483646 w 48"/>
              <a:gd name="T55" fmla="*/ 2147483646 h 48"/>
              <a:gd name="T56" fmla="*/ 2147483646 w 48"/>
              <a:gd name="T57" fmla="*/ 2147483646 h 48"/>
              <a:gd name="T58" fmla="*/ 2147483646 w 48"/>
              <a:gd name="T59" fmla="*/ 2147483646 h 48"/>
              <a:gd name="T60" fmla="*/ 2147483646 w 48"/>
              <a:gd name="T61" fmla="*/ 2147483646 h 48"/>
              <a:gd name="T62" fmla="*/ 2147483646 w 48"/>
              <a:gd name="T63" fmla="*/ 2147483646 h 48"/>
              <a:gd name="T64" fmla="*/ 2147483646 w 48"/>
              <a:gd name="T65" fmla="*/ 2147483646 h 48"/>
              <a:gd name="T66" fmla="*/ 2147483646 w 48"/>
              <a:gd name="T67" fmla="*/ 2147483646 h 48"/>
              <a:gd name="T68" fmla="*/ 2147483646 w 48"/>
              <a:gd name="T69" fmla="*/ 2147483646 h 48"/>
              <a:gd name="T70" fmla="*/ 2147483646 w 48"/>
              <a:gd name="T71" fmla="*/ 2147483646 h 48"/>
              <a:gd name="T72" fmla="*/ 2147483646 w 48"/>
              <a:gd name="T73" fmla="*/ 2147483646 h 48"/>
              <a:gd name="T74" fmla="*/ 2147483646 w 48"/>
              <a:gd name="T75" fmla="*/ 2147483646 h 48"/>
              <a:gd name="T76" fmla="*/ 2147483646 w 48"/>
              <a:gd name="T77" fmla="*/ 2147483646 h 48"/>
              <a:gd name="T78" fmla="*/ 2147483646 w 48"/>
              <a:gd name="T79" fmla="*/ 2147483646 h 48"/>
              <a:gd name="T80" fmla="*/ 2147483646 w 48"/>
              <a:gd name="T81" fmla="*/ 2147483646 h 48"/>
              <a:gd name="T82" fmla="*/ 2147483646 w 48"/>
              <a:gd name="T83" fmla="*/ 2147483646 h 48"/>
              <a:gd name="T84" fmla="*/ 2147483646 w 48"/>
              <a:gd name="T85" fmla="*/ 2147483646 h 48"/>
              <a:gd name="T86" fmla="*/ 2147483646 w 48"/>
              <a:gd name="T87" fmla="*/ 2147483646 h 48"/>
              <a:gd name="T88" fmla="*/ 2147483646 w 48"/>
              <a:gd name="T89" fmla="*/ 2147483646 h 48"/>
              <a:gd name="T90" fmla="*/ 2147483646 w 48"/>
              <a:gd name="T91" fmla="*/ 2147483646 h 48"/>
              <a:gd name="T92" fmla="*/ 2147483646 w 48"/>
              <a:gd name="T93" fmla="*/ 2147483646 h 48"/>
              <a:gd name="T94" fmla="*/ 2147483646 w 48"/>
              <a:gd name="T95" fmla="*/ 2147483646 h 48"/>
              <a:gd name="T96" fmla="*/ 2147483646 w 48"/>
              <a:gd name="T97" fmla="*/ 2147483646 h 48"/>
              <a:gd name="T98" fmla="*/ 2147483646 w 48"/>
              <a:gd name="T99" fmla="*/ 2147483646 h 48"/>
              <a:gd name="T100" fmla="*/ 2147483646 w 48"/>
              <a:gd name="T101" fmla="*/ 2147483646 h 48"/>
              <a:gd name="T102" fmla="*/ 2147483646 w 48"/>
              <a:gd name="T103" fmla="*/ 2147483646 h 48"/>
              <a:gd name="T104" fmla="*/ 2147483646 w 48"/>
              <a:gd name="T105" fmla="*/ 2147483646 h 48"/>
              <a:gd name="T106" fmla="*/ 2147483646 w 48"/>
              <a:gd name="T107" fmla="*/ 2147483646 h 48"/>
              <a:gd name="T108" fmla="*/ 2147483646 w 48"/>
              <a:gd name="T109" fmla="*/ 2147483646 h 48"/>
              <a:gd name="T110" fmla="*/ 2147483646 w 48"/>
              <a:gd name="T111" fmla="*/ 2147483646 h 48"/>
              <a:gd name="T112" fmla="*/ 2147483646 w 48"/>
              <a:gd name="T113" fmla="*/ 2147483646 h 48"/>
              <a:gd name="T114" fmla="*/ 2147483646 w 48"/>
              <a:gd name="T115" fmla="*/ 2147483646 h 48"/>
              <a:gd name="T116" fmla="*/ 2147483646 w 48"/>
              <a:gd name="T117" fmla="*/ 2147483646 h 48"/>
              <a:gd name="T118" fmla="*/ 2147483646 w 48"/>
              <a:gd name="T119" fmla="*/ 2147483646 h 48"/>
              <a:gd name="T120" fmla="*/ 2147483646 w 48"/>
              <a:gd name="T121" fmla="*/ 2147483646 h 48"/>
              <a:gd name="T122" fmla="*/ 2147483646 w 48"/>
              <a:gd name="T123" fmla="*/ 0 h 4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48"/>
              <a:gd name="T187" fmla="*/ 0 h 48"/>
              <a:gd name="T188" fmla="*/ 48 w 48"/>
              <a:gd name="T189" fmla="*/ 48 h 48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48" h="48" extrusionOk="0">
                <a:moveTo>
                  <a:pt x="24" y="24"/>
                </a:moveTo>
                <a:lnTo>
                  <a:pt x="24" y="0"/>
                </a:lnTo>
                <a:lnTo>
                  <a:pt x="23" y="1"/>
                </a:lnTo>
                <a:lnTo>
                  <a:pt x="22" y="1"/>
                </a:lnTo>
                <a:lnTo>
                  <a:pt x="20" y="1"/>
                </a:lnTo>
                <a:lnTo>
                  <a:pt x="19" y="1"/>
                </a:lnTo>
                <a:lnTo>
                  <a:pt x="18" y="1"/>
                </a:lnTo>
                <a:lnTo>
                  <a:pt x="17" y="1"/>
                </a:lnTo>
                <a:lnTo>
                  <a:pt x="16" y="2"/>
                </a:lnTo>
                <a:lnTo>
                  <a:pt x="14" y="2"/>
                </a:lnTo>
                <a:lnTo>
                  <a:pt x="13" y="2"/>
                </a:lnTo>
                <a:lnTo>
                  <a:pt x="13" y="3"/>
                </a:lnTo>
                <a:lnTo>
                  <a:pt x="12" y="3"/>
                </a:lnTo>
                <a:lnTo>
                  <a:pt x="11" y="5"/>
                </a:lnTo>
                <a:lnTo>
                  <a:pt x="10" y="5"/>
                </a:lnTo>
                <a:lnTo>
                  <a:pt x="8" y="6"/>
                </a:lnTo>
                <a:lnTo>
                  <a:pt x="8" y="7"/>
                </a:lnTo>
                <a:lnTo>
                  <a:pt x="7" y="7"/>
                </a:lnTo>
                <a:lnTo>
                  <a:pt x="6" y="8"/>
                </a:lnTo>
                <a:lnTo>
                  <a:pt x="6" y="9"/>
                </a:lnTo>
                <a:lnTo>
                  <a:pt x="5" y="11"/>
                </a:lnTo>
                <a:lnTo>
                  <a:pt x="4" y="12"/>
                </a:lnTo>
                <a:lnTo>
                  <a:pt x="2" y="13"/>
                </a:lnTo>
                <a:lnTo>
                  <a:pt x="2" y="14"/>
                </a:lnTo>
                <a:lnTo>
                  <a:pt x="2" y="15"/>
                </a:lnTo>
                <a:lnTo>
                  <a:pt x="1" y="17"/>
                </a:lnTo>
                <a:lnTo>
                  <a:pt x="1" y="18"/>
                </a:lnTo>
                <a:lnTo>
                  <a:pt x="1" y="19"/>
                </a:lnTo>
                <a:lnTo>
                  <a:pt x="0" y="19"/>
                </a:lnTo>
                <a:lnTo>
                  <a:pt x="0" y="20"/>
                </a:lnTo>
                <a:lnTo>
                  <a:pt x="0" y="21"/>
                </a:lnTo>
                <a:lnTo>
                  <a:pt x="0" y="23"/>
                </a:lnTo>
                <a:lnTo>
                  <a:pt x="0" y="24"/>
                </a:lnTo>
                <a:lnTo>
                  <a:pt x="0" y="26"/>
                </a:lnTo>
                <a:lnTo>
                  <a:pt x="0" y="28"/>
                </a:lnTo>
                <a:lnTo>
                  <a:pt x="0" y="29"/>
                </a:lnTo>
                <a:lnTo>
                  <a:pt x="0" y="30"/>
                </a:lnTo>
                <a:lnTo>
                  <a:pt x="1" y="30"/>
                </a:lnTo>
                <a:lnTo>
                  <a:pt x="1" y="31"/>
                </a:lnTo>
                <a:lnTo>
                  <a:pt x="1" y="32"/>
                </a:lnTo>
                <a:lnTo>
                  <a:pt x="2" y="34"/>
                </a:lnTo>
                <a:lnTo>
                  <a:pt x="2" y="35"/>
                </a:lnTo>
                <a:lnTo>
                  <a:pt x="2" y="36"/>
                </a:lnTo>
                <a:lnTo>
                  <a:pt x="4" y="37"/>
                </a:lnTo>
                <a:lnTo>
                  <a:pt x="5" y="38"/>
                </a:lnTo>
                <a:lnTo>
                  <a:pt x="6" y="40"/>
                </a:lnTo>
                <a:lnTo>
                  <a:pt x="6" y="41"/>
                </a:lnTo>
                <a:lnTo>
                  <a:pt x="7" y="42"/>
                </a:lnTo>
                <a:lnTo>
                  <a:pt x="8" y="42"/>
                </a:lnTo>
                <a:lnTo>
                  <a:pt x="8" y="43"/>
                </a:lnTo>
                <a:lnTo>
                  <a:pt x="10" y="44"/>
                </a:lnTo>
                <a:lnTo>
                  <a:pt x="11" y="44"/>
                </a:lnTo>
                <a:lnTo>
                  <a:pt x="12" y="46"/>
                </a:lnTo>
                <a:lnTo>
                  <a:pt x="13" y="46"/>
                </a:lnTo>
                <a:lnTo>
                  <a:pt x="13" y="47"/>
                </a:lnTo>
                <a:lnTo>
                  <a:pt x="14" y="47"/>
                </a:lnTo>
                <a:lnTo>
                  <a:pt x="16" y="47"/>
                </a:lnTo>
                <a:lnTo>
                  <a:pt x="17" y="48"/>
                </a:lnTo>
                <a:lnTo>
                  <a:pt x="18" y="48"/>
                </a:lnTo>
                <a:lnTo>
                  <a:pt x="19" y="48"/>
                </a:lnTo>
                <a:lnTo>
                  <a:pt x="20" y="48"/>
                </a:lnTo>
                <a:lnTo>
                  <a:pt x="22" y="48"/>
                </a:lnTo>
                <a:lnTo>
                  <a:pt x="23" y="48"/>
                </a:lnTo>
                <a:lnTo>
                  <a:pt x="24" y="48"/>
                </a:lnTo>
                <a:lnTo>
                  <a:pt x="25" y="48"/>
                </a:lnTo>
                <a:lnTo>
                  <a:pt x="26" y="48"/>
                </a:lnTo>
                <a:lnTo>
                  <a:pt x="28" y="48"/>
                </a:lnTo>
                <a:lnTo>
                  <a:pt x="29" y="48"/>
                </a:lnTo>
                <a:lnTo>
                  <a:pt x="30" y="48"/>
                </a:lnTo>
                <a:lnTo>
                  <a:pt x="31" y="48"/>
                </a:lnTo>
                <a:lnTo>
                  <a:pt x="32" y="47"/>
                </a:lnTo>
                <a:lnTo>
                  <a:pt x="34" y="47"/>
                </a:lnTo>
                <a:lnTo>
                  <a:pt x="35" y="47"/>
                </a:lnTo>
                <a:lnTo>
                  <a:pt x="36" y="46"/>
                </a:lnTo>
                <a:lnTo>
                  <a:pt x="37" y="44"/>
                </a:lnTo>
                <a:lnTo>
                  <a:pt x="39" y="44"/>
                </a:lnTo>
                <a:lnTo>
                  <a:pt x="40" y="43"/>
                </a:lnTo>
                <a:lnTo>
                  <a:pt x="41" y="42"/>
                </a:lnTo>
                <a:lnTo>
                  <a:pt x="42" y="41"/>
                </a:lnTo>
                <a:lnTo>
                  <a:pt x="43" y="40"/>
                </a:lnTo>
                <a:lnTo>
                  <a:pt x="43" y="38"/>
                </a:lnTo>
                <a:lnTo>
                  <a:pt x="45" y="38"/>
                </a:lnTo>
                <a:lnTo>
                  <a:pt x="45" y="37"/>
                </a:lnTo>
                <a:lnTo>
                  <a:pt x="46" y="36"/>
                </a:lnTo>
                <a:lnTo>
                  <a:pt x="46" y="35"/>
                </a:lnTo>
                <a:lnTo>
                  <a:pt x="47" y="34"/>
                </a:lnTo>
                <a:lnTo>
                  <a:pt x="47" y="32"/>
                </a:lnTo>
                <a:lnTo>
                  <a:pt x="47" y="31"/>
                </a:lnTo>
                <a:lnTo>
                  <a:pt x="47" y="30"/>
                </a:lnTo>
                <a:lnTo>
                  <a:pt x="48" y="30"/>
                </a:lnTo>
                <a:lnTo>
                  <a:pt x="48" y="29"/>
                </a:lnTo>
                <a:lnTo>
                  <a:pt x="48" y="28"/>
                </a:lnTo>
                <a:lnTo>
                  <a:pt x="48" y="26"/>
                </a:lnTo>
                <a:lnTo>
                  <a:pt x="48" y="24"/>
                </a:lnTo>
                <a:lnTo>
                  <a:pt x="48" y="23"/>
                </a:lnTo>
                <a:lnTo>
                  <a:pt x="48" y="21"/>
                </a:lnTo>
                <a:lnTo>
                  <a:pt x="48" y="20"/>
                </a:lnTo>
                <a:lnTo>
                  <a:pt x="48" y="19"/>
                </a:lnTo>
                <a:lnTo>
                  <a:pt x="47" y="19"/>
                </a:lnTo>
                <a:lnTo>
                  <a:pt x="47" y="18"/>
                </a:lnTo>
                <a:lnTo>
                  <a:pt x="47" y="17"/>
                </a:lnTo>
                <a:lnTo>
                  <a:pt x="47" y="15"/>
                </a:lnTo>
                <a:lnTo>
                  <a:pt x="46" y="14"/>
                </a:lnTo>
                <a:lnTo>
                  <a:pt x="46" y="13"/>
                </a:lnTo>
                <a:lnTo>
                  <a:pt x="45" y="12"/>
                </a:lnTo>
                <a:lnTo>
                  <a:pt x="45" y="11"/>
                </a:lnTo>
                <a:lnTo>
                  <a:pt x="43" y="11"/>
                </a:lnTo>
                <a:lnTo>
                  <a:pt x="43" y="9"/>
                </a:lnTo>
                <a:lnTo>
                  <a:pt x="42" y="8"/>
                </a:lnTo>
                <a:lnTo>
                  <a:pt x="41" y="7"/>
                </a:lnTo>
                <a:lnTo>
                  <a:pt x="40" y="6"/>
                </a:lnTo>
                <a:lnTo>
                  <a:pt x="39" y="5"/>
                </a:lnTo>
                <a:lnTo>
                  <a:pt x="37" y="5"/>
                </a:lnTo>
                <a:lnTo>
                  <a:pt x="36" y="3"/>
                </a:lnTo>
                <a:lnTo>
                  <a:pt x="35" y="2"/>
                </a:lnTo>
                <a:lnTo>
                  <a:pt x="34" y="2"/>
                </a:lnTo>
                <a:lnTo>
                  <a:pt x="32" y="2"/>
                </a:lnTo>
                <a:lnTo>
                  <a:pt x="31" y="1"/>
                </a:lnTo>
                <a:lnTo>
                  <a:pt x="30" y="1"/>
                </a:lnTo>
                <a:lnTo>
                  <a:pt x="29" y="1"/>
                </a:lnTo>
                <a:lnTo>
                  <a:pt x="28" y="1"/>
                </a:lnTo>
                <a:lnTo>
                  <a:pt x="26" y="1"/>
                </a:lnTo>
                <a:lnTo>
                  <a:pt x="25" y="1"/>
                </a:lnTo>
                <a:lnTo>
                  <a:pt x="24" y="0"/>
                </a:lnTo>
                <a:lnTo>
                  <a:pt x="24" y="24"/>
                </a:lnTo>
                <a:close/>
              </a:path>
            </a:pathLst>
          </a:custGeom>
          <a:solidFill>
            <a:srgbClr val="000000"/>
          </a:solidFill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63185" name="Shape 2149">
            <a:extLst>
              <a:ext uri="{FF2B5EF4-FFF2-40B4-BE49-F238E27FC236}">
                <a16:creationId xmlns:a16="http://schemas.microsoft.com/office/drawing/2014/main" id="{9A284D29-38ED-4FCF-9726-2647FAE1B93A}"/>
              </a:ext>
            </a:extLst>
          </p:cNvPr>
          <p:cNvSpPr>
            <a:spLocks/>
          </p:cNvSpPr>
          <p:nvPr/>
        </p:nvSpPr>
        <p:spPr bwMode="auto">
          <a:xfrm>
            <a:off x="5514975" y="5256213"/>
            <a:ext cx="52388" cy="49212"/>
          </a:xfrm>
          <a:custGeom>
            <a:avLst/>
            <a:gdLst>
              <a:gd name="T0" fmla="*/ 2147483646 w 56"/>
              <a:gd name="T1" fmla="*/ 0 h 55"/>
              <a:gd name="T2" fmla="*/ 2147483646 w 56"/>
              <a:gd name="T3" fmla="*/ 0 h 55"/>
              <a:gd name="T4" fmla="*/ 2147483646 w 56"/>
              <a:gd name="T5" fmla="*/ 2147483646 h 55"/>
              <a:gd name="T6" fmla="*/ 2147483646 w 56"/>
              <a:gd name="T7" fmla="*/ 2147483646 h 55"/>
              <a:gd name="T8" fmla="*/ 2147483646 w 56"/>
              <a:gd name="T9" fmla="*/ 2147483646 h 55"/>
              <a:gd name="T10" fmla="*/ 2147483646 w 56"/>
              <a:gd name="T11" fmla="*/ 2147483646 h 55"/>
              <a:gd name="T12" fmla="*/ 2147483646 w 56"/>
              <a:gd name="T13" fmla="*/ 2147483646 h 55"/>
              <a:gd name="T14" fmla="*/ 2147483646 w 56"/>
              <a:gd name="T15" fmla="*/ 2147483646 h 55"/>
              <a:gd name="T16" fmla="*/ 2147483646 w 56"/>
              <a:gd name="T17" fmla="*/ 2147483646 h 55"/>
              <a:gd name="T18" fmla="*/ 2147483646 w 56"/>
              <a:gd name="T19" fmla="*/ 2147483646 h 55"/>
              <a:gd name="T20" fmla="*/ 2147483646 w 56"/>
              <a:gd name="T21" fmla="*/ 2147483646 h 55"/>
              <a:gd name="T22" fmla="*/ 2147483646 w 56"/>
              <a:gd name="T23" fmla="*/ 2147483646 h 55"/>
              <a:gd name="T24" fmla="*/ 2147483646 w 56"/>
              <a:gd name="T25" fmla="*/ 2147483646 h 55"/>
              <a:gd name="T26" fmla="*/ 2147483646 w 56"/>
              <a:gd name="T27" fmla="*/ 2147483646 h 55"/>
              <a:gd name="T28" fmla="*/ 2147483646 w 56"/>
              <a:gd name="T29" fmla="*/ 2147483646 h 55"/>
              <a:gd name="T30" fmla="*/ 0 w 56"/>
              <a:gd name="T31" fmla="*/ 2147483646 h 55"/>
              <a:gd name="T32" fmla="*/ 2147483646 w 56"/>
              <a:gd name="T33" fmla="*/ 2147483646 h 55"/>
              <a:gd name="T34" fmla="*/ 2147483646 w 56"/>
              <a:gd name="T35" fmla="*/ 2147483646 h 55"/>
              <a:gd name="T36" fmla="*/ 2147483646 w 56"/>
              <a:gd name="T37" fmla="*/ 2147483646 h 55"/>
              <a:gd name="T38" fmla="*/ 2147483646 w 56"/>
              <a:gd name="T39" fmla="*/ 2147483646 h 55"/>
              <a:gd name="T40" fmla="*/ 2147483646 w 56"/>
              <a:gd name="T41" fmla="*/ 2147483646 h 55"/>
              <a:gd name="T42" fmla="*/ 2147483646 w 56"/>
              <a:gd name="T43" fmla="*/ 2147483646 h 55"/>
              <a:gd name="T44" fmla="*/ 2147483646 w 56"/>
              <a:gd name="T45" fmla="*/ 2147483646 h 55"/>
              <a:gd name="T46" fmla="*/ 2147483646 w 56"/>
              <a:gd name="T47" fmla="*/ 2147483646 h 55"/>
              <a:gd name="T48" fmla="*/ 2147483646 w 56"/>
              <a:gd name="T49" fmla="*/ 2147483646 h 55"/>
              <a:gd name="T50" fmla="*/ 2147483646 w 56"/>
              <a:gd name="T51" fmla="*/ 2147483646 h 55"/>
              <a:gd name="T52" fmla="*/ 2147483646 w 56"/>
              <a:gd name="T53" fmla="*/ 2147483646 h 55"/>
              <a:gd name="T54" fmla="*/ 2147483646 w 56"/>
              <a:gd name="T55" fmla="*/ 2147483646 h 55"/>
              <a:gd name="T56" fmla="*/ 2147483646 w 56"/>
              <a:gd name="T57" fmla="*/ 2147483646 h 55"/>
              <a:gd name="T58" fmla="*/ 2147483646 w 56"/>
              <a:gd name="T59" fmla="*/ 2147483646 h 55"/>
              <a:gd name="T60" fmla="*/ 2147483646 w 56"/>
              <a:gd name="T61" fmla="*/ 2147483646 h 55"/>
              <a:gd name="T62" fmla="*/ 2147483646 w 56"/>
              <a:gd name="T63" fmla="*/ 2147483646 h 55"/>
              <a:gd name="T64" fmla="*/ 2147483646 w 56"/>
              <a:gd name="T65" fmla="*/ 2147483646 h 55"/>
              <a:gd name="T66" fmla="*/ 2147483646 w 56"/>
              <a:gd name="T67" fmla="*/ 2147483646 h 55"/>
              <a:gd name="T68" fmla="*/ 2147483646 w 56"/>
              <a:gd name="T69" fmla="*/ 2147483646 h 55"/>
              <a:gd name="T70" fmla="*/ 2147483646 w 56"/>
              <a:gd name="T71" fmla="*/ 2147483646 h 55"/>
              <a:gd name="T72" fmla="*/ 2147483646 w 56"/>
              <a:gd name="T73" fmla="*/ 2147483646 h 55"/>
              <a:gd name="T74" fmla="*/ 2147483646 w 56"/>
              <a:gd name="T75" fmla="*/ 2147483646 h 55"/>
              <a:gd name="T76" fmla="*/ 2147483646 w 56"/>
              <a:gd name="T77" fmla="*/ 2147483646 h 55"/>
              <a:gd name="T78" fmla="*/ 2147483646 w 56"/>
              <a:gd name="T79" fmla="*/ 2147483646 h 55"/>
              <a:gd name="T80" fmla="*/ 2147483646 w 56"/>
              <a:gd name="T81" fmla="*/ 2147483646 h 55"/>
              <a:gd name="T82" fmla="*/ 2147483646 w 56"/>
              <a:gd name="T83" fmla="*/ 2147483646 h 55"/>
              <a:gd name="T84" fmla="*/ 2147483646 w 56"/>
              <a:gd name="T85" fmla="*/ 2147483646 h 55"/>
              <a:gd name="T86" fmla="*/ 2147483646 w 56"/>
              <a:gd name="T87" fmla="*/ 2147483646 h 55"/>
              <a:gd name="T88" fmla="*/ 2147483646 w 56"/>
              <a:gd name="T89" fmla="*/ 2147483646 h 55"/>
              <a:gd name="T90" fmla="*/ 2147483646 w 56"/>
              <a:gd name="T91" fmla="*/ 2147483646 h 55"/>
              <a:gd name="T92" fmla="*/ 2147483646 w 56"/>
              <a:gd name="T93" fmla="*/ 2147483646 h 55"/>
              <a:gd name="T94" fmla="*/ 2147483646 w 56"/>
              <a:gd name="T95" fmla="*/ 2147483646 h 55"/>
              <a:gd name="T96" fmla="*/ 2147483646 w 56"/>
              <a:gd name="T97" fmla="*/ 2147483646 h 55"/>
              <a:gd name="T98" fmla="*/ 2147483646 w 56"/>
              <a:gd name="T99" fmla="*/ 2147483646 h 55"/>
              <a:gd name="T100" fmla="*/ 2147483646 w 56"/>
              <a:gd name="T101" fmla="*/ 2147483646 h 55"/>
              <a:gd name="T102" fmla="*/ 2147483646 w 56"/>
              <a:gd name="T103" fmla="*/ 2147483646 h 55"/>
              <a:gd name="T104" fmla="*/ 2147483646 w 56"/>
              <a:gd name="T105" fmla="*/ 2147483646 h 55"/>
              <a:gd name="T106" fmla="*/ 2147483646 w 56"/>
              <a:gd name="T107" fmla="*/ 2147483646 h 55"/>
              <a:gd name="T108" fmla="*/ 2147483646 w 56"/>
              <a:gd name="T109" fmla="*/ 2147483646 h 55"/>
              <a:gd name="T110" fmla="*/ 2147483646 w 56"/>
              <a:gd name="T111" fmla="*/ 2147483646 h 55"/>
              <a:gd name="T112" fmla="*/ 2147483646 w 56"/>
              <a:gd name="T113" fmla="*/ 2147483646 h 55"/>
              <a:gd name="T114" fmla="*/ 2147483646 w 56"/>
              <a:gd name="T115" fmla="*/ 2147483646 h 55"/>
              <a:gd name="T116" fmla="*/ 2147483646 w 56"/>
              <a:gd name="T117" fmla="*/ 2147483646 h 55"/>
              <a:gd name="T118" fmla="*/ 2147483646 w 56"/>
              <a:gd name="T119" fmla="*/ 2147483646 h 55"/>
              <a:gd name="T120" fmla="*/ 2147483646 w 56"/>
              <a:gd name="T121" fmla="*/ 2147483646 h 55"/>
              <a:gd name="T122" fmla="*/ 2147483646 w 56"/>
              <a:gd name="T123" fmla="*/ 0 h 55"/>
              <a:gd name="T124" fmla="*/ 2147483646 w 56"/>
              <a:gd name="T125" fmla="*/ 0 h 55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56"/>
              <a:gd name="T190" fmla="*/ 0 h 55"/>
              <a:gd name="T191" fmla="*/ 56 w 56"/>
              <a:gd name="T192" fmla="*/ 55 h 55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56" h="55" extrusionOk="0">
                <a:moveTo>
                  <a:pt x="29" y="0"/>
                </a:moveTo>
                <a:lnTo>
                  <a:pt x="26" y="0"/>
                </a:lnTo>
                <a:lnTo>
                  <a:pt x="25" y="0"/>
                </a:lnTo>
                <a:lnTo>
                  <a:pt x="24" y="0"/>
                </a:lnTo>
                <a:lnTo>
                  <a:pt x="22" y="0"/>
                </a:lnTo>
                <a:lnTo>
                  <a:pt x="21" y="1"/>
                </a:lnTo>
                <a:lnTo>
                  <a:pt x="20" y="1"/>
                </a:lnTo>
                <a:lnTo>
                  <a:pt x="19" y="1"/>
                </a:lnTo>
                <a:lnTo>
                  <a:pt x="18" y="2"/>
                </a:lnTo>
                <a:lnTo>
                  <a:pt x="16" y="2"/>
                </a:lnTo>
                <a:lnTo>
                  <a:pt x="15" y="3"/>
                </a:lnTo>
                <a:lnTo>
                  <a:pt x="14" y="3"/>
                </a:lnTo>
                <a:lnTo>
                  <a:pt x="13" y="4"/>
                </a:lnTo>
                <a:lnTo>
                  <a:pt x="12" y="6"/>
                </a:lnTo>
                <a:lnTo>
                  <a:pt x="10" y="6"/>
                </a:lnTo>
                <a:lnTo>
                  <a:pt x="9" y="7"/>
                </a:lnTo>
                <a:lnTo>
                  <a:pt x="8" y="8"/>
                </a:lnTo>
                <a:lnTo>
                  <a:pt x="7" y="9"/>
                </a:lnTo>
                <a:lnTo>
                  <a:pt x="6" y="10"/>
                </a:lnTo>
                <a:lnTo>
                  <a:pt x="4" y="12"/>
                </a:lnTo>
                <a:lnTo>
                  <a:pt x="4" y="13"/>
                </a:lnTo>
                <a:lnTo>
                  <a:pt x="3" y="14"/>
                </a:lnTo>
                <a:lnTo>
                  <a:pt x="3" y="15"/>
                </a:lnTo>
                <a:lnTo>
                  <a:pt x="2" y="16"/>
                </a:lnTo>
                <a:lnTo>
                  <a:pt x="2" y="18"/>
                </a:lnTo>
                <a:lnTo>
                  <a:pt x="2" y="19"/>
                </a:lnTo>
                <a:lnTo>
                  <a:pt x="1" y="20"/>
                </a:lnTo>
                <a:lnTo>
                  <a:pt x="1" y="21"/>
                </a:lnTo>
                <a:lnTo>
                  <a:pt x="1" y="24"/>
                </a:lnTo>
                <a:lnTo>
                  <a:pt x="1" y="25"/>
                </a:lnTo>
                <a:lnTo>
                  <a:pt x="1" y="26"/>
                </a:lnTo>
                <a:lnTo>
                  <a:pt x="0" y="27"/>
                </a:lnTo>
                <a:lnTo>
                  <a:pt x="1" y="28"/>
                </a:lnTo>
                <a:lnTo>
                  <a:pt x="1" y="30"/>
                </a:lnTo>
                <a:lnTo>
                  <a:pt x="1" y="32"/>
                </a:lnTo>
                <a:lnTo>
                  <a:pt x="1" y="33"/>
                </a:lnTo>
                <a:lnTo>
                  <a:pt x="1" y="34"/>
                </a:lnTo>
                <a:lnTo>
                  <a:pt x="2" y="36"/>
                </a:lnTo>
                <a:lnTo>
                  <a:pt x="2" y="37"/>
                </a:lnTo>
                <a:lnTo>
                  <a:pt x="2" y="38"/>
                </a:lnTo>
                <a:lnTo>
                  <a:pt x="3" y="39"/>
                </a:lnTo>
                <a:lnTo>
                  <a:pt x="3" y="41"/>
                </a:lnTo>
                <a:lnTo>
                  <a:pt x="4" y="42"/>
                </a:lnTo>
                <a:lnTo>
                  <a:pt x="4" y="43"/>
                </a:lnTo>
                <a:lnTo>
                  <a:pt x="6" y="44"/>
                </a:lnTo>
                <a:lnTo>
                  <a:pt x="7" y="45"/>
                </a:lnTo>
                <a:lnTo>
                  <a:pt x="8" y="47"/>
                </a:lnTo>
                <a:lnTo>
                  <a:pt x="8" y="48"/>
                </a:lnTo>
                <a:lnTo>
                  <a:pt x="9" y="48"/>
                </a:lnTo>
                <a:lnTo>
                  <a:pt x="10" y="49"/>
                </a:lnTo>
                <a:lnTo>
                  <a:pt x="12" y="50"/>
                </a:lnTo>
                <a:lnTo>
                  <a:pt x="13" y="50"/>
                </a:lnTo>
                <a:lnTo>
                  <a:pt x="14" y="51"/>
                </a:lnTo>
                <a:lnTo>
                  <a:pt x="15" y="51"/>
                </a:lnTo>
                <a:lnTo>
                  <a:pt x="16" y="53"/>
                </a:lnTo>
                <a:lnTo>
                  <a:pt x="18" y="53"/>
                </a:lnTo>
                <a:lnTo>
                  <a:pt x="19" y="54"/>
                </a:lnTo>
                <a:lnTo>
                  <a:pt x="20" y="54"/>
                </a:lnTo>
                <a:lnTo>
                  <a:pt x="21" y="55"/>
                </a:lnTo>
                <a:lnTo>
                  <a:pt x="22" y="55"/>
                </a:lnTo>
                <a:lnTo>
                  <a:pt x="24" y="55"/>
                </a:lnTo>
                <a:lnTo>
                  <a:pt x="25" y="55"/>
                </a:lnTo>
                <a:lnTo>
                  <a:pt x="26" y="55"/>
                </a:lnTo>
                <a:lnTo>
                  <a:pt x="29" y="55"/>
                </a:lnTo>
                <a:lnTo>
                  <a:pt x="30" y="55"/>
                </a:lnTo>
                <a:lnTo>
                  <a:pt x="31" y="55"/>
                </a:lnTo>
                <a:lnTo>
                  <a:pt x="32" y="55"/>
                </a:lnTo>
                <a:lnTo>
                  <a:pt x="33" y="55"/>
                </a:lnTo>
                <a:lnTo>
                  <a:pt x="35" y="55"/>
                </a:lnTo>
                <a:lnTo>
                  <a:pt x="37" y="54"/>
                </a:lnTo>
                <a:lnTo>
                  <a:pt x="38" y="54"/>
                </a:lnTo>
                <a:lnTo>
                  <a:pt x="39" y="53"/>
                </a:lnTo>
                <a:lnTo>
                  <a:pt x="41" y="53"/>
                </a:lnTo>
                <a:lnTo>
                  <a:pt x="42" y="51"/>
                </a:lnTo>
                <a:lnTo>
                  <a:pt x="43" y="51"/>
                </a:lnTo>
                <a:lnTo>
                  <a:pt x="44" y="50"/>
                </a:lnTo>
                <a:lnTo>
                  <a:pt x="45" y="50"/>
                </a:lnTo>
                <a:lnTo>
                  <a:pt x="45" y="49"/>
                </a:lnTo>
                <a:lnTo>
                  <a:pt x="47" y="48"/>
                </a:lnTo>
                <a:lnTo>
                  <a:pt x="48" y="48"/>
                </a:lnTo>
                <a:lnTo>
                  <a:pt x="49" y="47"/>
                </a:lnTo>
                <a:lnTo>
                  <a:pt x="50" y="45"/>
                </a:lnTo>
                <a:lnTo>
                  <a:pt x="50" y="44"/>
                </a:lnTo>
                <a:lnTo>
                  <a:pt x="51" y="43"/>
                </a:lnTo>
                <a:lnTo>
                  <a:pt x="53" y="42"/>
                </a:lnTo>
                <a:lnTo>
                  <a:pt x="53" y="41"/>
                </a:lnTo>
                <a:lnTo>
                  <a:pt x="54" y="39"/>
                </a:lnTo>
                <a:lnTo>
                  <a:pt x="54" y="38"/>
                </a:lnTo>
                <a:lnTo>
                  <a:pt x="54" y="37"/>
                </a:lnTo>
                <a:lnTo>
                  <a:pt x="55" y="36"/>
                </a:lnTo>
                <a:lnTo>
                  <a:pt x="55" y="34"/>
                </a:lnTo>
                <a:lnTo>
                  <a:pt x="55" y="33"/>
                </a:lnTo>
                <a:lnTo>
                  <a:pt x="56" y="32"/>
                </a:lnTo>
                <a:lnTo>
                  <a:pt x="56" y="30"/>
                </a:lnTo>
                <a:lnTo>
                  <a:pt x="56" y="28"/>
                </a:lnTo>
                <a:lnTo>
                  <a:pt x="56" y="27"/>
                </a:lnTo>
                <a:lnTo>
                  <a:pt x="56" y="26"/>
                </a:lnTo>
                <a:lnTo>
                  <a:pt x="56" y="25"/>
                </a:lnTo>
                <a:lnTo>
                  <a:pt x="56" y="24"/>
                </a:lnTo>
                <a:lnTo>
                  <a:pt x="55" y="21"/>
                </a:lnTo>
                <a:lnTo>
                  <a:pt x="55" y="20"/>
                </a:lnTo>
                <a:lnTo>
                  <a:pt x="55" y="19"/>
                </a:lnTo>
                <a:lnTo>
                  <a:pt x="54" y="18"/>
                </a:lnTo>
                <a:lnTo>
                  <a:pt x="54" y="16"/>
                </a:lnTo>
                <a:lnTo>
                  <a:pt x="54" y="15"/>
                </a:lnTo>
                <a:lnTo>
                  <a:pt x="53" y="14"/>
                </a:lnTo>
                <a:lnTo>
                  <a:pt x="53" y="13"/>
                </a:lnTo>
                <a:lnTo>
                  <a:pt x="51" y="12"/>
                </a:lnTo>
                <a:lnTo>
                  <a:pt x="50" y="10"/>
                </a:lnTo>
                <a:lnTo>
                  <a:pt x="50" y="9"/>
                </a:lnTo>
                <a:lnTo>
                  <a:pt x="49" y="8"/>
                </a:lnTo>
                <a:lnTo>
                  <a:pt x="48" y="8"/>
                </a:lnTo>
                <a:lnTo>
                  <a:pt x="47" y="7"/>
                </a:lnTo>
                <a:lnTo>
                  <a:pt x="45" y="6"/>
                </a:lnTo>
                <a:lnTo>
                  <a:pt x="44" y="4"/>
                </a:lnTo>
                <a:lnTo>
                  <a:pt x="43" y="3"/>
                </a:lnTo>
                <a:lnTo>
                  <a:pt x="42" y="3"/>
                </a:lnTo>
                <a:lnTo>
                  <a:pt x="41" y="2"/>
                </a:lnTo>
                <a:lnTo>
                  <a:pt x="39" y="2"/>
                </a:lnTo>
                <a:lnTo>
                  <a:pt x="38" y="1"/>
                </a:lnTo>
                <a:lnTo>
                  <a:pt x="37" y="1"/>
                </a:lnTo>
                <a:lnTo>
                  <a:pt x="35" y="1"/>
                </a:lnTo>
                <a:lnTo>
                  <a:pt x="33" y="0"/>
                </a:lnTo>
                <a:lnTo>
                  <a:pt x="32" y="0"/>
                </a:lnTo>
                <a:lnTo>
                  <a:pt x="31" y="0"/>
                </a:lnTo>
                <a:lnTo>
                  <a:pt x="30" y="0"/>
                </a:lnTo>
                <a:lnTo>
                  <a:pt x="29" y="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63186" name="Shape 2150">
            <a:extLst>
              <a:ext uri="{FF2B5EF4-FFF2-40B4-BE49-F238E27FC236}">
                <a16:creationId xmlns:a16="http://schemas.microsoft.com/office/drawing/2014/main" id="{8C893D7E-EBBB-44D6-90AC-22344D293D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80113" y="4641850"/>
            <a:ext cx="1492250" cy="2084388"/>
          </a:xfrm>
          <a:prstGeom prst="rect">
            <a:avLst/>
          </a:prstGeom>
          <a:noFill/>
          <a:ln w="28575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63187" name="Shape 2151">
            <a:extLst>
              <a:ext uri="{FF2B5EF4-FFF2-40B4-BE49-F238E27FC236}">
                <a16:creationId xmlns:a16="http://schemas.microsoft.com/office/drawing/2014/main" id="{2D44AB2D-B9F9-4D61-A174-3078D6974B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8350" y="4938713"/>
            <a:ext cx="2428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W </a:t>
            </a:r>
          </a:p>
        </p:txBody>
      </p:sp>
      <p:sp>
        <p:nvSpPr>
          <p:cNvPr id="263188" name="Shape 2152">
            <a:extLst>
              <a:ext uri="{FF2B5EF4-FFF2-40B4-BE49-F238E27FC236}">
                <a16:creationId xmlns:a16="http://schemas.microsoft.com/office/drawing/2014/main" id="{41DAFE80-D58D-4C6C-8A58-2EFA982C5A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27238" y="4991100"/>
            <a:ext cx="968375" cy="501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Next State Logic</a:t>
            </a:r>
          </a:p>
        </p:txBody>
      </p:sp>
      <p:sp>
        <p:nvSpPr>
          <p:cNvPr id="263189" name="Shape 2153">
            <a:extLst>
              <a:ext uri="{FF2B5EF4-FFF2-40B4-BE49-F238E27FC236}">
                <a16:creationId xmlns:a16="http://schemas.microsoft.com/office/drawing/2014/main" id="{0F847942-E9A9-4366-B396-09754DAB7A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22888" y="4943475"/>
            <a:ext cx="525462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Q(t)</a:t>
            </a:r>
          </a:p>
        </p:txBody>
      </p:sp>
      <p:sp>
        <p:nvSpPr>
          <p:cNvPr id="263190" name="Shape 2154">
            <a:extLst>
              <a:ext uri="{FF2B5EF4-FFF2-40B4-BE49-F238E27FC236}">
                <a16:creationId xmlns:a16="http://schemas.microsoft.com/office/drawing/2014/main" id="{35D7675F-96FE-497D-94CD-B97C3AE747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70263" y="4943475"/>
            <a:ext cx="6127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Q(t+1)</a:t>
            </a:r>
          </a:p>
        </p:txBody>
      </p:sp>
      <p:sp>
        <p:nvSpPr>
          <p:cNvPr id="263191" name="Shape 2155">
            <a:extLst>
              <a:ext uri="{FF2B5EF4-FFF2-40B4-BE49-F238E27FC236}">
                <a16:creationId xmlns:a16="http://schemas.microsoft.com/office/drawing/2014/main" id="{5B0E2FB0-78D5-438B-B849-1ABC2A46E6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54738" y="4943475"/>
            <a:ext cx="1262062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Output Logic</a:t>
            </a:r>
          </a:p>
        </p:txBody>
      </p:sp>
      <p:sp>
        <p:nvSpPr>
          <p:cNvPr id="263192" name="Shape 2156">
            <a:extLst>
              <a:ext uri="{FF2B5EF4-FFF2-40B4-BE49-F238E27FC236}">
                <a16:creationId xmlns:a16="http://schemas.microsoft.com/office/drawing/2014/main" id="{02D9BE60-8AE5-49C1-A9DE-7CF94956AC3B}"/>
              </a:ext>
            </a:extLst>
          </p:cNvPr>
          <p:cNvSpPr>
            <a:spLocks/>
          </p:cNvSpPr>
          <p:nvPr/>
        </p:nvSpPr>
        <p:spPr bwMode="auto">
          <a:xfrm>
            <a:off x="7889875" y="5014913"/>
            <a:ext cx="131763" cy="44450"/>
          </a:xfrm>
          <a:custGeom>
            <a:avLst/>
            <a:gdLst>
              <a:gd name="T0" fmla="*/ 0 w 145"/>
              <a:gd name="T1" fmla="*/ 2147483646 h 48"/>
              <a:gd name="T2" fmla="*/ 2147483646 w 145"/>
              <a:gd name="T3" fmla="*/ 2147483646 h 48"/>
              <a:gd name="T4" fmla="*/ 0 w 145"/>
              <a:gd name="T5" fmla="*/ 0 h 48"/>
              <a:gd name="T6" fmla="*/ 0 w 145"/>
              <a:gd name="T7" fmla="*/ 2147483646 h 48"/>
              <a:gd name="T8" fmla="*/ 0 w 145"/>
              <a:gd name="T9" fmla="*/ 2147483646 h 4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5"/>
              <a:gd name="T16" fmla="*/ 0 h 48"/>
              <a:gd name="T17" fmla="*/ 145 w 145"/>
              <a:gd name="T18" fmla="*/ 48 h 4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45" h="48" extrusionOk="0">
                <a:moveTo>
                  <a:pt x="0" y="48"/>
                </a:moveTo>
                <a:lnTo>
                  <a:pt x="145" y="24"/>
                </a:lnTo>
                <a:lnTo>
                  <a:pt x="0" y="0"/>
                </a:lnTo>
                <a:lnTo>
                  <a:pt x="0" y="24"/>
                </a:lnTo>
                <a:lnTo>
                  <a:pt x="0" y="48"/>
                </a:lnTo>
                <a:close/>
              </a:path>
            </a:pathLst>
          </a:custGeom>
          <a:solidFill>
            <a:schemeClr val="tx1"/>
          </a:solidFill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263193" name="Shape 2157">
            <a:extLst>
              <a:ext uri="{FF2B5EF4-FFF2-40B4-BE49-F238E27FC236}">
                <a16:creationId xmlns:a16="http://schemas.microsoft.com/office/drawing/2014/main" id="{84FD7910-AA98-458B-B0ED-4F07C5E32917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494588" y="5037138"/>
            <a:ext cx="395287" cy="1587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63194" name="Shape 2158">
            <a:extLst>
              <a:ext uri="{FF2B5EF4-FFF2-40B4-BE49-F238E27FC236}">
                <a16:creationId xmlns:a16="http://schemas.microsoft.com/office/drawing/2014/main" id="{85AFDD01-26D5-400A-BA52-3D49021DDA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78788" y="4916488"/>
            <a:ext cx="525462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Z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5217" name="Shape 2163">
            <a:extLst>
              <a:ext uri="{FF2B5EF4-FFF2-40B4-BE49-F238E27FC236}">
                <a16:creationId xmlns:a16="http://schemas.microsoft.com/office/drawing/2014/main" id="{3A51E518-F32F-4853-B40F-AFF1C9BAB954}"/>
              </a:ext>
            </a:extLst>
          </p:cNvPr>
          <p:cNvGrpSpPr>
            <a:grpSpLocks/>
          </p:cNvGrpSpPr>
          <p:nvPr/>
        </p:nvGrpSpPr>
        <p:grpSpPr bwMode="auto">
          <a:xfrm>
            <a:off x="2103438" y="295275"/>
            <a:ext cx="5145087" cy="3895725"/>
            <a:chOff x="2103416" y="538162"/>
            <a:chExt cx="5495808" cy="4764934"/>
          </a:xfrm>
        </p:grpSpPr>
        <p:sp>
          <p:nvSpPr>
            <p:cNvPr id="265261" name="Shape 2164">
              <a:extLst>
                <a:ext uri="{FF2B5EF4-FFF2-40B4-BE49-F238E27FC236}">
                  <a16:creationId xmlns:a16="http://schemas.microsoft.com/office/drawing/2014/main" id="{131C2892-DB3D-4143-9F7B-45367D762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737" y="1055687"/>
              <a:ext cx="114300" cy="138111"/>
            </a:xfrm>
            <a:custGeom>
              <a:avLst/>
              <a:gdLst>
                <a:gd name="T0" fmla="*/ 2147483646 w 144"/>
                <a:gd name="T1" fmla="*/ 0 h 173"/>
                <a:gd name="T2" fmla="*/ 0 w 144"/>
                <a:gd name="T3" fmla="*/ 2147483646 h 173"/>
                <a:gd name="T4" fmla="*/ 2147483646 w 144"/>
                <a:gd name="T5" fmla="*/ 2147483646 h 173"/>
                <a:gd name="T6" fmla="*/ 2147483646 w 144"/>
                <a:gd name="T7" fmla="*/ 2147483646 h 173"/>
                <a:gd name="T8" fmla="*/ 2147483646 w 144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73"/>
                <a:gd name="T17" fmla="*/ 144 w 144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73" extrusionOk="0">
                  <a:moveTo>
                    <a:pt x="86" y="0"/>
                  </a:moveTo>
                  <a:lnTo>
                    <a:pt x="0" y="173"/>
                  </a:lnTo>
                  <a:lnTo>
                    <a:pt x="144" y="57"/>
                  </a:lnTo>
                  <a:lnTo>
                    <a:pt x="115" y="29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5262" name="Shape 2165">
              <a:extLst>
                <a:ext uri="{FF2B5EF4-FFF2-40B4-BE49-F238E27FC236}">
                  <a16:creationId xmlns:a16="http://schemas.microsoft.com/office/drawing/2014/main" id="{9E1EB8F2-D266-4991-ABCE-652F61137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500" y="598487"/>
              <a:ext cx="639762" cy="641349"/>
            </a:xfrm>
            <a:custGeom>
              <a:avLst/>
              <a:gdLst>
                <a:gd name="T0" fmla="*/ 2147483646 w 808"/>
                <a:gd name="T1" fmla="*/ 2147483646 h 807"/>
                <a:gd name="T2" fmla="*/ 2147483646 w 808"/>
                <a:gd name="T3" fmla="*/ 2147483646 h 807"/>
                <a:gd name="T4" fmla="*/ 2147483646 w 808"/>
                <a:gd name="T5" fmla="*/ 2147483646 h 807"/>
                <a:gd name="T6" fmla="*/ 2147483646 w 808"/>
                <a:gd name="T7" fmla="*/ 2147483646 h 807"/>
                <a:gd name="T8" fmla="*/ 2147483646 w 808"/>
                <a:gd name="T9" fmla="*/ 2147483646 h 807"/>
                <a:gd name="T10" fmla="*/ 2147483646 w 808"/>
                <a:gd name="T11" fmla="*/ 2147483646 h 807"/>
                <a:gd name="T12" fmla="*/ 2147483646 w 808"/>
                <a:gd name="T13" fmla="*/ 2147483646 h 807"/>
                <a:gd name="T14" fmla="*/ 2147483646 w 808"/>
                <a:gd name="T15" fmla="*/ 2147483646 h 807"/>
                <a:gd name="T16" fmla="*/ 2147483646 w 808"/>
                <a:gd name="T17" fmla="*/ 2147483646 h 807"/>
                <a:gd name="T18" fmla="*/ 2147483646 w 808"/>
                <a:gd name="T19" fmla="*/ 2147483646 h 807"/>
                <a:gd name="T20" fmla="*/ 2147483646 w 808"/>
                <a:gd name="T21" fmla="*/ 0 h 807"/>
                <a:gd name="T22" fmla="*/ 2147483646 w 808"/>
                <a:gd name="T23" fmla="*/ 0 h 807"/>
                <a:gd name="T24" fmla="*/ 2147483646 w 808"/>
                <a:gd name="T25" fmla="*/ 2147483646 h 807"/>
                <a:gd name="T26" fmla="*/ 2147483646 w 808"/>
                <a:gd name="T27" fmla="*/ 2147483646 h 807"/>
                <a:gd name="T28" fmla="*/ 2147483646 w 808"/>
                <a:gd name="T29" fmla="*/ 2147483646 h 807"/>
                <a:gd name="T30" fmla="*/ 2147483646 w 808"/>
                <a:gd name="T31" fmla="*/ 2147483646 h 807"/>
                <a:gd name="T32" fmla="*/ 2147483646 w 808"/>
                <a:gd name="T33" fmla="*/ 2147483646 h 807"/>
                <a:gd name="T34" fmla="*/ 2147483646 w 808"/>
                <a:gd name="T35" fmla="*/ 2147483646 h 807"/>
                <a:gd name="T36" fmla="*/ 2147483646 w 808"/>
                <a:gd name="T37" fmla="*/ 2147483646 h 807"/>
                <a:gd name="T38" fmla="*/ 2147483646 w 808"/>
                <a:gd name="T39" fmla="*/ 2147483646 h 807"/>
                <a:gd name="T40" fmla="*/ 2147483646 w 808"/>
                <a:gd name="T41" fmla="*/ 2147483646 h 807"/>
                <a:gd name="T42" fmla="*/ 2147483646 w 808"/>
                <a:gd name="T43" fmla="*/ 2147483646 h 807"/>
                <a:gd name="T44" fmla="*/ 2147483646 w 808"/>
                <a:gd name="T45" fmla="*/ 2147483646 h 807"/>
                <a:gd name="T46" fmla="*/ 2147483646 w 808"/>
                <a:gd name="T47" fmla="*/ 2147483646 h 807"/>
                <a:gd name="T48" fmla="*/ 2147483646 w 808"/>
                <a:gd name="T49" fmla="*/ 2147483646 h 807"/>
                <a:gd name="T50" fmla="*/ 2147483646 w 808"/>
                <a:gd name="T51" fmla="*/ 2147483646 h 807"/>
                <a:gd name="T52" fmla="*/ 2147483646 w 808"/>
                <a:gd name="T53" fmla="*/ 2147483646 h 807"/>
                <a:gd name="T54" fmla="*/ 2147483646 w 808"/>
                <a:gd name="T55" fmla="*/ 2147483646 h 807"/>
                <a:gd name="T56" fmla="*/ 2147483646 w 808"/>
                <a:gd name="T57" fmla="*/ 2147483646 h 807"/>
                <a:gd name="T58" fmla="*/ 2147483646 w 808"/>
                <a:gd name="T59" fmla="*/ 2147483646 h 807"/>
                <a:gd name="T60" fmla="*/ 2147483646 w 808"/>
                <a:gd name="T61" fmla="*/ 2147483646 h 807"/>
                <a:gd name="T62" fmla="*/ 2147483646 w 808"/>
                <a:gd name="T63" fmla="*/ 2147483646 h 807"/>
                <a:gd name="T64" fmla="*/ 2147483646 w 808"/>
                <a:gd name="T65" fmla="*/ 2147483646 h 807"/>
                <a:gd name="T66" fmla="*/ 2147483646 w 808"/>
                <a:gd name="T67" fmla="*/ 2147483646 h 807"/>
                <a:gd name="T68" fmla="*/ 2147483646 w 808"/>
                <a:gd name="T69" fmla="*/ 2147483646 h 807"/>
                <a:gd name="T70" fmla="*/ 2147483646 w 808"/>
                <a:gd name="T71" fmla="*/ 2147483646 h 807"/>
                <a:gd name="T72" fmla="*/ 2147483646 w 808"/>
                <a:gd name="T73" fmla="*/ 2147483646 h 807"/>
                <a:gd name="T74" fmla="*/ 2147483646 w 808"/>
                <a:gd name="T75" fmla="*/ 2147483646 h 807"/>
                <a:gd name="T76" fmla="*/ 2147483646 w 808"/>
                <a:gd name="T77" fmla="*/ 2147483646 h 807"/>
                <a:gd name="T78" fmla="*/ 2147483646 w 808"/>
                <a:gd name="T79" fmla="*/ 2147483646 h 807"/>
                <a:gd name="T80" fmla="*/ 2147483646 w 808"/>
                <a:gd name="T81" fmla="*/ 2147483646 h 807"/>
                <a:gd name="T82" fmla="*/ 2147483646 w 808"/>
                <a:gd name="T83" fmla="*/ 2147483646 h 807"/>
                <a:gd name="T84" fmla="*/ 2147483646 w 808"/>
                <a:gd name="T85" fmla="*/ 2147483646 h 807"/>
                <a:gd name="T86" fmla="*/ 2147483646 w 808"/>
                <a:gd name="T87" fmla="*/ 2147483646 h 80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08"/>
                <a:gd name="T133" fmla="*/ 0 h 807"/>
                <a:gd name="T134" fmla="*/ 808 w 808"/>
                <a:gd name="T135" fmla="*/ 807 h 80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08" h="807" extrusionOk="0">
                  <a:moveTo>
                    <a:pt x="0" y="400"/>
                  </a:moveTo>
                  <a:lnTo>
                    <a:pt x="0" y="408"/>
                  </a:lnTo>
                  <a:lnTo>
                    <a:pt x="2" y="388"/>
                  </a:lnTo>
                  <a:lnTo>
                    <a:pt x="3" y="366"/>
                  </a:lnTo>
                  <a:lnTo>
                    <a:pt x="6" y="346"/>
                  </a:lnTo>
                  <a:lnTo>
                    <a:pt x="9" y="326"/>
                  </a:lnTo>
                  <a:lnTo>
                    <a:pt x="13" y="307"/>
                  </a:lnTo>
                  <a:lnTo>
                    <a:pt x="19" y="287"/>
                  </a:lnTo>
                  <a:lnTo>
                    <a:pt x="26" y="268"/>
                  </a:lnTo>
                  <a:lnTo>
                    <a:pt x="34" y="250"/>
                  </a:lnTo>
                  <a:lnTo>
                    <a:pt x="41" y="232"/>
                  </a:lnTo>
                  <a:lnTo>
                    <a:pt x="51" y="214"/>
                  </a:lnTo>
                  <a:lnTo>
                    <a:pt x="61" y="196"/>
                  </a:lnTo>
                  <a:lnTo>
                    <a:pt x="71" y="180"/>
                  </a:lnTo>
                  <a:lnTo>
                    <a:pt x="83" y="165"/>
                  </a:lnTo>
                  <a:lnTo>
                    <a:pt x="94" y="149"/>
                  </a:lnTo>
                  <a:lnTo>
                    <a:pt x="107" y="134"/>
                  </a:lnTo>
                  <a:lnTo>
                    <a:pt x="122" y="120"/>
                  </a:lnTo>
                  <a:lnTo>
                    <a:pt x="135" y="107"/>
                  </a:lnTo>
                  <a:lnTo>
                    <a:pt x="150" y="94"/>
                  </a:lnTo>
                  <a:lnTo>
                    <a:pt x="165" y="81"/>
                  </a:lnTo>
                  <a:lnTo>
                    <a:pt x="181" y="69"/>
                  </a:lnTo>
                  <a:lnTo>
                    <a:pt x="198" y="59"/>
                  </a:lnTo>
                  <a:lnTo>
                    <a:pt x="215" y="49"/>
                  </a:lnTo>
                  <a:lnTo>
                    <a:pt x="233" y="41"/>
                  </a:lnTo>
                  <a:lnTo>
                    <a:pt x="251" y="32"/>
                  </a:lnTo>
                  <a:lnTo>
                    <a:pt x="269" y="25"/>
                  </a:lnTo>
                  <a:lnTo>
                    <a:pt x="289" y="19"/>
                  </a:lnTo>
                  <a:lnTo>
                    <a:pt x="307" y="13"/>
                  </a:lnTo>
                  <a:lnTo>
                    <a:pt x="328" y="9"/>
                  </a:lnTo>
                  <a:lnTo>
                    <a:pt x="348" y="5"/>
                  </a:lnTo>
                  <a:lnTo>
                    <a:pt x="368" y="2"/>
                  </a:lnTo>
                  <a:lnTo>
                    <a:pt x="388" y="0"/>
                  </a:lnTo>
                  <a:lnTo>
                    <a:pt x="410" y="0"/>
                  </a:lnTo>
                  <a:lnTo>
                    <a:pt x="400" y="0"/>
                  </a:lnTo>
                  <a:lnTo>
                    <a:pt x="421" y="0"/>
                  </a:lnTo>
                  <a:lnTo>
                    <a:pt x="442" y="2"/>
                  </a:lnTo>
                  <a:lnTo>
                    <a:pt x="462" y="5"/>
                  </a:lnTo>
                  <a:lnTo>
                    <a:pt x="482" y="9"/>
                  </a:lnTo>
                  <a:lnTo>
                    <a:pt x="502" y="13"/>
                  </a:lnTo>
                  <a:lnTo>
                    <a:pt x="521" y="19"/>
                  </a:lnTo>
                  <a:lnTo>
                    <a:pt x="541" y="25"/>
                  </a:lnTo>
                  <a:lnTo>
                    <a:pt x="558" y="32"/>
                  </a:lnTo>
                  <a:lnTo>
                    <a:pt x="577" y="41"/>
                  </a:lnTo>
                  <a:lnTo>
                    <a:pt x="594" y="49"/>
                  </a:lnTo>
                  <a:lnTo>
                    <a:pt x="612" y="59"/>
                  </a:lnTo>
                  <a:lnTo>
                    <a:pt x="629" y="69"/>
                  </a:lnTo>
                  <a:lnTo>
                    <a:pt x="645" y="81"/>
                  </a:lnTo>
                  <a:lnTo>
                    <a:pt x="659" y="94"/>
                  </a:lnTo>
                  <a:lnTo>
                    <a:pt x="675" y="107"/>
                  </a:lnTo>
                  <a:lnTo>
                    <a:pt x="688" y="120"/>
                  </a:lnTo>
                  <a:lnTo>
                    <a:pt x="702" y="134"/>
                  </a:lnTo>
                  <a:lnTo>
                    <a:pt x="715" y="149"/>
                  </a:lnTo>
                  <a:lnTo>
                    <a:pt x="727" y="165"/>
                  </a:lnTo>
                  <a:lnTo>
                    <a:pt x="738" y="180"/>
                  </a:lnTo>
                  <a:lnTo>
                    <a:pt x="749" y="196"/>
                  </a:lnTo>
                  <a:lnTo>
                    <a:pt x="759" y="214"/>
                  </a:lnTo>
                  <a:lnTo>
                    <a:pt x="769" y="232"/>
                  </a:lnTo>
                  <a:lnTo>
                    <a:pt x="776" y="250"/>
                  </a:lnTo>
                  <a:lnTo>
                    <a:pt x="783" y="268"/>
                  </a:lnTo>
                  <a:lnTo>
                    <a:pt x="790" y="287"/>
                  </a:lnTo>
                  <a:lnTo>
                    <a:pt x="796" y="307"/>
                  </a:lnTo>
                  <a:lnTo>
                    <a:pt x="800" y="326"/>
                  </a:lnTo>
                  <a:lnTo>
                    <a:pt x="803" y="346"/>
                  </a:lnTo>
                  <a:lnTo>
                    <a:pt x="806" y="366"/>
                  </a:lnTo>
                  <a:lnTo>
                    <a:pt x="808" y="388"/>
                  </a:lnTo>
                  <a:lnTo>
                    <a:pt x="808" y="408"/>
                  </a:lnTo>
                  <a:lnTo>
                    <a:pt x="808" y="400"/>
                  </a:lnTo>
                  <a:lnTo>
                    <a:pt x="808" y="420"/>
                  </a:lnTo>
                  <a:lnTo>
                    <a:pt x="806" y="441"/>
                  </a:lnTo>
                  <a:lnTo>
                    <a:pt x="803" y="461"/>
                  </a:lnTo>
                  <a:lnTo>
                    <a:pt x="800" y="482"/>
                  </a:lnTo>
                  <a:lnTo>
                    <a:pt x="796" y="500"/>
                  </a:lnTo>
                  <a:lnTo>
                    <a:pt x="790" y="521"/>
                  </a:lnTo>
                  <a:lnTo>
                    <a:pt x="783" y="539"/>
                  </a:lnTo>
                  <a:lnTo>
                    <a:pt x="776" y="558"/>
                  </a:lnTo>
                  <a:lnTo>
                    <a:pt x="769" y="575"/>
                  </a:lnTo>
                  <a:lnTo>
                    <a:pt x="759" y="594"/>
                  </a:lnTo>
                  <a:lnTo>
                    <a:pt x="749" y="611"/>
                  </a:lnTo>
                  <a:lnTo>
                    <a:pt x="738" y="627"/>
                  </a:lnTo>
                  <a:lnTo>
                    <a:pt x="727" y="643"/>
                  </a:lnTo>
                  <a:lnTo>
                    <a:pt x="715" y="659"/>
                  </a:lnTo>
                  <a:lnTo>
                    <a:pt x="702" y="673"/>
                  </a:lnTo>
                  <a:lnTo>
                    <a:pt x="688" y="688"/>
                  </a:lnTo>
                  <a:lnTo>
                    <a:pt x="675" y="701"/>
                  </a:lnTo>
                  <a:lnTo>
                    <a:pt x="659" y="714"/>
                  </a:lnTo>
                  <a:lnTo>
                    <a:pt x="645" y="727"/>
                  </a:lnTo>
                  <a:lnTo>
                    <a:pt x="629" y="738"/>
                  </a:lnTo>
                  <a:lnTo>
                    <a:pt x="612" y="748"/>
                  </a:lnTo>
                  <a:lnTo>
                    <a:pt x="594" y="758"/>
                  </a:lnTo>
                  <a:lnTo>
                    <a:pt x="577" y="767"/>
                  </a:lnTo>
                  <a:lnTo>
                    <a:pt x="558" y="776"/>
                  </a:lnTo>
                  <a:lnTo>
                    <a:pt x="541" y="783"/>
                  </a:lnTo>
                  <a:lnTo>
                    <a:pt x="521" y="789"/>
                  </a:lnTo>
                  <a:lnTo>
                    <a:pt x="502" y="794"/>
                  </a:lnTo>
                  <a:lnTo>
                    <a:pt x="482" y="799"/>
                  </a:lnTo>
                  <a:lnTo>
                    <a:pt x="462" y="803"/>
                  </a:lnTo>
                  <a:lnTo>
                    <a:pt x="442" y="806"/>
                  </a:lnTo>
                  <a:lnTo>
                    <a:pt x="421" y="807"/>
                  </a:lnTo>
                  <a:lnTo>
                    <a:pt x="400" y="807"/>
                  </a:lnTo>
                  <a:lnTo>
                    <a:pt x="410" y="807"/>
                  </a:lnTo>
                  <a:lnTo>
                    <a:pt x="388" y="807"/>
                  </a:lnTo>
                  <a:lnTo>
                    <a:pt x="368" y="806"/>
                  </a:lnTo>
                  <a:lnTo>
                    <a:pt x="348" y="803"/>
                  </a:lnTo>
                  <a:lnTo>
                    <a:pt x="328" y="799"/>
                  </a:lnTo>
                  <a:lnTo>
                    <a:pt x="307" y="794"/>
                  </a:lnTo>
                  <a:lnTo>
                    <a:pt x="289" y="789"/>
                  </a:lnTo>
                  <a:lnTo>
                    <a:pt x="269" y="783"/>
                  </a:lnTo>
                  <a:lnTo>
                    <a:pt x="251" y="776"/>
                  </a:lnTo>
                  <a:lnTo>
                    <a:pt x="233" y="767"/>
                  </a:lnTo>
                  <a:lnTo>
                    <a:pt x="215" y="758"/>
                  </a:lnTo>
                  <a:lnTo>
                    <a:pt x="198" y="748"/>
                  </a:lnTo>
                  <a:lnTo>
                    <a:pt x="181" y="738"/>
                  </a:lnTo>
                  <a:lnTo>
                    <a:pt x="165" y="727"/>
                  </a:lnTo>
                  <a:lnTo>
                    <a:pt x="150" y="714"/>
                  </a:lnTo>
                  <a:lnTo>
                    <a:pt x="135" y="701"/>
                  </a:lnTo>
                  <a:lnTo>
                    <a:pt x="122" y="688"/>
                  </a:lnTo>
                  <a:lnTo>
                    <a:pt x="107" y="673"/>
                  </a:lnTo>
                  <a:lnTo>
                    <a:pt x="94" y="659"/>
                  </a:lnTo>
                  <a:lnTo>
                    <a:pt x="83" y="643"/>
                  </a:lnTo>
                  <a:lnTo>
                    <a:pt x="71" y="627"/>
                  </a:lnTo>
                  <a:lnTo>
                    <a:pt x="61" y="611"/>
                  </a:lnTo>
                  <a:lnTo>
                    <a:pt x="51" y="594"/>
                  </a:lnTo>
                  <a:lnTo>
                    <a:pt x="41" y="575"/>
                  </a:lnTo>
                  <a:lnTo>
                    <a:pt x="34" y="558"/>
                  </a:lnTo>
                  <a:lnTo>
                    <a:pt x="26" y="539"/>
                  </a:lnTo>
                  <a:lnTo>
                    <a:pt x="19" y="521"/>
                  </a:lnTo>
                  <a:lnTo>
                    <a:pt x="13" y="500"/>
                  </a:lnTo>
                  <a:lnTo>
                    <a:pt x="9" y="482"/>
                  </a:lnTo>
                  <a:lnTo>
                    <a:pt x="6" y="461"/>
                  </a:lnTo>
                  <a:lnTo>
                    <a:pt x="3" y="441"/>
                  </a:lnTo>
                  <a:lnTo>
                    <a:pt x="2" y="420"/>
                  </a:lnTo>
                  <a:lnTo>
                    <a:pt x="0" y="400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5263" name="Shape 2166">
              <a:extLst>
                <a:ext uri="{FF2B5EF4-FFF2-40B4-BE49-F238E27FC236}">
                  <a16:creationId xmlns:a16="http://schemas.microsoft.com/office/drawing/2014/main" id="{D205F350-F87A-424B-BA5E-50202AA36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575" y="4602162"/>
              <a:ext cx="3249612" cy="481012"/>
            </a:xfrm>
            <a:custGeom>
              <a:avLst/>
              <a:gdLst>
                <a:gd name="T0" fmla="*/ 2147483646 w 4094"/>
                <a:gd name="T1" fmla="*/ 2147483646 h 606"/>
                <a:gd name="T2" fmla="*/ 2147483646 w 4094"/>
                <a:gd name="T3" fmla="*/ 2147483646 h 606"/>
                <a:gd name="T4" fmla="*/ 2147483646 w 4094"/>
                <a:gd name="T5" fmla="*/ 2147483646 h 606"/>
                <a:gd name="T6" fmla="*/ 2147483646 w 4094"/>
                <a:gd name="T7" fmla="*/ 2147483646 h 606"/>
                <a:gd name="T8" fmla="*/ 2147483646 w 4094"/>
                <a:gd name="T9" fmla="*/ 2147483646 h 606"/>
                <a:gd name="T10" fmla="*/ 2147483646 w 4094"/>
                <a:gd name="T11" fmla="*/ 2147483646 h 606"/>
                <a:gd name="T12" fmla="*/ 2147483646 w 4094"/>
                <a:gd name="T13" fmla="*/ 2147483646 h 606"/>
                <a:gd name="T14" fmla="*/ 2147483646 w 4094"/>
                <a:gd name="T15" fmla="*/ 2147483646 h 606"/>
                <a:gd name="T16" fmla="*/ 2147483646 w 4094"/>
                <a:gd name="T17" fmla="*/ 2147483646 h 606"/>
                <a:gd name="T18" fmla="*/ 2147483646 w 4094"/>
                <a:gd name="T19" fmla="*/ 2147483646 h 606"/>
                <a:gd name="T20" fmla="*/ 2147483646 w 4094"/>
                <a:gd name="T21" fmla="*/ 0 h 606"/>
                <a:gd name="T22" fmla="*/ 2147483646 w 4094"/>
                <a:gd name="T23" fmla="*/ 0 h 606"/>
                <a:gd name="T24" fmla="*/ 2147483646 w 4094"/>
                <a:gd name="T25" fmla="*/ 2147483646 h 606"/>
                <a:gd name="T26" fmla="*/ 2147483646 w 4094"/>
                <a:gd name="T27" fmla="*/ 2147483646 h 606"/>
                <a:gd name="T28" fmla="*/ 2147483646 w 4094"/>
                <a:gd name="T29" fmla="*/ 2147483646 h 606"/>
                <a:gd name="T30" fmla="*/ 2147483646 w 4094"/>
                <a:gd name="T31" fmla="*/ 2147483646 h 606"/>
                <a:gd name="T32" fmla="*/ 2147483646 w 4094"/>
                <a:gd name="T33" fmla="*/ 2147483646 h 606"/>
                <a:gd name="T34" fmla="*/ 2147483646 w 4094"/>
                <a:gd name="T35" fmla="*/ 2147483646 h 606"/>
                <a:gd name="T36" fmla="*/ 2147483646 w 4094"/>
                <a:gd name="T37" fmla="*/ 2147483646 h 606"/>
                <a:gd name="T38" fmla="*/ 2147483646 w 4094"/>
                <a:gd name="T39" fmla="*/ 2147483646 h 606"/>
                <a:gd name="T40" fmla="*/ 2147483646 w 4094"/>
                <a:gd name="T41" fmla="*/ 2147483646 h 606"/>
                <a:gd name="T42" fmla="*/ 2147483646 w 4094"/>
                <a:gd name="T43" fmla="*/ 2147483646 h 606"/>
                <a:gd name="T44" fmla="*/ 2147483646 w 4094"/>
                <a:gd name="T45" fmla="*/ 2147483646 h 606"/>
                <a:gd name="T46" fmla="*/ 2147483646 w 4094"/>
                <a:gd name="T47" fmla="*/ 2147483646 h 606"/>
                <a:gd name="T48" fmla="*/ 2147483646 w 4094"/>
                <a:gd name="T49" fmla="*/ 2147483646 h 606"/>
                <a:gd name="T50" fmla="*/ 2147483646 w 4094"/>
                <a:gd name="T51" fmla="*/ 2147483646 h 606"/>
                <a:gd name="T52" fmla="*/ 2147483646 w 4094"/>
                <a:gd name="T53" fmla="*/ 2147483646 h 606"/>
                <a:gd name="T54" fmla="*/ 2147483646 w 4094"/>
                <a:gd name="T55" fmla="*/ 2147483646 h 606"/>
                <a:gd name="T56" fmla="*/ 2147483646 w 4094"/>
                <a:gd name="T57" fmla="*/ 2147483646 h 606"/>
                <a:gd name="T58" fmla="*/ 2147483646 w 4094"/>
                <a:gd name="T59" fmla="*/ 2147483646 h 606"/>
                <a:gd name="T60" fmla="*/ 2147483646 w 4094"/>
                <a:gd name="T61" fmla="*/ 2147483646 h 606"/>
                <a:gd name="T62" fmla="*/ 2147483646 w 4094"/>
                <a:gd name="T63" fmla="*/ 2147483646 h 606"/>
                <a:gd name="T64" fmla="*/ 2147483646 w 4094"/>
                <a:gd name="T65" fmla="*/ 2147483646 h 606"/>
                <a:gd name="T66" fmla="*/ 2147483646 w 4094"/>
                <a:gd name="T67" fmla="*/ 2147483646 h 606"/>
                <a:gd name="T68" fmla="*/ 2147483646 w 4094"/>
                <a:gd name="T69" fmla="*/ 2147483646 h 606"/>
                <a:gd name="T70" fmla="*/ 2147483646 w 4094"/>
                <a:gd name="T71" fmla="*/ 2147483646 h 606"/>
                <a:gd name="T72" fmla="*/ 2147483646 w 4094"/>
                <a:gd name="T73" fmla="*/ 2147483646 h 606"/>
                <a:gd name="T74" fmla="*/ 2147483646 w 4094"/>
                <a:gd name="T75" fmla="*/ 2147483646 h 606"/>
                <a:gd name="T76" fmla="*/ 2147483646 w 4094"/>
                <a:gd name="T77" fmla="*/ 2147483646 h 606"/>
                <a:gd name="T78" fmla="*/ 2147483646 w 4094"/>
                <a:gd name="T79" fmla="*/ 2147483646 h 606"/>
                <a:gd name="T80" fmla="*/ 2147483646 w 4094"/>
                <a:gd name="T81" fmla="*/ 2147483646 h 606"/>
                <a:gd name="T82" fmla="*/ 2147483646 w 4094"/>
                <a:gd name="T83" fmla="*/ 2147483646 h 606"/>
                <a:gd name="T84" fmla="*/ 2147483646 w 4094"/>
                <a:gd name="T85" fmla="*/ 2147483646 h 606"/>
                <a:gd name="T86" fmla="*/ 2147483646 w 4094"/>
                <a:gd name="T87" fmla="*/ 2147483646 h 60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94"/>
                <a:gd name="T133" fmla="*/ 0 h 606"/>
                <a:gd name="T134" fmla="*/ 4094 w 4094"/>
                <a:gd name="T135" fmla="*/ 606 h 60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94" h="606" extrusionOk="0">
                  <a:moveTo>
                    <a:pt x="0" y="299"/>
                  </a:moveTo>
                  <a:lnTo>
                    <a:pt x="0" y="307"/>
                  </a:lnTo>
                  <a:lnTo>
                    <a:pt x="2" y="292"/>
                  </a:lnTo>
                  <a:lnTo>
                    <a:pt x="3" y="276"/>
                  </a:lnTo>
                  <a:lnTo>
                    <a:pt x="5" y="260"/>
                  </a:lnTo>
                  <a:lnTo>
                    <a:pt x="8" y="245"/>
                  </a:lnTo>
                  <a:lnTo>
                    <a:pt x="11" y="230"/>
                  </a:lnTo>
                  <a:lnTo>
                    <a:pt x="15" y="215"/>
                  </a:lnTo>
                  <a:lnTo>
                    <a:pt x="19" y="202"/>
                  </a:lnTo>
                  <a:lnTo>
                    <a:pt x="25" y="188"/>
                  </a:lnTo>
                  <a:lnTo>
                    <a:pt x="31" y="173"/>
                  </a:lnTo>
                  <a:lnTo>
                    <a:pt x="38" y="160"/>
                  </a:lnTo>
                  <a:lnTo>
                    <a:pt x="45" y="147"/>
                  </a:lnTo>
                  <a:lnTo>
                    <a:pt x="54" y="136"/>
                  </a:lnTo>
                  <a:lnTo>
                    <a:pt x="62" y="123"/>
                  </a:lnTo>
                  <a:lnTo>
                    <a:pt x="71" y="111"/>
                  </a:lnTo>
                  <a:lnTo>
                    <a:pt x="81" y="101"/>
                  </a:lnTo>
                  <a:lnTo>
                    <a:pt x="91" y="90"/>
                  </a:lnTo>
                  <a:lnTo>
                    <a:pt x="101" y="80"/>
                  </a:lnTo>
                  <a:lnTo>
                    <a:pt x="113" y="71"/>
                  </a:lnTo>
                  <a:lnTo>
                    <a:pt x="124" y="61"/>
                  </a:lnTo>
                  <a:lnTo>
                    <a:pt x="136" y="52"/>
                  </a:lnTo>
                  <a:lnTo>
                    <a:pt x="149" y="45"/>
                  </a:lnTo>
                  <a:lnTo>
                    <a:pt x="162" y="38"/>
                  </a:lnTo>
                  <a:lnTo>
                    <a:pt x="175" y="31"/>
                  </a:lnTo>
                  <a:lnTo>
                    <a:pt x="188" y="25"/>
                  </a:lnTo>
                  <a:lnTo>
                    <a:pt x="202" y="19"/>
                  </a:lnTo>
                  <a:lnTo>
                    <a:pt x="217" y="15"/>
                  </a:lnTo>
                  <a:lnTo>
                    <a:pt x="231" y="11"/>
                  </a:lnTo>
                  <a:lnTo>
                    <a:pt x="245" y="6"/>
                  </a:lnTo>
                  <a:lnTo>
                    <a:pt x="261" y="3"/>
                  </a:lnTo>
                  <a:lnTo>
                    <a:pt x="276" y="2"/>
                  </a:lnTo>
                  <a:lnTo>
                    <a:pt x="292" y="0"/>
                  </a:lnTo>
                  <a:lnTo>
                    <a:pt x="307" y="0"/>
                  </a:lnTo>
                  <a:lnTo>
                    <a:pt x="3788" y="0"/>
                  </a:lnTo>
                  <a:lnTo>
                    <a:pt x="3804" y="0"/>
                  </a:lnTo>
                  <a:lnTo>
                    <a:pt x="3820" y="2"/>
                  </a:lnTo>
                  <a:lnTo>
                    <a:pt x="3834" y="3"/>
                  </a:lnTo>
                  <a:lnTo>
                    <a:pt x="3850" y="6"/>
                  </a:lnTo>
                  <a:lnTo>
                    <a:pt x="3864" y="11"/>
                  </a:lnTo>
                  <a:lnTo>
                    <a:pt x="3879" y="15"/>
                  </a:lnTo>
                  <a:lnTo>
                    <a:pt x="3893" y="19"/>
                  </a:lnTo>
                  <a:lnTo>
                    <a:pt x="3908" y="25"/>
                  </a:lnTo>
                  <a:lnTo>
                    <a:pt x="3921" y="31"/>
                  </a:lnTo>
                  <a:lnTo>
                    <a:pt x="3934" y="38"/>
                  </a:lnTo>
                  <a:lnTo>
                    <a:pt x="3947" y="45"/>
                  </a:lnTo>
                  <a:lnTo>
                    <a:pt x="3960" y="52"/>
                  </a:lnTo>
                  <a:lnTo>
                    <a:pt x="3971" y="61"/>
                  </a:lnTo>
                  <a:lnTo>
                    <a:pt x="3983" y="71"/>
                  </a:lnTo>
                  <a:lnTo>
                    <a:pt x="3994" y="80"/>
                  </a:lnTo>
                  <a:lnTo>
                    <a:pt x="4004" y="90"/>
                  </a:lnTo>
                  <a:lnTo>
                    <a:pt x="4014" y="101"/>
                  </a:lnTo>
                  <a:lnTo>
                    <a:pt x="4024" y="111"/>
                  </a:lnTo>
                  <a:lnTo>
                    <a:pt x="4033" y="123"/>
                  </a:lnTo>
                  <a:lnTo>
                    <a:pt x="4042" y="136"/>
                  </a:lnTo>
                  <a:lnTo>
                    <a:pt x="4050" y="147"/>
                  </a:lnTo>
                  <a:lnTo>
                    <a:pt x="4058" y="160"/>
                  </a:lnTo>
                  <a:lnTo>
                    <a:pt x="4065" y="173"/>
                  </a:lnTo>
                  <a:lnTo>
                    <a:pt x="4071" y="188"/>
                  </a:lnTo>
                  <a:lnTo>
                    <a:pt x="4076" y="202"/>
                  </a:lnTo>
                  <a:lnTo>
                    <a:pt x="4081" y="215"/>
                  </a:lnTo>
                  <a:lnTo>
                    <a:pt x="4085" y="230"/>
                  </a:lnTo>
                  <a:lnTo>
                    <a:pt x="4088" y="245"/>
                  </a:lnTo>
                  <a:lnTo>
                    <a:pt x="4091" y="260"/>
                  </a:lnTo>
                  <a:lnTo>
                    <a:pt x="4092" y="276"/>
                  </a:lnTo>
                  <a:lnTo>
                    <a:pt x="4094" y="292"/>
                  </a:lnTo>
                  <a:lnTo>
                    <a:pt x="4094" y="307"/>
                  </a:lnTo>
                  <a:lnTo>
                    <a:pt x="4094" y="299"/>
                  </a:lnTo>
                  <a:lnTo>
                    <a:pt x="4094" y="315"/>
                  </a:lnTo>
                  <a:lnTo>
                    <a:pt x="4092" y="330"/>
                  </a:lnTo>
                  <a:lnTo>
                    <a:pt x="4091" y="346"/>
                  </a:lnTo>
                  <a:lnTo>
                    <a:pt x="4088" y="361"/>
                  </a:lnTo>
                  <a:lnTo>
                    <a:pt x="4085" y="377"/>
                  </a:lnTo>
                  <a:lnTo>
                    <a:pt x="4081" y="391"/>
                  </a:lnTo>
                  <a:lnTo>
                    <a:pt x="4076" y="405"/>
                  </a:lnTo>
                  <a:lnTo>
                    <a:pt x="4071" y="418"/>
                  </a:lnTo>
                  <a:lnTo>
                    <a:pt x="4065" y="433"/>
                  </a:lnTo>
                  <a:lnTo>
                    <a:pt x="4058" y="446"/>
                  </a:lnTo>
                  <a:lnTo>
                    <a:pt x="4050" y="459"/>
                  </a:lnTo>
                  <a:lnTo>
                    <a:pt x="4042" y="470"/>
                  </a:lnTo>
                  <a:lnTo>
                    <a:pt x="4033" y="483"/>
                  </a:lnTo>
                  <a:lnTo>
                    <a:pt x="4024" y="495"/>
                  </a:lnTo>
                  <a:lnTo>
                    <a:pt x="4014" y="505"/>
                  </a:lnTo>
                  <a:lnTo>
                    <a:pt x="4004" y="516"/>
                  </a:lnTo>
                  <a:lnTo>
                    <a:pt x="3994" y="526"/>
                  </a:lnTo>
                  <a:lnTo>
                    <a:pt x="3983" y="535"/>
                  </a:lnTo>
                  <a:lnTo>
                    <a:pt x="3971" y="545"/>
                  </a:lnTo>
                  <a:lnTo>
                    <a:pt x="3960" y="554"/>
                  </a:lnTo>
                  <a:lnTo>
                    <a:pt x="3947" y="561"/>
                  </a:lnTo>
                  <a:lnTo>
                    <a:pt x="3934" y="568"/>
                  </a:lnTo>
                  <a:lnTo>
                    <a:pt x="3921" y="575"/>
                  </a:lnTo>
                  <a:lnTo>
                    <a:pt x="3908" y="581"/>
                  </a:lnTo>
                  <a:lnTo>
                    <a:pt x="3893" y="587"/>
                  </a:lnTo>
                  <a:lnTo>
                    <a:pt x="3879" y="591"/>
                  </a:lnTo>
                  <a:lnTo>
                    <a:pt x="3864" y="596"/>
                  </a:lnTo>
                  <a:lnTo>
                    <a:pt x="3850" y="600"/>
                  </a:lnTo>
                  <a:lnTo>
                    <a:pt x="3834" y="603"/>
                  </a:lnTo>
                  <a:lnTo>
                    <a:pt x="3820" y="604"/>
                  </a:lnTo>
                  <a:lnTo>
                    <a:pt x="3804" y="606"/>
                  </a:lnTo>
                  <a:lnTo>
                    <a:pt x="3788" y="606"/>
                  </a:lnTo>
                  <a:lnTo>
                    <a:pt x="307" y="606"/>
                  </a:lnTo>
                  <a:lnTo>
                    <a:pt x="292" y="606"/>
                  </a:lnTo>
                  <a:lnTo>
                    <a:pt x="276" y="604"/>
                  </a:lnTo>
                  <a:lnTo>
                    <a:pt x="261" y="603"/>
                  </a:lnTo>
                  <a:lnTo>
                    <a:pt x="245" y="600"/>
                  </a:lnTo>
                  <a:lnTo>
                    <a:pt x="231" y="596"/>
                  </a:lnTo>
                  <a:lnTo>
                    <a:pt x="217" y="591"/>
                  </a:lnTo>
                  <a:lnTo>
                    <a:pt x="202" y="587"/>
                  </a:lnTo>
                  <a:lnTo>
                    <a:pt x="188" y="581"/>
                  </a:lnTo>
                  <a:lnTo>
                    <a:pt x="175" y="575"/>
                  </a:lnTo>
                  <a:lnTo>
                    <a:pt x="162" y="568"/>
                  </a:lnTo>
                  <a:lnTo>
                    <a:pt x="149" y="561"/>
                  </a:lnTo>
                  <a:lnTo>
                    <a:pt x="136" y="554"/>
                  </a:lnTo>
                  <a:lnTo>
                    <a:pt x="124" y="545"/>
                  </a:lnTo>
                  <a:lnTo>
                    <a:pt x="113" y="535"/>
                  </a:lnTo>
                  <a:lnTo>
                    <a:pt x="101" y="526"/>
                  </a:lnTo>
                  <a:lnTo>
                    <a:pt x="91" y="516"/>
                  </a:lnTo>
                  <a:lnTo>
                    <a:pt x="81" y="505"/>
                  </a:lnTo>
                  <a:lnTo>
                    <a:pt x="71" y="495"/>
                  </a:lnTo>
                  <a:lnTo>
                    <a:pt x="62" y="483"/>
                  </a:lnTo>
                  <a:lnTo>
                    <a:pt x="54" y="470"/>
                  </a:lnTo>
                  <a:lnTo>
                    <a:pt x="45" y="459"/>
                  </a:lnTo>
                  <a:lnTo>
                    <a:pt x="38" y="446"/>
                  </a:lnTo>
                  <a:lnTo>
                    <a:pt x="31" y="433"/>
                  </a:lnTo>
                  <a:lnTo>
                    <a:pt x="25" y="418"/>
                  </a:lnTo>
                  <a:lnTo>
                    <a:pt x="19" y="405"/>
                  </a:lnTo>
                  <a:lnTo>
                    <a:pt x="15" y="391"/>
                  </a:lnTo>
                  <a:lnTo>
                    <a:pt x="11" y="377"/>
                  </a:lnTo>
                  <a:lnTo>
                    <a:pt x="8" y="361"/>
                  </a:lnTo>
                  <a:lnTo>
                    <a:pt x="5" y="346"/>
                  </a:lnTo>
                  <a:lnTo>
                    <a:pt x="3" y="330"/>
                  </a:lnTo>
                  <a:lnTo>
                    <a:pt x="2" y="315"/>
                  </a:lnTo>
                  <a:lnTo>
                    <a:pt x="0" y="299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5264" name="Shape 2167">
              <a:extLst>
                <a:ext uri="{FF2B5EF4-FFF2-40B4-BE49-F238E27FC236}">
                  <a16:creationId xmlns:a16="http://schemas.microsoft.com/office/drawing/2014/main" id="{FA34AC39-8551-4EB5-B516-566E349A28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27369" y="4733925"/>
              <a:ext cx="2523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: </a:t>
              </a:r>
            </a:p>
          </p:txBody>
        </p:sp>
        <p:sp>
          <p:nvSpPr>
            <p:cNvPr id="265265" name="Shape 2168">
              <a:extLst>
                <a:ext uri="{FF2B5EF4-FFF2-40B4-BE49-F238E27FC236}">
                  <a16:creationId xmlns:a16="http://schemas.microsoft.com/office/drawing/2014/main" id="{99C15427-F0CC-4264-A2DF-9CDDD760CF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2" y="4733925"/>
              <a:ext cx="174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265266" name="Shape 2169">
              <a:extLst>
                <a:ext uri="{FF2B5EF4-FFF2-40B4-BE49-F238E27FC236}">
                  <a16:creationId xmlns:a16="http://schemas.microsoft.com/office/drawing/2014/main" id="{405EFA95-7B55-4509-97BA-D77D076930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4425" y="47339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 </a:t>
              </a:r>
            </a:p>
          </p:txBody>
        </p:sp>
        <p:sp>
          <p:nvSpPr>
            <p:cNvPr id="265267" name="Shape 2170">
              <a:extLst>
                <a:ext uri="{FF2B5EF4-FFF2-40B4-BE49-F238E27FC236}">
                  <a16:creationId xmlns:a16="http://schemas.microsoft.com/office/drawing/2014/main" id="{7C3BDCFC-0C3F-4E44-B224-C4B5502EAD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5550" y="4838700"/>
              <a:ext cx="252300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 </a:t>
              </a:r>
            </a:p>
          </p:txBody>
        </p:sp>
        <p:sp>
          <p:nvSpPr>
            <p:cNvPr id="265268" name="Shape 2171">
              <a:extLst>
                <a:ext uri="{FF2B5EF4-FFF2-40B4-BE49-F238E27FC236}">
                  <a16:creationId xmlns:a16="http://schemas.microsoft.com/office/drawing/2014/main" id="{A38F8A27-035A-4F35-BBFC-5D6AFADBD0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1325" y="47339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5269" name="Shape 2172">
              <a:extLst>
                <a:ext uri="{FF2B5EF4-FFF2-40B4-BE49-F238E27FC236}">
                  <a16:creationId xmlns:a16="http://schemas.microsoft.com/office/drawing/2014/main" id="{72E816A5-D306-4FA9-A1B0-715B3942BF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67175" y="473392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5270" name="Shape 2173">
              <a:extLst>
                <a:ext uri="{FF2B5EF4-FFF2-40B4-BE49-F238E27FC236}">
                  <a16:creationId xmlns:a16="http://schemas.microsoft.com/office/drawing/2014/main" id="{C769B84F-BD06-44C8-942B-0C96A48A4D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59287" y="4733925"/>
              <a:ext cx="174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265271" name="Shape 2174">
              <a:extLst>
                <a:ext uri="{FF2B5EF4-FFF2-40B4-BE49-F238E27FC236}">
                  <a16:creationId xmlns:a16="http://schemas.microsoft.com/office/drawing/2014/main" id="{075549C0-219E-4849-9185-944B8A0BDC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7400" y="47339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5272" name="Shape 2175">
              <a:extLst>
                <a:ext uri="{FF2B5EF4-FFF2-40B4-BE49-F238E27FC236}">
                  <a16:creationId xmlns:a16="http://schemas.microsoft.com/office/drawing/2014/main" id="{13B3DCEC-2D2A-4B98-921E-C47B0A75A1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08525" y="4838700"/>
              <a:ext cx="164999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65273" name="Shape 2176">
              <a:extLst>
                <a:ext uri="{FF2B5EF4-FFF2-40B4-BE49-F238E27FC236}">
                  <a16:creationId xmlns:a16="http://schemas.microsoft.com/office/drawing/2014/main" id="{EDC7AB13-A47A-499C-802B-F070137D06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9050" y="47339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5274" name="Shape 2177">
              <a:extLst>
                <a:ext uri="{FF2B5EF4-FFF2-40B4-BE49-F238E27FC236}">
                  <a16:creationId xmlns:a16="http://schemas.microsoft.com/office/drawing/2014/main" id="{D95C2B56-06FF-46DC-A335-7B893F9FA3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13312" y="473392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5275" name="Shape 2178">
              <a:extLst>
                <a:ext uri="{FF2B5EF4-FFF2-40B4-BE49-F238E27FC236}">
                  <a16:creationId xmlns:a16="http://schemas.microsoft.com/office/drawing/2014/main" id="{058FF845-94BB-4FD3-9415-9ADD59A87D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5436" y="4733934"/>
              <a:ext cx="5084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265276" name="Shape 2179">
              <a:extLst>
                <a:ext uri="{FF2B5EF4-FFF2-40B4-BE49-F238E27FC236}">
                  <a16:creationId xmlns:a16="http://schemas.microsoft.com/office/drawing/2014/main" id="{EDABD02D-DD84-4B4A-AD0B-FFC830139A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40437" y="47339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5277" name="Shape 2180">
              <a:extLst>
                <a:ext uri="{FF2B5EF4-FFF2-40B4-BE49-F238E27FC236}">
                  <a16:creationId xmlns:a16="http://schemas.microsoft.com/office/drawing/2014/main" id="{E56842C0-D58D-4817-8EBB-4B02F43CC2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56287" y="473392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5278" name="Shape 2181">
              <a:extLst>
                <a:ext uri="{FF2B5EF4-FFF2-40B4-BE49-F238E27FC236}">
                  <a16:creationId xmlns:a16="http://schemas.microsoft.com/office/drawing/2014/main" id="{E49A7081-3443-478A-8519-631F6D2828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2925" y="4727575"/>
              <a:ext cx="107999" cy="258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Noto Symbol" charset="0"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Noto Symbol" charset="0"/>
                  <a:ea typeface="ＭＳ Ｐゴシック" panose="020B0600070205080204" pitchFamily="34" charset="-128"/>
                  <a:cs typeface="Arial" panose="020B0604020202020204" pitchFamily="34" charset="0"/>
                  <a:sym typeface="Noto Symbol" charset="0"/>
                </a:rPr>
                <a:t>, </a:t>
              </a:r>
            </a:p>
          </p:txBody>
        </p:sp>
        <p:sp>
          <p:nvSpPr>
            <p:cNvPr id="265279" name="Shape 2182">
              <a:extLst>
                <a:ext uri="{FF2B5EF4-FFF2-40B4-BE49-F238E27FC236}">
                  <a16:creationId xmlns:a16="http://schemas.microsoft.com/office/drawing/2014/main" id="{E2D543F1-71A1-46EE-8F14-4E482FBA3D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00650" y="4727575"/>
              <a:ext cx="107999" cy="258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Noto Symbol" charset="0"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Noto Symbol" charset="0"/>
                  <a:ea typeface="ＭＳ Ｐゴシック" panose="020B0600070205080204" pitchFamily="34" charset="-128"/>
                  <a:cs typeface="Arial" panose="020B0604020202020204" pitchFamily="34" charset="0"/>
                  <a:sym typeface="Noto Symbol" charset="0"/>
                </a:rPr>
                <a:t>, </a:t>
              </a:r>
            </a:p>
          </p:txBody>
        </p:sp>
        <p:sp>
          <p:nvSpPr>
            <p:cNvPr id="265280" name="Shape 2183">
              <a:extLst>
                <a:ext uri="{FF2B5EF4-FFF2-40B4-BE49-F238E27FC236}">
                  <a16:creationId xmlns:a16="http://schemas.microsoft.com/office/drawing/2014/main" id="{EBE1EEE1-2776-481B-B58B-C3421D066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575" y="3481387"/>
              <a:ext cx="3249612" cy="481011"/>
            </a:xfrm>
            <a:custGeom>
              <a:avLst/>
              <a:gdLst>
                <a:gd name="T0" fmla="*/ 2147483646 w 4094"/>
                <a:gd name="T1" fmla="*/ 2147483646 h 605"/>
                <a:gd name="T2" fmla="*/ 2147483646 w 4094"/>
                <a:gd name="T3" fmla="*/ 2147483646 h 605"/>
                <a:gd name="T4" fmla="*/ 2147483646 w 4094"/>
                <a:gd name="T5" fmla="*/ 2147483646 h 605"/>
                <a:gd name="T6" fmla="*/ 2147483646 w 4094"/>
                <a:gd name="T7" fmla="*/ 2147483646 h 605"/>
                <a:gd name="T8" fmla="*/ 2147483646 w 4094"/>
                <a:gd name="T9" fmla="*/ 2147483646 h 605"/>
                <a:gd name="T10" fmla="*/ 2147483646 w 4094"/>
                <a:gd name="T11" fmla="*/ 2147483646 h 605"/>
                <a:gd name="T12" fmla="*/ 2147483646 w 4094"/>
                <a:gd name="T13" fmla="*/ 2147483646 h 605"/>
                <a:gd name="T14" fmla="*/ 2147483646 w 4094"/>
                <a:gd name="T15" fmla="*/ 2147483646 h 605"/>
                <a:gd name="T16" fmla="*/ 2147483646 w 4094"/>
                <a:gd name="T17" fmla="*/ 2147483646 h 605"/>
                <a:gd name="T18" fmla="*/ 2147483646 w 4094"/>
                <a:gd name="T19" fmla="*/ 2147483646 h 605"/>
                <a:gd name="T20" fmla="*/ 2147483646 w 4094"/>
                <a:gd name="T21" fmla="*/ 0 h 605"/>
                <a:gd name="T22" fmla="*/ 2147483646 w 4094"/>
                <a:gd name="T23" fmla="*/ 0 h 605"/>
                <a:gd name="T24" fmla="*/ 2147483646 w 4094"/>
                <a:gd name="T25" fmla="*/ 2147483646 h 605"/>
                <a:gd name="T26" fmla="*/ 2147483646 w 4094"/>
                <a:gd name="T27" fmla="*/ 2147483646 h 605"/>
                <a:gd name="T28" fmla="*/ 2147483646 w 4094"/>
                <a:gd name="T29" fmla="*/ 2147483646 h 605"/>
                <a:gd name="T30" fmla="*/ 2147483646 w 4094"/>
                <a:gd name="T31" fmla="*/ 2147483646 h 605"/>
                <a:gd name="T32" fmla="*/ 2147483646 w 4094"/>
                <a:gd name="T33" fmla="*/ 2147483646 h 605"/>
                <a:gd name="T34" fmla="*/ 2147483646 w 4094"/>
                <a:gd name="T35" fmla="*/ 2147483646 h 605"/>
                <a:gd name="T36" fmla="*/ 2147483646 w 4094"/>
                <a:gd name="T37" fmla="*/ 2147483646 h 605"/>
                <a:gd name="T38" fmla="*/ 2147483646 w 4094"/>
                <a:gd name="T39" fmla="*/ 2147483646 h 605"/>
                <a:gd name="T40" fmla="*/ 2147483646 w 4094"/>
                <a:gd name="T41" fmla="*/ 2147483646 h 605"/>
                <a:gd name="T42" fmla="*/ 2147483646 w 4094"/>
                <a:gd name="T43" fmla="*/ 2147483646 h 605"/>
                <a:gd name="T44" fmla="*/ 2147483646 w 4094"/>
                <a:gd name="T45" fmla="*/ 2147483646 h 605"/>
                <a:gd name="T46" fmla="*/ 2147483646 w 4094"/>
                <a:gd name="T47" fmla="*/ 2147483646 h 605"/>
                <a:gd name="T48" fmla="*/ 2147483646 w 4094"/>
                <a:gd name="T49" fmla="*/ 2147483646 h 605"/>
                <a:gd name="T50" fmla="*/ 2147483646 w 4094"/>
                <a:gd name="T51" fmla="*/ 2147483646 h 605"/>
                <a:gd name="T52" fmla="*/ 2147483646 w 4094"/>
                <a:gd name="T53" fmla="*/ 2147483646 h 605"/>
                <a:gd name="T54" fmla="*/ 2147483646 w 4094"/>
                <a:gd name="T55" fmla="*/ 2147483646 h 605"/>
                <a:gd name="T56" fmla="*/ 2147483646 w 4094"/>
                <a:gd name="T57" fmla="*/ 2147483646 h 605"/>
                <a:gd name="T58" fmla="*/ 2147483646 w 4094"/>
                <a:gd name="T59" fmla="*/ 2147483646 h 605"/>
                <a:gd name="T60" fmla="*/ 2147483646 w 4094"/>
                <a:gd name="T61" fmla="*/ 2147483646 h 605"/>
                <a:gd name="T62" fmla="*/ 2147483646 w 4094"/>
                <a:gd name="T63" fmla="*/ 2147483646 h 605"/>
                <a:gd name="T64" fmla="*/ 2147483646 w 4094"/>
                <a:gd name="T65" fmla="*/ 2147483646 h 605"/>
                <a:gd name="T66" fmla="*/ 2147483646 w 4094"/>
                <a:gd name="T67" fmla="*/ 2147483646 h 605"/>
                <a:gd name="T68" fmla="*/ 2147483646 w 4094"/>
                <a:gd name="T69" fmla="*/ 2147483646 h 605"/>
                <a:gd name="T70" fmla="*/ 2147483646 w 4094"/>
                <a:gd name="T71" fmla="*/ 2147483646 h 605"/>
                <a:gd name="T72" fmla="*/ 2147483646 w 4094"/>
                <a:gd name="T73" fmla="*/ 2147483646 h 605"/>
                <a:gd name="T74" fmla="*/ 2147483646 w 4094"/>
                <a:gd name="T75" fmla="*/ 2147483646 h 605"/>
                <a:gd name="T76" fmla="*/ 2147483646 w 4094"/>
                <a:gd name="T77" fmla="*/ 2147483646 h 605"/>
                <a:gd name="T78" fmla="*/ 2147483646 w 4094"/>
                <a:gd name="T79" fmla="*/ 2147483646 h 605"/>
                <a:gd name="T80" fmla="*/ 2147483646 w 4094"/>
                <a:gd name="T81" fmla="*/ 2147483646 h 605"/>
                <a:gd name="T82" fmla="*/ 2147483646 w 4094"/>
                <a:gd name="T83" fmla="*/ 2147483646 h 605"/>
                <a:gd name="T84" fmla="*/ 2147483646 w 4094"/>
                <a:gd name="T85" fmla="*/ 2147483646 h 605"/>
                <a:gd name="T86" fmla="*/ 2147483646 w 4094"/>
                <a:gd name="T87" fmla="*/ 2147483646 h 60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94"/>
                <a:gd name="T133" fmla="*/ 0 h 605"/>
                <a:gd name="T134" fmla="*/ 4094 w 4094"/>
                <a:gd name="T135" fmla="*/ 605 h 60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94" h="605" extrusionOk="0">
                  <a:moveTo>
                    <a:pt x="0" y="298"/>
                  </a:moveTo>
                  <a:lnTo>
                    <a:pt x="0" y="307"/>
                  </a:lnTo>
                  <a:lnTo>
                    <a:pt x="2" y="291"/>
                  </a:lnTo>
                  <a:lnTo>
                    <a:pt x="3" y="275"/>
                  </a:lnTo>
                  <a:lnTo>
                    <a:pt x="5" y="259"/>
                  </a:lnTo>
                  <a:lnTo>
                    <a:pt x="8" y="245"/>
                  </a:lnTo>
                  <a:lnTo>
                    <a:pt x="11" y="229"/>
                  </a:lnTo>
                  <a:lnTo>
                    <a:pt x="15" y="215"/>
                  </a:lnTo>
                  <a:lnTo>
                    <a:pt x="19" y="202"/>
                  </a:lnTo>
                  <a:lnTo>
                    <a:pt x="25" y="187"/>
                  </a:lnTo>
                  <a:lnTo>
                    <a:pt x="31" y="173"/>
                  </a:lnTo>
                  <a:lnTo>
                    <a:pt x="38" y="160"/>
                  </a:lnTo>
                  <a:lnTo>
                    <a:pt x="45" y="147"/>
                  </a:lnTo>
                  <a:lnTo>
                    <a:pt x="54" y="136"/>
                  </a:lnTo>
                  <a:lnTo>
                    <a:pt x="62" y="123"/>
                  </a:lnTo>
                  <a:lnTo>
                    <a:pt x="71" y="111"/>
                  </a:lnTo>
                  <a:lnTo>
                    <a:pt x="81" y="101"/>
                  </a:lnTo>
                  <a:lnTo>
                    <a:pt x="91" y="89"/>
                  </a:lnTo>
                  <a:lnTo>
                    <a:pt x="101" y="79"/>
                  </a:lnTo>
                  <a:lnTo>
                    <a:pt x="113" y="71"/>
                  </a:lnTo>
                  <a:lnTo>
                    <a:pt x="124" y="61"/>
                  </a:lnTo>
                  <a:lnTo>
                    <a:pt x="136" y="52"/>
                  </a:lnTo>
                  <a:lnTo>
                    <a:pt x="149" y="45"/>
                  </a:lnTo>
                  <a:lnTo>
                    <a:pt x="162" y="38"/>
                  </a:lnTo>
                  <a:lnTo>
                    <a:pt x="175" y="30"/>
                  </a:lnTo>
                  <a:lnTo>
                    <a:pt x="188" y="25"/>
                  </a:lnTo>
                  <a:lnTo>
                    <a:pt x="202" y="19"/>
                  </a:lnTo>
                  <a:lnTo>
                    <a:pt x="217" y="14"/>
                  </a:lnTo>
                  <a:lnTo>
                    <a:pt x="231" y="10"/>
                  </a:lnTo>
                  <a:lnTo>
                    <a:pt x="245" y="6"/>
                  </a:lnTo>
                  <a:lnTo>
                    <a:pt x="261" y="3"/>
                  </a:lnTo>
                  <a:lnTo>
                    <a:pt x="276" y="2"/>
                  </a:lnTo>
                  <a:lnTo>
                    <a:pt x="292" y="0"/>
                  </a:lnTo>
                  <a:lnTo>
                    <a:pt x="307" y="0"/>
                  </a:lnTo>
                  <a:lnTo>
                    <a:pt x="3788" y="0"/>
                  </a:lnTo>
                  <a:lnTo>
                    <a:pt x="3804" y="0"/>
                  </a:lnTo>
                  <a:lnTo>
                    <a:pt x="3820" y="2"/>
                  </a:lnTo>
                  <a:lnTo>
                    <a:pt x="3834" y="3"/>
                  </a:lnTo>
                  <a:lnTo>
                    <a:pt x="3850" y="6"/>
                  </a:lnTo>
                  <a:lnTo>
                    <a:pt x="3864" y="10"/>
                  </a:lnTo>
                  <a:lnTo>
                    <a:pt x="3879" y="14"/>
                  </a:lnTo>
                  <a:lnTo>
                    <a:pt x="3893" y="19"/>
                  </a:lnTo>
                  <a:lnTo>
                    <a:pt x="3908" y="25"/>
                  </a:lnTo>
                  <a:lnTo>
                    <a:pt x="3921" y="30"/>
                  </a:lnTo>
                  <a:lnTo>
                    <a:pt x="3934" y="38"/>
                  </a:lnTo>
                  <a:lnTo>
                    <a:pt x="3947" y="45"/>
                  </a:lnTo>
                  <a:lnTo>
                    <a:pt x="3960" y="52"/>
                  </a:lnTo>
                  <a:lnTo>
                    <a:pt x="3971" y="61"/>
                  </a:lnTo>
                  <a:lnTo>
                    <a:pt x="3983" y="71"/>
                  </a:lnTo>
                  <a:lnTo>
                    <a:pt x="3994" y="79"/>
                  </a:lnTo>
                  <a:lnTo>
                    <a:pt x="4004" y="89"/>
                  </a:lnTo>
                  <a:lnTo>
                    <a:pt x="4014" y="101"/>
                  </a:lnTo>
                  <a:lnTo>
                    <a:pt x="4024" y="111"/>
                  </a:lnTo>
                  <a:lnTo>
                    <a:pt x="4033" y="123"/>
                  </a:lnTo>
                  <a:lnTo>
                    <a:pt x="4042" y="136"/>
                  </a:lnTo>
                  <a:lnTo>
                    <a:pt x="4050" y="147"/>
                  </a:lnTo>
                  <a:lnTo>
                    <a:pt x="4058" y="160"/>
                  </a:lnTo>
                  <a:lnTo>
                    <a:pt x="4065" y="173"/>
                  </a:lnTo>
                  <a:lnTo>
                    <a:pt x="4071" y="187"/>
                  </a:lnTo>
                  <a:lnTo>
                    <a:pt x="4076" y="202"/>
                  </a:lnTo>
                  <a:lnTo>
                    <a:pt x="4081" y="215"/>
                  </a:lnTo>
                  <a:lnTo>
                    <a:pt x="4085" y="229"/>
                  </a:lnTo>
                  <a:lnTo>
                    <a:pt x="4088" y="245"/>
                  </a:lnTo>
                  <a:lnTo>
                    <a:pt x="4091" y="259"/>
                  </a:lnTo>
                  <a:lnTo>
                    <a:pt x="4092" y="275"/>
                  </a:lnTo>
                  <a:lnTo>
                    <a:pt x="4094" y="291"/>
                  </a:lnTo>
                  <a:lnTo>
                    <a:pt x="4094" y="307"/>
                  </a:lnTo>
                  <a:lnTo>
                    <a:pt x="4094" y="298"/>
                  </a:lnTo>
                  <a:lnTo>
                    <a:pt x="4094" y="314"/>
                  </a:lnTo>
                  <a:lnTo>
                    <a:pt x="4092" y="330"/>
                  </a:lnTo>
                  <a:lnTo>
                    <a:pt x="4091" y="346"/>
                  </a:lnTo>
                  <a:lnTo>
                    <a:pt x="4088" y="360"/>
                  </a:lnTo>
                  <a:lnTo>
                    <a:pt x="4085" y="376"/>
                  </a:lnTo>
                  <a:lnTo>
                    <a:pt x="4081" y="391"/>
                  </a:lnTo>
                  <a:lnTo>
                    <a:pt x="4076" y="405"/>
                  </a:lnTo>
                  <a:lnTo>
                    <a:pt x="4071" y="418"/>
                  </a:lnTo>
                  <a:lnTo>
                    <a:pt x="4065" y="432"/>
                  </a:lnTo>
                  <a:lnTo>
                    <a:pt x="4058" y="445"/>
                  </a:lnTo>
                  <a:lnTo>
                    <a:pt x="4050" y="458"/>
                  </a:lnTo>
                  <a:lnTo>
                    <a:pt x="4042" y="470"/>
                  </a:lnTo>
                  <a:lnTo>
                    <a:pt x="4033" y="483"/>
                  </a:lnTo>
                  <a:lnTo>
                    <a:pt x="4024" y="494"/>
                  </a:lnTo>
                  <a:lnTo>
                    <a:pt x="4014" y="504"/>
                  </a:lnTo>
                  <a:lnTo>
                    <a:pt x="4004" y="516"/>
                  </a:lnTo>
                  <a:lnTo>
                    <a:pt x="3994" y="526"/>
                  </a:lnTo>
                  <a:lnTo>
                    <a:pt x="3983" y="535"/>
                  </a:lnTo>
                  <a:lnTo>
                    <a:pt x="3971" y="545"/>
                  </a:lnTo>
                  <a:lnTo>
                    <a:pt x="3960" y="553"/>
                  </a:lnTo>
                  <a:lnTo>
                    <a:pt x="3947" y="561"/>
                  </a:lnTo>
                  <a:lnTo>
                    <a:pt x="3934" y="568"/>
                  </a:lnTo>
                  <a:lnTo>
                    <a:pt x="3921" y="575"/>
                  </a:lnTo>
                  <a:lnTo>
                    <a:pt x="3908" y="581"/>
                  </a:lnTo>
                  <a:lnTo>
                    <a:pt x="3893" y="587"/>
                  </a:lnTo>
                  <a:lnTo>
                    <a:pt x="3879" y="591"/>
                  </a:lnTo>
                  <a:lnTo>
                    <a:pt x="3864" y="595"/>
                  </a:lnTo>
                  <a:lnTo>
                    <a:pt x="3850" y="600"/>
                  </a:lnTo>
                  <a:lnTo>
                    <a:pt x="3834" y="602"/>
                  </a:lnTo>
                  <a:lnTo>
                    <a:pt x="3820" y="604"/>
                  </a:lnTo>
                  <a:lnTo>
                    <a:pt x="3804" y="605"/>
                  </a:lnTo>
                  <a:lnTo>
                    <a:pt x="3788" y="605"/>
                  </a:lnTo>
                  <a:lnTo>
                    <a:pt x="307" y="605"/>
                  </a:lnTo>
                  <a:lnTo>
                    <a:pt x="292" y="605"/>
                  </a:lnTo>
                  <a:lnTo>
                    <a:pt x="276" y="604"/>
                  </a:lnTo>
                  <a:lnTo>
                    <a:pt x="261" y="602"/>
                  </a:lnTo>
                  <a:lnTo>
                    <a:pt x="245" y="600"/>
                  </a:lnTo>
                  <a:lnTo>
                    <a:pt x="231" y="595"/>
                  </a:lnTo>
                  <a:lnTo>
                    <a:pt x="217" y="591"/>
                  </a:lnTo>
                  <a:lnTo>
                    <a:pt x="202" y="587"/>
                  </a:lnTo>
                  <a:lnTo>
                    <a:pt x="188" y="581"/>
                  </a:lnTo>
                  <a:lnTo>
                    <a:pt x="175" y="575"/>
                  </a:lnTo>
                  <a:lnTo>
                    <a:pt x="162" y="568"/>
                  </a:lnTo>
                  <a:lnTo>
                    <a:pt x="149" y="561"/>
                  </a:lnTo>
                  <a:lnTo>
                    <a:pt x="136" y="553"/>
                  </a:lnTo>
                  <a:lnTo>
                    <a:pt x="124" y="545"/>
                  </a:lnTo>
                  <a:lnTo>
                    <a:pt x="113" y="535"/>
                  </a:lnTo>
                  <a:lnTo>
                    <a:pt x="101" y="526"/>
                  </a:lnTo>
                  <a:lnTo>
                    <a:pt x="91" y="516"/>
                  </a:lnTo>
                  <a:lnTo>
                    <a:pt x="81" y="504"/>
                  </a:lnTo>
                  <a:lnTo>
                    <a:pt x="71" y="494"/>
                  </a:lnTo>
                  <a:lnTo>
                    <a:pt x="62" y="483"/>
                  </a:lnTo>
                  <a:lnTo>
                    <a:pt x="54" y="470"/>
                  </a:lnTo>
                  <a:lnTo>
                    <a:pt x="45" y="458"/>
                  </a:lnTo>
                  <a:lnTo>
                    <a:pt x="38" y="445"/>
                  </a:lnTo>
                  <a:lnTo>
                    <a:pt x="31" y="432"/>
                  </a:lnTo>
                  <a:lnTo>
                    <a:pt x="25" y="418"/>
                  </a:lnTo>
                  <a:lnTo>
                    <a:pt x="19" y="405"/>
                  </a:lnTo>
                  <a:lnTo>
                    <a:pt x="15" y="391"/>
                  </a:lnTo>
                  <a:lnTo>
                    <a:pt x="11" y="376"/>
                  </a:lnTo>
                  <a:lnTo>
                    <a:pt x="8" y="360"/>
                  </a:lnTo>
                  <a:lnTo>
                    <a:pt x="5" y="346"/>
                  </a:lnTo>
                  <a:lnTo>
                    <a:pt x="3" y="330"/>
                  </a:lnTo>
                  <a:lnTo>
                    <a:pt x="2" y="314"/>
                  </a:lnTo>
                  <a:lnTo>
                    <a:pt x="0" y="298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5281" name="Shape 2184">
              <a:extLst>
                <a:ext uri="{FF2B5EF4-FFF2-40B4-BE49-F238E27FC236}">
                  <a16:creationId xmlns:a16="http://schemas.microsoft.com/office/drawing/2014/main" id="{20970E84-E892-43F5-90A5-255F23D50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362" y="4441825"/>
              <a:ext cx="46037" cy="138111"/>
            </a:xfrm>
            <a:custGeom>
              <a:avLst/>
              <a:gdLst>
                <a:gd name="T0" fmla="*/ 0 w 58"/>
                <a:gd name="T1" fmla="*/ 0 h 173"/>
                <a:gd name="T2" fmla="*/ 2147483646 w 58"/>
                <a:gd name="T3" fmla="*/ 2147483646 h 173"/>
                <a:gd name="T4" fmla="*/ 2147483646 w 58"/>
                <a:gd name="T5" fmla="*/ 0 h 173"/>
                <a:gd name="T6" fmla="*/ 2147483646 w 58"/>
                <a:gd name="T7" fmla="*/ 0 h 173"/>
                <a:gd name="T8" fmla="*/ 0 w 58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8"/>
                <a:gd name="T16" fmla="*/ 0 h 173"/>
                <a:gd name="T17" fmla="*/ 58 w 58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8" h="173" extrusionOk="0">
                  <a:moveTo>
                    <a:pt x="0" y="0"/>
                  </a:moveTo>
                  <a:lnTo>
                    <a:pt x="29" y="173"/>
                  </a:lnTo>
                  <a:lnTo>
                    <a:pt x="58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265282" name="Shape 2185">
              <a:extLst>
                <a:ext uri="{FF2B5EF4-FFF2-40B4-BE49-F238E27FC236}">
                  <a16:creationId xmlns:a16="http://schemas.microsoft.com/office/drawing/2014/main" id="{15509A31-50DE-48EE-A841-801738BB03D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4702175" y="3962399"/>
              <a:ext cx="1500" cy="457200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65283" name="Shape 2186">
              <a:extLst>
                <a:ext uri="{FF2B5EF4-FFF2-40B4-BE49-F238E27FC236}">
                  <a16:creationId xmlns:a16="http://schemas.microsoft.com/office/drawing/2014/main" id="{F675CCAD-DCCA-4884-864B-E319F85C1A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4737" y="4057650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65284" name="Shape 2187">
              <a:extLst>
                <a:ext uri="{FF2B5EF4-FFF2-40B4-BE49-F238E27FC236}">
                  <a16:creationId xmlns:a16="http://schemas.microsoft.com/office/drawing/2014/main" id="{74C5A994-1603-41DC-BDE7-FBDC20CFE6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45112" y="405765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5285" name="Shape 2188">
              <a:extLst>
                <a:ext uri="{FF2B5EF4-FFF2-40B4-BE49-F238E27FC236}">
                  <a16:creationId xmlns:a16="http://schemas.microsoft.com/office/drawing/2014/main" id="{3C6B5344-8E9C-439A-876E-2B746BCFEC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24450" y="405765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5286" name="Shape 2189">
              <a:extLst>
                <a:ext uri="{FF2B5EF4-FFF2-40B4-BE49-F238E27FC236}">
                  <a16:creationId xmlns:a16="http://schemas.microsoft.com/office/drawing/2014/main" id="{8948D011-1E52-4DD8-A0EF-79EF4BB8A4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4737" y="4281487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65287" name="Shape 2190">
              <a:extLst>
                <a:ext uri="{FF2B5EF4-FFF2-40B4-BE49-F238E27FC236}">
                  <a16:creationId xmlns:a16="http://schemas.microsoft.com/office/drawing/2014/main" id="{6C846CB0-81A2-4504-84FE-B47D9D1B42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45112" y="4281487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5288" name="Shape 2191">
              <a:extLst>
                <a:ext uri="{FF2B5EF4-FFF2-40B4-BE49-F238E27FC236}">
                  <a16:creationId xmlns:a16="http://schemas.microsoft.com/office/drawing/2014/main" id="{F69A6F52-BAC2-4E6E-A584-C7A0A3028A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24450" y="4281487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5289" name="Shape 2192">
              <a:extLst>
                <a:ext uri="{FF2B5EF4-FFF2-40B4-BE49-F238E27FC236}">
                  <a16:creationId xmlns:a16="http://schemas.microsoft.com/office/drawing/2014/main" id="{9F0AB891-2CFD-43C3-9C69-CE8B77DF94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14771" y="3587750"/>
              <a:ext cx="2523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: </a:t>
              </a:r>
            </a:p>
          </p:txBody>
        </p:sp>
        <p:sp>
          <p:nvSpPr>
            <p:cNvPr id="265290" name="Shape 2193">
              <a:extLst>
                <a:ext uri="{FF2B5EF4-FFF2-40B4-BE49-F238E27FC236}">
                  <a16:creationId xmlns:a16="http://schemas.microsoft.com/office/drawing/2014/main" id="{C60B466D-4267-475C-A31A-3EF95AA3C5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3037" y="3587750"/>
              <a:ext cx="174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265291" name="Shape 2194">
              <a:extLst>
                <a:ext uri="{FF2B5EF4-FFF2-40B4-BE49-F238E27FC236}">
                  <a16:creationId xmlns:a16="http://schemas.microsoft.com/office/drawing/2014/main" id="{4FDB1687-6ECC-4140-927F-5CCF03B9DB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19562" y="358775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5292" name="Shape 2195">
              <a:extLst>
                <a:ext uri="{FF2B5EF4-FFF2-40B4-BE49-F238E27FC236}">
                  <a16:creationId xmlns:a16="http://schemas.microsoft.com/office/drawing/2014/main" id="{08299F87-4684-4096-B9FB-320B6864FD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30687" y="3692525"/>
              <a:ext cx="252300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 </a:t>
              </a:r>
            </a:p>
          </p:txBody>
        </p:sp>
        <p:sp>
          <p:nvSpPr>
            <p:cNvPr id="265293" name="Shape 2196">
              <a:extLst>
                <a:ext uri="{FF2B5EF4-FFF2-40B4-BE49-F238E27FC236}">
                  <a16:creationId xmlns:a16="http://schemas.microsoft.com/office/drawing/2014/main" id="{B22F4CF5-E8CE-4650-B52A-340A35E64E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16462" y="358775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5294" name="Shape 2197">
              <a:extLst>
                <a:ext uri="{FF2B5EF4-FFF2-40B4-BE49-F238E27FC236}">
                  <a16:creationId xmlns:a16="http://schemas.microsoft.com/office/drawing/2014/main" id="{B0B1506E-2491-480E-A2DA-B2F232B255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32312" y="358775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5295" name="Shape 2198">
              <a:extLst>
                <a:ext uri="{FF2B5EF4-FFF2-40B4-BE49-F238E27FC236}">
                  <a16:creationId xmlns:a16="http://schemas.microsoft.com/office/drawing/2014/main" id="{CB5FE978-20D8-4517-AEC8-17806F29BF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26012" y="3587750"/>
              <a:ext cx="174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265296" name="Shape 2199">
              <a:extLst>
                <a:ext uri="{FF2B5EF4-FFF2-40B4-BE49-F238E27FC236}">
                  <a16:creationId xmlns:a16="http://schemas.microsoft.com/office/drawing/2014/main" id="{8AD9458E-8A5B-48EB-94E0-8F73284856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2537" y="358775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265297" name="Shape 2200">
              <a:extLst>
                <a:ext uri="{FF2B5EF4-FFF2-40B4-BE49-F238E27FC236}">
                  <a16:creationId xmlns:a16="http://schemas.microsoft.com/office/drawing/2014/main" id="{31DCC6C3-BBEA-4625-8559-3B1BE570F2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3644" y="3692525"/>
              <a:ext cx="185700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65298" name="Shape 2201">
              <a:extLst>
                <a:ext uri="{FF2B5EF4-FFF2-40B4-BE49-F238E27FC236}">
                  <a16:creationId xmlns:a16="http://schemas.microsoft.com/office/drawing/2014/main" id="{C90B8257-A82C-4E0A-9ED3-B149624FC2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4187" y="358775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5299" name="Shape 2202">
              <a:extLst>
                <a:ext uri="{FF2B5EF4-FFF2-40B4-BE49-F238E27FC236}">
                  <a16:creationId xmlns:a16="http://schemas.microsoft.com/office/drawing/2014/main" id="{1B240C17-38CE-4CFA-A676-3DF61AF324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0037" y="358775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5300" name="Shape 2203">
              <a:extLst>
                <a:ext uri="{FF2B5EF4-FFF2-40B4-BE49-F238E27FC236}">
                  <a16:creationId xmlns:a16="http://schemas.microsoft.com/office/drawing/2014/main" id="{A2618698-ECE5-40C3-9AC1-87544CA93B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9650" y="3581400"/>
              <a:ext cx="107999" cy="258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Noto Symbol" charset="0"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Noto Symbol" charset="0"/>
                  <a:ea typeface="ＭＳ Ｐゴシック" panose="020B0600070205080204" pitchFamily="34" charset="-128"/>
                  <a:cs typeface="Arial" panose="020B0604020202020204" pitchFamily="34" charset="0"/>
                  <a:sym typeface="Noto Symbol" charset="0"/>
                </a:rPr>
                <a:t>, </a:t>
              </a:r>
            </a:p>
          </p:txBody>
        </p:sp>
        <p:sp>
          <p:nvSpPr>
            <p:cNvPr id="265301" name="Shape 2204">
              <a:extLst>
                <a:ext uri="{FF2B5EF4-FFF2-40B4-BE49-F238E27FC236}">
                  <a16:creationId xmlns:a16="http://schemas.microsoft.com/office/drawing/2014/main" id="{EA45CE95-802C-4C8B-BC35-81FC97920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575" y="2336800"/>
              <a:ext cx="3249612" cy="481011"/>
            </a:xfrm>
            <a:custGeom>
              <a:avLst/>
              <a:gdLst>
                <a:gd name="T0" fmla="*/ 2147483646 w 4094"/>
                <a:gd name="T1" fmla="*/ 2147483646 h 605"/>
                <a:gd name="T2" fmla="*/ 2147483646 w 4094"/>
                <a:gd name="T3" fmla="*/ 2147483646 h 605"/>
                <a:gd name="T4" fmla="*/ 2147483646 w 4094"/>
                <a:gd name="T5" fmla="*/ 2147483646 h 605"/>
                <a:gd name="T6" fmla="*/ 2147483646 w 4094"/>
                <a:gd name="T7" fmla="*/ 2147483646 h 605"/>
                <a:gd name="T8" fmla="*/ 2147483646 w 4094"/>
                <a:gd name="T9" fmla="*/ 2147483646 h 605"/>
                <a:gd name="T10" fmla="*/ 2147483646 w 4094"/>
                <a:gd name="T11" fmla="*/ 2147483646 h 605"/>
                <a:gd name="T12" fmla="*/ 2147483646 w 4094"/>
                <a:gd name="T13" fmla="*/ 2147483646 h 605"/>
                <a:gd name="T14" fmla="*/ 2147483646 w 4094"/>
                <a:gd name="T15" fmla="*/ 2147483646 h 605"/>
                <a:gd name="T16" fmla="*/ 2147483646 w 4094"/>
                <a:gd name="T17" fmla="*/ 2147483646 h 605"/>
                <a:gd name="T18" fmla="*/ 2147483646 w 4094"/>
                <a:gd name="T19" fmla="*/ 2147483646 h 605"/>
                <a:gd name="T20" fmla="*/ 2147483646 w 4094"/>
                <a:gd name="T21" fmla="*/ 0 h 605"/>
                <a:gd name="T22" fmla="*/ 2147483646 w 4094"/>
                <a:gd name="T23" fmla="*/ 0 h 605"/>
                <a:gd name="T24" fmla="*/ 2147483646 w 4094"/>
                <a:gd name="T25" fmla="*/ 2147483646 h 605"/>
                <a:gd name="T26" fmla="*/ 2147483646 w 4094"/>
                <a:gd name="T27" fmla="*/ 2147483646 h 605"/>
                <a:gd name="T28" fmla="*/ 2147483646 w 4094"/>
                <a:gd name="T29" fmla="*/ 2147483646 h 605"/>
                <a:gd name="T30" fmla="*/ 2147483646 w 4094"/>
                <a:gd name="T31" fmla="*/ 2147483646 h 605"/>
                <a:gd name="T32" fmla="*/ 2147483646 w 4094"/>
                <a:gd name="T33" fmla="*/ 2147483646 h 605"/>
                <a:gd name="T34" fmla="*/ 2147483646 w 4094"/>
                <a:gd name="T35" fmla="*/ 2147483646 h 605"/>
                <a:gd name="T36" fmla="*/ 2147483646 w 4094"/>
                <a:gd name="T37" fmla="*/ 2147483646 h 605"/>
                <a:gd name="T38" fmla="*/ 2147483646 w 4094"/>
                <a:gd name="T39" fmla="*/ 2147483646 h 605"/>
                <a:gd name="T40" fmla="*/ 2147483646 w 4094"/>
                <a:gd name="T41" fmla="*/ 2147483646 h 605"/>
                <a:gd name="T42" fmla="*/ 2147483646 w 4094"/>
                <a:gd name="T43" fmla="*/ 2147483646 h 605"/>
                <a:gd name="T44" fmla="*/ 2147483646 w 4094"/>
                <a:gd name="T45" fmla="*/ 2147483646 h 605"/>
                <a:gd name="T46" fmla="*/ 2147483646 w 4094"/>
                <a:gd name="T47" fmla="*/ 2147483646 h 605"/>
                <a:gd name="T48" fmla="*/ 2147483646 w 4094"/>
                <a:gd name="T49" fmla="*/ 2147483646 h 605"/>
                <a:gd name="T50" fmla="*/ 2147483646 w 4094"/>
                <a:gd name="T51" fmla="*/ 2147483646 h 605"/>
                <a:gd name="T52" fmla="*/ 2147483646 w 4094"/>
                <a:gd name="T53" fmla="*/ 2147483646 h 605"/>
                <a:gd name="T54" fmla="*/ 2147483646 w 4094"/>
                <a:gd name="T55" fmla="*/ 2147483646 h 605"/>
                <a:gd name="T56" fmla="*/ 2147483646 w 4094"/>
                <a:gd name="T57" fmla="*/ 2147483646 h 605"/>
                <a:gd name="T58" fmla="*/ 2147483646 w 4094"/>
                <a:gd name="T59" fmla="*/ 2147483646 h 605"/>
                <a:gd name="T60" fmla="*/ 2147483646 w 4094"/>
                <a:gd name="T61" fmla="*/ 2147483646 h 605"/>
                <a:gd name="T62" fmla="*/ 2147483646 w 4094"/>
                <a:gd name="T63" fmla="*/ 2147483646 h 605"/>
                <a:gd name="T64" fmla="*/ 2147483646 w 4094"/>
                <a:gd name="T65" fmla="*/ 2147483646 h 605"/>
                <a:gd name="T66" fmla="*/ 2147483646 w 4094"/>
                <a:gd name="T67" fmla="*/ 2147483646 h 605"/>
                <a:gd name="T68" fmla="*/ 2147483646 w 4094"/>
                <a:gd name="T69" fmla="*/ 2147483646 h 605"/>
                <a:gd name="T70" fmla="*/ 2147483646 w 4094"/>
                <a:gd name="T71" fmla="*/ 2147483646 h 605"/>
                <a:gd name="T72" fmla="*/ 2147483646 w 4094"/>
                <a:gd name="T73" fmla="*/ 2147483646 h 605"/>
                <a:gd name="T74" fmla="*/ 2147483646 w 4094"/>
                <a:gd name="T75" fmla="*/ 2147483646 h 605"/>
                <a:gd name="T76" fmla="*/ 2147483646 w 4094"/>
                <a:gd name="T77" fmla="*/ 2147483646 h 605"/>
                <a:gd name="T78" fmla="*/ 2147483646 w 4094"/>
                <a:gd name="T79" fmla="*/ 2147483646 h 605"/>
                <a:gd name="T80" fmla="*/ 2147483646 w 4094"/>
                <a:gd name="T81" fmla="*/ 2147483646 h 605"/>
                <a:gd name="T82" fmla="*/ 2147483646 w 4094"/>
                <a:gd name="T83" fmla="*/ 2147483646 h 605"/>
                <a:gd name="T84" fmla="*/ 2147483646 w 4094"/>
                <a:gd name="T85" fmla="*/ 2147483646 h 605"/>
                <a:gd name="T86" fmla="*/ 2147483646 w 4094"/>
                <a:gd name="T87" fmla="*/ 2147483646 h 60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94"/>
                <a:gd name="T133" fmla="*/ 0 h 605"/>
                <a:gd name="T134" fmla="*/ 4094 w 4094"/>
                <a:gd name="T135" fmla="*/ 605 h 60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94" h="605" extrusionOk="0">
                  <a:moveTo>
                    <a:pt x="0" y="298"/>
                  </a:moveTo>
                  <a:lnTo>
                    <a:pt x="0" y="307"/>
                  </a:lnTo>
                  <a:lnTo>
                    <a:pt x="2" y="291"/>
                  </a:lnTo>
                  <a:lnTo>
                    <a:pt x="3" y="275"/>
                  </a:lnTo>
                  <a:lnTo>
                    <a:pt x="5" y="259"/>
                  </a:lnTo>
                  <a:lnTo>
                    <a:pt x="8" y="245"/>
                  </a:lnTo>
                  <a:lnTo>
                    <a:pt x="11" y="229"/>
                  </a:lnTo>
                  <a:lnTo>
                    <a:pt x="15" y="215"/>
                  </a:lnTo>
                  <a:lnTo>
                    <a:pt x="19" y="202"/>
                  </a:lnTo>
                  <a:lnTo>
                    <a:pt x="25" y="187"/>
                  </a:lnTo>
                  <a:lnTo>
                    <a:pt x="31" y="173"/>
                  </a:lnTo>
                  <a:lnTo>
                    <a:pt x="38" y="160"/>
                  </a:lnTo>
                  <a:lnTo>
                    <a:pt x="45" y="147"/>
                  </a:lnTo>
                  <a:lnTo>
                    <a:pt x="54" y="135"/>
                  </a:lnTo>
                  <a:lnTo>
                    <a:pt x="62" y="122"/>
                  </a:lnTo>
                  <a:lnTo>
                    <a:pt x="71" y="111"/>
                  </a:lnTo>
                  <a:lnTo>
                    <a:pt x="81" y="101"/>
                  </a:lnTo>
                  <a:lnTo>
                    <a:pt x="91" y="89"/>
                  </a:lnTo>
                  <a:lnTo>
                    <a:pt x="101" y="79"/>
                  </a:lnTo>
                  <a:lnTo>
                    <a:pt x="113" y="71"/>
                  </a:lnTo>
                  <a:lnTo>
                    <a:pt x="124" y="60"/>
                  </a:lnTo>
                  <a:lnTo>
                    <a:pt x="136" y="52"/>
                  </a:lnTo>
                  <a:lnTo>
                    <a:pt x="149" y="45"/>
                  </a:lnTo>
                  <a:lnTo>
                    <a:pt x="162" y="37"/>
                  </a:lnTo>
                  <a:lnTo>
                    <a:pt x="175" y="30"/>
                  </a:lnTo>
                  <a:lnTo>
                    <a:pt x="188" y="24"/>
                  </a:lnTo>
                  <a:lnTo>
                    <a:pt x="202" y="19"/>
                  </a:lnTo>
                  <a:lnTo>
                    <a:pt x="217" y="14"/>
                  </a:lnTo>
                  <a:lnTo>
                    <a:pt x="231" y="10"/>
                  </a:lnTo>
                  <a:lnTo>
                    <a:pt x="245" y="6"/>
                  </a:lnTo>
                  <a:lnTo>
                    <a:pt x="261" y="3"/>
                  </a:lnTo>
                  <a:lnTo>
                    <a:pt x="276" y="1"/>
                  </a:lnTo>
                  <a:lnTo>
                    <a:pt x="292" y="0"/>
                  </a:lnTo>
                  <a:lnTo>
                    <a:pt x="307" y="0"/>
                  </a:lnTo>
                  <a:lnTo>
                    <a:pt x="3788" y="0"/>
                  </a:lnTo>
                  <a:lnTo>
                    <a:pt x="3804" y="0"/>
                  </a:lnTo>
                  <a:lnTo>
                    <a:pt x="3820" y="1"/>
                  </a:lnTo>
                  <a:lnTo>
                    <a:pt x="3834" y="3"/>
                  </a:lnTo>
                  <a:lnTo>
                    <a:pt x="3850" y="6"/>
                  </a:lnTo>
                  <a:lnTo>
                    <a:pt x="3864" y="10"/>
                  </a:lnTo>
                  <a:lnTo>
                    <a:pt x="3879" y="14"/>
                  </a:lnTo>
                  <a:lnTo>
                    <a:pt x="3893" y="19"/>
                  </a:lnTo>
                  <a:lnTo>
                    <a:pt x="3908" y="24"/>
                  </a:lnTo>
                  <a:lnTo>
                    <a:pt x="3921" y="30"/>
                  </a:lnTo>
                  <a:lnTo>
                    <a:pt x="3934" y="37"/>
                  </a:lnTo>
                  <a:lnTo>
                    <a:pt x="3947" y="45"/>
                  </a:lnTo>
                  <a:lnTo>
                    <a:pt x="3960" y="52"/>
                  </a:lnTo>
                  <a:lnTo>
                    <a:pt x="3971" y="60"/>
                  </a:lnTo>
                  <a:lnTo>
                    <a:pt x="3983" y="71"/>
                  </a:lnTo>
                  <a:lnTo>
                    <a:pt x="3994" y="79"/>
                  </a:lnTo>
                  <a:lnTo>
                    <a:pt x="4004" y="89"/>
                  </a:lnTo>
                  <a:lnTo>
                    <a:pt x="4014" y="101"/>
                  </a:lnTo>
                  <a:lnTo>
                    <a:pt x="4024" y="111"/>
                  </a:lnTo>
                  <a:lnTo>
                    <a:pt x="4033" y="122"/>
                  </a:lnTo>
                  <a:lnTo>
                    <a:pt x="4042" y="135"/>
                  </a:lnTo>
                  <a:lnTo>
                    <a:pt x="4050" y="147"/>
                  </a:lnTo>
                  <a:lnTo>
                    <a:pt x="4058" y="160"/>
                  </a:lnTo>
                  <a:lnTo>
                    <a:pt x="4065" y="173"/>
                  </a:lnTo>
                  <a:lnTo>
                    <a:pt x="4071" y="187"/>
                  </a:lnTo>
                  <a:lnTo>
                    <a:pt x="4076" y="202"/>
                  </a:lnTo>
                  <a:lnTo>
                    <a:pt x="4081" y="215"/>
                  </a:lnTo>
                  <a:lnTo>
                    <a:pt x="4085" y="229"/>
                  </a:lnTo>
                  <a:lnTo>
                    <a:pt x="4088" y="245"/>
                  </a:lnTo>
                  <a:lnTo>
                    <a:pt x="4091" y="259"/>
                  </a:lnTo>
                  <a:lnTo>
                    <a:pt x="4092" y="275"/>
                  </a:lnTo>
                  <a:lnTo>
                    <a:pt x="4094" y="291"/>
                  </a:lnTo>
                  <a:lnTo>
                    <a:pt x="4094" y="307"/>
                  </a:lnTo>
                  <a:lnTo>
                    <a:pt x="4094" y="298"/>
                  </a:lnTo>
                  <a:lnTo>
                    <a:pt x="4094" y="314"/>
                  </a:lnTo>
                  <a:lnTo>
                    <a:pt x="4092" y="330"/>
                  </a:lnTo>
                  <a:lnTo>
                    <a:pt x="4091" y="346"/>
                  </a:lnTo>
                  <a:lnTo>
                    <a:pt x="4088" y="360"/>
                  </a:lnTo>
                  <a:lnTo>
                    <a:pt x="4085" y="376"/>
                  </a:lnTo>
                  <a:lnTo>
                    <a:pt x="4081" y="390"/>
                  </a:lnTo>
                  <a:lnTo>
                    <a:pt x="4076" y="405"/>
                  </a:lnTo>
                  <a:lnTo>
                    <a:pt x="4071" y="418"/>
                  </a:lnTo>
                  <a:lnTo>
                    <a:pt x="4065" y="432"/>
                  </a:lnTo>
                  <a:lnTo>
                    <a:pt x="4058" y="445"/>
                  </a:lnTo>
                  <a:lnTo>
                    <a:pt x="4050" y="458"/>
                  </a:lnTo>
                  <a:lnTo>
                    <a:pt x="4042" y="470"/>
                  </a:lnTo>
                  <a:lnTo>
                    <a:pt x="4033" y="483"/>
                  </a:lnTo>
                  <a:lnTo>
                    <a:pt x="4024" y="494"/>
                  </a:lnTo>
                  <a:lnTo>
                    <a:pt x="4014" y="504"/>
                  </a:lnTo>
                  <a:lnTo>
                    <a:pt x="4004" y="516"/>
                  </a:lnTo>
                  <a:lnTo>
                    <a:pt x="3994" y="526"/>
                  </a:lnTo>
                  <a:lnTo>
                    <a:pt x="3983" y="535"/>
                  </a:lnTo>
                  <a:lnTo>
                    <a:pt x="3971" y="545"/>
                  </a:lnTo>
                  <a:lnTo>
                    <a:pt x="3960" y="553"/>
                  </a:lnTo>
                  <a:lnTo>
                    <a:pt x="3947" y="561"/>
                  </a:lnTo>
                  <a:lnTo>
                    <a:pt x="3934" y="568"/>
                  </a:lnTo>
                  <a:lnTo>
                    <a:pt x="3921" y="575"/>
                  </a:lnTo>
                  <a:lnTo>
                    <a:pt x="3908" y="581"/>
                  </a:lnTo>
                  <a:lnTo>
                    <a:pt x="3893" y="586"/>
                  </a:lnTo>
                  <a:lnTo>
                    <a:pt x="3879" y="591"/>
                  </a:lnTo>
                  <a:lnTo>
                    <a:pt x="3864" y="595"/>
                  </a:lnTo>
                  <a:lnTo>
                    <a:pt x="3850" y="599"/>
                  </a:lnTo>
                  <a:lnTo>
                    <a:pt x="3834" y="602"/>
                  </a:lnTo>
                  <a:lnTo>
                    <a:pt x="3820" y="604"/>
                  </a:lnTo>
                  <a:lnTo>
                    <a:pt x="3804" y="605"/>
                  </a:lnTo>
                  <a:lnTo>
                    <a:pt x="3788" y="605"/>
                  </a:lnTo>
                  <a:lnTo>
                    <a:pt x="307" y="605"/>
                  </a:lnTo>
                  <a:lnTo>
                    <a:pt x="292" y="605"/>
                  </a:lnTo>
                  <a:lnTo>
                    <a:pt x="276" y="604"/>
                  </a:lnTo>
                  <a:lnTo>
                    <a:pt x="261" y="602"/>
                  </a:lnTo>
                  <a:lnTo>
                    <a:pt x="245" y="599"/>
                  </a:lnTo>
                  <a:lnTo>
                    <a:pt x="231" y="595"/>
                  </a:lnTo>
                  <a:lnTo>
                    <a:pt x="217" y="591"/>
                  </a:lnTo>
                  <a:lnTo>
                    <a:pt x="202" y="586"/>
                  </a:lnTo>
                  <a:lnTo>
                    <a:pt x="188" y="581"/>
                  </a:lnTo>
                  <a:lnTo>
                    <a:pt x="175" y="575"/>
                  </a:lnTo>
                  <a:lnTo>
                    <a:pt x="162" y="568"/>
                  </a:lnTo>
                  <a:lnTo>
                    <a:pt x="149" y="561"/>
                  </a:lnTo>
                  <a:lnTo>
                    <a:pt x="136" y="553"/>
                  </a:lnTo>
                  <a:lnTo>
                    <a:pt x="124" y="545"/>
                  </a:lnTo>
                  <a:lnTo>
                    <a:pt x="113" y="535"/>
                  </a:lnTo>
                  <a:lnTo>
                    <a:pt x="101" y="526"/>
                  </a:lnTo>
                  <a:lnTo>
                    <a:pt x="91" y="516"/>
                  </a:lnTo>
                  <a:lnTo>
                    <a:pt x="81" y="504"/>
                  </a:lnTo>
                  <a:lnTo>
                    <a:pt x="71" y="494"/>
                  </a:lnTo>
                  <a:lnTo>
                    <a:pt x="62" y="483"/>
                  </a:lnTo>
                  <a:lnTo>
                    <a:pt x="54" y="470"/>
                  </a:lnTo>
                  <a:lnTo>
                    <a:pt x="45" y="458"/>
                  </a:lnTo>
                  <a:lnTo>
                    <a:pt x="38" y="445"/>
                  </a:lnTo>
                  <a:lnTo>
                    <a:pt x="31" y="432"/>
                  </a:lnTo>
                  <a:lnTo>
                    <a:pt x="25" y="418"/>
                  </a:lnTo>
                  <a:lnTo>
                    <a:pt x="19" y="405"/>
                  </a:lnTo>
                  <a:lnTo>
                    <a:pt x="15" y="390"/>
                  </a:lnTo>
                  <a:lnTo>
                    <a:pt x="11" y="376"/>
                  </a:lnTo>
                  <a:lnTo>
                    <a:pt x="8" y="360"/>
                  </a:lnTo>
                  <a:lnTo>
                    <a:pt x="5" y="346"/>
                  </a:lnTo>
                  <a:lnTo>
                    <a:pt x="3" y="330"/>
                  </a:lnTo>
                  <a:lnTo>
                    <a:pt x="2" y="314"/>
                  </a:lnTo>
                  <a:lnTo>
                    <a:pt x="0" y="298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5302" name="Shape 2205">
              <a:extLst>
                <a:ext uri="{FF2B5EF4-FFF2-40B4-BE49-F238E27FC236}">
                  <a16:creationId xmlns:a16="http://schemas.microsoft.com/office/drawing/2014/main" id="{F472E92A-7C41-46B9-9793-7569C00930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14745" y="2465375"/>
              <a:ext cx="2523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: </a:t>
              </a:r>
            </a:p>
          </p:txBody>
        </p:sp>
        <p:sp>
          <p:nvSpPr>
            <p:cNvPr id="265303" name="Shape 2206">
              <a:extLst>
                <a:ext uri="{FF2B5EF4-FFF2-40B4-BE49-F238E27FC236}">
                  <a16:creationId xmlns:a16="http://schemas.microsoft.com/office/drawing/2014/main" id="{EDA31B27-EA31-4EC1-A3AB-C4219A7871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3037" y="2465386"/>
              <a:ext cx="174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265304" name="Shape 2207">
              <a:extLst>
                <a:ext uri="{FF2B5EF4-FFF2-40B4-BE49-F238E27FC236}">
                  <a16:creationId xmlns:a16="http://schemas.microsoft.com/office/drawing/2014/main" id="{2EAE0287-FF0E-4F4E-A7A3-8B05A95435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19562" y="246538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265305" name="Shape 2208">
              <a:extLst>
                <a:ext uri="{FF2B5EF4-FFF2-40B4-BE49-F238E27FC236}">
                  <a16:creationId xmlns:a16="http://schemas.microsoft.com/office/drawing/2014/main" id="{2B242AB2-08A9-4A1F-99B3-2587F37079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30687" y="2568575"/>
              <a:ext cx="252300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 </a:t>
              </a:r>
            </a:p>
          </p:txBody>
        </p:sp>
        <p:sp>
          <p:nvSpPr>
            <p:cNvPr id="265306" name="Shape 2209">
              <a:extLst>
                <a:ext uri="{FF2B5EF4-FFF2-40B4-BE49-F238E27FC236}">
                  <a16:creationId xmlns:a16="http://schemas.microsoft.com/office/drawing/2014/main" id="{54488884-712E-42F3-8711-58D12F9C97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16462" y="246538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5307" name="Shape 2210">
              <a:extLst>
                <a:ext uri="{FF2B5EF4-FFF2-40B4-BE49-F238E27FC236}">
                  <a16:creationId xmlns:a16="http://schemas.microsoft.com/office/drawing/2014/main" id="{9727678F-D413-4C5C-8EAA-2DFABCC6F1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32312" y="2465386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5308" name="Shape 2211">
              <a:extLst>
                <a:ext uri="{FF2B5EF4-FFF2-40B4-BE49-F238E27FC236}">
                  <a16:creationId xmlns:a16="http://schemas.microsoft.com/office/drawing/2014/main" id="{49392737-8FC0-4CA9-A21C-2BF7663B06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26012" y="2465386"/>
              <a:ext cx="174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265309" name="Shape 2212">
              <a:extLst>
                <a:ext uri="{FF2B5EF4-FFF2-40B4-BE49-F238E27FC236}">
                  <a16:creationId xmlns:a16="http://schemas.microsoft.com/office/drawing/2014/main" id="{EF62BFA9-B603-4998-93EF-942FF53696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2537" y="246538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 </a:t>
              </a:r>
            </a:p>
          </p:txBody>
        </p:sp>
        <p:sp>
          <p:nvSpPr>
            <p:cNvPr id="265310" name="Shape 2213">
              <a:extLst>
                <a:ext uri="{FF2B5EF4-FFF2-40B4-BE49-F238E27FC236}">
                  <a16:creationId xmlns:a16="http://schemas.microsoft.com/office/drawing/2014/main" id="{B1B76162-BE50-4616-A282-263AC15294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3642" y="2568575"/>
              <a:ext cx="196800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65311" name="Shape 2214">
              <a:extLst>
                <a:ext uri="{FF2B5EF4-FFF2-40B4-BE49-F238E27FC236}">
                  <a16:creationId xmlns:a16="http://schemas.microsoft.com/office/drawing/2014/main" id="{9B500EAF-A62C-4D0A-982F-A86CDF9129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4187" y="246538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5312" name="Shape 2215">
              <a:extLst>
                <a:ext uri="{FF2B5EF4-FFF2-40B4-BE49-F238E27FC236}">
                  <a16:creationId xmlns:a16="http://schemas.microsoft.com/office/drawing/2014/main" id="{71A1458E-228E-43A8-939C-8E9FEEF5AA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0037" y="2465386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5313" name="Shape 2216">
              <a:extLst>
                <a:ext uri="{FF2B5EF4-FFF2-40B4-BE49-F238E27FC236}">
                  <a16:creationId xmlns:a16="http://schemas.microsoft.com/office/drawing/2014/main" id="{ACDB95A9-0170-4CCC-93F9-6D179B1900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9650" y="2459036"/>
              <a:ext cx="107999" cy="258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Noto Symbol" charset="0"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Noto Symbol" charset="0"/>
                  <a:ea typeface="ＭＳ Ｐゴシック" panose="020B0600070205080204" pitchFamily="34" charset="-128"/>
                  <a:cs typeface="Arial" panose="020B0604020202020204" pitchFamily="34" charset="0"/>
                  <a:sym typeface="Noto Symbol" charset="0"/>
                </a:rPr>
                <a:t>, </a:t>
              </a:r>
            </a:p>
          </p:txBody>
        </p:sp>
        <p:sp>
          <p:nvSpPr>
            <p:cNvPr id="265314" name="Shape 2217">
              <a:extLst>
                <a:ext uri="{FF2B5EF4-FFF2-40B4-BE49-F238E27FC236}">
                  <a16:creationId xmlns:a16="http://schemas.microsoft.com/office/drawing/2014/main" id="{28336095-6468-4AF6-B3CF-6C805B8DF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575" y="1193800"/>
              <a:ext cx="3249612" cy="503237"/>
            </a:xfrm>
            <a:custGeom>
              <a:avLst/>
              <a:gdLst>
                <a:gd name="T0" fmla="*/ 2147483646 w 4094"/>
                <a:gd name="T1" fmla="*/ 2147483646 h 634"/>
                <a:gd name="T2" fmla="*/ 2147483646 w 4094"/>
                <a:gd name="T3" fmla="*/ 2147483646 h 634"/>
                <a:gd name="T4" fmla="*/ 2147483646 w 4094"/>
                <a:gd name="T5" fmla="*/ 2147483646 h 634"/>
                <a:gd name="T6" fmla="*/ 2147483646 w 4094"/>
                <a:gd name="T7" fmla="*/ 2147483646 h 634"/>
                <a:gd name="T8" fmla="*/ 2147483646 w 4094"/>
                <a:gd name="T9" fmla="*/ 2147483646 h 634"/>
                <a:gd name="T10" fmla="*/ 2147483646 w 4094"/>
                <a:gd name="T11" fmla="*/ 2147483646 h 634"/>
                <a:gd name="T12" fmla="*/ 2147483646 w 4094"/>
                <a:gd name="T13" fmla="*/ 2147483646 h 634"/>
                <a:gd name="T14" fmla="*/ 2147483646 w 4094"/>
                <a:gd name="T15" fmla="*/ 2147483646 h 634"/>
                <a:gd name="T16" fmla="*/ 2147483646 w 4094"/>
                <a:gd name="T17" fmla="*/ 2147483646 h 634"/>
                <a:gd name="T18" fmla="*/ 2147483646 w 4094"/>
                <a:gd name="T19" fmla="*/ 2147483646 h 634"/>
                <a:gd name="T20" fmla="*/ 2147483646 w 4094"/>
                <a:gd name="T21" fmla="*/ 0 h 634"/>
                <a:gd name="T22" fmla="*/ 2147483646 w 4094"/>
                <a:gd name="T23" fmla="*/ 0 h 634"/>
                <a:gd name="T24" fmla="*/ 2147483646 w 4094"/>
                <a:gd name="T25" fmla="*/ 2147483646 h 634"/>
                <a:gd name="T26" fmla="*/ 2147483646 w 4094"/>
                <a:gd name="T27" fmla="*/ 2147483646 h 634"/>
                <a:gd name="T28" fmla="*/ 2147483646 w 4094"/>
                <a:gd name="T29" fmla="*/ 2147483646 h 634"/>
                <a:gd name="T30" fmla="*/ 2147483646 w 4094"/>
                <a:gd name="T31" fmla="*/ 2147483646 h 634"/>
                <a:gd name="T32" fmla="*/ 2147483646 w 4094"/>
                <a:gd name="T33" fmla="*/ 2147483646 h 634"/>
                <a:gd name="T34" fmla="*/ 2147483646 w 4094"/>
                <a:gd name="T35" fmla="*/ 2147483646 h 634"/>
                <a:gd name="T36" fmla="*/ 2147483646 w 4094"/>
                <a:gd name="T37" fmla="*/ 2147483646 h 634"/>
                <a:gd name="T38" fmla="*/ 2147483646 w 4094"/>
                <a:gd name="T39" fmla="*/ 2147483646 h 634"/>
                <a:gd name="T40" fmla="*/ 2147483646 w 4094"/>
                <a:gd name="T41" fmla="*/ 2147483646 h 634"/>
                <a:gd name="T42" fmla="*/ 2147483646 w 4094"/>
                <a:gd name="T43" fmla="*/ 2147483646 h 634"/>
                <a:gd name="T44" fmla="*/ 2147483646 w 4094"/>
                <a:gd name="T45" fmla="*/ 2147483646 h 634"/>
                <a:gd name="T46" fmla="*/ 2147483646 w 4094"/>
                <a:gd name="T47" fmla="*/ 2147483646 h 634"/>
                <a:gd name="T48" fmla="*/ 2147483646 w 4094"/>
                <a:gd name="T49" fmla="*/ 2147483646 h 634"/>
                <a:gd name="T50" fmla="*/ 2147483646 w 4094"/>
                <a:gd name="T51" fmla="*/ 2147483646 h 634"/>
                <a:gd name="T52" fmla="*/ 2147483646 w 4094"/>
                <a:gd name="T53" fmla="*/ 2147483646 h 634"/>
                <a:gd name="T54" fmla="*/ 2147483646 w 4094"/>
                <a:gd name="T55" fmla="*/ 2147483646 h 634"/>
                <a:gd name="T56" fmla="*/ 2147483646 w 4094"/>
                <a:gd name="T57" fmla="*/ 2147483646 h 634"/>
                <a:gd name="T58" fmla="*/ 2147483646 w 4094"/>
                <a:gd name="T59" fmla="*/ 2147483646 h 634"/>
                <a:gd name="T60" fmla="*/ 2147483646 w 4094"/>
                <a:gd name="T61" fmla="*/ 2147483646 h 634"/>
                <a:gd name="T62" fmla="*/ 2147483646 w 4094"/>
                <a:gd name="T63" fmla="*/ 2147483646 h 634"/>
                <a:gd name="T64" fmla="*/ 2147483646 w 4094"/>
                <a:gd name="T65" fmla="*/ 2147483646 h 634"/>
                <a:gd name="T66" fmla="*/ 2147483646 w 4094"/>
                <a:gd name="T67" fmla="*/ 2147483646 h 634"/>
                <a:gd name="T68" fmla="*/ 2147483646 w 4094"/>
                <a:gd name="T69" fmla="*/ 2147483646 h 634"/>
                <a:gd name="T70" fmla="*/ 2147483646 w 4094"/>
                <a:gd name="T71" fmla="*/ 2147483646 h 634"/>
                <a:gd name="T72" fmla="*/ 2147483646 w 4094"/>
                <a:gd name="T73" fmla="*/ 2147483646 h 634"/>
                <a:gd name="T74" fmla="*/ 2147483646 w 4094"/>
                <a:gd name="T75" fmla="*/ 2147483646 h 634"/>
                <a:gd name="T76" fmla="*/ 2147483646 w 4094"/>
                <a:gd name="T77" fmla="*/ 2147483646 h 634"/>
                <a:gd name="T78" fmla="*/ 2147483646 w 4094"/>
                <a:gd name="T79" fmla="*/ 2147483646 h 634"/>
                <a:gd name="T80" fmla="*/ 2147483646 w 4094"/>
                <a:gd name="T81" fmla="*/ 2147483646 h 634"/>
                <a:gd name="T82" fmla="*/ 2147483646 w 4094"/>
                <a:gd name="T83" fmla="*/ 2147483646 h 634"/>
                <a:gd name="T84" fmla="*/ 2147483646 w 4094"/>
                <a:gd name="T85" fmla="*/ 2147483646 h 634"/>
                <a:gd name="T86" fmla="*/ 2147483646 w 4094"/>
                <a:gd name="T87" fmla="*/ 2147483646 h 63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94"/>
                <a:gd name="T133" fmla="*/ 0 h 634"/>
                <a:gd name="T134" fmla="*/ 4094 w 4094"/>
                <a:gd name="T135" fmla="*/ 634 h 63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94" h="634" extrusionOk="0">
                  <a:moveTo>
                    <a:pt x="0" y="327"/>
                  </a:moveTo>
                  <a:lnTo>
                    <a:pt x="0" y="307"/>
                  </a:lnTo>
                  <a:lnTo>
                    <a:pt x="2" y="291"/>
                  </a:lnTo>
                  <a:lnTo>
                    <a:pt x="3" y="275"/>
                  </a:lnTo>
                  <a:lnTo>
                    <a:pt x="5" y="259"/>
                  </a:lnTo>
                  <a:lnTo>
                    <a:pt x="8" y="245"/>
                  </a:lnTo>
                  <a:lnTo>
                    <a:pt x="11" y="229"/>
                  </a:lnTo>
                  <a:lnTo>
                    <a:pt x="15" y="214"/>
                  </a:lnTo>
                  <a:lnTo>
                    <a:pt x="19" y="201"/>
                  </a:lnTo>
                  <a:lnTo>
                    <a:pt x="25" y="187"/>
                  </a:lnTo>
                  <a:lnTo>
                    <a:pt x="31" y="173"/>
                  </a:lnTo>
                  <a:lnTo>
                    <a:pt x="38" y="160"/>
                  </a:lnTo>
                  <a:lnTo>
                    <a:pt x="45" y="147"/>
                  </a:lnTo>
                  <a:lnTo>
                    <a:pt x="54" y="135"/>
                  </a:lnTo>
                  <a:lnTo>
                    <a:pt x="62" y="122"/>
                  </a:lnTo>
                  <a:lnTo>
                    <a:pt x="71" y="111"/>
                  </a:lnTo>
                  <a:lnTo>
                    <a:pt x="81" y="101"/>
                  </a:lnTo>
                  <a:lnTo>
                    <a:pt x="91" y="89"/>
                  </a:lnTo>
                  <a:lnTo>
                    <a:pt x="101" y="79"/>
                  </a:lnTo>
                  <a:lnTo>
                    <a:pt x="113" y="70"/>
                  </a:lnTo>
                  <a:lnTo>
                    <a:pt x="124" y="60"/>
                  </a:lnTo>
                  <a:lnTo>
                    <a:pt x="136" y="52"/>
                  </a:lnTo>
                  <a:lnTo>
                    <a:pt x="149" y="44"/>
                  </a:lnTo>
                  <a:lnTo>
                    <a:pt x="162" y="37"/>
                  </a:lnTo>
                  <a:lnTo>
                    <a:pt x="175" y="30"/>
                  </a:lnTo>
                  <a:lnTo>
                    <a:pt x="188" y="24"/>
                  </a:lnTo>
                  <a:lnTo>
                    <a:pt x="202" y="18"/>
                  </a:lnTo>
                  <a:lnTo>
                    <a:pt x="217" y="14"/>
                  </a:lnTo>
                  <a:lnTo>
                    <a:pt x="231" y="10"/>
                  </a:lnTo>
                  <a:lnTo>
                    <a:pt x="245" y="5"/>
                  </a:lnTo>
                  <a:lnTo>
                    <a:pt x="261" y="3"/>
                  </a:lnTo>
                  <a:lnTo>
                    <a:pt x="276" y="1"/>
                  </a:lnTo>
                  <a:lnTo>
                    <a:pt x="292" y="0"/>
                  </a:lnTo>
                  <a:lnTo>
                    <a:pt x="307" y="0"/>
                  </a:lnTo>
                  <a:lnTo>
                    <a:pt x="3788" y="0"/>
                  </a:lnTo>
                  <a:lnTo>
                    <a:pt x="3804" y="0"/>
                  </a:lnTo>
                  <a:lnTo>
                    <a:pt x="3820" y="1"/>
                  </a:lnTo>
                  <a:lnTo>
                    <a:pt x="3834" y="3"/>
                  </a:lnTo>
                  <a:lnTo>
                    <a:pt x="3850" y="5"/>
                  </a:lnTo>
                  <a:lnTo>
                    <a:pt x="3864" y="10"/>
                  </a:lnTo>
                  <a:lnTo>
                    <a:pt x="3879" y="14"/>
                  </a:lnTo>
                  <a:lnTo>
                    <a:pt x="3893" y="18"/>
                  </a:lnTo>
                  <a:lnTo>
                    <a:pt x="3908" y="24"/>
                  </a:lnTo>
                  <a:lnTo>
                    <a:pt x="3921" y="30"/>
                  </a:lnTo>
                  <a:lnTo>
                    <a:pt x="3934" y="37"/>
                  </a:lnTo>
                  <a:lnTo>
                    <a:pt x="3947" y="44"/>
                  </a:lnTo>
                  <a:lnTo>
                    <a:pt x="3960" y="52"/>
                  </a:lnTo>
                  <a:lnTo>
                    <a:pt x="3971" y="60"/>
                  </a:lnTo>
                  <a:lnTo>
                    <a:pt x="3983" y="70"/>
                  </a:lnTo>
                  <a:lnTo>
                    <a:pt x="3994" y="79"/>
                  </a:lnTo>
                  <a:lnTo>
                    <a:pt x="4004" y="89"/>
                  </a:lnTo>
                  <a:lnTo>
                    <a:pt x="4014" y="101"/>
                  </a:lnTo>
                  <a:lnTo>
                    <a:pt x="4024" y="111"/>
                  </a:lnTo>
                  <a:lnTo>
                    <a:pt x="4033" y="122"/>
                  </a:lnTo>
                  <a:lnTo>
                    <a:pt x="4042" y="135"/>
                  </a:lnTo>
                  <a:lnTo>
                    <a:pt x="4050" y="147"/>
                  </a:lnTo>
                  <a:lnTo>
                    <a:pt x="4058" y="160"/>
                  </a:lnTo>
                  <a:lnTo>
                    <a:pt x="4065" y="173"/>
                  </a:lnTo>
                  <a:lnTo>
                    <a:pt x="4071" y="187"/>
                  </a:lnTo>
                  <a:lnTo>
                    <a:pt x="4076" y="201"/>
                  </a:lnTo>
                  <a:lnTo>
                    <a:pt x="4081" y="214"/>
                  </a:lnTo>
                  <a:lnTo>
                    <a:pt x="4085" y="229"/>
                  </a:lnTo>
                  <a:lnTo>
                    <a:pt x="4088" y="245"/>
                  </a:lnTo>
                  <a:lnTo>
                    <a:pt x="4091" y="259"/>
                  </a:lnTo>
                  <a:lnTo>
                    <a:pt x="4092" y="275"/>
                  </a:lnTo>
                  <a:lnTo>
                    <a:pt x="4094" y="291"/>
                  </a:lnTo>
                  <a:lnTo>
                    <a:pt x="4094" y="307"/>
                  </a:lnTo>
                  <a:lnTo>
                    <a:pt x="4094" y="327"/>
                  </a:lnTo>
                  <a:lnTo>
                    <a:pt x="4094" y="343"/>
                  </a:lnTo>
                  <a:lnTo>
                    <a:pt x="4092" y="359"/>
                  </a:lnTo>
                  <a:lnTo>
                    <a:pt x="4091" y="374"/>
                  </a:lnTo>
                  <a:lnTo>
                    <a:pt x="4088" y="389"/>
                  </a:lnTo>
                  <a:lnTo>
                    <a:pt x="4085" y="405"/>
                  </a:lnTo>
                  <a:lnTo>
                    <a:pt x="4081" y="419"/>
                  </a:lnTo>
                  <a:lnTo>
                    <a:pt x="4076" y="434"/>
                  </a:lnTo>
                  <a:lnTo>
                    <a:pt x="4071" y="446"/>
                  </a:lnTo>
                  <a:lnTo>
                    <a:pt x="4065" y="461"/>
                  </a:lnTo>
                  <a:lnTo>
                    <a:pt x="4058" y="474"/>
                  </a:lnTo>
                  <a:lnTo>
                    <a:pt x="4050" y="487"/>
                  </a:lnTo>
                  <a:lnTo>
                    <a:pt x="4042" y="498"/>
                  </a:lnTo>
                  <a:lnTo>
                    <a:pt x="4033" y="511"/>
                  </a:lnTo>
                  <a:lnTo>
                    <a:pt x="4024" y="523"/>
                  </a:lnTo>
                  <a:lnTo>
                    <a:pt x="4014" y="533"/>
                  </a:lnTo>
                  <a:lnTo>
                    <a:pt x="4004" y="544"/>
                  </a:lnTo>
                  <a:lnTo>
                    <a:pt x="3994" y="555"/>
                  </a:lnTo>
                  <a:lnTo>
                    <a:pt x="3983" y="563"/>
                  </a:lnTo>
                  <a:lnTo>
                    <a:pt x="3971" y="573"/>
                  </a:lnTo>
                  <a:lnTo>
                    <a:pt x="3960" y="582"/>
                  </a:lnTo>
                  <a:lnTo>
                    <a:pt x="3947" y="589"/>
                  </a:lnTo>
                  <a:lnTo>
                    <a:pt x="3934" y="596"/>
                  </a:lnTo>
                  <a:lnTo>
                    <a:pt x="3921" y="604"/>
                  </a:lnTo>
                  <a:lnTo>
                    <a:pt x="3908" y="609"/>
                  </a:lnTo>
                  <a:lnTo>
                    <a:pt x="3893" y="615"/>
                  </a:lnTo>
                  <a:lnTo>
                    <a:pt x="3879" y="619"/>
                  </a:lnTo>
                  <a:lnTo>
                    <a:pt x="3864" y="624"/>
                  </a:lnTo>
                  <a:lnTo>
                    <a:pt x="3850" y="628"/>
                  </a:lnTo>
                  <a:lnTo>
                    <a:pt x="3834" y="631"/>
                  </a:lnTo>
                  <a:lnTo>
                    <a:pt x="3820" y="632"/>
                  </a:lnTo>
                  <a:lnTo>
                    <a:pt x="3804" y="634"/>
                  </a:lnTo>
                  <a:lnTo>
                    <a:pt x="3788" y="634"/>
                  </a:lnTo>
                  <a:lnTo>
                    <a:pt x="307" y="634"/>
                  </a:lnTo>
                  <a:lnTo>
                    <a:pt x="292" y="634"/>
                  </a:lnTo>
                  <a:lnTo>
                    <a:pt x="276" y="632"/>
                  </a:lnTo>
                  <a:lnTo>
                    <a:pt x="261" y="631"/>
                  </a:lnTo>
                  <a:lnTo>
                    <a:pt x="245" y="628"/>
                  </a:lnTo>
                  <a:lnTo>
                    <a:pt x="231" y="624"/>
                  </a:lnTo>
                  <a:lnTo>
                    <a:pt x="217" y="619"/>
                  </a:lnTo>
                  <a:lnTo>
                    <a:pt x="202" y="615"/>
                  </a:lnTo>
                  <a:lnTo>
                    <a:pt x="188" y="609"/>
                  </a:lnTo>
                  <a:lnTo>
                    <a:pt x="175" y="604"/>
                  </a:lnTo>
                  <a:lnTo>
                    <a:pt x="162" y="596"/>
                  </a:lnTo>
                  <a:lnTo>
                    <a:pt x="149" y="589"/>
                  </a:lnTo>
                  <a:lnTo>
                    <a:pt x="136" y="582"/>
                  </a:lnTo>
                  <a:lnTo>
                    <a:pt x="124" y="573"/>
                  </a:lnTo>
                  <a:lnTo>
                    <a:pt x="113" y="563"/>
                  </a:lnTo>
                  <a:lnTo>
                    <a:pt x="101" y="555"/>
                  </a:lnTo>
                  <a:lnTo>
                    <a:pt x="91" y="544"/>
                  </a:lnTo>
                  <a:lnTo>
                    <a:pt x="81" y="533"/>
                  </a:lnTo>
                  <a:lnTo>
                    <a:pt x="71" y="523"/>
                  </a:lnTo>
                  <a:lnTo>
                    <a:pt x="62" y="511"/>
                  </a:lnTo>
                  <a:lnTo>
                    <a:pt x="54" y="498"/>
                  </a:lnTo>
                  <a:lnTo>
                    <a:pt x="45" y="487"/>
                  </a:lnTo>
                  <a:lnTo>
                    <a:pt x="38" y="474"/>
                  </a:lnTo>
                  <a:lnTo>
                    <a:pt x="31" y="461"/>
                  </a:lnTo>
                  <a:lnTo>
                    <a:pt x="25" y="446"/>
                  </a:lnTo>
                  <a:lnTo>
                    <a:pt x="19" y="434"/>
                  </a:lnTo>
                  <a:lnTo>
                    <a:pt x="15" y="419"/>
                  </a:lnTo>
                  <a:lnTo>
                    <a:pt x="11" y="405"/>
                  </a:lnTo>
                  <a:lnTo>
                    <a:pt x="8" y="389"/>
                  </a:lnTo>
                  <a:lnTo>
                    <a:pt x="5" y="374"/>
                  </a:lnTo>
                  <a:lnTo>
                    <a:pt x="3" y="359"/>
                  </a:lnTo>
                  <a:lnTo>
                    <a:pt x="2" y="343"/>
                  </a:lnTo>
                  <a:lnTo>
                    <a:pt x="0" y="327"/>
                  </a:lnTo>
                  <a:close/>
                </a:path>
              </a:pathLst>
            </a:custGeom>
            <a:solidFill>
              <a:schemeClr val="bg1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5315" name="Shape 2218">
              <a:extLst>
                <a:ext uri="{FF2B5EF4-FFF2-40B4-BE49-F238E27FC236}">
                  <a16:creationId xmlns:a16="http://schemas.microsoft.com/office/drawing/2014/main" id="{5977301D-AB73-467C-8EED-E7BC97943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362" y="2178050"/>
              <a:ext cx="46037" cy="136525"/>
            </a:xfrm>
            <a:custGeom>
              <a:avLst/>
              <a:gdLst>
                <a:gd name="T0" fmla="*/ 0 w 58"/>
                <a:gd name="T1" fmla="*/ 0 h 173"/>
                <a:gd name="T2" fmla="*/ 2147483646 w 58"/>
                <a:gd name="T3" fmla="*/ 2147483646 h 173"/>
                <a:gd name="T4" fmla="*/ 2147483646 w 58"/>
                <a:gd name="T5" fmla="*/ 0 h 173"/>
                <a:gd name="T6" fmla="*/ 2147483646 w 58"/>
                <a:gd name="T7" fmla="*/ 0 h 173"/>
                <a:gd name="T8" fmla="*/ 0 w 58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8"/>
                <a:gd name="T16" fmla="*/ 0 h 173"/>
                <a:gd name="T17" fmla="*/ 58 w 58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8" h="173" extrusionOk="0">
                  <a:moveTo>
                    <a:pt x="0" y="0"/>
                  </a:moveTo>
                  <a:lnTo>
                    <a:pt x="29" y="173"/>
                  </a:lnTo>
                  <a:lnTo>
                    <a:pt x="58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265316" name="Shape 2219">
              <a:extLst>
                <a:ext uri="{FF2B5EF4-FFF2-40B4-BE49-F238E27FC236}">
                  <a16:creationId xmlns:a16="http://schemas.microsoft.com/office/drawing/2014/main" id="{733DBC91-B0B7-48F7-88F9-05869306B7E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4702175" y="1697036"/>
              <a:ext cx="1500" cy="457200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65317" name="Shape 2220">
              <a:extLst>
                <a:ext uri="{FF2B5EF4-FFF2-40B4-BE49-F238E27FC236}">
                  <a16:creationId xmlns:a16="http://schemas.microsoft.com/office/drawing/2014/main" id="{72F4322A-4430-4701-B32D-7FF9F7F59A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4737" y="1908175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65318" name="Shape 2221">
              <a:extLst>
                <a:ext uri="{FF2B5EF4-FFF2-40B4-BE49-F238E27FC236}">
                  <a16:creationId xmlns:a16="http://schemas.microsoft.com/office/drawing/2014/main" id="{8C1A6364-490E-4C7B-969B-2EB4CBBCE0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45112" y="190817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5319" name="Shape 2222">
              <a:extLst>
                <a:ext uri="{FF2B5EF4-FFF2-40B4-BE49-F238E27FC236}">
                  <a16:creationId xmlns:a16="http://schemas.microsoft.com/office/drawing/2014/main" id="{B3E4B7ED-527E-4503-A126-1BACA00879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24450" y="190817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5320" name="Shape 2223">
              <a:extLst>
                <a:ext uri="{FF2B5EF4-FFF2-40B4-BE49-F238E27FC236}">
                  <a16:creationId xmlns:a16="http://schemas.microsoft.com/office/drawing/2014/main" id="{84A0A1E6-3269-4BC2-94EC-E2FB056064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6068" y="1314450"/>
              <a:ext cx="14174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A: 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No Transfer</a:t>
              </a:r>
            </a:p>
          </p:txBody>
        </p:sp>
        <p:sp>
          <p:nvSpPr>
            <p:cNvPr id="265321" name="Shape 2224">
              <a:extLst>
                <a:ext uri="{FF2B5EF4-FFF2-40B4-BE49-F238E27FC236}">
                  <a16:creationId xmlns:a16="http://schemas.microsoft.com/office/drawing/2014/main" id="{81DF8B7F-543A-411C-8D0C-B27EC2D68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362" y="3298825"/>
              <a:ext cx="46037" cy="136525"/>
            </a:xfrm>
            <a:custGeom>
              <a:avLst/>
              <a:gdLst>
                <a:gd name="T0" fmla="*/ 0 w 58"/>
                <a:gd name="T1" fmla="*/ 0 h 173"/>
                <a:gd name="T2" fmla="*/ 2147483646 w 58"/>
                <a:gd name="T3" fmla="*/ 2147483646 h 173"/>
                <a:gd name="T4" fmla="*/ 2147483646 w 58"/>
                <a:gd name="T5" fmla="*/ 0 h 173"/>
                <a:gd name="T6" fmla="*/ 2147483646 w 58"/>
                <a:gd name="T7" fmla="*/ 0 h 173"/>
                <a:gd name="T8" fmla="*/ 0 w 58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8"/>
                <a:gd name="T16" fmla="*/ 0 h 173"/>
                <a:gd name="T17" fmla="*/ 58 w 58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8" h="173" extrusionOk="0">
                  <a:moveTo>
                    <a:pt x="0" y="0"/>
                  </a:moveTo>
                  <a:lnTo>
                    <a:pt x="29" y="173"/>
                  </a:lnTo>
                  <a:lnTo>
                    <a:pt x="58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265322" name="Shape 2225">
              <a:extLst>
                <a:ext uri="{FF2B5EF4-FFF2-40B4-BE49-F238E27FC236}">
                  <a16:creationId xmlns:a16="http://schemas.microsoft.com/office/drawing/2014/main" id="{A288C1F8-5AE4-46AC-A87C-55848ED3A8C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4702175" y="2817923"/>
              <a:ext cx="1500" cy="480900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65323" name="Shape 2226">
              <a:extLst>
                <a:ext uri="{FF2B5EF4-FFF2-40B4-BE49-F238E27FC236}">
                  <a16:creationId xmlns:a16="http://schemas.microsoft.com/office/drawing/2014/main" id="{3762F1E3-7DDC-486D-998C-0989FDA674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94262" y="2922586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65324" name="Shape 2227">
              <a:extLst>
                <a:ext uri="{FF2B5EF4-FFF2-40B4-BE49-F238E27FC236}">
                  <a16:creationId xmlns:a16="http://schemas.microsoft.com/office/drawing/2014/main" id="{B99F4937-8FBA-49FF-AEE0-38662815DF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53050" y="292258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5325" name="Shape 2228">
              <a:extLst>
                <a:ext uri="{FF2B5EF4-FFF2-40B4-BE49-F238E27FC236}">
                  <a16:creationId xmlns:a16="http://schemas.microsoft.com/office/drawing/2014/main" id="{B1276E94-3C00-461A-8A20-278B72536E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33975" y="2922586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5326" name="Shape 2229">
              <a:extLst>
                <a:ext uri="{FF2B5EF4-FFF2-40B4-BE49-F238E27FC236}">
                  <a16:creationId xmlns:a16="http://schemas.microsoft.com/office/drawing/2014/main" id="{B2008BDA-84F6-4416-81AA-284EDFC4D5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94262" y="3146425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65327" name="Shape 2230">
              <a:extLst>
                <a:ext uri="{FF2B5EF4-FFF2-40B4-BE49-F238E27FC236}">
                  <a16:creationId xmlns:a16="http://schemas.microsoft.com/office/drawing/2014/main" id="{90019A5E-BD7F-4C41-99EA-154D79C9E8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53050" y="31464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5328" name="Shape 2231">
              <a:extLst>
                <a:ext uri="{FF2B5EF4-FFF2-40B4-BE49-F238E27FC236}">
                  <a16:creationId xmlns:a16="http://schemas.microsoft.com/office/drawing/2014/main" id="{AD1EDFA6-22E0-46A8-B912-BEAEC104A5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33975" y="314642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5329" name="Shape 2232">
              <a:extLst>
                <a:ext uri="{FF2B5EF4-FFF2-40B4-BE49-F238E27FC236}">
                  <a16:creationId xmlns:a16="http://schemas.microsoft.com/office/drawing/2014/main" id="{DB9987A3-5BD2-4023-BE5F-594DF9B4B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011" y="1422400"/>
              <a:ext cx="160336" cy="46037"/>
            </a:xfrm>
            <a:custGeom>
              <a:avLst/>
              <a:gdLst>
                <a:gd name="T0" fmla="*/ 0 w 202"/>
                <a:gd name="T1" fmla="*/ 2147483646 h 58"/>
                <a:gd name="T2" fmla="*/ 2147483646 w 202"/>
                <a:gd name="T3" fmla="*/ 2147483646 h 58"/>
                <a:gd name="T4" fmla="*/ 0 w 202"/>
                <a:gd name="T5" fmla="*/ 0 h 58"/>
                <a:gd name="T6" fmla="*/ 0 w 202"/>
                <a:gd name="T7" fmla="*/ 2147483646 h 58"/>
                <a:gd name="T8" fmla="*/ 0 w 202"/>
                <a:gd name="T9" fmla="*/ 214748364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2"/>
                <a:gd name="T16" fmla="*/ 0 h 58"/>
                <a:gd name="T17" fmla="*/ 202 w 202"/>
                <a:gd name="T18" fmla="*/ 58 h 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2" h="58" extrusionOk="0">
                  <a:moveTo>
                    <a:pt x="0" y="58"/>
                  </a:moveTo>
                  <a:lnTo>
                    <a:pt x="202" y="29"/>
                  </a:lnTo>
                  <a:lnTo>
                    <a:pt x="0" y="0"/>
                  </a:lnTo>
                  <a:lnTo>
                    <a:pt x="0" y="29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5330" name="Shape 2233">
              <a:extLst>
                <a:ext uri="{FF2B5EF4-FFF2-40B4-BE49-F238E27FC236}">
                  <a16:creationId xmlns:a16="http://schemas.microsoft.com/office/drawing/2014/main" id="{311F3EA9-244B-4C19-9FCB-608557ADA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416" y="1443021"/>
              <a:ext cx="2611250" cy="3860075"/>
            </a:xfrm>
            <a:custGeom>
              <a:avLst/>
              <a:gdLst>
                <a:gd name="T0" fmla="*/ 2147483646 w 104450"/>
                <a:gd name="T1" fmla="*/ 0 h 154403"/>
                <a:gd name="T2" fmla="*/ 0 w 104450"/>
                <a:gd name="T3" fmla="*/ 0 h 154403"/>
                <a:gd name="T4" fmla="*/ 0 w 104450"/>
                <a:gd name="T5" fmla="*/ 2147483646 h 154403"/>
                <a:gd name="T6" fmla="*/ 2147483646 w 104450"/>
                <a:gd name="T7" fmla="*/ 2147483646 h 154403"/>
                <a:gd name="T8" fmla="*/ 2147483646 w 104450"/>
                <a:gd name="T9" fmla="*/ 2147483646 h 1544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4450"/>
                <a:gd name="T16" fmla="*/ 0 h 154403"/>
                <a:gd name="T17" fmla="*/ 104450 w 104450"/>
                <a:gd name="T18" fmla="*/ 154403 h 15440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4450" h="154403" extrusionOk="0">
                  <a:moveTo>
                    <a:pt x="32055" y="0"/>
                  </a:moveTo>
                  <a:lnTo>
                    <a:pt x="0" y="0"/>
                  </a:lnTo>
                  <a:lnTo>
                    <a:pt x="0" y="154403"/>
                  </a:lnTo>
                  <a:lnTo>
                    <a:pt x="104394" y="154403"/>
                  </a:lnTo>
                  <a:lnTo>
                    <a:pt x="104450" y="146007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5331" name="Shape 2234">
              <a:extLst>
                <a:ext uri="{FF2B5EF4-FFF2-40B4-BE49-F238E27FC236}">
                  <a16:creationId xmlns:a16="http://schemas.microsoft.com/office/drawing/2014/main" id="{52B3233E-B15A-4BFE-B330-92B6166F74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9325" y="3351212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65332" name="Shape 2235">
              <a:extLst>
                <a:ext uri="{FF2B5EF4-FFF2-40B4-BE49-F238E27FC236}">
                  <a16:creationId xmlns:a16="http://schemas.microsoft.com/office/drawing/2014/main" id="{6ECD1392-7395-42F7-9FD1-9C724132A3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8111" y="3351212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5333" name="Shape 2236">
              <a:extLst>
                <a:ext uri="{FF2B5EF4-FFF2-40B4-BE49-F238E27FC236}">
                  <a16:creationId xmlns:a16="http://schemas.microsoft.com/office/drawing/2014/main" id="{77163ACF-5E7D-4DC6-B69A-BB15CA5749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59036" y="3351212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5334" name="Shape 2237">
              <a:extLst>
                <a:ext uri="{FF2B5EF4-FFF2-40B4-BE49-F238E27FC236}">
                  <a16:creationId xmlns:a16="http://schemas.microsoft.com/office/drawing/2014/main" id="{DCBA9A7B-8BCF-4224-BE8E-79CDB99C7C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9325" y="3575050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65335" name="Shape 2238">
              <a:extLst>
                <a:ext uri="{FF2B5EF4-FFF2-40B4-BE49-F238E27FC236}">
                  <a16:creationId xmlns:a16="http://schemas.microsoft.com/office/drawing/2014/main" id="{D7BEB29A-0B96-4811-9FF3-05A66B07E4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8111" y="357505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5336" name="Shape 2239">
              <a:extLst>
                <a:ext uri="{FF2B5EF4-FFF2-40B4-BE49-F238E27FC236}">
                  <a16:creationId xmlns:a16="http://schemas.microsoft.com/office/drawing/2014/main" id="{EFA0A6F4-982E-4CF4-9C9F-51D5D8B4A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8412" y="1422400"/>
              <a:ext cx="138111" cy="46037"/>
            </a:xfrm>
            <a:custGeom>
              <a:avLst/>
              <a:gdLst>
                <a:gd name="T0" fmla="*/ 2147483646 w 173"/>
                <a:gd name="T1" fmla="*/ 0 h 58"/>
                <a:gd name="T2" fmla="*/ 0 w 173"/>
                <a:gd name="T3" fmla="*/ 2147483646 h 58"/>
                <a:gd name="T4" fmla="*/ 2147483646 w 173"/>
                <a:gd name="T5" fmla="*/ 2147483646 h 58"/>
                <a:gd name="T6" fmla="*/ 2147483646 w 173"/>
                <a:gd name="T7" fmla="*/ 2147483646 h 58"/>
                <a:gd name="T8" fmla="*/ 2147483646 w 173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58"/>
                <a:gd name="T17" fmla="*/ 173 w 173"/>
                <a:gd name="T18" fmla="*/ 58 h 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58" extrusionOk="0">
                  <a:moveTo>
                    <a:pt x="173" y="0"/>
                  </a:moveTo>
                  <a:lnTo>
                    <a:pt x="0" y="29"/>
                  </a:lnTo>
                  <a:lnTo>
                    <a:pt x="173" y="58"/>
                  </a:lnTo>
                  <a:lnTo>
                    <a:pt x="173" y="29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265337" name="Shape 2240">
              <a:extLst>
                <a:ext uri="{FF2B5EF4-FFF2-40B4-BE49-F238E27FC236}">
                  <a16:creationId xmlns:a16="http://schemas.microsoft.com/office/drawing/2014/main" id="{22776862-5C43-44C8-B4CC-DCCAE452328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508750" y="1444625"/>
              <a:ext cx="457200" cy="1500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65338" name="Shape 2241">
              <a:extLst>
                <a:ext uri="{FF2B5EF4-FFF2-40B4-BE49-F238E27FC236}">
                  <a16:creationId xmlns:a16="http://schemas.microsoft.com/office/drawing/2014/main" id="{E5554204-72A8-43E6-8D68-E6F3D25059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59036" y="357505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5339" name="Shape 2242">
              <a:extLst>
                <a:ext uri="{FF2B5EF4-FFF2-40B4-BE49-F238E27FC236}">
                  <a16:creationId xmlns:a16="http://schemas.microsoft.com/office/drawing/2014/main" id="{030D43B7-692B-4BD2-BDFA-1CEF45E229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96125" y="1320800"/>
              <a:ext cx="5030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Reset </a:t>
              </a:r>
            </a:p>
          </p:txBody>
        </p:sp>
        <p:sp>
          <p:nvSpPr>
            <p:cNvPr id="265340" name="Shape 2243">
              <a:extLst>
                <a:ext uri="{FF2B5EF4-FFF2-40B4-BE49-F238E27FC236}">
                  <a16:creationId xmlns:a16="http://schemas.microsoft.com/office/drawing/2014/main" id="{B367C32A-179E-4372-8A23-B6871E88B8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67312" y="538162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65341" name="Shape 2244">
              <a:extLst>
                <a:ext uri="{FF2B5EF4-FFF2-40B4-BE49-F238E27FC236}">
                  <a16:creationId xmlns:a16="http://schemas.microsoft.com/office/drawing/2014/main" id="{A517757A-F991-459D-A347-885212C1BB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26100" y="538162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5342" name="Shape 2245">
              <a:extLst>
                <a:ext uri="{FF2B5EF4-FFF2-40B4-BE49-F238E27FC236}">
                  <a16:creationId xmlns:a16="http://schemas.microsoft.com/office/drawing/2014/main" id="{9A00CCAC-87E2-4CF8-BC65-6BD2A1EB3F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05437" y="538162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</p:grpSp>
      <p:sp>
        <p:nvSpPr>
          <p:cNvPr id="265218" name="Shape 2246">
            <a:extLst>
              <a:ext uri="{FF2B5EF4-FFF2-40B4-BE49-F238E27FC236}">
                <a16:creationId xmlns:a16="http://schemas.microsoft.com/office/drawing/2014/main" id="{7AD15D6A-A548-4EF0-A2CA-6B0A47BCE2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44663" y="4706938"/>
            <a:ext cx="1514475" cy="1119187"/>
          </a:xfrm>
          <a:prstGeom prst="rect">
            <a:avLst/>
          </a:prstGeom>
          <a:noFill/>
          <a:ln w="28575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65219" name="Shape 2247">
            <a:extLst>
              <a:ext uri="{FF2B5EF4-FFF2-40B4-BE49-F238E27FC236}">
                <a16:creationId xmlns:a16="http://schemas.microsoft.com/office/drawing/2014/main" id="{E62D6BB9-08D9-47DA-B899-64E356697D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1938" y="4641850"/>
            <a:ext cx="1073150" cy="1271588"/>
          </a:xfrm>
          <a:prstGeom prst="rect">
            <a:avLst/>
          </a:prstGeom>
          <a:noFill/>
          <a:ln w="28575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65220" name="Shape 2248">
            <a:extLst>
              <a:ext uri="{FF2B5EF4-FFF2-40B4-BE49-F238E27FC236}">
                <a16:creationId xmlns:a16="http://schemas.microsoft.com/office/drawing/2014/main" id="{3F480322-7634-4178-8191-4A512F1A4D18}"/>
              </a:ext>
            </a:extLst>
          </p:cNvPr>
          <p:cNvSpPr>
            <a:spLocks/>
          </p:cNvSpPr>
          <p:nvPr/>
        </p:nvSpPr>
        <p:spPr bwMode="auto">
          <a:xfrm>
            <a:off x="3894138" y="5232400"/>
            <a:ext cx="133350" cy="66675"/>
          </a:xfrm>
          <a:custGeom>
            <a:avLst/>
            <a:gdLst>
              <a:gd name="T0" fmla="*/ 0 w 144"/>
              <a:gd name="T1" fmla="*/ 2147483646 h 72"/>
              <a:gd name="T2" fmla="*/ 2147483646 w 144"/>
              <a:gd name="T3" fmla="*/ 2147483646 h 72"/>
              <a:gd name="T4" fmla="*/ 0 w 144"/>
              <a:gd name="T5" fmla="*/ 0 h 72"/>
              <a:gd name="T6" fmla="*/ 0 w 144"/>
              <a:gd name="T7" fmla="*/ 2147483646 h 72"/>
              <a:gd name="T8" fmla="*/ 0 w 144"/>
              <a:gd name="T9" fmla="*/ 2147483646 h 7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4"/>
              <a:gd name="T16" fmla="*/ 0 h 72"/>
              <a:gd name="T17" fmla="*/ 144 w 144"/>
              <a:gd name="T18" fmla="*/ 72 h 7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44" h="72" extrusionOk="0">
                <a:moveTo>
                  <a:pt x="0" y="72"/>
                </a:moveTo>
                <a:lnTo>
                  <a:pt x="144" y="48"/>
                </a:lnTo>
                <a:lnTo>
                  <a:pt x="0" y="0"/>
                </a:lnTo>
                <a:lnTo>
                  <a:pt x="0" y="48"/>
                </a:lnTo>
                <a:lnTo>
                  <a:pt x="0" y="72"/>
                </a:lnTo>
                <a:close/>
              </a:path>
            </a:pathLst>
          </a:custGeom>
          <a:solidFill>
            <a:schemeClr val="tx1"/>
          </a:solidFill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265221" name="Shape 2249">
            <a:extLst>
              <a:ext uri="{FF2B5EF4-FFF2-40B4-BE49-F238E27FC236}">
                <a16:creationId xmlns:a16="http://schemas.microsoft.com/office/drawing/2014/main" id="{01EEE5FF-5699-4A6A-8EF0-1A41ADDD2A2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3281363" y="5276850"/>
            <a:ext cx="612775" cy="1588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65222" name="Shape 2250">
            <a:extLst>
              <a:ext uri="{FF2B5EF4-FFF2-40B4-BE49-F238E27FC236}">
                <a16:creationId xmlns:a16="http://schemas.microsoft.com/office/drawing/2014/main" id="{8323B204-1EDE-4748-8C02-9A5397F74645}"/>
              </a:ext>
            </a:extLst>
          </p:cNvPr>
          <p:cNvSpPr>
            <a:spLocks/>
          </p:cNvSpPr>
          <p:nvPr/>
        </p:nvSpPr>
        <p:spPr bwMode="auto">
          <a:xfrm>
            <a:off x="3894138" y="5607050"/>
            <a:ext cx="155575" cy="87313"/>
          </a:xfrm>
          <a:custGeom>
            <a:avLst/>
            <a:gdLst>
              <a:gd name="T0" fmla="*/ 0 w 168"/>
              <a:gd name="T1" fmla="*/ 2147483646 h 96"/>
              <a:gd name="T2" fmla="*/ 2147483646 w 168"/>
              <a:gd name="T3" fmla="*/ 2147483646 h 96"/>
              <a:gd name="T4" fmla="*/ 0 w 168"/>
              <a:gd name="T5" fmla="*/ 0 h 96"/>
              <a:gd name="T6" fmla="*/ 0 w 168"/>
              <a:gd name="T7" fmla="*/ 2147483646 h 96"/>
              <a:gd name="T8" fmla="*/ 0 w 168"/>
              <a:gd name="T9" fmla="*/ 2147483646 h 9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8"/>
              <a:gd name="T16" fmla="*/ 0 h 96"/>
              <a:gd name="T17" fmla="*/ 168 w 168"/>
              <a:gd name="T18" fmla="*/ 96 h 9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8" h="96" extrusionOk="0">
                <a:moveTo>
                  <a:pt x="0" y="96"/>
                </a:moveTo>
                <a:lnTo>
                  <a:pt x="168" y="48"/>
                </a:lnTo>
                <a:lnTo>
                  <a:pt x="0" y="0"/>
                </a:lnTo>
                <a:lnTo>
                  <a:pt x="0" y="48"/>
                </a:lnTo>
                <a:lnTo>
                  <a:pt x="0" y="96"/>
                </a:lnTo>
                <a:close/>
              </a:path>
            </a:pathLst>
          </a:custGeom>
          <a:solidFill>
            <a:schemeClr val="tx1"/>
          </a:solidFill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65223" name="Shape 2251">
            <a:extLst>
              <a:ext uri="{FF2B5EF4-FFF2-40B4-BE49-F238E27FC236}">
                <a16:creationId xmlns:a16="http://schemas.microsoft.com/office/drawing/2014/main" id="{6E6A14B4-B82F-462E-9E38-8C3D709450FE}"/>
              </a:ext>
            </a:extLst>
          </p:cNvPr>
          <p:cNvSpPr>
            <a:spLocks/>
          </p:cNvSpPr>
          <p:nvPr/>
        </p:nvSpPr>
        <p:spPr bwMode="auto">
          <a:xfrm>
            <a:off x="1042988" y="5651500"/>
            <a:ext cx="2851150" cy="411163"/>
          </a:xfrm>
          <a:custGeom>
            <a:avLst/>
            <a:gdLst>
              <a:gd name="T0" fmla="*/ 0 w 3128"/>
              <a:gd name="T1" fmla="*/ 2147483646 h 793"/>
              <a:gd name="T2" fmla="*/ 2147483646 w 3128"/>
              <a:gd name="T3" fmla="*/ 2147483646 h 793"/>
              <a:gd name="T4" fmla="*/ 2147483646 w 3128"/>
              <a:gd name="T5" fmla="*/ 0 h 793"/>
              <a:gd name="T6" fmla="*/ 2147483646 w 3128"/>
              <a:gd name="T7" fmla="*/ 0 h 793"/>
              <a:gd name="T8" fmla="*/ 0 60000 65536"/>
              <a:gd name="T9" fmla="*/ 0 60000 65536"/>
              <a:gd name="T10" fmla="*/ 0 60000 65536"/>
              <a:gd name="T11" fmla="*/ 0 60000 65536"/>
              <a:gd name="T12" fmla="*/ 0 w 3128"/>
              <a:gd name="T13" fmla="*/ 0 h 793"/>
              <a:gd name="T14" fmla="*/ 3128 w 3128"/>
              <a:gd name="T15" fmla="*/ 793 h 79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128" h="793" extrusionOk="0">
                <a:moveTo>
                  <a:pt x="0" y="793"/>
                </a:moveTo>
                <a:lnTo>
                  <a:pt x="2815" y="793"/>
                </a:lnTo>
                <a:lnTo>
                  <a:pt x="2815" y="0"/>
                </a:lnTo>
                <a:lnTo>
                  <a:pt x="3128" y="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65224" name="Shape 2252">
            <a:extLst>
              <a:ext uri="{FF2B5EF4-FFF2-40B4-BE49-F238E27FC236}">
                <a16:creationId xmlns:a16="http://schemas.microsoft.com/office/drawing/2014/main" id="{EEFA7A45-4558-47D0-A67D-1E6A15A0AA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64013" y="4953000"/>
            <a:ext cx="968375" cy="501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Flip-Flop Array</a:t>
            </a:r>
          </a:p>
        </p:txBody>
      </p:sp>
      <p:sp>
        <p:nvSpPr>
          <p:cNvPr id="265225" name="Shape 2253">
            <a:extLst>
              <a:ext uri="{FF2B5EF4-FFF2-40B4-BE49-F238E27FC236}">
                <a16:creationId xmlns:a16="http://schemas.microsoft.com/office/drawing/2014/main" id="{D78FB3C8-E682-4CA4-B04A-EC70140EC0A1}"/>
              </a:ext>
            </a:extLst>
          </p:cNvPr>
          <p:cNvSpPr>
            <a:spLocks/>
          </p:cNvSpPr>
          <p:nvPr/>
        </p:nvSpPr>
        <p:spPr bwMode="auto">
          <a:xfrm>
            <a:off x="5826125" y="5232400"/>
            <a:ext cx="131763" cy="66675"/>
          </a:xfrm>
          <a:custGeom>
            <a:avLst/>
            <a:gdLst>
              <a:gd name="T0" fmla="*/ 0 w 144"/>
              <a:gd name="T1" fmla="*/ 2147483646 h 72"/>
              <a:gd name="T2" fmla="*/ 2147483646 w 144"/>
              <a:gd name="T3" fmla="*/ 2147483646 h 72"/>
              <a:gd name="T4" fmla="*/ 0 w 144"/>
              <a:gd name="T5" fmla="*/ 0 h 72"/>
              <a:gd name="T6" fmla="*/ 0 w 144"/>
              <a:gd name="T7" fmla="*/ 2147483646 h 72"/>
              <a:gd name="T8" fmla="*/ 0 w 144"/>
              <a:gd name="T9" fmla="*/ 2147483646 h 7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4"/>
              <a:gd name="T16" fmla="*/ 0 h 72"/>
              <a:gd name="T17" fmla="*/ 144 w 144"/>
              <a:gd name="T18" fmla="*/ 72 h 7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44" h="72" extrusionOk="0">
                <a:moveTo>
                  <a:pt x="0" y="72"/>
                </a:moveTo>
                <a:lnTo>
                  <a:pt x="144" y="48"/>
                </a:lnTo>
                <a:lnTo>
                  <a:pt x="0" y="0"/>
                </a:lnTo>
                <a:lnTo>
                  <a:pt x="0" y="48"/>
                </a:lnTo>
                <a:lnTo>
                  <a:pt x="0" y="72"/>
                </a:lnTo>
                <a:close/>
              </a:path>
            </a:pathLst>
          </a:custGeom>
          <a:solidFill>
            <a:schemeClr val="tx1"/>
          </a:solidFill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265226" name="Shape 2254">
            <a:extLst>
              <a:ext uri="{FF2B5EF4-FFF2-40B4-BE49-F238E27FC236}">
                <a16:creationId xmlns:a16="http://schemas.microsoft.com/office/drawing/2014/main" id="{42C326C9-447C-49A0-BA79-9254B7C9BD1F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145088" y="5276850"/>
            <a:ext cx="681037" cy="1588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65227" name="Shape 2255">
            <a:extLst>
              <a:ext uri="{FF2B5EF4-FFF2-40B4-BE49-F238E27FC236}">
                <a16:creationId xmlns:a16="http://schemas.microsoft.com/office/drawing/2014/main" id="{C522E181-E5C8-42D7-84E4-A88E3BE30E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4663" y="5959475"/>
            <a:ext cx="5365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Clock </a:t>
            </a:r>
          </a:p>
        </p:txBody>
      </p:sp>
      <p:sp>
        <p:nvSpPr>
          <p:cNvPr id="265228" name="Shape 2256">
            <a:extLst>
              <a:ext uri="{FF2B5EF4-FFF2-40B4-BE49-F238E27FC236}">
                <a16:creationId xmlns:a16="http://schemas.microsoft.com/office/drawing/2014/main" id="{9F01B740-C61B-4E47-AC82-CCACF75BF053}"/>
              </a:ext>
            </a:extLst>
          </p:cNvPr>
          <p:cNvSpPr>
            <a:spLocks/>
          </p:cNvSpPr>
          <p:nvPr/>
        </p:nvSpPr>
        <p:spPr bwMode="auto">
          <a:xfrm>
            <a:off x="1611313" y="5465763"/>
            <a:ext cx="133350" cy="65087"/>
          </a:xfrm>
          <a:custGeom>
            <a:avLst/>
            <a:gdLst>
              <a:gd name="T0" fmla="*/ 0 w 144"/>
              <a:gd name="T1" fmla="*/ 2147483646 h 73"/>
              <a:gd name="T2" fmla="*/ 2147483646 w 144"/>
              <a:gd name="T3" fmla="*/ 2147483646 h 73"/>
              <a:gd name="T4" fmla="*/ 0 w 144"/>
              <a:gd name="T5" fmla="*/ 0 h 73"/>
              <a:gd name="T6" fmla="*/ 0 w 144"/>
              <a:gd name="T7" fmla="*/ 2147483646 h 73"/>
              <a:gd name="T8" fmla="*/ 0 w 144"/>
              <a:gd name="T9" fmla="*/ 2147483646 h 7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4"/>
              <a:gd name="T16" fmla="*/ 0 h 73"/>
              <a:gd name="T17" fmla="*/ 144 w 144"/>
              <a:gd name="T18" fmla="*/ 73 h 7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44" h="73" extrusionOk="0">
                <a:moveTo>
                  <a:pt x="0" y="73"/>
                </a:moveTo>
                <a:lnTo>
                  <a:pt x="144" y="49"/>
                </a:lnTo>
                <a:lnTo>
                  <a:pt x="0" y="0"/>
                </a:lnTo>
                <a:lnTo>
                  <a:pt x="0" y="49"/>
                </a:lnTo>
                <a:lnTo>
                  <a:pt x="0" y="73"/>
                </a:lnTo>
                <a:close/>
              </a:path>
            </a:pathLst>
          </a:custGeom>
          <a:solidFill>
            <a:schemeClr val="tx1"/>
          </a:solidFill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65229" name="Shape 2257">
            <a:extLst>
              <a:ext uri="{FF2B5EF4-FFF2-40B4-BE49-F238E27FC236}">
                <a16:creationId xmlns:a16="http://schemas.microsoft.com/office/drawing/2014/main" id="{A184CC70-8B0A-416B-BAE2-D803C82A5E32}"/>
              </a:ext>
            </a:extLst>
          </p:cNvPr>
          <p:cNvSpPr>
            <a:spLocks/>
          </p:cNvSpPr>
          <p:nvPr/>
        </p:nvSpPr>
        <p:spPr bwMode="auto">
          <a:xfrm>
            <a:off x="1349375" y="5276850"/>
            <a:ext cx="4192588" cy="1012825"/>
          </a:xfrm>
          <a:custGeom>
            <a:avLst/>
            <a:gdLst>
              <a:gd name="T0" fmla="*/ 2147483646 w 4595"/>
              <a:gd name="T1" fmla="*/ 2147483646 h 1563"/>
              <a:gd name="T2" fmla="*/ 0 w 4595"/>
              <a:gd name="T3" fmla="*/ 2147483646 h 1563"/>
              <a:gd name="T4" fmla="*/ 0 w 4595"/>
              <a:gd name="T5" fmla="*/ 2147483646 h 1563"/>
              <a:gd name="T6" fmla="*/ 2147483646 w 4595"/>
              <a:gd name="T7" fmla="*/ 2147483646 h 1563"/>
              <a:gd name="T8" fmla="*/ 2147483646 w 4595"/>
              <a:gd name="T9" fmla="*/ 0 h 156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595"/>
              <a:gd name="T16" fmla="*/ 0 h 1563"/>
              <a:gd name="T17" fmla="*/ 4595 w 4595"/>
              <a:gd name="T18" fmla="*/ 1563 h 156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595" h="1563" extrusionOk="0">
                <a:moveTo>
                  <a:pt x="265" y="337"/>
                </a:moveTo>
                <a:lnTo>
                  <a:pt x="0" y="337"/>
                </a:lnTo>
                <a:lnTo>
                  <a:pt x="0" y="1563"/>
                </a:lnTo>
                <a:lnTo>
                  <a:pt x="4595" y="1563"/>
                </a:lnTo>
                <a:lnTo>
                  <a:pt x="4595" y="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65230" name="Shape 2258">
            <a:extLst>
              <a:ext uri="{FF2B5EF4-FFF2-40B4-BE49-F238E27FC236}">
                <a16:creationId xmlns:a16="http://schemas.microsoft.com/office/drawing/2014/main" id="{4B83DFB7-2743-4248-A841-5D6C6ACC2D84}"/>
              </a:ext>
            </a:extLst>
          </p:cNvPr>
          <p:cNvSpPr>
            <a:spLocks/>
          </p:cNvSpPr>
          <p:nvPr/>
        </p:nvSpPr>
        <p:spPr bwMode="auto">
          <a:xfrm>
            <a:off x="1611313" y="5035550"/>
            <a:ext cx="133350" cy="44450"/>
          </a:xfrm>
          <a:custGeom>
            <a:avLst/>
            <a:gdLst>
              <a:gd name="T0" fmla="*/ 0 w 144"/>
              <a:gd name="T1" fmla="*/ 2147483646 h 48"/>
              <a:gd name="T2" fmla="*/ 2147483646 w 144"/>
              <a:gd name="T3" fmla="*/ 2147483646 h 48"/>
              <a:gd name="T4" fmla="*/ 0 w 144"/>
              <a:gd name="T5" fmla="*/ 0 h 48"/>
              <a:gd name="T6" fmla="*/ 0 w 144"/>
              <a:gd name="T7" fmla="*/ 2147483646 h 48"/>
              <a:gd name="T8" fmla="*/ 0 w 144"/>
              <a:gd name="T9" fmla="*/ 2147483646 h 4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4"/>
              <a:gd name="T16" fmla="*/ 0 h 48"/>
              <a:gd name="T17" fmla="*/ 144 w 144"/>
              <a:gd name="T18" fmla="*/ 48 h 4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44" h="48" extrusionOk="0">
                <a:moveTo>
                  <a:pt x="0" y="48"/>
                </a:moveTo>
                <a:lnTo>
                  <a:pt x="144" y="24"/>
                </a:lnTo>
                <a:lnTo>
                  <a:pt x="0" y="0"/>
                </a:lnTo>
                <a:lnTo>
                  <a:pt x="0" y="24"/>
                </a:lnTo>
                <a:lnTo>
                  <a:pt x="0" y="48"/>
                </a:lnTo>
                <a:close/>
              </a:path>
            </a:pathLst>
          </a:custGeom>
          <a:solidFill>
            <a:schemeClr val="tx1"/>
          </a:solidFill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265231" name="Shape 2259">
            <a:extLst>
              <a:ext uri="{FF2B5EF4-FFF2-40B4-BE49-F238E27FC236}">
                <a16:creationId xmlns:a16="http://schemas.microsoft.com/office/drawing/2014/main" id="{317B591E-0CC3-4FAB-A5E3-EF1B04751687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1063625" y="5057775"/>
            <a:ext cx="525463" cy="1588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65232" name="Shape 2260">
            <a:extLst>
              <a:ext uri="{FF2B5EF4-FFF2-40B4-BE49-F238E27FC236}">
                <a16:creationId xmlns:a16="http://schemas.microsoft.com/office/drawing/2014/main" id="{DB27FA1B-9D42-41FD-9AC3-8F9C41F04882}"/>
              </a:ext>
            </a:extLst>
          </p:cNvPr>
          <p:cNvSpPr>
            <a:spLocks/>
          </p:cNvSpPr>
          <p:nvPr/>
        </p:nvSpPr>
        <p:spPr bwMode="auto">
          <a:xfrm>
            <a:off x="5507038" y="5267325"/>
            <a:ext cx="44450" cy="44450"/>
          </a:xfrm>
          <a:custGeom>
            <a:avLst/>
            <a:gdLst>
              <a:gd name="T0" fmla="*/ 2147483646 w 48"/>
              <a:gd name="T1" fmla="*/ 0 h 48"/>
              <a:gd name="T2" fmla="*/ 2147483646 w 48"/>
              <a:gd name="T3" fmla="*/ 2147483646 h 48"/>
              <a:gd name="T4" fmla="*/ 2147483646 w 48"/>
              <a:gd name="T5" fmla="*/ 2147483646 h 48"/>
              <a:gd name="T6" fmla="*/ 2147483646 w 48"/>
              <a:gd name="T7" fmla="*/ 2147483646 h 48"/>
              <a:gd name="T8" fmla="*/ 2147483646 w 48"/>
              <a:gd name="T9" fmla="*/ 2147483646 h 48"/>
              <a:gd name="T10" fmla="*/ 2147483646 w 48"/>
              <a:gd name="T11" fmla="*/ 2147483646 h 48"/>
              <a:gd name="T12" fmla="*/ 2147483646 w 48"/>
              <a:gd name="T13" fmla="*/ 2147483646 h 48"/>
              <a:gd name="T14" fmla="*/ 2147483646 w 48"/>
              <a:gd name="T15" fmla="*/ 2147483646 h 48"/>
              <a:gd name="T16" fmla="*/ 2147483646 w 48"/>
              <a:gd name="T17" fmla="*/ 2147483646 h 48"/>
              <a:gd name="T18" fmla="*/ 2147483646 w 48"/>
              <a:gd name="T19" fmla="*/ 2147483646 h 48"/>
              <a:gd name="T20" fmla="*/ 2147483646 w 48"/>
              <a:gd name="T21" fmla="*/ 2147483646 h 48"/>
              <a:gd name="T22" fmla="*/ 2147483646 w 48"/>
              <a:gd name="T23" fmla="*/ 2147483646 h 48"/>
              <a:gd name="T24" fmla="*/ 2147483646 w 48"/>
              <a:gd name="T25" fmla="*/ 2147483646 h 48"/>
              <a:gd name="T26" fmla="*/ 2147483646 w 48"/>
              <a:gd name="T27" fmla="*/ 2147483646 h 48"/>
              <a:gd name="T28" fmla="*/ 0 w 48"/>
              <a:gd name="T29" fmla="*/ 2147483646 h 48"/>
              <a:gd name="T30" fmla="*/ 0 w 48"/>
              <a:gd name="T31" fmla="*/ 2147483646 h 48"/>
              <a:gd name="T32" fmla="*/ 0 w 48"/>
              <a:gd name="T33" fmla="*/ 2147483646 h 48"/>
              <a:gd name="T34" fmla="*/ 0 w 48"/>
              <a:gd name="T35" fmla="*/ 2147483646 h 48"/>
              <a:gd name="T36" fmla="*/ 2147483646 w 48"/>
              <a:gd name="T37" fmla="*/ 2147483646 h 48"/>
              <a:gd name="T38" fmla="*/ 2147483646 w 48"/>
              <a:gd name="T39" fmla="*/ 2147483646 h 48"/>
              <a:gd name="T40" fmla="*/ 2147483646 w 48"/>
              <a:gd name="T41" fmla="*/ 2147483646 h 48"/>
              <a:gd name="T42" fmla="*/ 2147483646 w 48"/>
              <a:gd name="T43" fmla="*/ 2147483646 h 48"/>
              <a:gd name="T44" fmla="*/ 2147483646 w 48"/>
              <a:gd name="T45" fmla="*/ 2147483646 h 48"/>
              <a:gd name="T46" fmla="*/ 2147483646 w 48"/>
              <a:gd name="T47" fmla="*/ 2147483646 h 48"/>
              <a:gd name="T48" fmla="*/ 2147483646 w 48"/>
              <a:gd name="T49" fmla="*/ 2147483646 h 48"/>
              <a:gd name="T50" fmla="*/ 2147483646 w 48"/>
              <a:gd name="T51" fmla="*/ 2147483646 h 48"/>
              <a:gd name="T52" fmla="*/ 2147483646 w 48"/>
              <a:gd name="T53" fmla="*/ 2147483646 h 48"/>
              <a:gd name="T54" fmla="*/ 2147483646 w 48"/>
              <a:gd name="T55" fmla="*/ 2147483646 h 48"/>
              <a:gd name="T56" fmla="*/ 2147483646 w 48"/>
              <a:gd name="T57" fmla="*/ 2147483646 h 48"/>
              <a:gd name="T58" fmla="*/ 2147483646 w 48"/>
              <a:gd name="T59" fmla="*/ 2147483646 h 48"/>
              <a:gd name="T60" fmla="*/ 2147483646 w 48"/>
              <a:gd name="T61" fmla="*/ 2147483646 h 48"/>
              <a:gd name="T62" fmla="*/ 2147483646 w 48"/>
              <a:gd name="T63" fmla="*/ 2147483646 h 48"/>
              <a:gd name="T64" fmla="*/ 2147483646 w 48"/>
              <a:gd name="T65" fmla="*/ 2147483646 h 48"/>
              <a:gd name="T66" fmla="*/ 2147483646 w 48"/>
              <a:gd name="T67" fmla="*/ 2147483646 h 48"/>
              <a:gd name="T68" fmla="*/ 2147483646 w 48"/>
              <a:gd name="T69" fmla="*/ 2147483646 h 48"/>
              <a:gd name="T70" fmla="*/ 2147483646 w 48"/>
              <a:gd name="T71" fmla="*/ 2147483646 h 48"/>
              <a:gd name="T72" fmla="*/ 2147483646 w 48"/>
              <a:gd name="T73" fmla="*/ 2147483646 h 48"/>
              <a:gd name="T74" fmla="*/ 2147483646 w 48"/>
              <a:gd name="T75" fmla="*/ 2147483646 h 48"/>
              <a:gd name="T76" fmla="*/ 2147483646 w 48"/>
              <a:gd name="T77" fmla="*/ 2147483646 h 48"/>
              <a:gd name="T78" fmla="*/ 2147483646 w 48"/>
              <a:gd name="T79" fmla="*/ 2147483646 h 48"/>
              <a:gd name="T80" fmla="*/ 2147483646 w 48"/>
              <a:gd name="T81" fmla="*/ 2147483646 h 48"/>
              <a:gd name="T82" fmla="*/ 2147483646 w 48"/>
              <a:gd name="T83" fmla="*/ 2147483646 h 48"/>
              <a:gd name="T84" fmla="*/ 2147483646 w 48"/>
              <a:gd name="T85" fmla="*/ 2147483646 h 48"/>
              <a:gd name="T86" fmla="*/ 2147483646 w 48"/>
              <a:gd name="T87" fmla="*/ 2147483646 h 48"/>
              <a:gd name="T88" fmla="*/ 2147483646 w 48"/>
              <a:gd name="T89" fmla="*/ 2147483646 h 48"/>
              <a:gd name="T90" fmla="*/ 2147483646 w 48"/>
              <a:gd name="T91" fmla="*/ 2147483646 h 48"/>
              <a:gd name="T92" fmla="*/ 2147483646 w 48"/>
              <a:gd name="T93" fmla="*/ 2147483646 h 48"/>
              <a:gd name="T94" fmla="*/ 2147483646 w 48"/>
              <a:gd name="T95" fmla="*/ 2147483646 h 48"/>
              <a:gd name="T96" fmla="*/ 2147483646 w 48"/>
              <a:gd name="T97" fmla="*/ 2147483646 h 48"/>
              <a:gd name="T98" fmla="*/ 2147483646 w 48"/>
              <a:gd name="T99" fmla="*/ 2147483646 h 48"/>
              <a:gd name="T100" fmla="*/ 2147483646 w 48"/>
              <a:gd name="T101" fmla="*/ 2147483646 h 48"/>
              <a:gd name="T102" fmla="*/ 2147483646 w 48"/>
              <a:gd name="T103" fmla="*/ 2147483646 h 48"/>
              <a:gd name="T104" fmla="*/ 2147483646 w 48"/>
              <a:gd name="T105" fmla="*/ 2147483646 h 48"/>
              <a:gd name="T106" fmla="*/ 2147483646 w 48"/>
              <a:gd name="T107" fmla="*/ 2147483646 h 48"/>
              <a:gd name="T108" fmla="*/ 2147483646 w 48"/>
              <a:gd name="T109" fmla="*/ 2147483646 h 48"/>
              <a:gd name="T110" fmla="*/ 2147483646 w 48"/>
              <a:gd name="T111" fmla="*/ 2147483646 h 48"/>
              <a:gd name="T112" fmla="*/ 2147483646 w 48"/>
              <a:gd name="T113" fmla="*/ 2147483646 h 48"/>
              <a:gd name="T114" fmla="*/ 2147483646 w 48"/>
              <a:gd name="T115" fmla="*/ 2147483646 h 48"/>
              <a:gd name="T116" fmla="*/ 2147483646 w 48"/>
              <a:gd name="T117" fmla="*/ 2147483646 h 48"/>
              <a:gd name="T118" fmla="*/ 2147483646 w 48"/>
              <a:gd name="T119" fmla="*/ 2147483646 h 48"/>
              <a:gd name="T120" fmla="*/ 2147483646 w 48"/>
              <a:gd name="T121" fmla="*/ 2147483646 h 48"/>
              <a:gd name="T122" fmla="*/ 2147483646 w 48"/>
              <a:gd name="T123" fmla="*/ 0 h 4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48"/>
              <a:gd name="T187" fmla="*/ 0 h 48"/>
              <a:gd name="T188" fmla="*/ 48 w 48"/>
              <a:gd name="T189" fmla="*/ 48 h 48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48" h="48" extrusionOk="0">
                <a:moveTo>
                  <a:pt x="24" y="24"/>
                </a:moveTo>
                <a:lnTo>
                  <a:pt x="24" y="0"/>
                </a:lnTo>
                <a:lnTo>
                  <a:pt x="23" y="1"/>
                </a:lnTo>
                <a:lnTo>
                  <a:pt x="22" y="1"/>
                </a:lnTo>
                <a:lnTo>
                  <a:pt x="20" y="1"/>
                </a:lnTo>
                <a:lnTo>
                  <a:pt x="19" y="1"/>
                </a:lnTo>
                <a:lnTo>
                  <a:pt x="18" y="1"/>
                </a:lnTo>
                <a:lnTo>
                  <a:pt x="17" y="1"/>
                </a:lnTo>
                <a:lnTo>
                  <a:pt x="16" y="2"/>
                </a:lnTo>
                <a:lnTo>
                  <a:pt x="14" y="2"/>
                </a:lnTo>
                <a:lnTo>
                  <a:pt x="13" y="2"/>
                </a:lnTo>
                <a:lnTo>
                  <a:pt x="13" y="3"/>
                </a:lnTo>
                <a:lnTo>
                  <a:pt x="12" y="3"/>
                </a:lnTo>
                <a:lnTo>
                  <a:pt x="11" y="5"/>
                </a:lnTo>
                <a:lnTo>
                  <a:pt x="10" y="5"/>
                </a:lnTo>
                <a:lnTo>
                  <a:pt x="8" y="6"/>
                </a:lnTo>
                <a:lnTo>
                  <a:pt x="8" y="7"/>
                </a:lnTo>
                <a:lnTo>
                  <a:pt x="7" y="7"/>
                </a:lnTo>
                <a:lnTo>
                  <a:pt x="6" y="8"/>
                </a:lnTo>
                <a:lnTo>
                  <a:pt x="6" y="9"/>
                </a:lnTo>
                <a:lnTo>
                  <a:pt x="5" y="11"/>
                </a:lnTo>
                <a:lnTo>
                  <a:pt x="4" y="12"/>
                </a:lnTo>
                <a:lnTo>
                  <a:pt x="2" y="13"/>
                </a:lnTo>
                <a:lnTo>
                  <a:pt x="2" y="14"/>
                </a:lnTo>
                <a:lnTo>
                  <a:pt x="2" y="15"/>
                </a:lnTo>
                <a:lnTo>
                  <a:pt x="1" y="17"/>
                </a:lnTo>
                <a:lnTo>
                  <a:pt x="1" y="18"/>
                </a:lnTo>
                <a:lnTo>
                  <a:pt x="1" y="19"/>
                </a:lnTo>
                <a:lnTo>
                  <a:pt x="0" y="19"/>
                </a:lnTo>
                <a:lnTo>
                  <a:pt x="0" y="20"/>
                </a:lnTo>
                <a:lnTo>
                  <a:pt x="0" y="21"/>
                </a:lnTo>
                <a:lnTo>
                  <a:pt x="0" y="23"/>
                </a:lnTo>
                <a:lnTo>
                  <a:pt x="0" y="24"/>
                </a:lnTo>
                <a:lnTo>
                  <a:pt x="0" y="26"/>
                </a:lnTo>
                <a:lnTo>
                  <a:pt x="0" y="28"/>
                </a:lnTo>
                <a:lnTo>
                  <a:pt x="0" y="29"/>
                </a:lnTo>
                <a:lnTo>
                  <a:pt x="0" y="30"/>
                </a:lnTo>
                <a:lnTo>
                  <a:pt x="1" y="30"/>
                </a:lnTo>
                <a:lnTo>
                  <a:pt x="1" y="31"/>
                </a:lnTo>
                <a:lnTo>
                  <a:pt x="1" y="32"/>
                </a:lnTo>
                <a:lnTo>
                  <a:pt x="2" y="34"/>
                </a:lnTo>
                <a:lnTo>
                  <a:pt x="2" y="35"/>
                </a:lnTo>
                <a:lnTo>
                  <a:pt x="2" y="36"/>
                </a:lnTo>
                <a:lnTo>
                  <a:pt x="4" y="37"/>
                </a:lnTo>
                <a:lnTo>
                  <a:pt x="5" y="38"/>
                </a:lnTo>
                <a:lnTo>
                  <a:pt x="6" y="40"/>
                </a:lnTo>
                <a:lnTo>
                  <a:pt x="6" y="41"/>
                </a:lnTo>
                <a:lnTo>
                  <a:pt x="7" y="42"/>
                </a:lnTo>
                <a:lnTo>
                  <a:pt x="8" y="42"/>
                </a:lnTo>
                <a:lnTo>
                  <a:pt x="8" y="43"/>
                </a:lnTo>
                <a:lnTo>
                  <a:pt x="10" y="44"/>
                </a:lnTo>
                <a:lnTo>
                  <a:pt x="11" y="44"/>
                </a:lnTo>
                <a:lnTo>
                  <a:pt x="12" y="46"/>
                </a:lnTo>
                <a:lnTo>
                  <a:pt x="13" y="46"/>
                </a:lnTo>
                <a:lnTo>
                  <a:pt x="13" y="47"/>
                </a:lnTo>
                <a:lnTo>
                  <a:pt x="14" y="47"/>
                </a:lnTo>
                <a:lnTo>
                  <a:pt x="16" y="47"/>
                </a:lnTo>
                <a:lnTo>
                  <a:pt x="17" y="48"/>
                </a:lnTo>
                <a:lnTo>
                  <a:pt x="18" y="48"/>
                </a:lnTo>
                <a:lnTo>
                  <a:pt x="19" y="48"/>
                </a:lnTo>
                <a:lnTo>
                  <a:pt x="20" y="48"/>
                </a:lnTo>
                <a:lnTo>
                  <a:pt x="22" y="48"/>
                </a:lnTo>
                <a:lnTo>
                  <a:pt x="23" y="48"/>
                </a:lnTo>
                <a:lnTo>
                  <a:pt x="24" y="48"/>
                </a:lnTo>
                <a:lnTo>
                  <a:pt x="25" y="48"/>
                </a:lnTo>
                <a:lnTo>
                  <a:pt x="26" y="48"/>
                </a:lnTo>
                <a:lnTo>
                  <a:pt x="28" y="48"/>
                </a:lnTo>
                <a:lnTo>
                  <a:pt x="29" y="48"/>
                </a:lnTo>
                <a:lnTo>
                  <a:pt x="30" y="48"/>
                </a:lnTo>
                <a:lnTo>
                  <a:pt x="31" y="48"/>
                </a:lnTo>
                <a:lnTo>
                  <a:pt x="32" y="47"/>
                </a:lnTo>
                <a:lnTo>
                  <a:pt x="34" y="47"/>
                </a:lnTo>
                <a:lnTo>
                  <a:pt x="35" y="47"/>
                </a:lnTo>
                <a:lnTo>
                  <a:pt x="36" y="46"/>
                </a:lnTo>
                <a:lnTo>
                  <a:pt x="37" y="44"/>
                </a:lnTo>
                <a:lnTo>
                  <a:pt x="39" y="44"/>
                </a:lnTo>
                <a:lnTo>
                  <a:pt x="40" y="43"/>
                </a:lnTo>
                <a:lnTo>
                  <a:pt x="41" y="42"/>
                </a:lnTo>
                <a:lnTo>
                  <a:pt x="42" y="41"/>
                </a:lnTo>
                <a:lnTo>
                  <a:pt x="43" y="40"/>
                </a:lnTo>
                <a:lnTo>
                  <a:pt x="43" y="38"/>
                </a:lnTo>
                <a:lnTo>
                  <a:pt x="45" y="38"/>
                </a:lnTo>
                <a:lnTo>
                  <a:pt x="45" y="37"/>
                </a:lnTo>
                <a:lnTo>
                  <a:pt x="46" y="36"/>
                </a:lnTo>
                <a:lnTo>
                  <a:pt x="46" y="35"/>
                </a:lnTo>
                <a:lnTo>
                  <a:pt x="47" y="34"/>
                </a:lnTo>
                <a:lnTo>
                  <a:pt x="47" y="32"/>
                </a:lnTo>
                <a:lnTo>
                  <a:pt x="47" y="31"/>
                </a:lnTo>
                <a:lnTo>
                  <a:pt x="47" y="30"/>
                </a:lnTo>
                <a:lnTo>
                  <a:pt x="48" y="30"/>
                </a:lnTo>
                <a:lnTo>
                  <a:pt x="48" y="29"/>
                </a:lnTo>
                <a:lnTo>
                  <a:pt x="48" y="28"/>
                </a:lnTo>
                <a:lnTo>
                  <a:pt x="48" y="26"/>
                </a:lnTo>
                <a:lnTo>
                  <a:pt x="48" y="24"/>
                </a:lnTo>
                <a:lnTo>
                  <a:pt x="48" y="23"/>
                </a:lnTo>
                <a:lnTo>
                  <a:pt x="48" y="21"/>
                </a:lnTo>
                <a:lnTo>
                  <a:pt x="48" y="20"/>
                </a:lnTo>
                <a:lnTo>
                  <a:pt x="48" y="19"/>
                </a:lnTo>
                <a:lnTo>
                  <a:pt x="47" y="19"/>
                </a:lnTo>
                <a:lnTo>
                  <a:pt x="47" y="18"/>
                </a:lnTo>
                <a:lnTo>
                  <a:pt x="47" y="17"/>
                </a:lnTo>
                <a:lnTo>
                  <a:pt x="47" y="15"/>
                </a:lnTo>
                <a:lnTo>
                  <a:pt x="46" y="14"/>
                </a:lnTo>
                <a:lnTo>
                  <a:pt x="46" y="13"/>
                </a:lnTo>
                <a:lnTo>
                  <a:pt x="45" y="12"/>
                </a:lnTo>
                <a:lnTo>
                  <a:pt x="45" y="11"/>
                </a:lnTo>
                <a:lnTo>
                  <a:pt x="43" y="11"/>
                </a:lnTo>
                <a:lnTo>
                  <a:pt x="43" y="9"/>
                </a:lnTo>
                <a:lnTo>
                  <a:pt x="42" y="8"/>
                </a:lnTo>
                <a:lnTo>
                  <a:pt x="41" y="7"/>
                </a:lnTo>
                <a:lnTo>
                  <a:pt x="40" y="6"/>
                </a:lnTo>
                <a:lnTo>
                  <a:pt x="39" y="5"/>
                </a:lnTo>
                <a:lnTo>
                  <a:pt x="37" y="5"/>
                </a:lnTo>
                <a:lnTo>
                  <a:pt x="36" y="3"/>
                </a:lnTo>
                <a:lnTo>
                  <a:pt x="35" y="2"/>
                </a:lnTo>
                <a:lnTo>
                  <a:pt x="34" y="2"/>
                </a:lnTo>
                <a:lnTo>
                  <a:pt x="32" y="2"/>
                </a:lnTo>
                <a:lnTo>
                  <a:pt x="31" y="1"/>
                </a:lnTo>
                <a:lnTo>
                  <a:pt x="30" y="1"/>
                </a:lnTo>
                <a:lnTo>
                  <a:pt x="29" y="1"/>
                </a:lnTo>
                <a:lnTo>
                  <a:pt x="28" y="1"/>
                </a:lnTo>
                <a:lnTo>
                  <a:pt x="26" y="1"/>
                </a:lnTo>
                <a:lnTo>
                  <a:pt x="25" y="1"/>
                </a:lnTo>
                <a:lnTo>
                  <a:pt x="24" y="0"/>
                </a:lnTo>
                <a:lnTo>
                  <a:pt x="24" y="24"/>
                </a:lnTo>
                <a:close/>
              </a:path>
            </a:pathLst>
          </a:custGeom>
          <a:solidFill>
            <a:srgbClr val="000000"/>
          </a:solidFill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65233" name="Shape 2261">
            <a:extLst>
              <a:ext uri="{FF2B5EF4-FFF2-40B4-BE49-F238E27FC236}">
                <a16:creationId xmlns:a16="http://schemas.microsoft.com/office/drawing/2014/main" id="{7F875843-203F-46C9-9D5B-D439EA0191E9}"/>
              </a:ext>
            </a:extLst>
          </p:cNvPr>
          <p:cNvSpPr>
            <a:spLocks/>
          </p:cNvSpPr>
          <p:nvPr/>
        </p:nvSpPr>
        <p:spPr bwMode="auto">
          <a:xfrm>
            <a:off x="5514975" y="5256213"/>
            <a:ext cx="52388" cy="49212"/>
          </a:xfrm>
          <a:custGeom>
            <a:avLst/>
            <a:gdLst>
              <a:gd name="T0" fmla="*/ 2147483646 w 56"/>
              <a:gd name="T1" fmla="*/ 0 h 55"/>
              <a:gd name="T2" fmla="*/ 2147483646 w 56"/>
              <a:gd name="T3" fmla="*/ 0 h 55"/>
              <a:gd name="T4" fmla="*/ 2147483646 w 56"/>
              <a:gd name="T5" fmla="*/ 2147483646 h 55"/>
              <a:gd name="T6" fmla="*/ 2147483646 w 56"/>
              <a:gd name="T7" fmla="*/ 2147483646 h 55"/>
              <a:gd name="T8" fmla="*/ 2147483646 w 56"/>
              <a:gd name="T9" fmla="*/ 2147483646 h 55"/>
              <a:gd name="T10" fmla="*/ 2147483646 w 56"/>
              <a:gd name="T11" fmla="*/ 2147483646 h 55"/>
              <a:gd name="T12" fmla="*/ 2147483646 w 56"/>
              <a:gd name="T13" fmla="*/ 2147483646 h 55"/>
              <a:gd name="T14" fmla="*/ 2147483646 w 56"/>
              <a:gd name="T15" fmla="*/ 2147483646 h 55"/>
              <a:gd name="T16" fmla="*/ 2147483646 w 56"/>
              <a:gd name="T17" fmla="*/ 2147483646 h 55"/>
              <a:gd name="T18" fmla="*/ 2147483646 w 56"/>
              <a:gd name="T19" fmla="*/ 2147483646 h 55"/>
              <a:gd name="T20" fmla="*/ 2147483646 w 56"/>
              <a:gd name="T21" fmla="*/ 2147483646 h 55"/>
              <a:gd name="T22" fmla="*/ 2147483646 w 56"/>
              <a:gd name="T23" fmla="*/ 2147483646 h 55"/>
              <a:gd name="T24" fmla="*/ 2147483646 w 56"/>
              <a:gd name="T25" fmla="*/ 2147483646 h 55"/>
              <a:gd name="T26" fmla="*/ 2147483646 w 56"/>
              <a:gd name="T27" fmla="*/ 2147483646 h 55"/>
              <a:gd name="T28" fmla="*/ 2147483646 w 56"/>
              <a:gd name="T29" fmla="*/ 2147483646 h 55"/>
              <a:gd name="T30" fmla="*/ 0 w 56"/>
              <a:gd name="T31" fmla="*/ 2147483646 h 55"/>
              <a:gd name="T32" fmla="*/ 2147483646 w 56"/>
              <a:gd name="T33" fmla="*/ 2147483646 h 55"/>
              <a:gd name="T34" fmla="*/ 2147483646 w 56"/>
              <a:gd name="T35" fmla="*/ 2147483646 h 55"/>
              <a:gd name="T36" fmla="*/ 2147483646 w 56"/>
              <a:gd name="T37" fmla="*/ 2147483646 h 55"/>
              <a:gd name="T38" fmla="*/ 2147483646 w 56"/>
              <a:gd name="T39" fmla="*/ 2147483646 h 55"/>
              <a:gd name="T40" fmla="*/ 2147483646 w 56"/>
              <a:gd name="T41" fmla="*/ 2147483646 h 55"/>
              <a:gd name="T42" fmla="*/ 2147483646 w 56"/>
              <a:gd name="T43" fmla="*/ 2147483646 h 55"/>
              <a:gd name="T44" fmla="*/ 2147483646 w 56"/>
              <a:gd name="T45" fmla="*/ 2147483646 h 55"/>
              <a:gd name="T46" fmla="*/ 2147483646 w 56"/>
              <a:gd name="T47" fmla="*/ 2147483646 h 55"/>
              <a:gd name="T48" fmla="*/ 2147483646 w 56"/>
              <a:gd name="T49" fmla="*/ 2147483646 h 55"/>
              <a:gd name="T50" fmla="*/ 2147483646 w 56"/>
              <a:gd name="T51" fmla="*/ 2147483646 h 55"/>
              <a:gd name="T52" fmla="*/ 2147483646 w 56"/>
              <a:gd name="T53" fmla="*/ 2147483646 h 55"/>
              <a:gd name="T54" fmla="*/ 2147483646 w 56"/>
              <a:gd name="T55" fmla="*/ 2147483646 h 55"/>
              <a:gd name="T56" fmla="*/ 2147483646 w 56"/>
              <a:gd name="T57" fmla="*/ 2147483646 h 55"/>
              <a:gd name="T58" fmla="*/ 2147483646 w 56"/>
              <a:gd name="T59" fmla="*/ 2147483646 h 55"/>
              <a:gd name="T60" fmla="*/ 2147483646 w 56"/>
              <a:gd name="T61" fmla="*/ 2147483646 h 55"/>
              <a:gd name="T62" fmla="*/ 2147483646 w 56"/>
              <a:gd name="T63" fmla="*/ 2147483646 h 55"/>
              <a:gd name="T64" fmla="*/ 2147483646 w 56"/>
              <a:gd name="T65" fmla="*/ 2147483646 h 55"/>
              <a:gd name="T66" fmla="*/ 2147483646 w 56"/>
              <a:gd name="T67" fmla="*/ 2147483646 h 55"/>
              <a:gd name="T68" fmla="*/ 2147483646 w 56"/>
              <a:gd name="T69" fmla="*/ 2147483646 h 55"/>
              <a:gd name="T70" fmla="*/ 2147483646 w 56"/>
              <a:gd name="T71" fmla="*/ 2147483646 h 55"/>
              <a:gd name="T72" fmla="*/ 2147483646 w 56"/>
              <a:gd name="T73" fmla="*/ 2147483646 h 55"/>
              <a:gd name="T74" fmla="*/ 2147483646 w 56"/>
              <a:gd name="T75" fmla="*/ 2147483646 h 55"/>
              <a:gd name="T76" fmla="*/ 2147483646 w 56"/>
              <a:gd name="T77" fmla="*/ 2147483646 h 55"/>
              <a:gd name="T78" fmla="*/ 2147483646 w 56"/>
              <a:gd name="T79" fmla="*/ 2147483646 h 55"/>
              <a:gd name="T80" fmla="*/ 2147483646 w 56"/>
              <a:gd name="T81" fmla="*/ 2147483646 h 55"/>
              <a:gd name="T82" fmla="*/ 2147483646 w 56"/>
              <a:gd name="T83" fmla="*/ 2147483646 h 55"/>
              <a:gd name="T84" fmla="*/ 2147483646 w 56"/>
              <a:gd name="T85" fmla="*/ 2147483646 h 55"/>
              <a:gd name="T86" fmla="*/ 2147483646 w 56"/>
              <a:gd name="T87" fmla="*/ 2147483646 h 55"/>
              <a:gd name="T88" fmla="*/ 2147483646 w 56"/>
              <a:gd name="T89" fmla="*/ 2147483646 h 55"/>
              <a:gd name="T90" fmla="*/ 2147483646 w 56"/>
              <a:gd name="T91" fmla="*/ 2147483646 h 55"/>
              <a:gd name="T92" fmla="*/ 2147483646 w 56"/>
              <a:gd name="T93" fmla="*/ 2147483646 h 55"/>
              <a:gd name="T94" fmla="*/ 2147483646 w 56"/>
              <a:gd name="T95" fmla="*/ 2147483646 h 55"/>
              <a:gd name="T96" fmla="*/ 2147483646 w 56"/>
              <a:gd name="T97" fmla="*/ 2147483646 h 55"/>
              <a:gd name="T98" fmla="*/ 2147483646 w 56"/>
              <a:gd name="T99" fmla="*/ 2147483646 h 55"/>
              <a:gd name="T100" fmla="*/ 2147483646 w 56"/>
              <a:gd name="T101" fmla="*/ 2147483646 h 55"/>
              <a:gd name="T102" fmla="*/ 2147483646 w 56"/>
              <a:gd name="T103" fmla="*/ 2147483646 h 55"/>
              <a:gd name="T104" fmla="*/ 2147483646 w 56"/>
              <a:gd name="T105" fmla="*/ 2147483646 h 55"/>
              <a:gd name="T106" fmla="*/ 2147483646 w 56"/>
              <a:gd name="T107" fmla="*/ 2147483646 h 55"/>
              <a:gd name="T108" fmla="*/ 2147483646 w 56"/>
              <a:gd name="T109" fmla="*/ 2147483646 h 55"/>
              <a:gd name="T110" fmla="*/ 2147483646 w 56"/>
              <a:gd name="T111" fmla="*/ 2147483646 h 55"/>
              <a:gd name="T112" fmla="*/ 2147483646 w 56"/>
              <a:gd name="T113" fmla="*/ 2147483646 h 55"/>
              <a:gd name="T114" fmla="*/ 2147483646 w 56"/>
              <a:gd name="T115" fmla="*/ 2147483646 h 55"/>
              <a:gd name="T116" fmla="*/ 2147483646 w 56"/>
              <a:gd name="T117" fmla="*/ 2147483646 h 55"/>
              <a:gd name="T118" fmla="*/ 2147483646 w 56"/>
              <a:gd name="T119" fmla="*/ 2147483646 h 55"/>
              <a:gd name="T120" fmla="*/ 2147483646 w 56"/>
              <a:gd name="T121" fmla="*/ 2147483646 h 55"/>
              <a:gd name="T122" fmla="*/ 2147483646 w 56"/>
              <a:gd name="T123" fmla="*/ 0 h 55"/>
              <a:gd name="T124" fmla="*/ 2147483646 w 56"/>
              <a:gd name="T125" fmla="*/ 0 h 55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56"/>
              <a:gd name="T190" fmla="*/ 0 h 55"/>
              <a:gd name="T191" fmla="*/ 56 w 56"/>
              <a:gd name="T192" fmla="*/ 55 h 55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56" h="55" extrusionOk="0">
                <a:moveTo>
                  <a:pt x="29" y="0"/>
                </a:moveTo>
                <a:lnTo>
                  <a:pt x="26" y="0"/>
                </a:lnTo>
                <a:lnTo>
                  <a:pt x="25" y="0"/>
                </a:lnTo>
                <a:lnTo>
                  <a:pt x="24" y="0"/>
                </a:lnTo>
                <a:lnTo>
                  <a:pt x="22" y="0"/>
                </a:lnTo>
                <a:lnTo>
                  <a:pt x="21" y="1"/>
                </a:lnTo>
                <a:lnTo>
                  <a:pt x="20" y="1"/>
                </a:lnTo>
                <a:lnTo>
                  <a:pt x="19" y="1"/>
                </a:lnTo>
                <a:lnTo>
                  <a:pt x="18" y="2"/>
                </a:lnTo>
                <a:lnTo>
                  <a:pt x="16" y="2"/>
                </a:lnTo>
                <a:lnTo>
                  <a:pt x="15" y="3"/>
                </a:lnTo>
                <a:lnTo>
                  <a:pt x="14" y="3"/>
                </a:lnTo>
                <a:lnTo>
                  <a:pt x="13" y="4"/>
                </a:lnTo>
                <a:lnTo>
                  <a:pt x="12" y="6"/>
                </a:lnTo>
                <a:lnTo>
                  <a:pt x="10" y="6"/>
                </a:lnTo>
                <a:lnTo>
                  <a:pt x="9" y="7"/>
                </a:lnTo>
                <a:lnTo>
                  <a:pt x="8" y="8"/>
                </a:lnTo>
                <a:lnTo>
                  <a:pt x="7" y="9"/>
                </a:lnTo>
                <a:lnTo>
                  <a:pt x="6" y="10"/>
                </a:lnTo>
                <a:lnTo>
                  <a:pt x="4" y="12"/>
                </a:lnTo>
                <a:lnTo>
                  <a:pt x="4" y="13"/>
                </a:lnTo>
                <a:lnTo>
                  <a:pt x="3" y="14"/>
                </a:lnTo>
                <a:lnTo>
                  <a:pt x="3" y="15"/>
                </a:lnTo>
                <a:lnTo>
                  <a:pt x="2" y="16"/>
                </a:lnTo>
                <a:lnTo>
                  <a:pt x="2" y="18"/>
                </a:lnTo>
                <a:lnTo>
                  <a:pt x="2" y="19"/>
                </a:lnTo>
                <a:lnTo>
                  <a:pt x="1" y="20"/>
                </a:lnTo>
                <a:lnTo>
                  <a:pt x="1" y="21"/>
                </a:lnTo>
                <a:lnTo>
                  <a:pt x="1" y="24"/>
                </a:lnTo>
                <a:lnTo>
                  <a:pt x="1" y="25"/>
                </a:lnTo>
                <a:lnTo>
                  <a:pt x="1" y="26"/>
                </a:lnTo>
                <a:lnTo>
                  <a:pt x="0" y="27"/>
                </a:lnTo>
                <a:lnTo>
                  <a:pt x="1" y="28"/>
                </a:lnTo>
                <a:lnTo>
                  <a:pt x="1" y="30"/>
                </a:lnTo>
                <a:lnTo>
                  <a:pt x="1" y="32"/>
                </a:lnTo>
                <a:lnTo>
                  <a:pt x="1" y="33"/>
                </a:lnTo>
                <a:lnTo>
                  <a:pt x="1" y="34"/>
                </a:lnTo>
                <a:lnTo>
                  <a:pt x="2" y="36"/>
                </a:lnTo>
                <a:lnTo>
                  <a:pt x="2" y="37"/>
                </a:lnTo>
                <a:lnTo>
                  <a:pt x="2" y="38"/>
                </a:lnTo>
                <a:lnTo>
                  <a:pt x="3" y="39"/>
                </a:lnTo>
                <a:lnTo>
                  <a:pt x="3" y="41"/>
                </a:lnTo>
                <a:lnTo>
                  <a:pt x="4" y="42"/>
                </a:lnTo>
                <a:lnTo>
                  <a:pt x="4" y="43"/>
                </a:lnTo>
                <a:lnTo>
                  <a:pt x="6" y="44"/>
                </a:lnTo>
                <a:lnTo>
                  <a:pt x="7" y="45"/>
                </a:lnTo>
                <a:lnTo>
                  <a:pt x="8" y="47"/>
                </a:lnTo>
                <a:lnTo>
                  <a:pt x="8" y="48"/>
                </a:lnTo>
                <a:lnTo>
                  <a:pt x="9" y="48"/>
                </a:lnTo>
                <a:lnTo>
                  <a:pt x="10" y="49"/>
                </a:lnTo>
                <a:lnTo>
                  <a:pt x="12" y="50"/>
                </a:lnTo>
                <a:lnTo>
                  <a:pt x="13" y="50"/>
                </a:lnTo>
                <a:lnTo>
                  <a:pt x="14" y="51"/>
                </a:lnTo>
                <a:lnTo>
                  <a:pt x="15" y="51"/>
                </a:lnTo>
                <a:lnTo>
                  <a:pt x="16" y="53"/>
                </a:lnTo>
                <a:lnTo>
                  <a:pt x="18" y="53"/>
                </a:lnTo>
                <a:lnTo>
                  <a:pt x="19" y="54"/>
                </a:lnTo>
                <a:lnTo>
                  <a:pt x="20" y="54"/>
                </a:lnTo>
                <a:lnTo>
                  <a:pt x="21" y="55"/>
                </a:lnTo>
                <a:lnTo>
                  <a:pt x="22" y="55"/>
                </a:lnTo>
                <a:lnTo>
                  <a:pt x="24" y="55"/>
                </a:lnTo>
                <a:lnTo>
                  <a:pt x="25" y="55"/>
                </a:lnTo>
                <a:lnTo>
                  <a:pt x="26" y="55"/>
                </a:lnTo>
                <a:lnTo>
                  <a:pt x="29" y="55"/>
                </a:lnTo>
                <a:lnTo>
                  <a:pt x="30" y="55"/>
                </a:lnTo>
                <a:lnTo>
                  <a:pt x="31" y="55"/>
                </a:lnTo>
                <a:lnTo>
                  <a:pt x="32" y="55"/>
                </a:lnTo>
                <a:lnTo>
                  <a:pt x="33" y="55"/>
                </a:lnTo>
                <a:lnTo>
                  <a:pt x="35" y="55"/>
                </a:lnTo>
                <a:lnTo>
                  <a:pt x="37" y="54"/>
                </a:lnTo>
                <a:lnTo>
                  <a:pt x="38" y="54"/>
                </a:lnTo>
                <a:lnTo>
                  <a:pt x="39" y="53"/>
                </a:lnTo>
                <a:lnTo>
                  <a:pt x="41" y="53"/>
                </a:lnTo>
                <a:lnTo>
                  <a:pt x="42" y="51"/>
                </a:lnTo>
                <a:lnTo>
                  <a:pt x="43" y="51"/>
                </a:lnTo>
                <a:lnTo>
                  <a:pt x="44" y="50"/>
                </a:lnTo>
                <a:lnTo>
                  <a:pt x="45" y="50"/>
                </a:lnTo>
                <a:lnTo>
                  <a:pt x="45" y="49"/>
                </a:lnTo>
                <a:lnTo>
                  <a:pt x="47" y="48"/>
                </a:lnTo>
                <a:lnTo>
                  <a:pt x="48" y="48"/>
                </a:lnTo>
                <a:lnTo>
                  <a:pt x="49" y="47"/>
                </a:lnTo>
                <a:lnTo>
                  <a:pt x="50" y="45"/>
                </a:lnTo>
                <a:lnTo>
                  <a:pt x="50" y="44"/>
                </a:lnTo>
                <a:lnTo>
                  <a:pt x="51" y="43"/>
                </a:lnTo>
                <a:lnTo>
                  <a:pt x="53" y="42"/>
                </a:lnTo>
                <a:lnTo>
                  <a:pt x="53" y="41"/>
                </a:lnTo>
                <a:lnTo>
                  <a:pt x="54" y="39"/>
                </a:lnTo>
                <a:lnTo>
                  <a:pt x="54" y="38"/>
                </a:lnTo>
                <a:lnTo>
                  <a:pt x="54" y="37"/>
                </a:lnTo>
                <a:lnTo>
                  <a:pt x="55" y="36"/>
                </a:lnTo>
                <a:lnTo>
                  <a:pt x="55" y="34"/>
                </a:lnTo>
                <a:lnTo>
                  <a:pt x="55" y="33"/>
                </a:lnTo>
                <a:lnTo>
                  <a:pt x="56" y="32"/>
                </a:lnTo>
                <a:lnTo>
                  <a:pt x="56" y="30"/>
                </a:lnTo>
                <a:lnTo>
                  <a:pt x="56" y="28"/>
                </a:lnTo>
                <a:lnTo>
                  <a:pt x="56" y="27"/>
                </a:lnTo>
                <a:lnTo>
                  <a:pt x="56" y="26"/>
                </a:lnTo>
                <a:lnTo>
                  <a:pt x="56" y="25"/>
                </a:lnTo>
                <a:lnTo>
                  <a:pt x="56" y="24"/>
                </a:lnTo>
                <a:lnTo>
                  <a:pt x="55" y="21"/>
                </a:lnTo>
                <a:lnTo>
                  <a:pt x="55" y="20"/>
                </a:lnTo>
                <a:lnTo>
                  <a:pt x="55" y="19"/>
                </a:lnTo>
                <a:lnTo>
                  <a:pt x="54" y="18"/>
                </a:lnTo>
                <a:lnTo>
                  <a:pt x="54" y="16"/>
                </a:lnTo>
                <a:lnTo>
                  <a:pt x="54" y="15"/>
                </a:lnTo>
                <a:lnTo>
                  <a:pt x="53" y="14"/>
                </a:lnTo>
                <a:lnTo>
                  <a:pt x="53" y="13"/>
                </a:lnTo>
                <a:lnTo>
                  <a:pt x="51" y="12"/>
                </a:lnTo>
                <a:lnTo>
                  <a:pt x="50" y="10"/>
                </a:lnTo>
                <a:lnTo>
                  <a:pt x="50" y="9"/>
                </a:lnTo>
                <a:lnTo>
                  <a:pt x="49" y="8"/>
                </a:lnTo>
                <a:lnTo>
                  <a:pt x="48" y="8"/>
                </a:lnTo>
                <a:lnTo>
                  <a:pt x="47" y="7"/>
                </a:lnTo>
                <a:lnTo>
                  <a:pt x="45" y="6"/>
                </a:lnTo>
                <a:lnTo>
                  <a:pt x="44" y="4"/>
                </a:lnTo>
                <a:lnTo>
                  <a:pt x="43" y="3"/>
                </a:lnTo>
                <a:lnTo>
                  <a:pt x="42" y="3"/>
                </a:lnTo>
                <a:lnTo>
                  <a:pt x="41" y="2"/>
                </a:lnTo>
                <a:lnTo>
                  <a:pt x="39" y="2"/>
                </a:lnTo>
                <a:lnTo>
                  <a:pt x="38" y="1"/>
                </a:lnTo>
                <a:lnTo>
                  <a:pt x="37" y="1"/>
                </a:lnTo>
                <a:lnTo>
                  <a:pt x="35" y="1"/>
                </a:lnTo>
                <a:lnTo>
                  <a:pt x="33" y="0"/>
                </a:lnTo>
                <a:lnTo>
                  <a:pt x="32" y="0"/>
                </a:lnTo>
                <a:lnTo>
                  <a:pt x="31" y="0"/>
                </a:lnTo>
                <a:lnTo>
                  <a:pt x="30" y="0"/>
                </a:lnTo>
                <a:lnTo>
                  <a:pt x="29" y="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65234" name="Shape 2262">
            <a:extLst>
              <a:ext uri="{FF2B5EF4-FFF2-40B4-BE49-F238E27FC236}">
                <a16:creationId xmlns:a16="http://schemas.microsoft.com/office/drawing/2014/main" id="{8AEB694B-7448-47CB-B0DC-B1DA9C0DD582}"/>
              </a:ext>
            </a:extLst>
          </p:cNvPr>
          <p:cNvSpPr>
            <a:spLocks/>
          </p:cNvSpPr>
          <p:nvPr/>
        </p:nvSpPr>
        <p:spPr bwMode="auto">
          <a:xfrm>
            <a:off x="7889875" y="4710113"/>
            <a:ext cx="131763" cy="44450"/>
          </a:xfrm>
          <a:custGeom>
            <a:avLst/>
            <a:gdLst>
              <a:gd name="T0" fmla="*/ 0 w 145"/>
              <a:gd name="T1" fmla="*/ 2147483646 h 48"/>
              <a:gd name="T2" fmla="*/ 2147483646 w 145"/>
              <a:gd name="T3" fmla="*/ 2147483646 h 48"/>
              <a:gd name="T4" fmla="*/ 0 w 145"/>
              <a:gd name="T5" fmla="*/ 0 h 48"/>
              <a:gd name="T6" fmla="*/ 0 w 145"/>
              <a:gd name="T7" fmla="*/ 2147483646 h 48"/>
              <a:gd name="T8" fmla="*/ 0 w 145"/>
              <a:gd name="T9" fmla="*/ 2147483646 h 4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5"/>
              <a:gd name="T16" fmla="*/ 0 h 48"/>
              <a:gd name="T17" fmla="*/ 145 w 145"/>
              <a:gd name="T18" fmla="*/ 48 h 4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45" h="48" extrusionOk="0">
                <a:moveTo>
                  <a:pt x="0" y="48"/>
                </a:moveTo>
                <a:lnTo>
                  <a:pt x="145" y="24"/>
                </a:lnTo>
                <a:lnTo>
                  <a:pt x="0" y="0"/>
                </a:lnTo>
                <a:lnTo>
                  <a:pt x="0" y="24"/>
                </a:lnTo>
                <a:lnTo>
                  <a:pt x="0" y="48"/>
                </a:lnTo>
                <a:close/>
              </a:path>
            </a:pathLst>
          </a:custGeom>
          <a:solidFill>
            <a:schemeClr val="tx1"/>
          </a:solidFill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265235" name="Shape 2263">
            <a:extLst>
              <a:ext uri="{FF2B5EF4-FFF2-40B4-BE49-F238E27FC236}">
                <a16:creationId xmlns:a16="http://schemas.microsoft.com/office/drawing/2014/main" id="{CD4DEBF6-72A2-435A-B86E-A7331950C0F4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494588" y="4732338"/>
            <a:ext cx="395287" cy="1587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65236" name="Shape 2264">
            <a:extLst>
              <a:ext uri="{FF2B5EF4-FFF2-40B4-BE49-F238E27FC236}">
                <a16:creationId xmlns:a16="http://schemas.microsoft.com/office/drawing/2014/main" id="{509BEC1A-1B78-418F-AF78-49CA2DF89C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80113" y="4641850"/>
            <a:ext cx="1492250" cy="2084388"/>
          </a:xfrm>
          <a:prstGeom prst="rect">
            <a:avLst/>
          </a:prstGeom>
          <a:noFill/>
          <a:ln w="28575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65237" name="Shape 2265">
            <a:extLst>
              <a:ext uri="{FF2B5EF4-FFF2-40B4-BE49-F238E27FC236}">
                <a16:creationId xmlns:a16="http://schemas.microsoft.com/office/drawing/2014/main" id="{6EB5983B-1B53-4117-BE23-CD5FFD85EB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8350" y="4938713"/>
            <a:ext cx="2428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w </a:t>
            </a:r>
          </a:p>
        </p:txBody>
      </p:sp>
      <p:sp>
        <p:nvSpPr>
          <p:cNvPr id="265238" name="Shape 2266">
            <a:extLst>
              <a:ext uri="{FF2B5EF4-FFF2-40B4-BE49-F238E27FC236}">
                <a16:creationId xmlns:a16="http://schemas.microsoft.com/office/drawing/2014/main" id="{1B52591E-5E90-42B7-95A6-E72779E8B5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27238" y="4991100"/>
            <a:ext cx="968375" cy="501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Next State Logic</a:t>
            </a:r>
          </a:p>
        </p:txBody>
      </p:sp>
      <p:sp>
        <p:nvSpPr>
          <p:cNvPr id="265239" name="Shape 2267">
            <a:extLst>
              <a:ext uri="{FF2B5EF4-FFF2-40B4-BE49-F238E27FC236}">
                <a16:creationId xmlns:a16="http://schemas.microsoft.com/office/drawing/2014/main" id="{B0CB8795-643E-4327-9F73-88B93DC70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22888" y="4943475"/>
            <a:ext cx="525462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y[1:2] </a:t>
            </a:r>
          </a:p>
        </p:txBody>
      </p:sp>
      <p:sp>
        <p:nvSpPr>
          <p:cNvPr id="265240" name="Shape 2268">
            <a:extLst>
              <a:ext uri="{FF2B5EF4-FFF2-40B4-BE49-F238E27FC236}">
                <a16:creationId xmlns:a16="http://schemas.microsoft.com/office/drawing/2014/main" id="{78A2E326-BF7A-4BC6-82A4-6107FA2F4D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70263" y="4943475"/>
            <a:ext cx="6127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Y[1:2] </a:t>
            </a:r>
          </a:p>
        </p:txBody>
      </p:sp>
      <p:sp>
        <p:nvSpPr>
          <p:cNvPr id="265241" name="Shape 2269">
            <a:extLst>
              <a:ext uri="{FF2B5EF4-FFF2-40B4-BE49-F238E27FC236}">
                <a16:creationId xmlns:a16="http://schemas.microsoft.com/office/drawing/2014/main" id="{1D76F75E-3504-4407-9CC5-41F2C3F58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54738" y="4943475"/>
            <a:ext cx="1262062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Output Logic</a:t>
            </a:r>
          </a:p>
        </p:txBody>
      </p:sp>
      <p:sp>
        <p:nvSpPr>
          <p:cNvPr id="265242" name="Shape 2270">
            <a:extLst>
              <a:ext uri="{FF2B5EF4-FFF2-40B4-BE49-F238E27FC236}">
                <a16:creationId xmlns:a16="http://schemas.microsoft.com/office/drawing/2014/main" id="{51849BFB-7CDA-43B3-941A-A31F83EF535A}"/>
              </a:ext>
            </a:extLst>
          </p:cNvPr>
          <p:cNvSpPr>
            <a:spLocks/>
          </p:cNvSpPr>
          <p:nvPr/>
        </p:nvSpPr>
        <p:spPr bwMode="auto">
          <a:xfrm>
            <a:off x="7889875" y="5014913"/>
            <a:ext cx="131763" cy="44450"/>
          </a:xfrm>
          <a:custGeom>
            <a:avLst/>
            <a:gdLst>
              <a:gd name="T0" fmla="*/ 0 w 145"/>
              <a:gd name="T1" fmla="*/ 2147483646 h 48"/>
              <a:gd name="T2" fmla="*/ 2147483646 w 145"/>
              <a:gd name="T3" fmla="*/ 2147483646 h 48"/>
              <a:gd name="T4" fmla="*/ 0 w 145"/>
              <a:gd name="T5" fmla="*/ 0 h 48"/>
              <a:gd name="T6" fmla="*/ 0 w 145"/>
              <a:gd name="T7" fmla="*/ 2147483646 h 48"/>
              <a:gd name="T8" fmla="*/ 0 w 145"/>
              <a:gd name="T9" fmla="*/ 2147483646 h 4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5"/>
              <a:gd name="T16" fmla="*/ 0 h 48"/>
              <a:gd name="T17" fmla="*/ 145 w 145"/>
              <a:gd name="T18" fmla="*/ 48 h 4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45" h="48" extrusionOk="0">
                <a:moveTo>
                  <a:pt x="0" y="48"/>
                </a:moveTo>
                <a:lnTo>
                  <a:pt x="145" y="24"/>
                </a:lnTo>
                <a:lnTo>
                  <a:pt x="0" y="0"/>
                </a:lnTo>
                <a:lnTo>
                  <a:pt x="0" y="24"/>
                </a:lnTo>
                <a:lnTo>
                  <a:pt x="0" y="48"/>
                </a:lnTo>
                <a:close/>
              </a:path>
            </a:pathLst>
          </a:custGeom>
          <a:solidFill>
            <a:schemeClr val="tx1"/>
          </a:solidFill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265243" name="Shape 2271">
            <a:extLst>
              <a:ext uri="{FF2B5EF4-FFF2-40B4-BE49-F238E27FC236}">
                <a16:creationId xmlns:a16="http://schemas.microsoft.com/office/drawing/2014/main" id="{148E0C34-7E66-42B3-A792-5FF349909CF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494588" y="5037138"/>
            <a:ext cx="395287" cy="1587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65244" name="Shape 2272">
            <a:extLst>
              <a:ext uri="{FF2B5EF4-FFF2-40B4-BE49-F238E27FC236}">
                <a16:creationId xmlns:a16="http://schemas.microsoft.com/office/drawing/2014/main" id="{EC948839-B680-4E0D-B8FF-4C7D6CB3BC29}"/>
              </a:ext>
            </a:extLst>
          </p:cNvPr>
          <p:cNvSpPr>
            <a:spLocks/>
          </p:cNvSpPr>
          <p:nvPr/>
        </p:nvSpPr>
        <p:spPr bwMode="auto">
          <a:xfrm>
            <a:off x="7889875" y="5319713"/>
            <a:ext cx="131763" cy="44450"/>
          </a:xfrm>
          <a:custGeom>
            <a:avLst/>
            <a:gdLst>
              <a:gd name="T0" fmla="*/ 0 w 145"/>
              <a:gd name="T1" fmla="*/ 2147483646 h 48"/>
              <a:gd name="T2" fmla="*/ 2147483646 w 145"/>
              <a:gd name="T3" fmla="*/ 2147483646 h 48"/>
              <a:gd name="T4" fmla="*/ 0 w 145"/>
              <a:gd name="T5" fmla="*/ 0 h 48"/>
              <a:gd name="T6" fmla="*/ 0 w 145"/>
              <a:gd name="T7" fmla="*/ 2147483646 h 48"/>
              <a:gd name="T8" fmla="*/ 0 w 145"/>
              <a:gd name="T9" fmla="*/ 2147483646 h 4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5"/>
              <a:gd name="T16" fmla="*/ 0 h 48"/>
              <a:gd name="T17" fmla="*/ 145 w 145"/>
              <a:gd name="T18" fmla="*/ 48 h 4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45" h="48" extrusionOk="0">
                <a:moveTo>
                  <a:pt x="0" y="48"/>
                </a:moveTo>
                <a:lnTo>
                  <a:pt x="145" y="24"/>
                </a:lnTo>
                <a:lnTo>
                  <a:pt x="0" y="0"/>
                </a:lnTo>
                <a:lnTo>
                  <a:pt x="0" y="24"/>
                </a:lnTo>
                <a:lnTo>
                  <a:pt x="0" y="48"/>
                </a:lnTo>
                <a:close/>
              </a:path>
            </a:pathLst>
          </a:custGeom>
          <a:solidFill>
            <a:schemeClr val="tx1"/>
          </a:solidFill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265245" name="Shape 2273">
            <a:extLst>
              <a:ext uri="{FF2B5EF4-FFF2-40B4-BE49-F238E27FC236}">
                <a16:creationId xmlns:a16="http://schemas.microsoft.com/office/drawing/2014/main" id="{A99578AB-3517-484B-99C7-946CB6CF129D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494588" y="5341938"/>
            <a:ext cx="395287" cy="1587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65246" name="Shape 2274">
            <a:extLst>
              <a:ext uri="{FF2B5EF4-FFF2-40B4-BE49-F238E27FC236}">
                <a16:creationId xmlns:a16="http://schemas.microsoft.com/office/drawing/2014/main" id="{E8FA1D21-F120-451A-8255-1CAB99650E7A}"/>
              </a:ext>
            </a:extLst>
          </p:cNvPr>
          <p:cNvSpPr>
            <a:spLocks/>
          </p:cNvSpPr>
          <p:nvPr/>
        </p:nvSpPr>
        <p:spPr bwMode="auto">
          <a:xfrm>
            <a:off x="7889875" y="5624513"/>
            <a:ext cx="131763" cy="44450"/>
          </a:xfrm>
          <a:custGeom>
            <a:avLst/>
            <a:gdLst>
              <a:gd name="T0" fmla="*/ 0 w 145"/>
              <a:gd name="T1" fmla="*/ 2147483646 h 48"/>
              <a:gd name="T2" fmla="*/ 2147483646 w 145"/>
              <a:gd name="T3" fmla="*/ 2147483646 h 48"/>
              <a:gd name="T4" fmla="*/ 0 w 145"/>
              <a:gd name="T5" fmla="*/ 0 h 48"/>
              <a:gd name="T6" fmla="*/ 0 w 145"/>
              <a:gd name="T7" fmla="*/ 2147483646 h 48"/>
              <a:gd name="T8" fmla="*/ 0 w 145"/>
              <a:gd name="T9" fmla="*/ 2147483646 h 4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5"/>
              <a:gd name="T16" fmla="*/ 0 h 48"/>
              <a:gd name="T17" fmla="*/ 145 w 145"/>
              <a:gd name="T18" fmla="*/ 48 h 4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45" h="48" extrusionOk="0">
                <a:moveTo>
                  <a:pt x="0" y="48"/>
                </a:moveTo>
                <a:lnTo>
                  <a:pt x="145" y="24"/>
                </a:lnTo>
                <a:lnTo>
                  <a:pt x="0" y="0"/>
                </a:lnTo>
                <a:lnTo>
                  <a:pt x="0" y="24"/>
                </a:lnTo>
                <a:lnTo>
                  <a:pt x="0" y="48"/>
                </a:lnTo>
                <a:close/>
              </a:path>
            </a:pathLst>
          </a:custGeom>
          <a:solidFill>
            <a:schemeClr val="tx1"/>
          </a:solidFill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265247" name="Shape 2275">
            <a:extLst>
              <a:ext uri="{FF2B5EF4-FFF2-40B4-BE49-F238E27FC236}">
                <a16:creationId xmlns:a16="http://schemas.microsoft.com/office/drawing/2014/main" id="{6E8531D7-2F57-470D-91AC-2599A0274956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494588" y="5646738"/>
            <a:ext cx="395287" cy="1587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65248" name="Shape 2276">
            <a:extLst>
              <a:ext uri="{FF2B5EF4-FFF2-40B4-BE49-F238E27FC236}">
                <a16:creationId xmlns:a16="http://schemas.microsoft.com/office/drawing/2014/main" id="{6EF78849-E172-4CB5-8E08-C928A465B96B}"/>
              </a:ext>
            </a:extLst>
          </p:cNvPr>
          <p:cNvSpPr>
            <a:spLocks/>
          </p:cNvSpPr>
          <p:nvPr/>
        </p:nvSpPr>
        <p:spPr bwMode="auto">
          <a:xfrm>
            <a:off x="7889875" y="5929313"/>
            <a:ext cx="131763" cy="44450"/>
          </a:xfrm>
          <a:custGeom>
            <a:avLst/>
            <a:gdLst>
              <a:gd name="T0" fmla="*/ 0 w 145"/>
              <a:gd name="T1" fmla="*/ 2147483646 h 48"/>
              <a:gd name="T2" fmla="*/ 2147483646 w 145"/>
              <a:gd name="T3" fmla="*/ 2147483646 h 48"/>
              <a:gd name="T4" fmla="*/ 0 w 145"/>
              <a:gd name="T5" fmla="*/ 0 h 48"/>
              <a:gd name="T6" fmla="*/ 0 w 145"/>
              <a:gd name="T7" fmla="*/ 2147483646 h 48"/>
              <a:gd name="T8" fmla="*/ 0 w 145"/>
              <a:gd name="T9" fmla="*/ 2147483646 h 4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5"/>
              <a:gd name="T16" fmla="*/ 0 h 48"/>
              <a:gd name="T17" fmla="*/ 145 w 145"/>
              <a:gd name="T18" fmla="*/ 48 h 4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45" h="48" extrusionOk="0">
                <a:moveTo>
                  <a:pt x="0" y="48"/>
                </a:moveTo>
                <a:lnTo>
                  <a:pt x="145" y="24"/>
                </a:lnTo>
                <a:lnTo>
                  <a:pt x="0" y="0"/>
                </a:lnTo>
                <a:lnTo>
                  <a:pt x="0" y="24"/>
                </a:lnTo>
                <a:lnTo>
                  <a:pt x="0" y="48"/>
                </a:lnTo>
                <a:close/>
              </a:path>
            </a:pathLst>
          </a:custGeom>
          <a:solidFill>
            <a:schemeClr val="tx1"/>
          </a:solidFill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265249" name="Shape 2277">
            <a:extLst>
              <a:ext uri="{FF2B5EF4-FFF2-40B4-BE49-F238E27FC236}">
                <a16:creationId xmlns:a16="http://schemas.microsoft.com/office/drawing/2014/main" id="{D50D9927-474D-4640-8B9A-334D5DE3E35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494588" y="5951538"/>
            <a:ext cx="395287" cy="1587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65250" name="Shape 2278">
            <a:extLst>
              <a:ext uri="{FF2B5EF4-FFF2-40B4-BE49-F238E27FC236}">
                <a16:creationId xmlns:a16="http://schemas.microsoft.com/office/drawing/2014/main" id="{6B15D612-C006-42D1-B097-5ED633EA9E00}"/>
              </a:ext>
            </a:extLst>
          </p:cNvPr>
          <p:cNvSpPr>
            <a:spLocks/>
          </p:cNvSpPr>
          <p:nvPr/>
        </p:nvSpPr>
        <p:spPr bwMode="auto">
          <a:xfrm>
            <a:off x="7889875" y="6234113"/>
            <a:ext cx="131763" cy="44450"/>
          </a:xfrm>
          <a:custGeom>
            <a:avLst/>
            <a:gdLst>
              <a:gd name="T0" fmla="*/ 0 w 145"/>
              <a:gd name="T1" fmla="*/ 2147483646 h 48"/>
              <a:gd name="T2" fmla="*/ 2147483646 w 145"/>
              <a:gd name="T3" fmla="*/ 2147483646 h 48"/>
              <a:gd name="T4" fmla="*/ 0 w 145"/>
              <a:gd name="T5" fmla="*/ 0 h 48"/>
              <a:gd name="T6" fmla="*/ 0 w 145"/>
              <a:gd name="T7" fmla="*/ 2147483646 h 48"/>
              <a:gd name="T8" fmla="*/ 0 w 145"/>
              <a:gd name="T9" fmla="*/ 2147483646 h 4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5"/>
              <a:gd name="T16" fmla="*/ 0 h 48"/>
              <a:gd name="T17" fmla="*/ 145 w 145"/>
              <a:gd name="T18" fmla="*/ 48 h 4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45" h="48" extrusionOk="0">
                <a:moveTo>
                  <a:pt x="0" y="48"/>
                </a:moveTo>
                <a:lnTo>
                  <a:pt x="145" y="24"/>
                </a:lnTo>
                <a:lnTo>
                  <a:pt x="0" y="0"/>
                </a:lnTo>
                <a:lnTo>
                  <a:pt x="0" y="24"/>
                </a:lnTo>
                <a:lnTo>
                  <a:pt x="0" y="48"/>
                </a:lnTo>
                <a:close/>
              </a:path>
            </a:pathLst>
          </a:custGeom>
          <a:solidFill>
            <a:schemeClr val="tx1"/>
          </a:solidFill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265251" name="Shape 2279">
            <a:extLst>
              <a:ext uri="{FF2B5EF4-FFF2-40B4-BE49-F238E27FC236}">
                <a16:creationId xmlns:a16="http://schemas.microsoft.com/office/drawing/2014/main" id="{D2C15313-C97A-464D-91C8-5920DC13D1D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494588" y="6256338"/>
            <a:ext cx="395287" cy="1587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65252" name="Shape 2280">
            <a:extLst>
              <a:ext uri="{FF2B5EF4-FFF2-40B4-BE49-F238E27FC236}">
                <a16:creationId xmlns:a16="http://schemas.microsoft.com/office/drawing/2014/main" id="{E64AFE9E-BF82-4B1A-9764-43E00EBC0D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78788" y="4611688"/>
            <a:ext cx="525462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</a:t>
            </a: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  <a:r>
              <a:rPr kumimoji="0" lang="en-US" altLang="en-US" sz="16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</a:t>
            </a:r>
          </a:p>
        </p:txBody>
      </p:sp>
      <p:sp>
        <p:nvSpPr>
          <p:cNvPr id="265253" name="Shape 2281">
            <a:extLst>
              <a:ext uri="{FF2B5EF4-FFF2-40B4-BE49-F238E27FC236}">
                <a16:creationId xmlns:a16="http://schemas.microsoft.com/office/drawing/2014/main" id="{C7B0D493-97C9-4C4D-9BD7-6319F8CB0E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78788" y="4916488"/>
            <a:ext cx="525462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</a:t>
            </a: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  <a:r>
              <a:rPr kumimoji="0" lang="en-US" altLang="en-US" sz="16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in</a:t>
            </a:r>
          </a:p>
        </p:txBody>
      </p:sp>
      <p:sp>
        <p:nvSpPr>
          <p:cNvPr id="265254" name="Shape 2282">
            <a:extLst>
              <a:ext uri="{FF2B5EF4-FFF2-40B4-BE49-F238E27FC236}">
                <a16:creationId xmlns:a16="http://schemas.microsoft.com/office/drawing/2014/main" id="{E14B21EA-48E9-4FDA-9671-3D5E2B6E74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78788" y="6135688"/>
            <a:ext cx="525462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</a:t>
            </a: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3</a:t>
            </a:r>
            <a:r>
              <a:rPr kumimoji="0" lang="en-US" altLang="en-US" sz="16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in</a:t>
            </a:r>
          </a:p>
        </p:txBody>
      </p:sp>
      <p:sp>
        <p:nvSpPr>
          <p:cNvPr id="265255" name="Shape 2283">
            <a:extLst>
              <a:ext uri="{FF2B5EF4-FFF2-40B4-BE49-F238E27FC236}">
                <a16:creationId xmlns:a16="http://schemas.microsoft.com/office/drawing/2014/main" id="{C1BD8D2F-F9BB-4D0D-AE18-793D6181BC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78788" y="5221288"/>
            <a:ext cx="525462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</a:t>
            </a: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16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</a:t>
            </a:r>
          </a:p>
        </p:txBody>
      </p:sp>
      <p:sp>
        <p:nvSpPr>
          <p:cNvPr id="265256" name="Shape 2284">
            <a:extLst>
              <a:ext uri="{FF2B5EF4-FFF2-40B4-BE49-F238E27FC236}">
                <a16:creationId xmlns:a16="http://schemas.microsoft.com/office/drawing/2014/main" id="{AB41C932-44F6-4002-9841-5DC62D8092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78788" y="5526088"/>
            <a:ext cx="525462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</a:t>
            </a: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16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in</a:t>
            </a:r>
          </a:p>
        </p:txBody>
      </p:sp>
      <p:sp>
        <p:nvSpPr>
          <p:cNvPr id="265257" name="Shape 2285">
            <a:extLst>
              <a:ext uri="{FF2B5EF4-FFF2-40B4-BE49-F238E27FC236}">
                <a16:creationId xmlns:a16="http://schemas.microsoft.com/office/drawing/2014/main" id="{3EE2ED65-588F-4943-8F26-3158D03F7E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78788" y="5830888"/>
            <a:ext cx="525462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</a:t>
            </a: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3</a:t>
            </a:r>
            <a:r>
              <a:rPr kumimoji="0" lang="en-US" altLang="en-US" sz="16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</a:t>
            </a:r>
          </a:p>
        </p:txBody>
      </p:sp>
      <p:sp>
        <p:nvSpPr>
          <p:cNvPr id="265258" name="Shape 2286">
            <a:extLst>
              <a:ext uri="{FF2B5EF4-FFF2-40B4-BE49-F238E27FC236}">
                <a16:creationId xmlns:a16="http://schemas.microsoft.com/office/drawing/2014/main" id="{E2E0044D-898A-4075-8684-A653FD8DC166}"/>
              </a:ext>
            </a:extLst>
          </p:cNvPr>
          <p:cNvSpPr>
            <a:spLocks/>
          </p:cNvSpPr>
          <p:nvPr/>
        </p:nvSpPr>
        <p:spPr bwMode="auto">
          <a:xfrm>
            <a:off x="7889875" y="6538913"/>
            <a:ext cx="131763" cy="44450"/>
          </a:xfrm>
          <a:custGeom>
            <a:avLst/>
            <a:gdLst>
              <a:gd name="T0" fmla="*/ 0 w 145"/>
              <a:gd name="T1" fmla="*/ 2147483646 h 48"/>
              <a:gd name="T2" fmla="*/ 2147483646 w 145"/>
              <a:gd name="T3" fmla="*/ 2147483646 h 48"/>
              <a:gd name="T4" fmla="*/ 0 w 145"/>
              <a:gd name="T5" fmla="*/ 0 h 48"/>
              <a:gd name="T6" fmla="*/ 0 w 145"/>
              <a:gd name="T7" fmla="*/ 2147483646 h 48"/>
              <a:gd name="T8" fmla="*/ 0 w 145"/>
              <a:gd name="T9" fmla="*/ 2147483646 h 4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5"/>
              <a:gd name="T16" fmla="*/ 0 h 48"/>
              <a:gd name="T17" fmla="*/ 145 w 145"/>
              <a:gd name="T18" fmla="*/ 48 h 4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45" h="48" extrusionOk="0">
                <a:moveTo>
                  <a:pt x="0" y="48"/>
                </a:moveTo>
                <a:lnTo>
                  <a:pt x="145" y="24"/>
                </a:lnTo>
                <a:lnTo>
                  <a:pt x="0" y="0"/>
                </a:lnTo>
                <a:lnTo>
                  <a:pt x="0" y="24"/>
                </a:lnTo>
                <a:lnTo>
                  <a:pt x="0" y="48"/>
                </a:lnTo>
                <a:close/>
              </a:path>
            </a:pathLst>
          </a:custGeom>
          <a:solidFill>
            <a:schemeClr val="tx1"/>
          </a:solidFill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265259" name="Shape 2287">
            <a:extLst>
              <a:ext uri="{FF2B5EF4-FFF2-40B4-BE49-F238E27FC236}">
                <a16:creationId xmlns:a16="http://schemas.microsoft.com/office/drawing/2014/main" id="{8BAF2430-F0E4-4B65-B13E-F203399EEB6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494588" y="6561138"/>
            <a:ext cx="395287" cy="1587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65260" name="Shape 2288">
            <a:extLst>
              <a:ext uri="{FF2B5EF4-FFF2-40B4-BE49-F238E27FC236}">
                <a16:creationId xmlns:a16="http://schemas.microsoft.com/office/drawing/2014/main" id="{FA20CB6B-ABE8-4996-B3E3-74E158D9EA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78788" y="6440488"/>
            <a:ext cx="525462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Done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7266" name="Shape 2338">
            <a:extLst>
              <a:ext uri="{FF2B5EF4-FFF2-40B4-BE49-F238E27FC236}">
                <a16:creationId xmlns:a16="http://schemas.microsoft.com/office/drawing/2014/main" id="{154BBBDD-B00F-4528-8C4B-9B8373282700}"/>
              </a:ext>
            </a:extLst>
          </p:cNvPr>
          <p:cNvGrpSpPr>
            <a:grpSpLocks/>
          </p:cNvGrpSpPr>
          <p:nvPr/>
        </p:nvGrpSpPr>
        <p:grpSpPr bwMode="auto">
          <a:xfrm>
            <a:off x="2054962" y="2809875"/>
            <a:ext cx="5145087" cy="3895725"/>
            <a:chOff x="2103416" y="538162"/>
            <a:chExt cx="5495808" cy="4764934"/>
          </a:xfrm>
        </p:grpSpPr>
        <p:sp>
          <p:nvSpPr>
            <p:cNvPr id="267267" name="Shape 2339">
              <a:extLst>
                <a:ext uri="{FF2B5EF4-FFF2-40B4-BE49-F238E27FC236}">
                  <a16:creationId xmlns:a16="http://schemas.microsoft.com/office/drawing/2014/main" id="{DCEBCBB6-DF0F-40F6-8F77-0EAAE0423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737" y="1055687"/>
              <a:ext cx="114300" cy="138111"/>
            </a:xfrm>
            <a:custGeom>
              <a:avLst/>
              <a:gdLst>
                <a:gd name="T0" fmla="*/ 2147483646 w 144"/>
                <a:gd name="T1" fmla="*/ 0 h 173"/>
                <a:gd name="T2" fmla="*/ 0 w 144"/>
                <a:gd name="T3" fmla="*/ 2147483646 h 173"/>
                <a:gd name="T4" fmla="*/ 2147483646 w 144"/>
                <a:gd name="T5" fmla="*/ 2147483646 h 173"/>
                <a:gd name="T6" fmla="*/ 2147483646 w 144"/>
                <a:gd name="T7" fmla="*/ 2147483646 h 173"/>
                <a:gd name="T8" fmla="*/ 2147483646 w 144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73"/>
                <a:gd name="T17" fmla="*/ 144 w 144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73" extrusionOk="0">
                  <a:moveTo>
                    <a:pt x="86" y="0"/>
                  </a:moveTo>
                  <a:lnTo>
                    <a:pt x="0" y="173"/>
                  </a:lnTo>
                  <a:lnTo>
                    <a:pt x="144" y="57"/>
                  </a:lnTo>
                  <a:lnTo>
                    <a:pt x="115" y="29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7268" name="Shape 2340">
              <a:extLst>
                <a:ext uri="{FF2B5EF4-FFF2-40B4-BE49-F238E27FC236}">
                  <a16:creationId xmlns:a16="http://schemas.microsoft.com/office/drawing/2014/main" id="{76083E9E-0AD9-46A6-8F89-845800E20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500" y="598487"/>
              <a:ext cx="639762" cy="641349"/>
            </a:xfrm>
            <a:custGeom>
              <a:avLst/>
              <a:gdLst>
                <a:gd name="T0" fmla="*/ 2147483646 w 808"/>
                <a:gd name="T1" fmla="*/ 2147483646 h 807"/>
                <a:gd name="T2" fmla="*/ 2147483646 w 808"/>
                <a:gd name="T3" fmla="*/ 2147483646 h 807"/>
                <a:gd name="T4" fmla="*/ 2147483646 w 808"/>
                <a:gd name="T5" fmla="*/ 2147483646 h 807"/>
                <a:gd name="T6" fmla="*/ 2147483646 w 808"/>
                <a:gd name="T7" fmla="*/ 2147483646 h 807"/>
                <a:gd name="T8" fmla="*/ 2147483646 w 808"/>
                <a:gd name="T9" fmla="*/ 2147483646 h 807"/>
                <a:gd name="T10" fmla="*/ 2147483646 w 808"/>
                <a:gd name="T11" fmla="*/ 2147483646 h 807"/>
                <a:gd name="T12" fmla="*/ 2147483646 w 808"/>
                <a:gd name="T13" fmla="*/ 2147483646 h 807"/>
                <a:gd name="T14" fmla="*/ 2147483646 w 808"/>
                <a:gd name="T15" fmla="*/ 2147483646 h 807"/>
                <a:gd name="T16" fmla="*/ 2147483646 w 808"/>
                <a:gd name="T17" fmla="*/ 2147483646 h 807"/>
                <a:gd name="T18" fmla="*/ 2147483646 w 808"/>
                <a:gd name="T19" fmla="*/ 2147483646 h 807"/>
                <a:gd name="T20" fmla="*/ 2147483646 w 808"/>
                <a:gd name="T21" fmla="*/ 0 h 807"/>
                <a:gd name="T22" fmla="*/ 2147483646 w 808"/>
                <a:gd name="T23" fmla="*/ 0 h 807"/>
                <a:gd name="T24" fmla="*/ 2147483646 w 808"/>
                <a:gd name="T25" fmla="*/ 2147483646 h 807"/>
                <a:gd name="T26" fmla="*/ 2147483646 w 808"/>
                <a:gd name="T27" fmla="*/ 2147483646 h 807"/>
                <a:gd name="T28" fmla="*/ 2147483646 w 808"/>
                <a:gd name="T29" fmla="*/ 2147483646 h 807"/>
                <a:gd name="T30" fmla="*/ 2147483646 w 808"/>
                <a:gd name="T31" fmla="*/ 2147483646 h 807"/>
                <a:gd name="T32" fmla="*/ 2147483646 w 808"/>
                <a:gd name="T33" fmla="*/ 2147483646 h 807"/>
                <a:gd name="T34" fmla="*/ 2147483646 w 808"/>
                <a:gd name="T35" fmla="*/ 2147483646 h 807"/>
                <a:gd name="T36" fmla="*/ 2147483646 w 808"/>
                <a:gd name="T37" fmla="*/ 2147483646 h 807"/>
                <a:gd name="T38" fmla="*/ 2147483646 w 808"/>
                <a:gd name="T39" fmla="*/ 2147483646 h 807"/>
                <a:gd name="T40" fmla="*/ 2147483646 w 808"/>
                <a:gd name="T41" fmla="*/ 2147483646 h 807"/>
                <a:gd name="T42" fmla="*/ 2147483646 w 808"/>
                <a:gd name="T43" fmla="*/ 2147483646 h 807"/>
                <a:gd name="T44" fmla="*/ 2147483646 w 808"/>
                <a:gd name="T45" fmla="*/ 2147483646 h 807"/>
                <a:gd name="T46" fmla="*/ 2147483646 w 808"/>
                <a:gd name="T47" fmla="*/ 2147483646 h 807"/>
                <a:gd name="T48" fmla="*/ 2147483646 w 808"/>
                <a:gd name="T49" fmla="*/ 2147483646 h 807"/>
                <a:gd name="T50" fmla="*/ 2147483646 w 808"/>
                <a:gd name="T51" fmla="*/ 2147483646 h 807"/>
                <a:gd name="T52" fmla="*/ 2147483646 w 808"/>
                <a:gd name="T53" fmla="*/ 2147483646 h 807"/>
                <a:gd name="T54" fmla="*/ 2147483646 w 808"/>
                <a:gd name="T55" fmla="*/ 2147483646 h 807"/>
                <a:gd name="T56" fmla="*/ 2147483646 w 808"/>
                <a:gd name="T57" fmla="*/ 2147483646 h 807"/>
                <a:gd name="T58" fmla="*/ 2147483646 w 808"/>
                <a:gd name="T59" fmla="*/ 2147483646 h 807"/>
                <a:gd name="T60" fmla="*/ 2147483646 w 808"/>
                <a:gd name="T61" fmla="*/ 2147483646 h 807"/>
                <a:gd name="T62" fmla="*/ 2147483646 w 808"/>
                <a:gd name="T63" fmla="*/ 2147483646 h 807"/>
                <a:gd name="T64" fmla="*/ 2147483646 w 808"/>
                <a:gd name="T65" fmla="*/ 2147483646 h 807"/>
                <a:gd name="T66" fmla="*/ 2147483646 w 808"/>
                <a:gd name="T67" fmla="*/ 2147483646 h 807"/>
                <a:gd name="T68" fmla="*/ 2147483646 w 808"/>
                <a:gd name="T69" fmla="*/ 2147483646 h 807"/>
                <a:gd name="T70" fmla="*/ 2147483646 w 808"/>
                <a:gd name="T71" fmla="*/ 2147483646 h 807"/>
                <a:gd name="T72" fmla="*/ 2147483646 w 808"/>
                <a:gd name="T73" fmla="*/ 2147483646 h 807"/>
                <a:gd name="T74" fmla="*/ 2147483646 w 808"/>
                <a:gd name="T75" fmla="*/ 2147483646 h 807"/>
                <a:gd name="T76" fmla="*/ 2147483646 w 808"/>
                <a:gd name="T77" fmla="*/ 2147483646 h 807"/>
                <a:gd name="T78" fmla="*/ 2147483646 w 808"/>
                <a:gd name="T79" fmla="*/ 2147483646 h 807"/>
                <a:gd name="T80" fmla="*/ 2147483646 w 808"/>
                <a:gd name="T81" fmla="*/ 2147483646 h 807"/>
                <a:gd name="T82" fmla="*/ 2147483646 w 808"/>
                <a:gd name="T83" fmla="*/ 2147483646 h 807"/>
                <a:gd name="T84" fmla="*/ 2147483646 w 808"/>
                <a:gd name="T85" fmla="*/ 2147483646 h 807"/>
                <a:gd name="T86" fmla="*/ 2147483646 w 808"/>
                <a:gd name="T87" fmla="*/ 2147483646 h 80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08"/>
                <a:gd name="T133" fmla="*/ 0 h 807"/>
                <a:gd name="T134" fmla="*/ 808 w 808"/>
                <a:gd name="T135" fmla="*/ 807 h 80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08" h="807" extrusionOk="0">
                  <a:moveTo>
                    <a:pt x="0" y="400"/>
                  </a:moveTo>
                  <a:lnTo>
                    <a:pt x="0" y="408"/>
                  </a:lnTo>
                  <a:lnTo>
                    <a:pt x="2" y="388"/>
                  </a:lnTo>
                  <a:lnTo>
                    <a:pt x="3" y="366"/>
                  </a:lnTo>
                  <a:lnTo>
                    <a:pt x="6" y="346"/>
                  </a:lnTo>
                  <a:lnTo>
                    <a:pt x="9" y="326"/>
                  </a:lnTo>
                  <a:lnTo>
                    <a:pt x="13" y="307"/>
                  </a:lnTo>
                  <a:lnTo>
                    <a:pt x="19" y="287"/>
                  </a:lnTo>
                  <a:lnTo>
                    <a:pt x="26" y="268"/>
                  </a:lnTo>
                  <a:lnTo>
                    <a:pt x="34" y="250"/>
                  </a:lnTo>
                  <a:lnTo>
                    <a:pt x="41" y="232"/>
                  </a:lnTo>
                  <a:lnTo>
                    <a:pt x="51" y="214"/>
                  </a:lnTo>
                  <a:lnTo>
                    <a:pt x="61" y="196"/>
                  </a:lnTo>
                  <a:lnTo>
                    <a:pt x="71" y="180"/>
                  </a:lnTo>
                  <a:lnTo>
                    <a:pt x="83" y="165"/>
                  </a:lnTo>
                  <a:lnTo>
                    <a:pt x="94" y="149"/>
                  </a:lnTo>
                  <a:lnTo>
                    <a:pt x="107" y="134"/>
                  </a:lnTo>
                  <a:lnTo>
                    <a:pt x="122" y="120"/>
                  </a:lnTo>
                  <a:lnTo>
                    <a:pt x="135" y="107"/>
                  </a:lnTo>
                  <a:lnTo>
                    <a:pt x="150" y="94"/>
                  </a:lnTo>
                  <a:lnTo>
                    <a:pt x="165" y="81"/>
                  </a:lnTo>
                  <a:lnTo>
                    <a:pt x="181" y="69"/>
                  </a:lnTo>
                  <a:lnTo>
                    <a:pt x="198" y="59"/>
                  </a:lnTo>
                  <a:lnTo>
                    <a:pt x="215" y="49"/>
                  </a:lnTo>
                  <a:lnTo>
                    <a:pt x="233" y="41"/>
                  </a:lnTo>
                  <a:lnTo>
                    <a:pt x="251" y="32"/>
                  </a:lnTo>
                  <a:lnTo>
                    <a:pt x="269" y="25"/>
                  </a:lnTo>
                  <a:lnTo>
                    <a:pt x="289" y="19"/>
                  </a:lnTo>
                  <a:lnTo>
                    <a:pt x="307" y="13"/>
                  </a:lnTo>
                  <a:lnTo>
                    <a:pt x="328" y="9"/>
                  </a:lnTo>
                  <a:lnTo>
                    <a:pt x="348" y="5"/>
                  </a:lnTo>
                  <a:lnTo>
                    <a:pt x="368" y="2"/>
                  </a:lnTo>
                  <a:lnTo>
                    <a:pt x="388" y="0"/>
                  </a:lnTo>
                  <a:lnTo>
                    <a:pt x="410" y="0"/>
                  </a:lnTo>
                  <a:lnTo>
                    <a:pt x="400" y="0"/>
                  </a:lnTo>
                  <a:lnTo>
                    <a:pt x="421" y="0"/>
                  </a:lnTo>
                  <a:lnTo>
                    <a:pt x="442" y="2"/>
                  </a:lnTo>
                  <a:lnTo>
                    <a:pt x="462" y="5"/>
                  </a:lnTo>
                  <a:lnTo>
                    <a:pt x="482" y="9"/>
                  </a:lnTo>
                  <a:lnTo>
                    <a:pt x="502" y="13"/>
                  </a:lnTo>
                  <a:lnTo>
                    <a:pt x="521" y="19"/>
                  </a:lnTo>
                  <a:lnTo>
                    <a:pt x="541" y="25"/>
                  </a:lnTo>
                  <a:lnTo>
                    <a:pt x="558" y="32"/>
                  </a:lnTo>
                  <a:lnTo>
                    <a:pt x="577" y="41"/>
                  </a:lnTo>
                  <a:lnTo>
                    <a:pt x="594" y="49"/>
                  </a:lnTo>
                  <a:lnTo>
                    <a:pt x="612" y="59"/>
                  </a:lnTo>
                  <a:lnTo>
                    <a:pt x="629" y="69"/>
                  </a:lnTo>
                  <a:lnTo>
                    <a:pt x="645" y="81"/>
                  </a:lnTo>
                  <a:lnTo>
                    <a:pt x="659" y="94"/>
                  </a:lnTo>
                  <a:lnTo>
                    <a:pt x="675" y="107"/>
                  </a:lnTo>
                  <a:lnTo>
                    <a:pt x="688" y="120"/>
                  </a:lnTo>
                  <a:lnTo>
                    <a:pt x="702" y="134"/>
                  </a:lnTo>
                  <a:lnTo>
                    <a:pt x="715" y="149"/>
                  </a:lnTo>
                  <a:lnTo>
                    <a:pt x="727" y="165"/>
                  </a:lnTo>
                  <a:lnTo>
                    <a:pt x="738" y="180"/>
                  </a:lnTo>
                  <a:lnTo>
                    <a:pt x="749" y="196"/>
                  </a:lnTo>
                  <a:lnTo>
                    <a:pt x="759" y="214"/>
                  </a:lnTo>
                  <a:lnTo>
                    <a:pt x="769" y="232"/>
                  </a:lnTo>
                  <a:lnTo>
                    <a:pt x="776" y="250"/>
                  </a:lnTo>
                  <a:lnTo>
                    <a:pt x="783" y="268"/>
                  </a:lnTo>
                  <a:lnTo>
                    <a:pt x="790" y="287"/>
                  </a:lnTo>
                  <a:lnTo>
                    <a:pt x="796" y="307"/>
                  </a:lnTo>
                  <a:lnTo>
                    <a:pt x="800" y="326"/>
                  </a:lnTo>
                  <a:lnTo>
                    <a:pt x="803" y="346"/>
                  </a:lnTo>
                  <a:lnTo>
                    <a:pt x="806" y="366"/>
                  </a:lnTo>
                  <a:lnTo>
                    <a:pt x="808" y="388"/>
                  </a:lnTo>
                  <a:lnTo>
                    <a:pt x="808" y="408"/>
                  </a:lnTo>
                  <a:lnTo>
                    <a:pt x="808" y="400"/>
                  </a:lnTo>
                  <a:lnTo>
                    <a:pt x="808" y="420"/>
                  </a:lnTo>
                  <a:lnTo>
                    <a:pt x="806" y="441"/>
                  </a:lnTo>
                  <a:lnTo>
                    <a:pt x="803" y="461"/>
                  </a:lnTo>
                  <a:lnTo>
                    <a:pt x="800" y="482"/>
                  </a:lnTo>
                  <a:lnTo>
                    <a:pt x="796" y="500"/>
                  </a:lnTo>
                  <a:lnTo>
                    <a:pt x="790" y="521"/>
                  </a:lnTo>
                  <a:lnTo>
                    <a:pt x="783" y="539"/>
                  </a:lnTo>
                  <a:lnTo>
                    <a:pt x="776" y="558"/>
                  </a:lnTo>
                  <a:lnTo>
                    <a:pt x="769" y="575"/>
                  </a:lnTo>
                  <a:lnTo>
                    <a:pt x="759" y="594"/>
                  </a:lnTo>
                  <a:lnTo>
                    <a:pt x="749" y="611"/>
                  </a:lnTo>
                  <a:lnTo>
                    <a:pt x="738" y="627"/>
                  </a:lnTo>
                  <a:lnTo>
                    <a:pt x="727" y="643"/>
                  </a:lnTo>
                  <a:lnTo>
                    <a:pt x="715" y="659"/>
                  </a:lnTo>
                  <a:lnTo>
                    <a:pt x="702" y="673"/>
                  </a:lnTo>
                  <a:lnTo>
                    <a:pt x="688" y="688"/>
                  </a:lnTo>
                  <a:lnTo>
                    <a:pt x="675" y="701"/>
                  </a:lnTo>
                  <a:lnTo>
                    <a:pt x="659" y="714"/>
                  </a:lnTo>
                  <a:lnTo>
                    <a:pt x="645" y="727"/>
                  </a:lnTo>
                  <a:lnTo>
                    <a:pt x="629" y="738"/>
                  </a:lnTo>
                  <a:lnTo>
                    <a:pt x="612" y="748"/>
                  </a:lnTo>
                  <a:lnTo>
                    <a:pt x="594" y="758"/>
                  </a:lnTo>
                  <a:lnTo>
                    <a:pt x="577" y="767"/>
                  </a:lnTo>
                  <a:lnTo>
                    <a:pt x="558" y="776"/>
                  </a:lnTo>
                  <a:lnTo>
                    <a:pt x="541" y="783"/>
                  </a:lnTo>
                  <a:lnTo>
                    <a:pt x="521" y="789"/>
                  </a:lnTo>
                  <a:lnTo>
                    <a:pt x="502" y="794"/>
                  </a:lnTo>
                  <a:lnTo>
                    <a:pt x="482" y="799"/>
                  </a:lnTo>
                  <a:lnTo>
                    <a:pt x="462" y="803"/>
                  </a:lnTo>
                  <a:lnTo>
                    <a:pt x="442" y="806"/>
                  </a:lnTo>
                  <a:lnTo>
                    <a:pt x="421" y="807"/>
                  </a:lnTo>
                  <a:lnTo>
                    <a:pt x="400" y="807"/>
                  </a:lnTo>
                  <a:lnTo>
                    <a:pt x="410" y="807"/>
                  </a:lnTo>
                  <a:lnTo>
                    <a:pt x="388" y="807"/>
                  </a:lnTo>
                  <a:lnTo>
                    <a:pt x="368" y="806"/>
                  </a:lnTo>
                  <a:lnTo>
                    <a:pt x="348" y="803"/>
                  </a:lnTo>
                  <a:lnTo>
                    <a:pt x="328" y="799"/>
                  </a:lnTo>
                  <a:lnTo>
                    <a:pt x="307" y="794"/>
                  </a:lnTo>
                  <a:lnTo>
                    <a:pt x="289" y="789"/>
                  </a:lnTo>
                  <a:lnTo>
                    <a:pt x="269" y="783"/>
                  </a:lnTo>
                  <a:lnTo>
                    <a:pt x="251" y="776"/>
                  </a:lnTo>
                  <a:lnTo>
                    <a:pt x="233" y="767"/>
                  </a:lnTo>
                  <a:lnTo>
                    <a:pt x="215" y="758"/>
                  </a:lnTo>
                  <a:lnTo>
                    <a:pt x="198" y="748"/>
                  </a:lnTo>
                  <a:lnTo>
                    <a:pt x="181" y="738"/>
                  </a:lnTo>
                  <a:lnTo>
                    <a:pt x="165" y="727"/>
                  </a:lnTo>
                  <a:lnTo>
                    <a:pt x="150" y="714"/>
                  </a:lnTo>
                  <a:lnTo>
                    <a:pt x="135" y="701"/>
                  </a:lnTo>
                  <a:lnTo>
                    <a:pt x="122" y="688"/>
                  </a:lnTo>
                  <a:lnTo>
                    <a:pt x="107" y="673"/>
                  </a:lnTo>
                  <a:lnTo>
                    <a:pt x="94" y="659"/>
                  </a:lnTo>
                  <a:lnTo>
                    <a:pt x="83" y="643"/>
                  </a:lnTo>
                  <a:lnTo>
                    <a:pt x="71" y="627"/>
                  </a:lnTo>
                  <a:lnTo>
                    <a:pt x="61" y="611"/>
                  </a:lnTo>
                  <a:lnTo>
                    <a:pt x="51" y="594"/>
                  </a:lnTo>
                  <a:lnTo>
                    <a:pt x="41" y="575"/>
                  </a:lnTo>
                  <a:lnTo>
                    <a:pt x="34" y="558"/>
                  </a:lnTo>
                  <a:lnTo>
                    <a:pt x="26" y="539"/>
                  </a:lnTo>
                  <a:lnTo>
                    <a:pt x="19" y="521"/>
                  </a:lnTo>
                  <a:lnTo>
                    <a:pt x="13" y="500"/>
                  </a:lnTo>
                  <a:lnTo>
                    <a:pt x="9" y="482"/>
                  </a:lnTo>
                  <a:lnTo>
                    <a:pt x="6" y="461"/>
                  </a:lnTo>
                  <a:lnTo>
                    <a:pt x="3" y="441"/>
                  </a:lnTo>
                  <a:lnTo>
                    <a:pt x="2" y="420"/>
                  </a:lnTo>
                  <a:lnTo>
                    <a:pt x="0" y="400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7269" name="Shape 2341">
              <a:extLst>
                <a:ext uri="{FF2B5EF4-FFF2-40B4-BE49-F238E27FC236}">
                  <a16:creationId xmlns:a16="http://schemas.microsoft.com/office/drawing/2014/main" id="{343F752C-D57A-4996-9812-996C2D9E7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575" y="4602162"/>
              <a:ext cx="3249612" cy="481012"/>
            </a:xfrm>
            <a:custGeom>
              <a:avLst/>
              <a:gdLst>
                <a:gd name="T0" fmla="*/ 2147483646 w 4094"/>
                <a:gd name="T1" fmla="*/ 2147483646 h 606"/>
                <a:gd name="T2" fmla="*/ 2147483646 w 4094"/>
                <a:gd name="T3" fmla="*/ 2147483646 h 606"/>
                <a:gd name="T4" fmla="*/ 2147483646 w 4094"/>
                <a:gd name="T5" fmla="*/ 2147483646 h 606"/>
                <a:gd name="T6" fmla="*/ 2147483646 w 4094"/>
                <a:gd name="T7" fmla="*/ 2147483646 h 606"/>
                <a:gd name="T8" fmla="*/ 2147483646 w 4094"/>
                <a:gd name="T9" fmla="*/ 2147483646 h 606"/>
                <a:gd name="T10" fmla="*/ 2147483646 w 4094"/>
                <a:gd name="T11" fmla="*/ 2147483646 h 606"/>
                <a:gd name="T12" fmla="*/ 2147483646 w 4094"/>
                <a:gd name="T13" fmla="*/ 2147483646 h 606"/>
                <a:gd name="T14" fmla="*/ 2147483646 w 4094"/>
                <a:gd name="T15" fmla="*/ 2147483646 h 606"/>
                <a:gd name="T16" fmla="*/ 2147483646 w 4094"/>
                <a:gd name="T17" fmla="*/ 2147483646 h 606"/>
                <a:gd name="T18" fmla="*/ 2147483646 w 4094"/>
                <a:gd name="T19" fmla="*/ 2147483646 h 606"/>
                <a:gd name="T20" fmla="*/ 2147483646 w 4094"/>
                <a:gd name="T21" fmla="*/ 0 h 606"/>
                <a:gd name="T22" fmla="*/ 2147483646 w 4094"/>
                <a:gd name="T23" fmla="*/ 0 h 606"/>
                <a:gd name="T24" fmla="*/ 2147483646 w 4094"/>
                <a:gd name="T25" fmla="*/ 2147483646 h 606"/>
                <a:gd name="T26" fmla="*/ 2147483646 w 4094"/>
                <a:gd name="T27" fmla="*/ 2147483646 h 606"/>
                <a:gd name="T28" fmla="*/ 2147483646 w 4094"/>
                <a:gd name="T29" fmla="*/ 2147483646 h 606"/>
                <a:gd name="T30" fmla="*/ 2147483646 w 4094"/>
                <a:gd name="T31" fmla="*/ 2147483646 h 606"/>
                <a:gd name="T32" fmla="*/ 2147483646 w 4094"/>
                <a:gd name="T33" fmla="*/ 2147483646 h 606"/>
                <a:gd name="T34" fmla="*/ 2147483646 w 4094"/>
                <a:gd name="T35" fmla="*/ 2147483646 h 606"/>
                <a:gd name="T36" fmla="*/ 2147483646 w 4094"/>
                <a:gd name="T37" fmla="*/ 2147483646 h 606"/>
                <a:gd name="T38" fmla="*/ 2147483646 w 4094"/>
                <a:gd name="T39" fmla="*/ 2147483646 h 606"/>
                <a:gd name="T40" fmla="*/ 2147483646 w 4094"/>
                <a:gd name="T41" fmla="*/ 2147483646 h 606"/>
                <a:gd name="T42" fmla="*/ 2147483646 w 4094"/>
                <a:gd name="T43" fmla="*/ 2147483646 h 606"/>
                <a:gd name="T44" fmla="*/ 2147483646 w 4094"/>
                <a:gd name="T45" fmla="*/ 2147483646 h 606"/>
                <a:gd name="T46" fmla="*/ 2147483646 w 4094"/>
                <a:gd name="T47" fmla="*/ 2147483646 h 606"/>
                <a:gd name="T48" fmla="*/ 2147483646 w 4094"/>
                <a:gd name="T49" fmla="*/ 2147483646 h 606"/>
                <a:gd name="T50" fmla="*/ 2147483646 w 4094"/>
                <a:gd name="T51" fmla="*/ 2147483646 h 606"/>
                <a:gd name="T52" fmla="*/ 2147483646 w 4094"/>
                <a:gd name="T53" fmla="*/ 2147483646 h 606"/>
                <a:gd name="T54" fmla="*/ 2147483646 w 4094"/>
                <a:gd name="T55" fmla="*/ 2147483646 h 606"/>
                <a:gd name="T56" fmla="*/ 2147483646 w 4094"/>
                <a:gd name="T57" fmla="*/ 2147483646 h 606"/>
                <a:gd name="T58" fmla="*/ 2147483646 w 4094"/>
                <a:gd name="T59" fmla="*/ 2147483646 h 606"/>
                <a:gd name="T60" fmla="*/ 2147483646 w 4094"/>
                <a:gd name="T61" fmla="*/ 2147483646 h 606"/>
                <a:gd name="T62" fmla="*/ 2147483646 w 4094"/>
                <a:gd name="T63" fmla="*/ 2147483646 h 606"/>
                <a:gd name="T64" fmla="*/ 2147483646 w 4094"/>
                <a:gd name="T65" fmla="*/ 2147483646 h 606"/>
                <a:gd name="T66" fmla="*/ 2147483646 w 4094"/>
                <a:gd name="T67" fmla="*/ 2147483646 h 606"/>
                <a:gd name="T68" fmla="*/ 2147483646 w 4094"/>
                <a:gd name="T69" fmla="*/ 2147483646 h 606"/>
                <a:gd name="T70" fmla="*/ 2147483646 w 4094"/>
                <a:gd name="T71" fmla="*/ 2147483646 h 606"/>
                <a:gd name="T72" fmla="*/ 2147483646 w 4094"/>
                <a:gd name="T73" fmla="*/ 2147483646 h 606"/>
                <a:gd name="T74" fmla="*/ 2147483646 w 4094"/>
                <a:gd name="T75" fmla="*/ 2147483646 h 606"/>
                <a:gd name="T76" fmla="*/ 2147483646 w 4094"/>
                <a:gd name="T77" fmla="*/ 2147483646 h 606"/>
                <a:gd name="T78" fmla="*/ 2147483646 w 4094"/>
                <a:gd name="T79" fmla="*/ 2147483646 h 606"/>
                <a:gd name="T80" fmla="*/ 2147483646 w 4094"/>
                <a:gd name="T81" fmla="*/ 2147483646 h 606"/>
                <a:gd name="T82" fmla="*/ 2147483646 w 4094"/>
                <a:gd name="T83" fmla="*/ 2147483646 h 606"/>
                <a:gd name="T84" fmla="*/ 2147483646 w 4094"/>
                <a:gd name="T85" fmla="*/ 2147483646 h 606"/>
                <a:gd name="T86" fmla="*/ 2147483646 w 4094"/>
                <a:gd name="T87" fmla="*/ 2147483646 h 60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94"/>
                <a:gd name="T133" fmla="*/ 0 h 606"/>
                <a:gd name="T134" fmla="*/ 4094 w 4094"/>
                <a:gd name="T135" fmla="*/ 606 h 60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94" h="606" extrusionOk="0">
                  <a:moveTo>
                    <a:pt x="0" y="299"/>
                  </a:moveTo>
                  <a:lnTo>
                    <a:pt x="0" y="307"/>
                  </a:lnTo>
                  <a:lnTo>
                    <a:pt x="2" y="292"/>
                  </a:lnTo>
                  <a:lnTo>
                    <a:pt x="3" y="276"/>
                  </a:lnTo>
                  <a:lnTo>
                    <a:pt x="5" y="260"/>
                  </a:lnTo>
                  <a:lnTo>
                    <a:pt x="8" y="245"/>
                  </a:lnTo>
                  <a:lnTo>
                    <a:pt x="11" y="230"/>
                  </a:lnTo>
                  <a:lnTo>
                    <a:pt x="15" y="215"/>
                  </a:lnTo>
                  <a:lnTo>
                    <a:pt x="19" y="202"/>
                  </a:lnTo>
                  <a:lnTo>
                    <a:pt x="25" y="188"/>
                  </a:lnTo>
                  <a:lnTo>
                    <a:pt x="31" y="173"/>
                  </a:lnTo>
                  <a:lnTo>
                    <a:pt x="38" y="160"/>
                  </a:lnTo>
                  <a:lnTo>
                    <a:pt x="45" y="147"/>
                  </a:lnTo>
                  <a:lnTo>
                    <a:pt x="54" y="136"/>
                  </a:lnTo>
                  <a:lnTo>
                    <a:pt x="62" y="123"/>
                  </a:lnTo>
                  <a:lnTo>
                    <a:pt x="71" y="111"/>
                  </a:lnTo>
                  <a:lnTo>
                    <a:pt x="81" y="101"/>
                  </a:lnTo>
                  <a:lnTo>
                    <a:pt x="91" y="90"/>
                  </a:lnTo>
                  <a:lnTo>
                    <a:pt x="101" y="80"/>
                  </a:lnTo>
                  <a:lnTo>
                    <a:pt x="113" y="71"/>
                  </a:lnTo>
                  <a:lnTo>
                    <a:pt x="124" y="61"/>
                  </a:lnTo>
                  <a:lnTo>
                    <a:pt x="136" y="52"/>
                  </a:lnTo>
                  <a:lnTo>
                    <a:pt x="149" y="45"/>
                  </a:lnTo>
                  <a:lnTo>
                    <a:pt x="162" y="38"/>
                  </a:lnTo>
                  <a:lnTo>
                    <a:pt x="175" y="31"/>
                  </a:lnTo>
                  <a:lnTo>
                    <a:pt x="188" y="25"/>
                  </a:lnTo>
                  <a:lnTo>
                    <a:pt x="202" y="19"/>
                  </a:lnTo>
                  <a:lnTo>
                    <a:pt x="217" y="15"/>
                  </a:lnTo>
                  <a:lnTo>
                    <a:pt x="231" y="11"/>
                  </a:lnTo>
                  <a:lnTo>
                    <a:pt x="245" y="6"/>
                  </a:lnTo>
                  <a:lnTo>
                    <a:pt x="261" y="3"/>
                  </a:lnTo>
                  <a:lnTo>
                    <a:pt x="276" y="2"/>
                  </a:lnTo>
                  <a:lnTo>
                    <a:pt x="292" y="0"/>
                  </a:lnTo>
                  <a:lnTo>
                    <a:pt x="307" y="0"/>
                  </a:lnTo>
                  <a:lnTo>
                    <a:pt x="3788" y="0"/>
                  </a:lnTo>
                  <a:lnTo>
                    <a:pt x="3804" y="0"/>
                  </a:lnTo>
                  <a:lnTo>
                    <a:pt x="3820" y="2"/>
                  </a:lnTo>
                  <a:lnTo>
                    <a:pt x="3834" y="3"/>
                  </a:lnTo>
                  <a:lnTo>
                    <a:pt x="3850" y="6"/>
                  </a:lnTo>
                  <a:lnTo>
                    <a:pt x="3864" y="11"/>
                  </a:lnTo>
                  <a:lnTo>
                    <a:pt x="3879" y="15"/>
                  </a:lnTo>
                  <a:lnTo>
                    <a:pt x="3893" y="19"/>
                  </a:lnTo>
                  <a:lnTo>
                    <a:pt x="3908" y="25"/>
                  </a:lnTo>
                  <a:lnTo>
                    <a:pt x="3921" y="31"/>
                  </a:lnTo>
                  <a:lnTo>
                    <a:pt x="3934" y="38"/>
                  </a:lnTo>
                  <a:lnTo>
                    <a:pt x="3947" y="45"/>
                  </a:lnTo>
                  <a:lnTo>
                    <a:pt x="3960" y="52"/>
                  </a:lnTo>
                  <a:lnTo>
                    <a:pt x="3971" y="61"/>
                  </a:lnTo>
                  <a:lnTo>
                    <a:pt x="3983" y="71"/>
                  </a:lnTo>
                  <a:lnTo>
                    <a:pt x="3994" y="80"/>
                  </a:lnTo>
                  <a:lnTo>
                    <a:pt x="4004" y="90"/>
                  </a:lnTo>
                  <a:lnTo>
                    <a:pt x="4014" y="101"/>
                  </a:lnTo>
                  <a:lnTo>
                    <a:pt x="4024" y="111"/>
                  </a:lnTo>
                  <a:lnTo>
                    <a:pt x="4033" y="123"/>
                  </a:lnTo>
                  <a:lnTo>
                    <a:pt x="4042" y="136"/>
                  </a:lnTo>
                  <a:lnTo>
                    <a:pt x="4050" y="147"/>
                  </a:lnTo>
                  <a:lnTo>
                    <a:pt x="4058" y="160"/>
                  </a:lnTo>
                  <a:lnTo>
                    <a:pt x="4065" y="173"/>
                  </a:lnTo>
                  <a:lnTo>
                    <a:pt x="4071" y="188"/>
                  </a:lnTo>
                  <a:lnTo>
                    <a:pt x="4076" y="202"/>
                  </a:lnTo>
                  <a:lnTo>
                    <a:pt x="4081" y="215"/>
                  </a:lnTo>
                  <a:lnTo>
                    <a:pt x="4085" y="230"/>
                  </a:lnTo>
                  <a:lnTo>
                    <a:pt x="4088" y="245"/>
                  </a:lnTo>
                  <a:lnTo>
                    <a:pt x="4091" y="260"/>
                  </a:lnTo>
                  <a:lnTo>
                    <a:pt x="4092" y="276"/>
                  </a:lnTo>
                  <a:lnTo>
                    <a:pt x="4094" y="292"/>
                  </a:lnTo>
                  <a:lnTo>
                    <a:pt x="4094" y="307"/>
                  </a:lnTo>
                  <a:lnTo>
                    <a:pt x="4094" y="299"/>
                  </a:lnTo>
                  <a:lnTo>
                    <a:pt x="4094" y="315"/>
                  </a:lnTo>
                  <a:lnTo>
                    <a:pt x="4092" y="330"/>
                  </a:lnTo>
                  <a:lnTo>
                    <a:pt x="4091" y="346"/>
                  </a:lnTo>
                  <a:lnTo>
                    <a:pt x="4088" y="361"/>
                  </a:lnTo>
                  <a:lnTo>
                    <a:pt x="4085" y="377"/>
                  </a:lnTo>
                  <a:lnTo>
                    <a:pt x="4081" y="391"/>
                  </a:lnTo>
                  <a:lnTo>
                    <a:pt x="4076" y="405"/>
                  </a:lnTo>
                  <a:lnTo>
                    <a:pt x="4071" y="418"/>
                  </a:lnTo>
                  <a:lnTo>
                    <a:pt x="4065" y="433"/>
                  </a:lnTo>
                  <a:lnTo>
                    <a:pt x="4058" y="446"/>
                  </a:lnTo>
                  <a:lnTo>
                    <a:pt x="4050" y="459"/>
                  </a:lnTo>
                  <a:lnTo>
                    <a:pt x="4042" y="470"/>
                  </a:lnTo>
                  <a:lnTo>
                    <a:pt x="4033" y="483"/>
                  </a:lnTo>
                  <a:lnTo>
                    <a:pt x="4024" y="495"/>
                  </a:lnTo>
                  <a:lnTo>
                    <a:pt x="4014" y="505"/>
                  </a:lnTo>
                  <a:lnTo>
                    <a:pt x="4004" y="516"/>
                  </a:lnTo>
                  <a:lnTo>
                    <a:pt x="3994" y="526"/>
                  </a:lnTo>
                  <a:lnTo>
                    <a:pt x="3983" y="535"/>
                  </a:lnTo>
                  <a:lnTo>
                    <a:pt x="3971" y="545"/>
                  </a:lnTo>
                  <a:lnTo>
                    <a:pt x="3960" y="554"/>
                  </a:lnTo>
                  <a:lnTo>
                    <a:pt x="3947" y="561"/>
                  </a:lnTo>
                  <a:lnTo>
                    <a:pt x="3934" y="568"/>
                  </a:lnTo>
                  <a:lnTo>
                    <a:pt x="3921" y="575"/>
                  </a:lnTo>
                  <a:lnTo>
                    <a:pt x="3908" y="581"/>
                  </a:lnTo>
                  <a:lnTo>
                    <a:pt x="3893" y="587"/>
                  </a:lnTo>
                  <a:lnTo>
                    <a:pt x="3879" y="591"/>
                  </a:lnTo>
                  <a:lnTo>
                    <a:pt x="3864" y="596"/>
                  </a:lnTo>
                  <a:lnTo>
                    <a:pt x="3850" y="600"/>
                  </a:lnTo>
                  <a:lnTo>
                    <a:pt x="3834" y="603"/>
                  </a:lnTo>
                  <a:lnTo>
                    <a:pt x="3820" y="604"/>
                  </a:lnTo>
                  <a:lnTo>
                    <a:pt x="3804" y="606"/>
                  </a:lnTo>
                  <a:lnTo>
                    <a:pt x="3788" y="606"/>
                  </a:lnTo>
                  <a:lnTo>
                    <a:pt x="307" y="606"/>
                  </a:lnTo>
                  <a:lnTo>
                    <a:pt x="292" y="606"/>
                  </a:lnTo>
                  <a:lnTo>
                    <a:pt x="276" y="604"/>
                  </a:lnTo>
                  <a:lnTo>
                    <a:pt x="261" y="603"/>
                  </a:lnTo>
                  <a:lnTo>
                    <a:pt x="245" y="600"/>
                  </a:lnTo>
                  <a:lnTo>
                    <a:pt x="231" y="596"/>
                  </a:lnTo>
                  <a:lnTo>
                    <a:pt x="217" y="591"/>
                  </a:lnTo>
                  <a:lnTo>
                    <a:pt x="202" y="587"/>
                  </a:lnTo>
                  <a:lnTo>
                    <a:pt x="188" y="581"/>
                  </a:lnTo>
                  <a:lnTo>
                    <a:pt x="175" y="575"/>
                  </a:lnTo>
                  <a:lnTo>
                    <a:pt x="162" y="568"/>
                  </a:lnTo>
                  <a:lnTo>
                    <a:pt x="149" y="561"/>
                  </a:lnTo>
                  <a:lnTo>
                    <a:pt x="136" y="554"/>
                  </a:lnTo>
                  <a:lnTo>
                    <a:pt x="124" y="545"/>
                  </a:lnTo>
                  <a:lnTo>
                    <a:pt x="113" y="535"/>
                  </a:lnTo>
                  <a:lnTo>
                    <a:pt x="101" y="526"/>
                  </a:lnTo>
                  <a:lnTo>
                    <a:pt x="91" y="516"/>
                  </a:lnTo>
                  <a:lnTo>
                    <a:pt x="81" y="505"/>
                  </a:lnTo>
                  <a:lnTo>
                    <a:pt x="71" y="495"/>
                  </a:lnTo>
                  <a:lnTo>
                    <a:pt x="62" y="483"/>
                  </a:lnTo>
                  <a:lnTo>
                    <a:pt x="54" y="470"/>
                  </a:lnTo>
                  <a:lnTo>
                    <a:pt x="45" y="459"/>
                  </a:lnTo>
                  <a:lnTo>
                    <a:pt x="38" y="446"/>
                  </a:lnTo>
                  <a:lnTo>
                    <a:pt x="31" y="433"/>
                  </a:lnTo>
                  <a:lnTo>
                    <a:pt x="25" y="418"/>
                  </a:lnTo>
                  <a:lnTo>
                    <a:pt x="19" y="405"/>
                  </a:lnTo>
                  <a:lnTo>
                    <a:pt x="15" y="391"/>
                  </a:lnTo>
                  <a:lnTo>
                    <a:pt x="11" y="377"/>
                  </a:lnTo>
                  <a:lnTo>
                    <a:pt x="8" y="361"/>
                  </a:lnTo>
                  <a:lnTo>
                    <a:pt x="5" y="346"/>
                  </a:lnTo>
                  <a:lnTo>
                    <a:pt x="3" y="330"/>
                  </a:lnTo>
                  <a:lnTo>
                    <a:pt x="2" y="315"/>
                  </a:lnTo>
                  <a:lnTo>
                    <a:pt x="0" y="299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7270" name="Shape 2342">
              <a:extLst>
                <a:ext uri="{FF2B5EF4-FFF2-40B4-BE49-F238E27FC236}">
                  <a16:creationId xmlns:a16="http://schemas.microsoft.com/office/drawing/2014/main" id="{D6BF6D6D-99C5-47A1-A483-2DA9CD4965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27369" y="4733925"/>
              <a:ext cx="2523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: </a:t>
              </a:r>
            </a:p>
          </p:txBody>
        </p:sp>
        <p:sp>
          <p:nvSpPr>
            <p:cNvPr id="267271" name="Shape 2343">
              <a:extLst>
                <a:ext uri="{FF2B5EF4-FFF2-40B4-BE49-F238E27FC236}">
                  <a16:creationId xmlns:a16="http://schemas.microsoft.com/office/drawing/2014/main" id="{9B024985-BD89-4150-8EB4-95EB03CF28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2" y="4733925"/>
              <a:ext cx="174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267272" name="Shape 2344">
              <a:extLst>
                <a:ext uri="{FF2B5EF4-FFF2-40B4-BE49-F238E27FC236}">
                  <a16:creationId xmlns:a16="http://schemas.microsoft.com/office/drawing/2014/main" id="{5923A17E-4A2C-4AA6-BC9E-DBBC63F74B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4425" y="47339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 </a:t>
              </a:r>
            </a:p>
          </p:txBody>
        </p:sp>
        <p:sp>
          <p:nvSpPr>
            <p:cNvPr id="267273" name="Shape 2345">
              <a:extLst>
                <a:ext uri="{FF2B5EF4-FFF2-40B4-BE49-F238E27FC236}">
                  <a16:creationId xmlns:a16="http://schemas.microsoft.com/office/drawing/2014/main" id="{BE6E4849-DEAB-4C29-93FD-FEA9E26B14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5550" y="4838700"/>
              <a:ext cx="252300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 </a:t>
              </a:r>
            </a:p>
          </p:txBody>
        </p:sp>
        <p:sp>
          <p:nvSpPr>
            <p:cNvPr id="267274" name="Shape 2346">
              <a:extLst>
                <a:ext uri="{FF2B5EF4-FFF2-40B4-BE49-F238E27FC236}">
                  <a16:creationId xmlns:a16="http://schemas.microsoft.com/office/drawing/2014/main" id="{CADC3263-34F7-47E0-A8B0-B411CD0713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1325" y="47339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7275" name="Shape 2347">
              <a:extLst>
                <a:ext uri="{FF2B5EF4-FFF2-40B4-BE49-F238E27FC236}">
                  <a16:creationId xmlns:a16="http://schemas.microsoft.com/office/drawing/2014/main" id="{701501A1-74C5-43F9-8BF5-14FF48430B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67175" y="473392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7276" name="Shape 2348">
              <a:extLst>
                <a:ext uri="{FF2B5EF4-FFF2-40B4-BE49-F238E27FC236}">
                  <a16:creationId xmlns:a16="http://schemas.microsoft.com/office/drawing/2014/main" id="{2E8C4C89-2A85-4C15-92E7-445400D27B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59287" y="4733925"/>
              <a:ext cx="174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267277" name="Shape 2349">
              <a:extLst>
                <a:ext uri="{FF2B5EF4-FFF2-40B4-BE49-F238E27FC236}">
                  <a16:creationId xmlns:a16="http://schemas.microsoft.com/office/drawing/2014/main" id="{E6276013-C653-4A0B-B955-991BECEEB3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7400" y="47339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7278" name="Shape 2350">
              <a:extLst>
                <a:ext uri="{FF2B5EF4-FFF2-40B4-BE49-F238E27FC236}">
                  <a16:creationId xmlns:a16="http://schemas.microsoft.com/office/drawing/2014/main" id="{BDCB7D9B-E77E-4053-8B4B-289B121225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08525" y="4838700"/>
              <a:ext cx="164999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67279" name="Shape 2351">
              <a:extLst>
                <a:ext uri="{FF2B5EF4-FFF2-40B4-BE49-F238E27FC236}">
                  <a16:creationId xmlns:a16="http://schemas.microsoft.com/office/drawing/2014/main" id="{F62723F1-AA1B-4B7A-A10F-EBF6D746CB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9050" y="47339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7280" name="Shape 2352">
              <a:extLst>
                <a:ext uri="{FF2B5EF4-FFF2-40B4-BE49-F238E27FC236}">
                  <a16:creationId xmlns:a16="http://schemas.microsoft.com/office/drawing/2014/main" id="{26E360C6-677A-4AD1-A8AA-0FF5386830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13312" y="473392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7281" name="Shape 2353">
              <a:extLst>
                <a:ext uri="{FF2B5EF4-FFF2-40B4-BE49-F238E27FC236}">
                  <a16:creationId xmlns:a16="http://schemas.microsoft.com/office/drawing/2014/main" id="{451EABE5-8288-4D65-A7EA-FA16C17465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5436" y="4733934"/>
              <a:ext cx="5084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267282" name="Shape 2354">
              <a:extLst>
                <a:ext uri="{FF2B5EF4-FFF2-40B4-BE49-F238E27FC236}">
                  <a16:creationId xmlns:a16="http://schemas.microsoft.com/office/drawing/2014/main" id="{60272DFC-76FA-467E-9488-C2AF255382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40437" y="47339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7283" name="Shape 2355">
              <a:extLst>
                <a:ext uri="{FF2B5EF4-FFF2-40B4-BE49-F238E27FC236}">
                  <a16:creationId xmlns:a16="http://schemas.microsoft.com/office/drawing/2014/main" id="{86A14014-3DBC-4548-853A-FFF2BC0421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56287" y="473392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7284" name="Shape 2356">
              <a:extLst>
                <a:ext uri="{FF2B5EF4-FFF2-40B4-BE49-F238E27FC236}">
                  <a16:creationId xmlns:a16="http://schemas.microsoft.com/office/drawing/2014/main" id="{572F776D-06F3-42C9-898B-4C480ADF95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2925" y="4727575"/>
              <a:ext cx="107999" cy="258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Noto Symbol" charset="0"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Noto Symbol" charset="0"/>
                  <a:ea typeface="ＭＳ Ｐゴシック" panose="020B0600070205080204" pitchFamily="34" charset="-128"/>
                  <a:cs typeface="Arial" panose="020B0604020202020204" pitchFamily="34" charset="0"/>
                  <a:sym typeface="Noto Symbol" charset="0"/>
                </a:rPr>
                <a:t>, </a:t>
              </a:r>
            </a:p>
          </p:txBody>
        </p:sp>
        <p:sp>
          <p:nvSpPr>
            <p:cNvPr id="267285" name="Shape 2357">
              <a:extLst>
                <a:ext uri="{FF2B5EF4-FFF2-40B4-BE49-F238E27FC236}">
                  <a16:creationId xmlns:a16="http://schemas.microsoft.com/office/drawing/2014/main" id="{4A3734BA-7501-4AE2-B2E7-B2D76B8904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00650" y="4727575"/>
              <a:ext cx="107999" cy="258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Noto Symbol" charset="0"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Noto Symbol" charset="0"/>
                  <a:ea typeface="ＭＳ Ｐゴシック" panose="020B0600070205080204" pitchFamily="34" charset="-128"/>
                  <a:cs typeface="Arial" panose="020B0604020202020204" pitchFamily="34" charset="0"/>
                  <a:sym typeface="Noto Symbol" charset="0"/>
                </a:rPr>
                <a:t>, </a:t>
              </a:r>
            </a:p>
          </p:txBody>
        </p:sp>
        <p:sp>
          <p:nvSpPr>
            <p:cNvPr id="267286" name="Shape 2358">
              <a:extLst>
                <a:ext uri="{FF2B5EF4-FFF2-40B4-BE49-F238E27FC236}">
                  <a16:creationId xmlns:a16="http://schemas.microsoft.com/office/drawing/2014/main" id="{23A9F53A-15A4-4EB4-8BD9-B9083EBAD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575" y="3481387"/>
              <a:ext cx="3249612" cy="481011"/>
            </a:xfrm>
            <a:custGeom>
              <a:avLst/>
              <a:gdLst>
                <a:gd name="T0" fmla="*/ 2147483646 w 4094"/>
                <a:gd name="T1" fmla="*/ 2147483646 h 605"/>
                <a:gd name="T2" fmla="*/ 2147483646 w 4094"/>
                <a:gd name="T3" fmla="*/ 2147483646 h 605"/>
                <a:gd name="T4" fmla="*/ 2147483646 w 4094"/>
                <a:gd name="T5" fmla="*/ 2147483646 h 605"/>
                <a:gd name="T6" fmla="*/ 2147483646 w 4094"/>
                <a:gd name="T7" fmla="*/ 2147483646 h 605"/>
                <a:gd name="T8" fmla="*/ 2147483646 w 4094"/>
                <a:gd name="T9" fmla="*/ 2147483646 h 605"/>
                <a:gd name="T10" fmla="*/ 2147483646 w 4094"/>
                <a:gd name="T11" fmla="*/ 2147483646 h 605"/>
                <a:gd name="T12" fmla="*/ 2147483646 w 4094"/>
                <a:gd name="T13" fmla="*/ 2147483646 h 605"/>
                <a:gd name="T14" fmla="*/ 2147483646 w 4094"/>
                <a:gd name="T15" fmla="*/ 2147483646 h 605"/>
                <a:gd name="T16" fmla="*/ 2147483646 w 4094"/>
                <a:gd name="T17" fmla="*/ 2147483646 h 605"/>
                <a:gd name="T18" fmla="*/ 2147483646 w 4094"/>
                <a:gd name="T19" fmla="*/ 2147483646 h 605"/>
                <a:gd name="T20" fmla="*/ 2147483646 w 4094"/>
                <a:gd name="T21" fmla="*/ 0 h 605"/>
                <a:gd name="T22" fmla="*/ 2147483646 w 4094"/>
                <a:gd name="T23" fmla="*/ 0 h 605"/>
                <a:gd name="T24" fmla="*/ 2147483646 w 4094"/>
                <a:gd name="T25" fmla="*/ 2147483646 h 605"/>
                <a:gd name="T26" fmla="*/ 2147483646 w 4094"/>
                <a:gd name="T27" fmla="*/ 2147483646 h 605"/>
                <a:gd name="T28" fmla="*/ 2147483646 w 4094"/>
                <a:gd name="T29" fmla="*/ 2147483646 h 605"/>
                <a:gd name="T30" fmla="*/ 2147483646 w 4094"/>
                <a:gd name="T31" fmla="*/ 2147483646 h 605"/>
                <a:gd name="T32" fmla="*/ 2147483646 w 4094"/>
                <a:gd name="T33" fmla="*/ 2147483646 h 605"/>
                <a:gd name="T34" fmla="*/ 2147483646 w 4094"/>
                <a:gd name="T35" fmla="*/ 2147483646 h 605"/>
                <a:gd name="T36" fmla="*/ 2147483646 w 4094"/>
                <a:gd name="T37" fmla="*/ 2147483646 h 605"/>
                <a:gd name="T38" fmla="*/ 2147483646 w 4094"/>
                <a:gd name="T39" fmla="*/ 2147483646 h 605"/>
                <a:gd name="T40" fmla="*/ 2147483646 w 4094"/>
                <a:gd name="T41" fmla="*/ 2147483646 h 605"/>
                <a:gd name="T42" fmla="*/ 2147483646 w 4094"/>
                <a:gd name="T43" fmla="*/ 2147483646 h 605"/>
                <a:gd name="T44" fmla="*/ 2147483646 w 4094"/>
                <a:gd name="T45" fmla="*/ 2147483646 h 605"/>
                <a:gd name="T46" fmla="*/ 2147483646 w 4094"/>
                <a:gd name="T47" fmla="*/ 2147483646 h 605"/>
                <a:gd name="T48" fmla="*/ 2147483646 w 4094"/>
                <a:gd name="T49" fmla="*/ 2147483646 h 605"/>
                <a:gd name="T50" fmla="*/ 2147483646 w 4094"/>
                <a:gd name="T51" fmla="*/ 2147483646 h 605"/>
                <a:gd name="T52" fmla="*/ 2147483646 w 4094"/>
                <a:gd name="T53" fmla="*/ 2147483646 h 605"/>
                <a:gd name="T54" fmla="*/ 2147483646 w 4094"/>
                <a:gd name="T55" fmla="*/ 2147483646 h 605"/>
                <a:gd name="T56" fmla="*/ 2147483646 w 4094"/>
                <a:gd name="T57" fmla="*/ 2147483646 h 605"/>
                <a:gd name="T58" fmla="*/ 2147483646 w 4094"/>
                <a:gd name="T59" fmla="*/ 2147483646 h 605"/>
                <a:gd name="T60" fmla="*/ 2147483646 w 4094"/>
                <a:gd name="T61" fmla="*/ 2147483646 h 605"/>
                <a:gd name="T62" fmla="*/ 2147483646 w 4094"/>
                <a:gd name="T63" fmla="*/ 2147483646 h 605"/>
                <a:gd name="T64" fmla="*/ 2147483646 w 4094"/>
                <a:gd name="T65" fmla="*/ 2147483646 h 605"/>
                <a:gd name="T66" fmla="*/ 2147483646 w 4094"/>
                <a:gd name="T67" fmla="*/ 2147483646 h 605"/>
                <a:gd name="T68" fmla="*/ 2147483646 w 4094"/>
                <a:gd name="T69" fmla="*/ 2147483646 h 605"/>
                <a:gd name="T70" fmla="*/ 2147483646 w 4094"/>
                <a:gd name="T71" fmla="*/ 2147483646 h 605"/>
                <a:gd name="T72" fmla="*/ 2147483646 w 4094"/>
                <a:gd name="T73" fmla="*/ 2147483646 h 605"/>
                <a:gd name="T74" fmla="*/ 2147483646 w 4094"/>
                <a:gd name="T75" fmla="*/ 2147483646 h 605"/>
                <a:gd name="T76" fmla="*/ 2147483646 w 4094"/>
                <a:gd name="T77" fmla="*/ 2147483646 h 605"/>
                <a:gd name="T78" fmla="*/ 2147483646 w 4094"/>
                <a:gd name="T79" fmla="*/ 2147483646 h 605"/>
                <a:gd name="T80" fmla="*/ 2147483646 w 4094"/>
                <a:gd name="T81" fmla="*/ 2147483646 h 605"/>
                <a:gd name="T82" fmla="*/ 2147483646 w 4094"/>
                <a:gd name="T83" fmla="*/ 2147483646 h 605"/>
                <a:gd name="T84" fmla="*/ 2147483646 w 4094"/>
                <a:gd name="T85" fmla="*/ 2147483646 h 605"/>
                <a:gd name="T86" fmla="*/ 2147483646 w 4094"/>
                <a:gd name="T87" fmla="*/ 2147483646 h 60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94"/>
                <a:gd name="T133" fmla="*/ 0 h 605"/>
                <a:gd name="T134" fmla="*/ 4094 w 4094"/>
                <a:gd name="T135" fmla="*/ 605 h 60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94" h="605" extrusionOk="0">
                  <a:moveTo>
                    <a:pt x="0" y="298"/>
                  </a:moveTo>
                  <a:lnTo>
                    <a:pt x="0" y="307"/>
                  </a:lnTo>
                  <a:lnTo>
                    <a:pt x="2" y="291"/>
                  </a:lnTo>
                  <a:lnTo>
                    <a:pt x="3" y="275"/>
                  </a:lnTo>
                  <a:lnTo>
                    <a:pt x="5" y="259"/>
                  </a:lnTo>
                  <a:lnTo>
                    <a:pt x="8" y="245"/>
                  </a:lnTo>
                  <a:lnTo>
                    <a:pt x="11" y="229"/>
                  </a:lnTo>
                  <a:lnTo>
                    <a:pt x="15" y="215"/>
                  </a:lnTo>
                  <a:lnTo>
                    <a:pt x="19" y="202"/>
                  </a:lnTo>
                  <a:lnTo>
                    <a:pt x="25" y="187"/>
                  </a:lnTo>
                  <a:lnTo>
                    <a:pt x="31" y="173"/>
                  </a:lnTo>
                  <a:lnTo>
                    <a:pt x="38" y="160"/>
                  </a:lnTo>
                  <a:lnTo>
                    <a:pt x="45" y="147"/>
                  </a:lnTo>
                  <a:lnTo>
                    <a:pt x="54" y="136"/>
                  </a:lnTo>
                  <a:lnTo>
                    <a:pt x="62" y="123"/>
                  </a:lnTo>
                  <a:lnTo>
                    <a:pt x="71" y="111"/>
                  </a:lnTo>
                  <a:lnTo>
                    <a:pt x="81" y="101"/>
                  </a:lnTo>
                  <a:lnTo>
                    <a:pt x="91" y="89"/>
                  </a:lnTo>
                  <a:lnTo>
                    <a:pt x="101" y="79"/>
                  </a:lnTo>
                  <a:lnTo>
                    <a:pt x="113" y="71"/>
                  </a:lnTo>
                  <a:lnTo>
                    <a:pt x="124" y="61"/>
                  </a:lnTo>
                  <a:lnTo>
                    <a:pt x="136" y="52"/>
                  </a:lnTo>
                  <a:lnTo>
                    <a:pt x="149" y="45"/>
                  </a:lnTo>
                  <a:lnTo>
                    <a:pt x="162" y="38"/>
                  </a:lnTo>
                  <a:lnTo>
                    <a:pt x="175" y="30"/>
                  </a:lnTo>
                  <a:lnTo>
                    <a:pt x="188" y="25"/>
                  </a:lnTo>
                  <a:lnTo>
                    <a:pt x="202" y="19"/>
                  </a:lnTo>
                  <a:lnTo>
                    <a:pt x="217" y="14"/>
                  </a:lnTo>
                  <a:lnTo>
                    <a:pt x="231" y="10"/>
                  </a:lnTo>
                  <a:lnTo>
                    <a:pt x="245" y="6"/>
                  </a:lnTo>
                  <a:lnTo>
                    <a:pt x="261" y="3"/>
                  </a:lnTo>
                  <a:lnTo>
                    <a:pt x="276" y="2"/>
                  </a:lnTo>
                  <a:lnTo>
                    <a:pt x="292" y="0"/>
                  </a:lnTo>
                  <a:lnTo>
                    <a:pt x="307" y="0"/>
                  </a:lnTo>
                  <a:lnTo>
                    <a:pt x="3788" y="0"/>
                  </a:lnTo>
                  <a:lnTo>
                    <a:pt x="3804" y="0"/>
                  </a:lnTo>
                  <a:lnTo>
                    <a:pt x="3820" y="2"/>
                  </a:lnTo>
                  <a:lnTo>
                    <a:pt x="3834" y="3"/>
                  </a:lnTo>
                  <a:lnTo>
                    <a:pt x="3850" y="6"/>
                  </a:lnTo>
                  <a:lnTo>
                    <a:pt x="3864" y="10"/>
                  </a:lnTo>
                  <a:lnTo>
                    <a:pt x="3879" y="14"/>
                  </a:lnTo>
                  <a:lnTo>
                    <a:pt x="3893" y="19"/>
                  </a:lnTo>
                  <a:lnTo>
                    <a:pt x="3908" y="25"/>
                  </a:lnTo>
                  <a:lnTo>
                    <a:pt x="3921" y="30"/>
                  </a:lnTo>
                  <a:lnTo>
                    <a:pt x="3934" y="38"/>
                  </a:lnTo>
                  <a:lnTo>
                    <a:pt x="3947" y="45"/>
                  </a:lnTo>
                  <a:lnTo>
                    <a:pt x="3960" y="52"/>
                  </a:lnTo>
                  <a:lnTo>
                    <a:pt x="3971" y="61"/>
                  </a:lnTo>
                  <a:lnTo>
                    <a:pt x="3983" y="71"/>
                  </a:lnTo>
                  <a:lnTo>
                    <a:pt x="3994" y="79"/>
                  </a:lnTo>
                  <a:lnTo>
                    <a:pt x="4004" y="89"/>
                  </a:lnTo>
                  <a:lnTo>
                    <a:pt x="4014" y="101"/>
                  </a:lnTo>
                  <a:lnTo>
                    <a:pt x="4024" y="111"/>
                  </a:lnTo>
                  <a:lnTo>
                    <a:pt x="4033" y="123"/>
                  </a:lnTo>
                  <a:lnTo>
                    <a:pt x="4042" y="136"/>
                  </a:lnTo>
                  <a:lnTo>
                    <a:pt x="4050" y="147"/>
                  </a:lnTo>
                  <a:lnTo>
                    <a:pt x="4058" y="160"/>
                  </a:lnTo>
                  <a:lnTo>
                    <a:pt x="4065" y="173"/>
                  </a:lnTo>
                  <a:lnTo>
                    <a:pt x="4071" y="187"/>
                  </a:lnTo>
                  <a:lnTo>
                    <a:pt x="4076" y="202"/>
                  </a:lnTo>
                  <a:lnTo>
                    <a:pt x="4081" y="215"/>
                  </a:lnTo>
                  <a:lnTo>
                    <a:pt x="4085" y="229"/>
                  </a:lnTo>
                  <a:lnTo>
                    <a:pt x="4088" y="245"/>
                  </a:lnTo>
                  <a:lnTo>
                    <a:pt x="4091" y="259"/>
                  </a:lnTo>
                  <a:lnTo>
                    <a:pt x="4092" y="275"/>
                  </a:lnTo>
                  <a:lnTo>
                    <a:pt x="4094" y="291"/>
                  </a:lnTo>
                  <a:lnTo>
                    <a:pt x="4094" y="307"/>
                  </a:lnTo>
                  <a:lnTo>
                    <a:pt x="4094" y="298"/>
                  </a:lnTo>
                  <a:lnTo>
                    <a:pt x="4094" y="314"/>
                  </a:lnTo>
                  <a:lnTo>
                    <a:pt x="4092" y="330"/>
                  </a:lnTo>
                  <a:lnTo>
                    <a:pt x="4091" y="346"/>
                  </a:lnTo>
                  <a:lnTo>
                    <a:pt x="4088" y="360"/>
                  </a:lnTo>
                  <a:lnTo>
                    <a:pt x="4085" y="376"/>
                  </a:lnTo>
                  <a:lnTo>
                    <a:pt x="4081" y="391"/>
                  </a:lnTo>
                  <a:lnTo>
                    <a:pt x="4076" y="405"/>
                  </a:lnTo>
                  <a:lnTo>
                    <a:pt x="4071" y="418"/>
                  </a:lnTo>
                  <a:lnTo>
                    <a:pt x="4065" y="432"/>
                  </a:lnTo>
                  <a:lnTo>
                    <a:pt x="4058" y="445"/>
                  </a:lnTo>
                  <a:lnTo>
                    <a:pt x="4050" y="458"/>
                  </a:lnTo>
                  <a:lnTo>
                    <a:pt x="4042" y="470"/>
                  </a:lnTo>
                  <a:lnTo>
                    <a:pt x="4033" y="483"/>
                  </a:lnTo>
                  <a:lnTo>
                    <a:pt x="4024" y="494"/>
                  </a:lnTo>
                  <a:lnTo>
                    <a:pt x="4014" y="504"/>
                  </a:lnTo>
                  <a:lnTo>
                    <a:pt x="4004" y="516"/>
                  </a:lnTo>
                  <a:lnTo>
                    <a:pt x="3994" y="526"/>
                  </a:lnTo>
                  <a:lnTo>
                    <a:pt x="3983" y="535"/>
                  </a:lnTo>
                  <a:lnTo>
                    <a:pt x="3971" y="545"/>
                  </a:lnTo>
                  <a:lnTo>
                    <a:pt x="3960" y="553"/>
                  </a:lnTo>
                  <a:lnTo>
                    <a:pt x="3947" y="561"/>
                  </a:lnTo>
                  <a:lnTo>
                    <a:pt x="3934" y="568"/>
                  </a:lnTo>
                  <a:lnTo>
                    <a:pt x="3921" y="575"/>
                  </a:lnTo>
                  <a:lnTo>
                    <a:pt x="3908" y="581"/>
                  </a:lnTo>
                  <a:lnTo>
                    <a:pt x="3893" y="587"/>
                  </a:lnTo>
                  <a:lnTo>
                    <a:pt x="3879" y="591"/>
                  </a:lnTo>
                  <a:lnTo>
                    <a:pt x="3864" y="595"/>
                  </a:lnTo>
                  <a:lnTo>
                    <a:pt x="3850" y="600"/>
                  </a:lnTo>
                  <a:lnTo>
                    <a:pt x="3834" y="602"/>
                  </a:lnTo>
                  <a:lnTo>
                    <a:pt x="3820" y="604"/>
                  </a:lnTo>
                  <a:lnTo>
                    <a:pt x="3804" y="605"/>
                  </a:lnTo>
                  <a:lnTo>
                    <a:pt x="3788" y="605"/>
                  </a:lnTo>
                  <a:lnTo>
                    <a:pt x="307" y="605"/>
                  </a:lnTo>
                  <a:lnTo>
                    <a:pt x="292" y="605"/>
                  </a:lnTo>
                  <a:lnTo>
                    <a:pt x="276" y="604"/>
                  </a:lnTo>
                  <a:lnTo>
                    <a:pt x="261" y="602"/>
                  </a:lnTo>
                  <a:lnTo>
                    <a:pt x="245" y="600"/>
                  </a:lnTo>
                  <a:lnTo>
                    <a:pt x="231" y="595"/>
                  </a:lnTo>
                  <a:lnTo>
                    <a:pt x="217" y="591"/>
                  </a:lnTo>
                  <a:lnTo>
                    <a:pt x="202" y="587"/>
                  </a:lnTo>
                  <a:lnTo>
                    <a:pt x="188" y="581"/>
                  </a:lnTo>
                  <a:lnTo>
                    <a:pt x="175" y="575"/>
                  </a:lnTo>
                  <a:lnTo>
                    <a:pt x="162" y="568"/>
                  </a:lnTo>
                  <a:lnTo>
                    <a:pt x="149" y="561"/>
                  </a:lnTo>
                  <a:lnTo>
                    <a:pt x="136" y="553"/>
                  </a:lnTo>
                  <a:lnTo>
                    <a:pt x="124" y="545"/>
                  </a:lnTo>
                  <a:lnTo>
                    <a:pt x="113" y="535"/>
                  </a:lnTo>
                  <a:lnTo>
                    <a:pt x="101" y="526"/>
                  </a:lnTo>
                  <a:lnTo>
                    <a:pt x="91" y="516"/>
                  </a:lnTo>
                  <a:lnTo>
                    <a:pt x="81" y="504"/>
                  </a:lnTo>
                  <a:lnTo>
                    <a:pt x="71" y="494"/>
                  </a:lnTo>
                  <a:lnTo>
                    <a:pt x="62" y="483"/>
                  </a:lnTo>
                  <a:lnTo>
                    <a:pt x="54" y="470"/>
                  </a:lnTo>
                  <a:lnTo>
                    <a:pt x="45" y="458"/>
                  </a:lnTo>
                  <a:lnTo>
                    <a:pt x="38" y="445"/>
                  </a:lnTo>
                  <a:lnTo>
                    <a:pt x="31" y="432"/>
                  </a:lnTo>
                  <a:lnTo>
                    <a:pt x="25" y="418"/>
                  </a:lnTo>
                  <a:lnTo>
                    <a:pt x="19" y="405"/>
                  </a:lnTo>
                  <a:lnTo>
                    <a:pt x="15" y="391"/>
                  </a:lnTo>
                  <a:lnTo>
                    <a:pt x="11" y="376"/>
                  </a:lnTo>
                  <a:lnTo>
                    <a:pt x="8" y="360"/>
                  </a:lnTo>
                  <a:lnTo>
                    <a:pt x="5" y="346"/>
                  </a:lnTo>
                  <a:lnTo>
                    <a:pt x="3" y="330"/>
                  </a:lnTo>
                  <a:lnTo>
                    <a:pt x="2" y="314"/>
                  </a:lnTo>
                  <a:lnTo>
                    <a:pt x="0" y="298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7287" name="Shape 2359">
              <a:extLst>
                <a:ext uri="{FF2B5EF4-FFF2-40B4-BE49-F238E27FC236}">
                  <a16:creationId xmlns:a16="http://schemas.microsoft.com/office/drawing/2014/main" id="{F4B3CC4C-E314-45AF-9A40-528636F45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362" y="4441825"/>
              <a:ext cx="46037" cy="138111"/>
            </a:xfrm>
            <a:custGeom>
              <a:avLst/>
              <a:gdLst>
                <a:gd name="T0" fmla="*/ 0 w 58"/>
                <a:gd name="T1" fmla="*/ 0 h 173"/>
                <a:gd name="T2" fmla="*/ 2147483646 w 58"/>
                <a:gd name="T3" fmla="*/ 2147483646 h 173"/>
                <a:gd name="T4" fmla="*/ 2147483646 w 58"/>
                <a:gd name="T5" fmla="*/ 0 h 173"/>
                <a:gd name="T6" fmla="*/ 2147483646 w 58"/>
                <a:gd name="T7" fmla="*/ 0 h 173"/>
                <a:gd name="T8" fmla="*/ 0 w 58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8"/>
                <a:gd name="T16" fmla="*/ 0 h 173"/>
                <a:gd name="T17" fmla="*/ 58 w 58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8" h="173" extrusionOk="0">
                  <a:moveTo>
                    <a:pt x="0" y="0"/>
                  </a:moveTo>
                  <a:lnTo>
                    <a:pt x="29" y="173"/>
                  </a:lnTo>
                  <a:lnTo>
                    <a:pt x="58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267288" name="Shape 2360">
              <a:extLst>
                <a:ext uri="{FF2B5EF4-FFF2-40B4-BE49-F238E27FC236}">
                  <a16:creationId xmlns:a16="http://schemas.microsoft.com/office/drawing/2014/main" id="{199CF4BB-3A41-44A5-8A9F-7B1EC6B7614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4702175" y="3962399"/>
              <a:ext cx="1500" cy="457200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67289" name="Shape 2361">
              <a:extLst>
                <a:ext uri="{FF2B5EF4-FFF2-40B4-BE49-F238E27FC236}">
                  <a16:creationId xmlns:a16="http://schemas.microsoft.com/office/drawing/2014/main" id="{828BFD4C-C61F-476A-B098-0B02C8D26D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4737" y="4057650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67290" name="Shape 2362">
              <a:extLst>
                <a:ext uri="{FF2B5EF4-FFF2-40B4-BE49-F238E27FC236}">
                  <a16:creationId xmlns:a16="http://schemas.microsoft.com/office/drawing/2014/main" id="{C34B5A6C-4E81-44AD-BA58-791A0CD50B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45112" y="405765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7291" name="Shape 2363">
              <a:extLst>
                <a:ext uri="{FF2B5EF4-FFF2-40B4-BE49-F238E27FC236}">
                  <a16:creationId xmlns:a16="http://schemas.microsoft.com/office/drawing/2014/main" id="{236269C6-FE19-4245-BC75-15136C6445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24450" y="405765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7292" name="Shape 2364">
              <a:extLst>
                <a:ext uri="{FF2B5EF4-FFF2-40B4-BE49-F238E27FC236}">
                  <a16:creationId xmlns:a16="http://schemas.microsoft.com/office/drawing/2014/main" id="{BFB71145-4C92-48D6-828E-4D00290773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4737" y="4281487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67293" name="Shape 2365">
              <a:extLst>
                <a:ext uri="{FF2B5EF4-FFF2-40B4-BE49-F238E27FC236}">
                  <a16:creationId xmlns:a16="http://schemas.microsoft.com/office/drawing/2014/main" id="{A9CECE44-8F18-4B4B-854E-DA549EE22F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45112" y="4281487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7294" name="Shape 2366">
              <a:extLst>
                <a:ext uri="{FF2B5EF4-FFF2-40B4-BE49-F238E27FC236}">
                  <a16:creationId xmlns:a16="http://schemas.microsoft.com/office/drawing/2014/main" id="{EFFE917F-89E6-42EF-AF3B-8518DECFB0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24450" y="4281487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7295" name="Shape 2367">
              <a:extLst>
                <a:ext uri="{FF2B5EF4-FFF2-40B4-BE49-F238E27FC236}">
                  <a16:creationId xmlns:a16="http://schemas.microsoft.com/office/drawing/2014/main" id="{1D1E11F4-F1B9-4A5D-8CF0-60F47D8458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14771" y="3587750"/>
              <a:ext cx="2523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: </a:t>
              </a:r>
            </a:p>
          </p:txBody>
        </p:sp>
        <p:sp>
          <p:nvSpPr>
            <p:cNvPr id="267296" name="Shape 2368">
              <a:extLst>
                <a:ext uri="{FF2B5EF4-FFF2-40B4-BE49-F238E27FC236}">
                  <a16:creationId xmlns:a16="http://schemas.microsoft.com/office/drawing/2014/main" id="{8A83686B-B6A0-41AD-9CEB-0E09C16293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3037" y="3587750"/>
              <a:ext cx="174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267297" name="Shape 2369">
              <a:extLst>
                <a:ext uri="{FF2B5EF4-FFF2-40B4-BE49-F238E27FC236}">
                  <a16:creationId xmlns:a16="http://schemas.microsoft.com/office/drawing/2014/main" id="{671474A8-3D15-4E54-9609-1055DD2BF8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19562" y="358775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7298" name="Shape 2370">
              <a:extLst>
                <a:ext uri="{FF2B5EF4-FFF2-40B4-BE49-F238E27FC236}">
                  <a16:creationId xmlns:a16="http://schemas.microsoft.com/office/drawing/2014/main" id="{6A14F97D-F6C2-450C-AB3A-A6E23C7086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30687" y="3692525"/>
              <a:ext cx="252300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 </a:t>
              </a:r>
            </a:p>
          </p:txBody>
        </p:sp>
        <p:sp>
          <p:nvSpPr>
            <p:cNvPr id="267299" name="Shape 2371">
              <a:extLst>
                <a:ext uri="{FF2B5EF4-FFF2-40B4-BE49-F238E27FC236}">
                  <a16:creationId xmlns:a16="http://schemas.microsoft.com/office/drawing/2014/main" id="{C02E12F8-459A-42E1-82F5-3492905CE4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16462" y="358775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7300" name="Shape 2372">
              <a:extLst>
                <a:ext uri="{FF2B5EF4-FFF2-40B4-BE49-F238E27FC236}">
                  <a16:creationId xmlns:a16="http://schemas.microsoft.com/office/drawing/2014/main" id="{000E92E3-45C9-4114-B0DA-536C6A8F30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32312" y="358775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7301" name="Shape 2373">
              <a:extLst>
                <a:ext uri="{FF2B5EF4-FFF2-40B4-BE49-F238E27FC236}">
                  <a16:creationId xmlns:a16="http://schemas.microsoft.com/office/drawing/2014/main" id="{7885C5A2-B593-4889-B614-87F4D6853B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26012" y="3587750"/>
              <a:ext cx="174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267302" name="Shape 2374">
              <a:extLst>
                <a:ext uri="{FF2B5EF4-FFF2-40B4-BE49-F238E27FC236}">
                  <a16:creationId xmlns:a16="http://schemas.microsoft.com/office/drawing/2014/main" id="{87E0F171-BD26-43AE-B49B-B680697173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2537" y="358775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267303" name="Shape 2375">
              <a:extLst>
                <a:ext uri="{FF2B5EF4-FFF2-40B4-BE49-F238E27FC236}">
                  <a16:creationId xmlns:a16="http://schemas.microsoft.com/office/drawing/2014/main" id="{1EBF4AE2-316C-46A2-BD25-2EE08686AB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3644" y="3692525"/>
              <a:ext cx="185700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67304" name="Shape 2376">
              <a:extLst>
                <a:ext uri="{FF2B5EF4-FFF2-40B4-BE49-F238E27FC236}">
                  <a16:creationId xmlns:a16="http://schemas.microsoft.com/office/drawing/2014/main" id="{F3569D73-BA58-4E34-BAEC-8365B886FD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4187" y="358775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7305" name="Shape 2377">
              <a:extLst>
                <a:ext uri="{FF2B5EF4-FFF2-40B4-BE49-F238E27FC236}">
                  <a16:creationId xmlns:a16="http://schemas.microsoft.com/office/drawing/2014/main" id="{254E7131-B575-47AE-AFD2-895705221B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0037" y="358775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7306" name="Shape 2378">
              <a:extLst>
                <a:ext uri="{FF2B5EF4-FFF2-40B4-BE49-F238E27FC236}">
                  <a16:creationId xmlns:a16="http://schemas.microsoft.com/office/drawing/2014/main" id="{7C6BE112-5763-4799-B8B4-AA91EEF08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9650" y="3581400"/>
              <a:ext cx="107999" cy="258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Noto Symbol" charset="0"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Noto Symbol" charset="0"/>
                  <a:ea typeface="ＭＳ Ｐゴシック" panose="020B0600070205080204" pitchFamily="34" charset="-128"/>
                  <a:cs typeface="Arial" panose="020B0604020202020204" pitchFamily="34" charset="0"/>
                  <a:sym typeface="Noto Symbol" charset="0"/>
                </a:rPr>
                <a:t>, </a:t>
              </a:r>
            </a:p>
          </p:txBody>
        </p:sp>
        <p:sp>
          <p:nvSpPr>
            <p:cNvPr id="267307" name="Shape 2379">
              <a:extLst>
                <a:ext uri="{FF2B5EF4-FFF2-40B4-BE49-F238E27FC236}">
                  <a16:creationId xmlns:a16="http://schemas.microsoft.com/office/drawing/2014/main" id="{A9E39EC0-6EA4-4A6D-9F10-04280247F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575" y="2336800"/>
              <a:ext cx="3249612" cy="481011"/>
            </a:xfrm>
            <a:custGeom>
              <a:avLst/>
              <a:gdLst>
                <a:gd name="T0" fmla="*/ 2147483646 w 4094"/>
                <a:gd name="T1" fmla="*/ 2147483646 h 605"/>
                <a:gd name="T2" fmla="*/ 2147483646 w 4094"/>
                <a:gd name="T3" fmla="*/ 2147483646 h 605"/>
                <a:gd name="T4" fmla="*/ 2147483646 w 4094"/>
                <a:gd name="T5" fmla="*/ 2147483646 h 605"/>
                <a:gd name="T6" fmla="*/ 2147483646 w 4094"/>
                <a:gd name="T7" fmla="*/ 2147483646 h 605"/>
                <a:gd name="T8" fmla="*/ 2147483646 w 4094"/>
                <a:gd name="T9" fmla="*/ 2147483646 h 605"/>
                <a:gd name="T10" fmla="*/ 2147483646 w 4094"/>
                <a:gd name="T11" fmla="*/ 2147483646 h 605"/>
                <a:gd name="T12" fmla="*/ 2147483646 w 4094"/>
                <a:gd name="T13" fmla="*/ 2147483646 h 605"/>
                <a:gd name="T14" fmla="*/ 2147483646 w 4094"/>
                <a:gd name="T15" fmla="*/ 2147483646 h 605"/>
                <a:gd name="T16" fmla="*/ 2147483646 w 4094"/>
                <a:gd name="T17" fmla="*/ 2147483646 h 605"/>
                <a:gd name="T18" fmla="*/ 2147483646 w 4094"/>
                <a:gd name="T19" fmla="*/ 2147483646 h 605"/>
                <a:gd name="T20" fmla="*/ 2147483646 w 4094"/>
                <a:gd name="T21" fmla="*/ 0 h 605"/>
                <a:gd name="T22" fmla="*/ 2147483646 w 4094"/>
                <a:gd name="T23" fmla="*/ 0 h 605"/>
                <a:gd name="T24" fmla="*/ 2147483646 w 4094"/>
                <a:gd name="T25" fmla="*/ 2147483646 h 605"/>
                <a:gd name="T26" fmla="*/ 2147483646 w 4094"/>
                <a:gd name="T27" fmla="*/ 2147483646 h 605"/>
                <a:gd name="T28" fmla="*/ 2147483646 w 4094"/>
                <a:gd name="T29" fmla="*/ 2147483646 h 605"/>
                <a:gd name="T30" fmla="*/ 2147483646 w 4094"/>
                <a:gd name="T31" fmla="*/ 2147483646 h 605"/>
                <a:gd name="T32" fmla="*/ 2147483646 w 4094"/>
                <a:gd name="T33" fmla="*/ 2147483646 h 605"/>
                <a:gd name="T34" fmla="*/ 2147483646 w 4094"/>
                <a:gd name="T35" fmla="*/ 2147483646 h 605"/>
                <a:gd name="T36" fmla="*/ 2147483646 w 4094"/>
                <a:gd name="T37" fmla="*/ 2147483646 h 605"/>
                <a:gd name="T38" fmla="*/ 2147483646 w 4094"/>
                <a:gd name="T39" fmla="*/ 2147483646 h 605"/>
                <a:gd name="T40" fmla="*/ 2147483646 w 4094"/>
                <a:gd name="T41" fmla="*/ 2147483646 h 605"/>
                <a:gd name="T42" fmla="*/ 2147483646 w 4094"/>
                <a:gd name="T43" fmla="*/ 2147483646 h 605"/>
                <a:gd name="T44" fmla="*/ 2147483646 w 4094"/>
                <a:gd name="T45" fmla="*/ 2147483646 h 605"/>
                <a:gd name="T46" fmla="*/ 2147483646 w 4094"/>
                <a:gd name="T47" fmla="*/ 2147483646 h 605"/>
                <a:gd name="T48" fmla="*/ 2147483646 w 4094"/>
                <a:gd name="T49" fmla="*/ 2147483646 h 605"/>
                <a:gd name="T50" fmla="*/ 2147483646 w 4094"/>
                <a:gd name="T51" fmla="*/ 2147483646 h 605"/>
                <a:gd name="T52" fmla="*/ 2147483646 w 4094"/>
                <a:gd name="T53" fmla="*/ 2147483646 h 605"/>
                <a:gd name="T54" fmla="*/ 2147483646 w 4094"/>
                <a:gd name="T55" fmla="*/ 2147483646 h 605"/>
                <a:gd name="T56" fmla="*/ 2147483646 w 4094"/>
                <a:gd name="T57" fmla="*/ 2147483646 h 605"/>
                <a:gd name="T58" fmla="*/ 2147483646 w 4094"/>
                <a:gd name="T59" fmla="*/ 2147483646 h 605"/>
                <a:gd name="T60" fmla="*/ 2147483646 w 4094"/>
                <a:gd name="T61" fmla="*/ 2147483646 h 605"/>
                <a:gd name="T62" fmla="*/ 2147483646 w 4094"/>
                <a:gd name="T63" fmla="*/ 2147483646 h 605"/>
                <a:gd name="T64" fmla="*/ 2147483646 w 4094"/>
                <a:gd name="T65" fmla="*/ 2147483646 h 605"/>
                <a:gd name="T66" fmla="*/ 2147483646 w 4094"/>
                <a:gd name="T67" fmla="*/ 2147483646 h 605"/>
                <a:gd name="T68" fmla="*/ 2147483646 w 4094"/>
                <a:gd name="T69" fmla="*/ 2147483646 h 605"/>
                <a:gd name="T70" fmla="*/ 2147483646 w 4094"/>
                <a:gd name="T71" fmla="*/ 2147483646 h 605"/>
                <a:gd name="T72" fmla="*/ 2147483646 w 4094"/>
                <a:gd name="T73" fmla="*/ 2147483646 h 605"/>
                <a:gd name="T74" fmla="*/ 2147483646 w 4094"/>
                <a:gd name="T75" fmla="*/ 2147483646 h 605"/>
                <a:gd name="T76" fmla="*/ 2147483646 w 4094"/>
                <a:gd name="T77" fmla="*/ 2147483646 h 605"/>
                <a:gd name="T78" fmla="*/ 2147483646 w 4094"/>
                <a:gd name="T79" fmla="*/ 2147483646 h 605"/>
                <a:gd name="T80" fmla="*/ 2147483646 w 4094"/>
                <a:gd name="T81" fmla="*/ 2147483646 h 605"/>
                <a:gd name="T82" fmla="*/ 2147483646 w 4094"/>
                <a:gd name="T83" fmla="*/ 2147483646 h 605"/>
                <a:gd name="T84" fmla="*/ 2147483646 w 4094"/>
                <a:gd name="T85" fmla="*/ 2147483646 h 605"/>
                <a:gd name="T86" fmla="*/ 2147483646 w 4094"/>
                <a:gd name="T87" fmla="*/ 2147483646 h 60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94"/>
                <a:gd name="T133" fmla="*/ 0 h 605"/>
                <a:gd name="T134" fmla="*/ 4094 w 4094"/>
                <a:gd name="T135" fmla="*/ 605 h 60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94" h="605" extrusionOk="0">
                  <a:moveTo>
                    <a:pt x="0" y="298"/>
                  </a:moveTo>
                  <a:lnTo>
                    <a:pt x="0" y="307"/>
                  </a:lnTo>
                  <a:lnTo>
                    <a:pt x="2" y="291"/>
                  </a:lnTo>
                  <a:lnTo>
                    <a:pt x="3" y="275"/>
                  </a:lnTo>
                  <a:lnTo>
                    <a:pt x="5" y="259"/>
                  </a:lnTo>
                  <a:lnTo>
                    <a:pt x="8" y="245"/>
                  </a:lnTo>
                  <a:lnTo>
                    <a:pt x="11" y="229"/>
                  </a:lnTo>
                  <a:lnTo>
                    <a:pt x="15" y="215"/>
                  </a:lnTo>
                  <a:lnTo>
                    <a:pt x="19" y="202"/>
                  </a:lnTo>
                  <a:lnTo>
                    <a:pt x="25" y="187"/>
                  </a:lnTo>
                  <a:lnTo>
                    <a:pt x="31" y="173"/>
                  </a:lnTo>
                  <a:lnTo>
                    <a:pt x="38" y="160"/>
                  </a:lnTo>
                  <a:lnTo>
                    <a:pt x="45" y="147"/>
                  </a:lnTo>
                  <a:lnTo>
                    <a:pt x="54" y="135"/>
                  </a:lnTo>
                  <a:lnTo>
                    <a:pt x="62" y="122"/>
                  </a:lnTo>
                  <a:lnTo>
                    <a:pt x="71" y="111"/>
                  </a:lnTo>
                  <a:lnTo>
                    <a:pt x="81" y="101"/>
                  </a:lnTo>
                  <a:lnTo>
                    <a:pt x="91" y="89"/>
                  </a:lnTo>
                  <a:lnTo>
                    <a:pt x="101" y="79"/>
                  </a:lnTo>
                  <a:lnTo>
                    <a:pt x="113" y="71"/>
                  </a:lnTo>
                  <a:lnTo>
                    <a:pt x="124" y="60"/>
                  </a:lnTo>
                  <a:lnTo>
                    <a:pt x="136" y="52"/>
                  </a:lnTo>
                  <a:lnTo>
                    <a:pt x="149" y="45"/>
                  </a:lnTo>
                  <a:lnTo>
                    <a:pt x="162" y="37"/>
                  </a:lnTo>
                  <a:lnTo>
                    <a:pt x="175" y="30"/>
                  </a:lnTo>
                  <a:lnTo>
                    <a:pt x="188" y="24"/>
                  </a:lnTo>
                  <a:lnTo>
                    <a:pt x="202" y="19"/>
                  </a:lnTo>
                  <a:lnTo>
                    <a:pt x="217" y="14"/>
                  </a:lnTo>
                  <a:lnTo>
                    <a:pt x="231" y="10"/>
                  </a:lnTo>
                  <a:lnTo>
                    <a:pt x="245" y="6"/>
                  </a:lnTo>
                  <a:lnTo>
                    <a:pt x="261" y="3"/>
                  </a:lnTo>
                  <a:lnTo>
                    <a:pt x="276" y="1"/>
                  </a:lnTo>
                  <a:lnTo>
                    <a:pt x="292" y="0"/>
                  </a:lnTo>
                  <a:lnTo>
                    <a:pt x="307" y="0"/>
                  </a:lnTo>
                  <a:lnTo>
                    <a:pt x="3788" y="0"/>
                  </a:lnTo>
                  <a:lnTo>
                    <a:pt x="3804" y="0"/>
                  </a:lnTo>
                  <a:lnTo>
                    <a:pt x="3820" y="1"/>
                  </a:lnTo>
                  <a:lnTo>
                    <a:pt x="3834" y="3"/>
                  </a:lnTo>
                  <a:lnTo>
                    <a:pt x="3850" y="6"/>
                  </a:lnTo>
                  <a:lnTo>
                    <a:pt x="3864" y="10"/>
                  </a:lnTo>
                  <a:lnTo>
                    <a:pt x="3879" y="14"/>
                  </a:lnTo>
                  <a:lnTo>
                    <a:pt x="3893" y="19"/>
                  </a:lnTo>
                  <a:lnTo>
                    <a:pt x="3908" y="24"/>
                  </a:lnTo>
                  <a:lnTo>
                    <a:pt x="3921" y="30"/>
                  </a:lnTo>
                  <a:lnTo>
                    <a:pt x="3934" y="37"/>
                  </a:lnTo>
                  <a:lnTo>
                    <a:pt x="3947" y="45"/>
                  </a:lnTo>
                  <a:lnTo>
                    <a:pt x="3960" y="52"/>
                  </a:lnTo>
                  <a:lnTo>
                    <a:pt x="3971" y="60"/>
                  </a:lnTo>
                  <a:lnTo>
                    <a:pt x="3983" y="71"/>
                  </a:lnTo>
                  <a:lnTo>
                    <a:pt x="3994" y="79"/>
                  </a:lnTo>
                  <a:lnTo>
                    <a:pt x="4004" y="89"/>
                  </a:lnTo>
                  <a:lnTo>
                    <a:pt x="4014" y="101"/>
                  </a:lnTo>
                  <a:lnTo>
                    <a:pt x="4024" y="111"/>
                  </a:lnTo>
                  <a:lnTo>
                    <a:pt x="4033" y="122"/>
                  </a:lnTo>
                  <a:lnTo>
                    <a:pt x="4042" y="135"/>
                  </a:lnTo>
                  <a:lnTo>
                    <a:pt x="4050" y="147"/>
                  </a:lnTo>
                  <a:lnTo>
                    <a:pt x="4058" y="160"/>
                  </a:lnTo>
                  <a:lnTo>
                    <a:pt x="4065" y="173"/>
                  </a:lnTo>
                  <a:lnTo>
                    <a:pt x="4071" y="187"/>
                  </a:lnTo>
                  <a:lnTo>
                    <a:pt x="4076" y="202"/>
                  </a:lnTo>
                  <a:lnTo>
                    <a:pt x="4081" y="215"/>
                  </a:lnTo>
                  <a:lnTo>
                    <a:pt x="4085" y="229"/>
                  </a:lnTo>
                  <a:lnTo>
                    <a:pt x="4088" y="245"/>
                  </a:lnTo>
                  <a:lnTo>
                    <a:pt x="4091" y="259"/>
                  </a:lnTo>
                  <a:lnTo>
                    <a:pt x="4092" y="275"/>
                  </a:lnTo>
                  <a:lnTo>
                    <a:pt x="4094" y="291"/>
                  </a:lnTo>
                  <a:lnTo>
                    <a:pt x="4094" y="307"/>
                  </a:lnTo>
                  <a:lnTo>
                    <a:pt x="4094" y="298"/>
                  </a:lnTo>
                  <a:lnTo>
                    <a:pt x="4094" y="314"/>
                  </a:lnTo>
                  <a:lnTo>
                    <a:pt x="4092" y="330"/>
                  </a:lnTo>
                  <a:lnTo>
                    <a:pt x="4091" y="346"/>
                  </a:lnTo>
                  <a:lnTo>
                    <a:pt x="4088" y="360"/>
                  </a:lnTo>
                  <a:lnTo>
                    <a:pt x="4085" y="376"/>
                  </a:lnTo>
                  <a:lnTo>
                    <a:pt x="4081" y="390"/>
                  </a:lnTo>
                  <a:lnTo>
                    <a:pt x="4076" y="405"/>
                  </a:lnTo>
                  <a:lnTo>
                    <a:pt x="4071" y="418"/>
                  </a:lnTo>
                  <a:lnTo>
                    <a:pt x="4065" y="432"/>
                  </a:lnTo>
                  <a:lnTo>
                    <a:pt x="4058" y="445"/>
                  </a:lnTo>
                  <a:lnTo>
                    <a:pt x="4050" y="458"/>
                  </a:lnTo>
                  <a:lnTo>
                    <a:pt x="4042" y="470"/>
                  </a:lnTo>
                  <a:lnTo>
                    <a:pt x="4033" y="483"/>
                  </a:lnTo>
                  <a:lnTo>
                    <a:pt x="4024" y="494"/>
                  </a:lnTo>
                  <a:lnTo>
                    <a:pt x="4014" y="504"/>
                  </a:lnTo>
                  <a:lnTo>
                    <a:pt x="4004" y="516"/>
                  </a:lnTo>
                  <a:lnTo>
                    <a:pt x="3994" y="526"/>
                  </a:lnTo>
                  <a:lnTo>
                    <a:pt x="3983" y="535"/>
                  </a:lnTo>
                  <a:lnTo>
                    <a:pt x="3971" y="545"/>
                  </a:lnTo>
                  <a:lnTo>
                    <a:pt x="3960" y="553"/>
                  </a:lnTo>
                  <a:lnTo>
                    <a:pt x="3947" y="561"/>
                  </a:lnTo>
                  <a:lnTo>
                    <a:pt x="3934" y="568"/>
                  </a:lnTo>
                  <a:lnTo>
                    <a:pt x="3921" y="575"/>
                  </a:lnTo>
                  <a:lnTo>
                    <a:pt x="3908" y="581"/>
                  </a:lnTo>
                  <a:lnTo>
                    <a:pt x="3893" y="586"/>
                  </a:lnTo>
                  <a:lnTo>
                    <a:pt x="3879" y="591"/>
                  </a:lnTo>
                  <a:lnTo>
                    <a:pt x="3864" y="595"/>
                  </a:lnTo>
                  <a:lnTo>
                    <a:pt x="3850" y="599"/>
                  </a:lnTo>
                  <a:lnTo>
                    <a:pt x="3834" y="602"/>
                  </a:lnTo>
                  <a:lnTo>
                    <a:pt x="3820" y="604"/>
                  </a:lnTo>
                  <a:lnTo>
                    <a:pt x="3804" y="605"/>
                  </a:lnTo>
                  <a:lnTo>
                    <a:pt x="3788" y="605"/>
                  </a:lnTo>
                  <a:lnTo>
                    <a:pt x="307" y="605"/>
                  </a:lnTo>
                  <a:lnTo>
                    <a:pt x="292" y="605"/>
                  </a:lnTo>
                  <a:lnTo>
                    <a:pt x="276" y="604"/>
                  </a:lnTo>
                  <a:lnTo>
                    <a:pt x="261" y="602"/>
                  </a:lnTo>
                  <a:lnTo>
                    <a:pt x="245" y="599"/>
                  </a:lnTo>
                  <a:lnTo>
                    <a:pt x="231" y="595"/>
                  </a:lnTo>
                  <a:lnTo>
                    <a:pt x="217" y="591"/>
                  </a:lnTo>
                  <a:lnTo>
                    <a:pt x="202" y="586"/>
                  </a:lnTo>
                  <a:lnTo>
                    <a:pt x="188" y="581"/>
                  </a:lnTo>
                  <a:lnTo>
                    <a:pt x="175" y="575"/>
                  </a:lnTo>
                  <a:lnTo>
                    <a:pt x="162" y="568"/>
                  </a:lnTo>
                  <a:lnTo>
                    <a:pt x="149" y="561"/>
                  </a:lnTo>
                  <a:lnTo>
                    <a:pt x="136" y="553"/>
                  </a:lnTo>
                  <a:lnTo>
                    <a:pt x="124" y="545"/>
                  </a:lnTo>
                  <a:lnTo>
                    <a:pt x="113" y="535"/>
                  </a:lnTo>
                  <a:lnTo>
                    <a:pt x="101" y="526"/>
                  </a:lnTo>
                  <a:lnTo>
                    <a:pt x="91" y="516"/>
                  </a:lnTo>
                  <a:lnTo>
                    <a:pt x="81" y="504"/>
                  </a:lnTo>
                  <a:lnTo>
                    <a:pt x="71" y="494"/>
                  </a:lnTo>
                  <a:lnTo>
                    <a:pt x="62" y="483"/>
                  </a:lnTo>
                  <a:lnTo>
                    <a:pt x="54" y="470"/>
                  </a:lnTo>
                  <a:lnTo>
                    <a:pt x="45" y="458"/>
                  </a:lnTo>
                  <a:lnTo>
                    <a:pt x="38" y="445"/>
                  </a:lnTo>
                  <a:lnTo>
                    <a:pt x="31" y="432"/>
                  </a:lnTo>
                  <a:lnTo>
                    <a:pt x="25" y="418"/>
                  </a:lnTo>
                  <a:lnTo>
                    <a:pt x="19" y="405"/>
                  </a:lnTo>
                  <a:lnTo>
                    <a:pt x="15" y="390"/>
                  </a:lnTo>
                  <a:lnTo>
                    <a:pt x="11" y="376"/>
                  </a:lnTo>
                  <a:lnTo>
                    <a:pt x="8" y="360"/>
                  </a:lnTo>
                  <a:lnTo>
                    <a:pt x="5" y="346"/>
                  </a:lnTo>
                  <a:lnTo>
                    <a:pt x="3" y="330"/>
                  </a:lnTo>
                  <a:lnTo>
                    <a:pt x="2" y="314"/>
                  </a:lnTo>
                  <a:lnTo>
                    <a:pt x="0" y="298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7308" name="Shape 2380">
              <a:extLst>
                <a:ext uri="{FF2B5EF4-FFF2-40B4-BE49-F238E27FC236}">
                  <a16:creationId xmlns:a16="http://schemas.microsoft.com/office/drawing/2014/main" id="{CFB96F72-B2D7-4F72-8496-B375DF6FAF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14745" y="2465375"/>
              <a:ext cx="2523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: </a:t>
              </a:r>
            </a:p>
          </p:txBody>
        </p:sp>
        <p:sp>
          <p:nvSpPr>
            <p:cNvPr id="267309" name="Shape 2381">
              <a:extLst>
                <a:ext uri="{FF2B5EF4-FFF2-40B4-BE49-F238E27FC236}">
                  <a16:creationId xmlns:a16="http://schemas.microsoft.com/office/drawing/2014/main" id="{469D3ED5-01F4-4A91-9E92-5626AA4B67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3037" y="2465386"/>
              <a:ext cx="174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267310" name="Shape 2382">
              <a:extLst>
                <a:ext uri="{FF2B5EF4-FFF2-40B4-BE49-F238E27FC236}">
                  <a16:creationId xmlns:a16="http://schemas.microsoft.com/office/drawing/2014/main" id="{BFC925DD-630F-4D9C-87DC-1DE02685BB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19562" y="246538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267311" name="Shape 2383">
              <a:extLst>
                <a:ext uri="{FF2B5EF4-FFF2-40B4-BE49-F238E27FC236}">
                  <a16:creationId xmlns:a16="http://schemas.microsoft.com/office/drawing/2014/main" id="{229E2E5D-CE58-4598-A90E-7387E6E084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30687" y="2568575"/>
              <a:ext cx="252300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 </a:t>
              </a:r>
            </a:p>
          </p:txBody>
        </p:sp>
        <p:sp>
          <p:nvSpPr>
            <p:cNvPr id="267312" name="Shape 2384">
              <a:extLst>
                <a:ext uri="{FF2B5EF4-FFF2-40B4-BE49-F238E27FC236}">
                  <a16:creationId xmlns:a16="http://schemas.microsoft.com/office/drawing/2014/main" id="{E5FA9FC1-CFCB-4C49-BF56-F5DC832F7D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16462" y="246538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7313" name="Shape 2385">
              <a:extLst>
                <a:ext uri="{FF2B5EF4-FFF2-40B4-BE49-F238E27FC236}">
                  <a16:creationId xmlns:a16="http://schemas.microsoft.com/office/drawing/2014/main" id="{466257B2-E8CB-4E26-8B5D-CB6E503B59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32312" y="2465386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7314" name="Shape 2386">
              <a:extLst>
                <a:ext uri="{FF2B5EF4-FFF2-40B4-BE49-F238E27FC236}">
                  <a16:creationId xmlns:a16="http://schemas.microsoft.com/office/drawing/2014/main" id="{75620320-53B2-4470-B504-7A3D382027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26012" y="2465386"/>
              <a:ext cx="174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267315" name="Shape 2387">
              <a:extLst>
                <a:ext uri="{FF2B5EF4-FFF2-40B4-BE49-F238E27FC236}">
                  <a16:creationId xmlns:a16="http://schemas.microsoft.com/office/drawing/2014/main" id="{92F2B230-00EA-4EF0-BE81-F25B9E86F8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2537" y="246538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 </a:t>
              </a:r>
            </a:p>
          </p:txBody>
        </p:sp>
        <p:sp>
          <p:nvSpPr>
            <p:cNvPr id="267316" name="Shape 2388">
              <a:extLst>
                <a:ext uri="{FF2B5EF4-FFF2-40B4-BE49-F238E27FC236}">
                  <a16:creationId xmlns:a16="http://schemas.microsoft.com/office/drawing/2014/main" id="{26918B58-A810-45AD-97BF-305DD5F07D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3642" y="2568575"/>
              <a:ext cx="196800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67317" name="Shape 2389">
              <a:extLst>
                <a:ext uri="{FF2B5EF4-FFF2-40B4-BE49-F238E27FC236}">
                  <a16:creationId xmlns:a16="http://schemas.microsoft.com/office/drawing/2014/main" id="{77408A49-4A1E-4D41-B250-45D339E3AC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4187" y="246538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7318" name="Shape 2390">
              <a:extLst>
                <a:ext uri="{FF2B5EF4-FFF2-40B4-BE49-F238E27FC236}">
                  <a16:creationId xmlns:a16="http://schemas.microsoft.com/office/drawing/2014/main" id="{C691B986-0AF3-4AD2-AC79-46789C8750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0037" y="2465386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7319" name="Shape 2391">
              <a:extLst>
                <a:ext uri="{FF2B5EF4-FFF2-40B4-BE49-F238E27FC236}">
                  <a16:creationId xmlns:a16="http://schemas.microsoft.com/office/drawing/2014/main" id="{E3BE9C02-37D2-47E3-BF7E-C700536230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9650" y="2459036"/>
              <a:ext cx="107999" cy="258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Noto Symbol" charset="0"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Noto Symbol" charset="0"/>
                  <a:ea typeface="ＭＳ Ｐゴシック" panose="020B0600070205080204" pitchFamily="34" charset="-128"/>
                  <a:cs typeface="Arial" panose="020B0604020202020204" pitchFamily="34" charset="0"/>
                  <a:sym typeface="Noto Symbol" charset="0"/>
                </a:rPr>
                <a:t>, </a:t>
              </a:r>
            </a:p>
          </p:txBody>
        </p:sp>
        <p:sp>
          <p:nvSpPr>
            <p:cNvPr id="267320" name="Shape 2392">
              <a:extLst>
                <a:ext uri="{FF2B5EF4-FFF2-40B4-BE49-F238E27FC236}">
                  <a16:creationId xmlns:a16="http://schemas.microsoft.com/office/drawing/2014/main" id="{FBB97D3C-02F5-4649-BEB1-FE7E46DD4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575" y="1193800"/>
              <a:ext cx="3249612" cy="503237"/>
            </a:xfrm>
            <a:custGeom>
              <a:avLst/>
              <a:gdLst>
                <a:gd name="T0" fmla="*/ 2147483646 w 4094"/>
                <a:gd name="T1" fmla="*/ 2147483646 h 634"/>
                <a:gd name="T2" fmla="*/ 2147483646 w 4094"/>
                <a:gd name="T3" fmla="*/ 2147483646 h 634"/>
                <a:gd name="T4" fmla="*/ 2147483646 w 4094"/>
                <a:gd name="T5" fmla="*/ 2147483646 h 634"/>
                <a:gd name="T6" fmla="*/ 2147483646 w 4094"/>
                <a:gd name="T7" fmla="*/ 2147483646 h 634"/>
                <a:gd name="T8" fmla="*/ 2147483646 w 4094"/>
                <a:gd name="T9" fmla="*/ 2147483646 h 634"/>
                <a:gd name="T10" fmla="*/ 2147483646 w 4094"/>
                <a:gd name="T11" fmla="*/ 2147483646 h 634"/>
                <a:gd name="T12" fmla="*/ 2147483646 w 4094"/>
                <a:gd name="T13" fmla="*/ 2147483646 h 634"/>
                <a:gd name="T14" fmla="*/ 2147483646 w 4094"/>
                <a:gd name="T15" fmla="*/ 2147483646 h 634"/>
                <a:gd name="T16" fmla="*/ 2147483646 w 4094"/>
                <a:gd name="T17" fmla="*/ 2147483646 h 634"/>
                <a:gd name="T18" fmla="*/ 2147483646 w 4094"/>
                <a:gd name="T19" fmla="*/ 2147483646 h 634"/>
                <a:gd name="T20" fmla="*/ 2147483646 w 4094"/>
                <a:gd name="T21" fmla="*/ 0 h 634"/>
                <a:gd name="T22" fmla="*/ 2147483646 w 4094"/>
                <a:gd name="T23" fmla="*/ 0 h 634"/>
                <a:gd name="T24" fmla="*/ 2147483646 w 4094"/>
                <a:gd name="T25" fmla="*/ 2147483646 h 634"/>
                <a:gd name="T26" fmla="*/ 2147483646 w 4094"/>
                <a:gd name="T27" fmla="*/ 2147483646 h 634"/>
                <a:gd name="T28" fmla="*/ 2147483646 w 4094"/>
                <a:gd name="T29" fmla="*/ 2147483646 h 634"/>
                <a:gd name="T30" fmla="*/ 2147483646 w 4094"/>
                <a:gd name="T31" fmla="*/ 2147483646 h 634"/>
                <a:gd name="T32" fmla="*/ 2147483646 w 4094"/>
                <a:gd name="T33" fmla="*/ 2147483646 h 634"/>
                <a:gd name="T34" fmla="*/ 2147483646 w 4094"/>
                <a:gd name="T35" fmla="*/ 2147483646 h 634"/>
                <a:gd name="T36" fmla="*/ 2147483646 w 4094"/>
                <a:gd name="T37" fmla="*/ 2147483646 h 634"/>
                <a:gd name="T38" fmla="*/ 2147483646 w 4094"/>
                <a:gd name="T39" fmla="*/ 2147483646 h 634"/>
                <a:gd name="T40" fmla="*/ 2147483646 w 4094"/>
                <a:gd name="T41" fmla="*/ 2147483646 h 634"/>
                <a:gd name="T42" fmla="*/ 2147483646 w 4094"/>
                <a:gd name="T43" fmla="*/ 2147483646 h 634"/>
                <a:gd name="T44" fmla="*/ 2147483646 w 4094"/>
                <a:gd name="T45" fmla="*/ 2147483646 h 634"/>
                <a:gd name="T46" fmla="*/ 2147483646 w 4094"/>
                <a:gd name="T47" fmla="*/ 2147483646 h 634"/>
                <a:gd name="T48" fmla="*/ 2147483646 w 4094"/>
                <a:gd name="T49" fmla="*/ 2147483646 h 634"/>
                <a:gd name="T50" fmla="*/ 2147483646 w 4094"/>
                <a:gd name="T51" fmla="*/ 2147483646 h 634"/>
                <a:gd name="T52" fmla="*/ 2147483646 w 4094"/>
                <a:gd name="T53" fmla="*/ 2147483646 h 634"/>
                <a:gd name="T54" fmla="*/ 2147483646 w 4094"/>
                <a:gd name="T55" fmla="*/ 2147483646 h 634"/>
                <a:gd name="T56" fmla="*/ 2147483646 w 4094"/>
                <a:gd name="T57" fmla="*/ 2147483646 h 634"/>
                <a:gd name="T58" fmla="*/ 2147483646 w 4094"/>
                <a:gd name="T59" fmla="*/ 2147483646 h 634"/>
                <a:gd name="T60" fmla="*/ 2147483646 w 4094"/>
                <a:gd name="T61" fmla="*/ 2147483646 h 634"/>
                <a:gd name="T62" fmla="*/ 2147483646 w 4094"/>
                <a:gd name="T63" fmla="*/ 2147483646 h 634"/>
                <a:gd name="T64" fmla="*/ 2147483646 w 4094"/>
                <a:gd name="T65" fmla="*/ 2147483646 h 634"/>
                <a:gd name="T66" fmla="*/ 2147483646 w 4094"/>
                <a:gd name="T67" fmla="*/ 2147483646 h 634"/>
                <a:gd name="T68" fmla="*/ 2147483646 w 4094"/>
                <a:gd name="T69" fmla="*/ 2147483646 h 634"/>
                <a:gd name="T70" fmla="*/ 2147483646 w 4094"/>
                <a:gd name="T71" fmla="*/ 2147483646 h 634"/>
                <a:gd name="T72" fmla="*/ 2147483646 w 4094"/>
                <a:gd name="T73" fmla="*/ 2147483646 h 634"/>
                <a:gd name="T74" fmla="*/ 2147483646 w 4094"/>
                <a:gd name="T75" fmla="*/ 2147483646 h 634"/>
                <a:gd name="T76" fmla="*/ 2147483646 w 4094"/>
                <a:gd name="T77" fmla="*/ 2147483646 h 634"/>
                <a:gd name="T78" fmla="*/ 2147483646 w 4094"/>
                <a:gd name="T79" fmla="*/ 2147483646 h 634"/>
                <a:gd name="T80" fmla="*/ 2147483646 w 4094"/>
                <a:gd name="T81" fmla="*/ 2147483646 h 634"/>
                <a:gd name="T82" fmla="*/ 2147483646 w 4094"/>
                <a:gd name="T83" fmla="*/ 2147483646 h 634"/>
                <a:gd name="T84" fmla="*/ 2147483646 w 4094"/>
                <a:gd name="T85" fmla="*/ 2147483646 h 634"/>
                <a:gd name="T86" fmla="*/ 2147483646 w 4094"/>
                <a:gd name="T87" fmla="*/ 2147483646 h 63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94"/>
                <a:gd name="T133" fmla="*/ 0 h 634"/>
                <a:gd name="T134" fmla="*/ 4094 w 4094"/>
                <a:gd name="T135" fmla="*/ 634 h 63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94" h="634" extrusionOk="0">
                  <a:moveTo>
                    <a:pt x="0" y="327"/>
                  </a:moveTo>
                  <a:lnTo>
                    <a:pt x="0" y="307"/>
                  </a:lnTo>
                  <a:lnTo>
                    <a:pt x="2" y="291"/>
                  </a:lnTo>
                  <a:lnTo>
                    <a:pt x="3" y="275"/>
                  </a:lnTo>
                  <a:lnTo>
                    <a:pt x="5" y="259"/>
                  </a:lnTo>
                  <a:lnTo>
                    <a:pt x="8" y="245"/>
                  </a:lnTo>
                  <a:lnTo>
                    <a:pt x="11" y="229"/>
                  </a:lnTo>
                  <a:lnTo>
                    <a:pt x="15" y="214"/>
                  </a:lnTo>
                  <a:lnTo>
                    <a:pt x="19" y="201"/>
                  </a:lnTo>
                  <a:lnTo>
                    <a:pt x="25" y="187"/>
                  </a:lnTo>
                  <a:lnTo>
                    <a:pt x="31" y="173"/>
                  </a:lnTo>
                  <a:lnTo>
                    <a:pt x="38" y="160"/>
                  </a:lnTo>
                  <a:lnTo>
                    <a:pt x="45" y="147"/>
                  </a:lnTo>
                  <a:lnTo>
                    <a:pt x="54" y="135"/>
                  </a:lnTo>
                  <a:lnTo>
                    <a:pt x="62" y="122"/>
                  </a:lnTo>
                  <a:lnTo>
                    <a:pt x="71" y="111"/>
                  </a:lnTo>
                  <a:lnTo>
                    <a:pt x="81" y="101"/>
                  </a:lnTo>
                  <a:lnTo>
                    <a:pt x="91" y="89"/>
                  </a:lnTo>
                  <a:lnTo>
                    <a:pt x="101" y="79"/>
                  </a:lnTo>
                  <a:lnTo>
                    <a:pt x="113" y="70"/>
                  </a:lnTo>
                  <a:lnTo>
                    <a:pt x="124" y="60"/>
                  </a:lnTo>
                  <a:lnTo>
                    <a:pt x="136" y="52"/>
                  </a:lnTo>
                  <a:lnTo>
                    <a:pt x="149" y="44"/>
                  </a:lnTo>
                  <a:lnTo>
                    <a:pt x="162" y="37"/>
                  </a:lnTo>
                  <a:lnTo>
                    <a:pt x="175" y="30"/>
                  </a:lnTo>
                  <a:lnTo>
                    <a:pt x="188" y="24"/>
                  </a:lnTo>
                  <a:lnTo>
                    <a:pt x="202" y="18"/>
                  </a:lnTo>
                  <a:lnTo>
                    <a:pt x="217" y="14"/>
                  </a:lnTo>
                  <a:lnTo>
                    <a:pt x="231" y="10"/>
                  </a:lnTo>
                  <a:lnTo>
                    <a:pt x="245" y="5"/>
                  </a:lnTo>
                  <a:lnTo>
                    <a:pt x="261" y="3"/>
                  </a:lnTo>
                  <a:lnTo>
                    <a:pt x="276" y="1"/>
                  </a:lnTo>
                  <a:lnTo>
                    <a:pt x="292" y="0"/>
                  </a:lnTo>
                  <a:lnTo>
                    <a:pt x="307" y="0"/>
                  </a:lnTo>
                  <a:lnTo>
                    <a:pt x="3788" y="0"/>
                  </a:lnTo>
                  <a:lnTo>
                    <a:pt x="3804" y="0"/>
                  </a:lnTo>
                  <a:lnTo>
                    <a:pt x="3820" y="1"/>
                  </a:lnTo>
                  <a:lnTo>
                    <a:pt x="3834" y="3"/>
                  </a:lnTo>
                  <a:lnTo>
                    <a:pt x="3850" y="5"/>
                  </a:lnTo>
                  <a:lnTo>
                    <a:pt x="3864" y="10"/>
                  </a:lnTo>
                  <a:lnTo>
                    <a:pt x="3879" y="14"/>
                  </a:lnTo>
                  <a:lnTo>
                    <a:pt x="3893" y="18"/>
                  </a:lnTo>
                  <a:lnTo>
                    <a:pt x="3908" y="24"/>
                  </a:lnTo>
                  <a:lnTo>
                    <a:pt x="3921" y="30"/>
                  </a:lnTo>
                  <a:lnTo>
                    <a:pt x="3934" y="37"/>
                  </a:lnTo>
                  <a:lnTo>
                    <a:pt x="3947" y="44"/>
                  </a:lnTo>
                  <a:lnTo>
                    <a:pt x="3960" y="52"/>
                  </a:lnTo>
                  <a:lnTo>
                    <a:pt x="3971" y="60"/>
                  </a:lnTo>
                  <a:lnTo>
                    <a:pt x="3983" y="70"/>
                  </a:lnTo>
                  <a:lnTo>
                    <a:pt x="3994" y="79"/>
                  </a:lnTo>
                  <a:lnTo>
                    <a:pt x="4004" y="89"/>
                  </a:lnTo>
                  <a:lnTo>
                    <a:pt x="4014" y="101"/>
                  </a:lnTo>
                  <a:lnTo>
                    <a:pt x="4024" y="111"/>
                  </a:lnTo>
                  <a:lnTo>
                    <a:pt x="4033" y="122"/>
                  </a:lnTo>
                  <a:lnTo>
                    <a:pt x="4042" y="135"/>
                  </a:lnTo>
                  <a:lnTo>
                    <a:pt x="4050" y="147"/>
                  </a:lnTo>
                  <a:lnTo>
                    <a:pt x="4058" y="160"/>
                  </a:lnTo>
                  <a:lnTo>
                    <a:pt x="4065" y="173"/>
                  </a:lnTo>
                  <a:lnTo>
                    <a:pt x="4071" y="187"/>
                  </a:lnTo>
                  <a:lnTo>
                    <a:pt x="4076" y="201"/>
                  </a:lnTo>
                  <a:lnTo>
                    <a:pt x="4081" y="214"/>
                  </a:lnTo>
                  <a:lnTo>
                    <a:pt x="4085" y="229"/>
                  </a:lnTo>
                  <a:lnTo>
                    <a:pt x="4088" y="245"/>
                  </a:lnTo>
                  <a:lnTo>
                    <a:pt x="4091" y="259"/>
                  </a:lnTo>
                  <a:lnTo>
                    <a:pt x="4092" y="275"/>
                  </a:lnTo>
                  <a:lnTo>
                    <a:pt x="4094" y="291"/>
                  </a:lnTo>
                  <a:lnTo>
                    <a:pt x="4094" y="307"/>
                  </a:lnTo>
                  <a:lnTo>
                    <a:pt x="4094" y="327"/>
                  </a:lnTo>
                  <a:lnTo>
                    <a:pt x="4094" y="343"/>
                  </a:lnTo>
                  <a:lnTo>
                    <a:pt x="4092" y="359"/>
                  </a:lnTo>
                  <a:lnTo>
                    <a:pt x="4091" y="374"/>
                  </a:lnTo>
                  <a:lnTo>
                    <a:pt x="4088" y="389"/>
                  </a:lnTo>
                  <a:lnTo>
                    <a:pt x="4085" y="405"/>
                  </a:lnTo>
                  <a:lnTo>
                    <a:pt x="4081" y="419"/>
                  </a:lnTo>
                  <a:lnTo>
                    <a:pt x="4076" y="434"/>
                  </a:lnTo>
                  <a:lnTo>
                    <a:pt x="4071" y="446"/>
                  </a:lnTo>
                  <a:lnTo>
                    <a:pt x="4065" y="461"/>
                  </a:lnTo>
                  <a:lnTo>
                    <a:pt x="4058" y="474"/>
                  </a:lnTo>
                  <a:lnTo>
                    <a:pt x="4050" y="487"/>
                  </a:lnTo>
                  <a:lnTo>
                    <a:pt x="4042" y="498"/>
                  </a:lnTo>
                  <a:lnTo>
                    <a:pt x="4033" y="511"/>
                  </a:lnTo>
                  <a:lnTo>
                    <a:pt x="4024" y="523"/>
                  </a:lnTo>
                  <a:lnTo>
                    <a:pt x="4014" y="533"/>
                  </a:lnTo>
                  <a:lnTo>
                    <a:pt x="4004" y="544"/>
                  </a:lnTo>
                  <a:lnTo>
                    <a:pt x="3994" y="555"/>
                  </a:lnTo>
                  <a:lnTo>
                    <a:pt x="3983" y="563"/>
                  </a:lnTo>
                  <a:lnTo>
                    <a:pt x="3971" y="573"/>
                  </a:lnTo>
                  <a:lnTo>
                    <a:pt x="3960" y="582"/>
                  </a:lnTo>
                  <a:lnTo>
                    <a:pt x="3947" y="589"/>
                  </a:lnTo>
                  <a:lnTo>
                    <a:pt x="3934" y="596"/>
                  </a:lnTo>
                  <a:lnTo>
                    <a:pt x="3921" y="604"/>
                  </a:lnTo>
                  <a:lnTo>
                    <a:pt x="3908" y="609"/>
                  </a:lnTo>
                  <a:lnTo>
                    <a:pt x="3893" y="615"/>
                  </a:lnTo>
                  <a:lnTo>
                    <a:pt x="3879" y="619"/>
                  </a:lnTo>
                  <a:lnTo>
                    <a:pt x="3864" y="624"/>
                  </a:lnTo>
                  <a:lnTo>
                    <a:pt x="3850" y="628"/>
                  </a:lnTo>
                  <a:lnTo>
                    <a:pt x="3834" y="631"/>
                  </a:lnTo>
                  <a:lnTo>
                    <a:pt x="3820" y="632"/>
                  </a:lnTo>
                  <a:lnTo>
                    <a:pt x="3804" y="634"/>
                  </a:lnTo>
                  <a:lnTo>
                    <a:pt x="3788" y="634"/>
                  </a:lnTo>
                  <a:lnTo>
                    <a:pt x="307" y="634"/>
                  </a:lnTo>
                  <a:lnTo>
                    <a:pt x="292" y="634"/>
                  </a:lnTo>
                  <a:lnTo>
                    <a:pt x="276" y="632"/>
                  </a:lnTo>
                  <a:lnTo>
                    <a:pt x="261" y="631"/>
                  </a:lnTo>
                  <a:lnTo>
                    <a:pt x="245" y="628"/>
                  </a:lnTo>
                  <a:lnTo>
                    <a:pt x="231" y="624"/>
                  </a:lnTo>
                  <a:lnTo>
                    <a:pt x="217" y="619"/>
                  </a:lnTo>
                  <a:lnTo>
                    <a:pt x="202" y="615"/>
                  </a:lnTo>
                  <a:lnTo>
                    <a:pt x="188" y="609"/>
                  </a:lnTo>
                  <a:lnTo>
                    <a:pt x="175" y="604"/>
                  </a:lnTo>
                  <a:lnTo>
                    <a:pt x="162" y="596"/>
                  </a:lnTo>
                  <a:lnTo>
                    <a:pt x="149" y="589"/>
                  </a:lnTo>
                  <a:lnTo>
                    <a:pt x="136" y="582"/>
                  </a:lnTo>
                  <a:lnTo>
                    <a:pt x="124" y="573"/>
                  </a:lnTo>
                  <a:lnTo>
                    <a:pt x="113" y="563"/>
                  </a:lnTo>
                  <a:lnTo>
                    <a:pt x="101" y="555"/>
                  </a:lnTo>
                  <a:lnTo>
                    <a:pt x="91" y="544"/>
                  </a:lnTo>
                  <a:lnTo>
                    <a:pt x="81" y="533"/>
                  </a:lnTo>
                  <a:lnTo>
                    <a:pt x="71" y="523"/>
                  </a:lnTo>
                  <a:lnTo>
                    <a:pt x="62" y="511"/>
                  </a:lnTo>
                  <a:lnTo>
                    <a:pt x="54" y="498"/>
                  </a:lnTo>
                  <a:lnTo>
                    <a:pt x="45" y="487"/>
                  </a:lnTo>
                  <a:lnTo>
                    <a:pt x="38" y="474"/>
                  </a:lnTo>
                  <a:lnTo>
                    <a:pt x="31" y="461"/>
                  </a:lnTo>
                  <a:lnTo>
                    <a:pt x="25" y="446"/>
                  </a:lnTo>
                  <a:lnTo>
                    <a:pt x="19" y="434"/>
                  </a:lnTo>
                  <a:lnTo>
                    <a:pt x="15" y="419"/>
                  </a:lnTo>
                  <a:lnTo>
                    <a:pt x="11" y="405"/>
                  </a:lnTo>
                  <a:lnTo>
                    <a:pt x="8" y="389"/>
                  </a:lnTo>
                  <a:lnTo>
                    <a:pt x="5" y="374"/>
                  </a:lnTo>
                  <a:lnTo>
                    <a:pt x="3" y="359"/>
                  </a:lnTo>
                  <a:lnTo>
                    <a:pt x="2" y="343"/>
                  </a:lnTo>
                  <a:lnTo>
                    <a:pt x="0" y="327"/>
                  </a:lnTo>
                  <a:close/>
                </a:path>
              </a:pathLst>
            </a:custGeom>
            <a:solidFill>
              <a:schemeClr val="bg1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7321" name="Shape 2393">
              <a:extLst>
                <a:ext uri="{FF2B5EF4-FFF2-40B4-BE49-F238E27FC236}">
                  <a16:creationId xmlns:a16="http://schemas.microsoft.com/office/drawing/2014/main" id="{05BDE91A-5E27-4728-96DE-00C95D956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362" y="2178050"/>
              <a:ext cx="46037" cy="136525"/>
            </a:xfrm>
            <a:custGeom>
              <a:avLst/>
              <a:gdLst>
                <a:gd name="T0" fmla="*/ 0 w 58"/>
                <a:gd name="T1" fmla="*/ 0 h 173"/>
                <a:gd name="T2" fmla="*/ 2147483646 w 58"/>
                <a:gd name="T3" fmla="*/ 2147483646 h 173"/>
                <a:gd name="T4" fmla="*/ 2147483646 w 58"/>
                <a:gd name="T5" fmla="*/ 0 h 173"/>
                <a:gd name="T6" fmla="*/ 2147483646 w 58"/>
                <a:gd name="T7" fmla="*/ 0 h 173"/>
                <a:gd name="T8" fmla="*/ 0 w 58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8"/>
                <a:gd name="T16" fmla="*/ 0 h 173"/>
                <a:gd name="T17" fmla="*/ 58 w 58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8" h="173" extrusionOk="0">
                  <a:moveTo>
                    <a:pt x="0" y="0"/>
                  </a:moveTo>
                  <a:lnTo>
                    <a:pt x="29" y="173"/>
                  </a:lnTo>
                  <a:lnTo>
                    <a:pt x="58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267322" name="Shape 2394">
              <a:extLst>
                <a:ext uri="{FF2B5EF4-FFF2-40B4-BE49-F238E27FC236}">
                  <a16:creationId xmlns:a16="http://schemas.microsoft.com/office/drawing/2014/main" id="{C630EC11-A82B-486A-AD63-F36D35CE960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4702175" y="1697036"/>
              <a:ext cx="1500" cy="457200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67323" name="Shape 2395">
              <a:extLst>
                <a:ext uri="{FF2B5EF4-FFF2-40B4-BE49-F238E27FC236}">
                  <a16:creationId xmlns:a16="http://schemas.microsoft.com/office/drawing/2014/main" id="{41911CD6-85E3-4345-BA8C-2C0BA41BBC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4737" y="1908175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67324" name="Shape 2396">
              <a:extLst>
                <a:ext uri="{FF2B5EF4-FFF2-40B4-BE49-F238E27FC236}">
                  <a16:creationId xmlns:a16="http://schemas.microsoft.com/office/drawing/2014/main" id="{A08B80B1-33C2-43BD-A82B-0D11179F36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45112" y="190817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7325" name="Shape 2397">
              <a:extLst>
                <a:ext uri="{FF2B5EF4-FFF2-40B4-BE49-F238E27FC236}">
                  <a16:creationId xmlns:a16="http://schemas.microsoft.com/office/drawing/2014/main" id="{5715816F-4E32-4B3B-A9C6-192F082150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24450" y="190817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7326" name="Shape 2398">
              <a:extLst>
                <a:ext uri="{FF2B5EF4-FFF2-40B4-BE49-F238E27FC236}">
                  <a16:creationId xmlns:a16="http://schemas.microsoft.com/office/drawing/2014/main" id="{7343F137-27F2-4D71-923C-5C372CF8AF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6068" y="1314450"/>
              <a:ext cx="14174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A: 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No Transfer</a:t>
              </a:r>
            </a:p>
          </p:txBody>
        </p:sp>
        <p:sp>
          <p:nvSpPr>
            <p:cNvPr id="267327" name="Shape 2399">
              <a:extLst>
                <a:ext uri="{FF2B5EF4-FFF2-40B4-BE49-F238E27FC236}">
                  <a16:creationId xmlns:a16="http://schemas.microsoft.com/office/drawing/2014/main" id="{3AF66495-7B98-436E-9740-F3E3935CC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362" y="3298825"/>
              <a:ext cx="46037" cy="136525"/>
            </a:xfrm>
            <a:custGeom>
              <a:avLst/>
              <a:gdLst>
                <a:gd name="T0" fmla="*/ 0 w 58"/>
                <a:gd name="T1" fmla="*/ 0 h 173"/>
                <a:gd name="T2" fmla="*/ 2147483646 w 58"/>
                <a:gd name="T3" fmla="*/ 2147483646 h 173"/>
                <a:gd name="T4" fmla="*/ 2147483646 w 58"/>
                <a:gd name="T5" fmla="*/ 0 h 173"/>
                <a:gd name="T6" fmla="*/ 2147483646 w 58"/>
                <a:gd name="T7" fmla="*/ 0 h 173"/>
                <a:gd name="T8" fmla="*/ 0 w 58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8"/>
                <a:gd name="T16" fmla="*/ 0 h 173"/>
                <a:gd name="T17" fmla="*/ 58 w 58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8" h="173" extrusionOk="0">
                  <a:moveTo>
                    <a:pt x="0" y="0"/>
                  </a:moveTo>
                  <a:lnTo>
                    <a:pt x="29" y="173"/>
                  </a:lnTo>
                  <a:lnTo>
                    <a:pt x="58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267328" name="Shape 2400">
              <a:extLst>
                <a:ext uri="{FF2B5EF4-FFF2-40B4-BE49-F238E27FC236}">
                  <a16:creationId xmlns:a16="http://schemas.microsoft.com/office/drawing/2014/main" id="{8775938A-F5D1-41EB-84A2-F0D2472885E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4702175" y="2817923"/>
              <a:ext cx="1500" cy="480900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67329" name="Shape 2401">
              <a:extLst>
                <a:ext uri="{FF2B5EF4-FFF2-40B4-BE49-F238E27FC236}">
                  <a16:creationId xmlns:a16="http://schemas.microsoft.com/office/drawing/2014/main" id="{4F364992-BF79-4962-8C52-C76DFF9981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94262" y="2922586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67330" name="Shape 2402">
              <a:extLst>
                <a:ext uri="{FF2B5EF4-FFF2-40B4-BE49-F238E27FC236}">
                  <a16:creationId xmlns:a16="http://schemas.microsoft.com/office/drawing/2014/main" id="{9812DF58-4404-4614-999B-73C2B16AC0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53050" y="292258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7331" name="Shape 2403">
              <a:extLst>
                <a:ext uri="{FF2B5EF4-FFF2-40B4-BE49-F238E27FC236}">
                  <a16:creationId xmlns:a16="http://schemas.microsoft.com/office/drawing/2014/main" id="{A0D99AD8-036A-46D3-8E55-0E4D7CE035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33975" y="2922586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7332" name="Shape 2404">
              <a:extLst>
                <a:ext uri="{FF2B5EF4-FFF2-40B4-BE49-F238E27FC236}">
                  <a16:creationId xmlns:a16="http://schemas.microsoft.com/office/drawing/2014/main" id="{7FDF9065-85FE-448E-83BB-D5B3229F7B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94262" y="3146425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67333" name="Shape 2405">
              <a:extLst>
                <a:ext uri="{FF2B5EF4-FFF2-40B4-BE49-F238E27FC236}">
                  <a16:creationId xmlns:a16="http://schemas.microsoft.com/office/drawing/2014/main" id="{67AA609C-750B-423A-90E0-0352F8244C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53050" y="31464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7334" name="Shape 2406">
              <a:extLst>
                <a:ext uri="{FF2B5EF4-FFF2-40B4-BE49-F238E27FC236}">
                  <a16:creationId xmlns:a16="http://schemas.microsoft.com/office/drawing/2014/main" id="{8EC85978-9F73-43D2-8F54-9F6F6476F2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33975" y="314642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7335" name="Shape 2407">
              <a:extLst>
                <a:ext uri="{FF2B5EF4-FFF2-40B4-BE49-F238E27FC236}">
                  <a16:creationId xmlns:a16="http://schemas.microsoft.com/office/drawing/2014/main" id="{03FDB59A-7FD6-49C4-BEDC-B77521CA2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011" y="1422400"/>
              <a:ext cx="160336" cy="46037"/>
            </a:xfrm>
            <a:custGeom>
              <a:avLst/>
              <a:gdLst>
                <a:gd name="T0" fmla="*/ 0 w 202"/>
                <a:gd name="T1" fmla="*/ 2147483646 h 58"/>
                <a:gd name="T2" fmla="*/ 2147483646 w 202"/>
                <a:gd name="T3" fmla="*/ 2147483646 h 58"/>
                <a:gd name="T4" fmla="*/ 0 w 202"/>
                <a:gd name="T5" fmla="*/ 0 h 58"/>
                <a:gd name="T6" fmla="*/ 0 w 202"/>
                <a:gd name="T7" fmla="*/ 2147483646 h 58"/>
                <a:gd name="T8" fmla="*/ 0 w 202"/>
                <a:gd name="T9" fmla="*/ 214748364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2"/>
                <a:gd name="T16" fmla="*/ 0 h 58"/>
                <a:gd name="T17" fmla="*/ 202 w 202"/>
                <a:gd name="T18" fmla="*/ 58 h 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2" h="58" extrusionOk="0">
                  <a:moveTo>
                    <a:pt x="0" y="58"/>
                  </a:moveTo>
                  <a:lnTo>
                    <a:pt x="202" y="29"/>
                  </a:lnTo>
                  <a:lnTo>
                    <a:pt x="0" y="0"/>
                  </a:lnTo>
                  <a:lnTo>
                    <a:pt x="0" y="29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7336" name="Shape 2408">
              <a:extLst>
                <a:ext uri="{FF2B5EF4-FFF2-40B4-BE49-F238E27FC236}">
                  <a16:creationId xmlns:a16="http://schemas.microsoft.com/office/drawing/2014/main" id="{B5BBFD5A-36E7-48CF-804E-73CC13464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416" y="1443021"/>
              <a:ext cx="2611250" cy="3860075"/>
            </a:xfrm>
            <a:custGeom>
              <a:avLst/>
              <a:gdLst>
                <a:gd name="T0" fmla="*/ 2147483646 w 104450"/>
                <a:gd name="T1" fmla="*/ 0 h 154403"/>
                <a:gd name="T2" fmla="*/ 0 w 104450"/>
                <a:gd name="T3" fmla="*/ 0 h 154403"/>
                <a:gd name="T4" fmla="*/ 0 w 104450"/>
                <a:gd name="T5" fmla="*/ 2147483646 h 154403"/>
                <a:gd name="T6" fmla="*/ 2147483646 w 104450"/>
                <a:gd name="T7" fmla="*/ 2147483646 h 154403"/>
                <a:gd name="T8" fmla="*/ 2147483646 w 104450"/>
                <a:gd name="T9" fmla="*/ 2147483646 h 1544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4450"/>
                <a:gd name="T16" fmla="*/ 0 h 154403"/>
                <a:gd name="T17" fmla="*/ 104450 w 104450"/>
                <a:gd name="T18" fmla="*/ 154403 h 15440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4450" h="154403" extrusionOk="0">
                  <a:moveTo>
                    <a:pt x="32055" y="0"/>
                  </a:moveTo>
                  <a:lnTo>
                    <a:pt x="0" y="0"/>
                  </a:lnTo>
                  <a:lnTo>
                    <a:pt x="0" y="154403"/>
                  </a:lnTo>
                  <a:lnTo>
                    <a:pt x="104394" y="154403"/>
                  </a:lnTo>
                  <a:lnTo>
                    <a:pt x="104450" y="146007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7337" name="Shape 2409">
              <a:extLst>
                <a:ext uri="{FF2B5EF4-FFF2-40B4-BE49-F238E27FC236}">
                  <a16:creationId xmlns:a16="http://schemas.microsoft.com/office/drawing/2014/main" id="{7A61F48F-D7F2-4C4F-AF41-63B4082469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9325" y="3351212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67338" name="Shape 2410">
              <a:extLst>
                <a:ext uri="{FF2B5EF4-FFF2-40B4-BE49-F238E27FC236}">
                  <a16:creationId xmlns:a16="http://schemas.microsoft.com/office/drawing/2014/main" id="{01362063-D473-406E-A55A-BFA4D6B462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8111" y="3351212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7339" name="Shape 2411">
              <a:extLst>
                <a:ext uri="{FF2B5EF4-FFF2-40B4-BE49-F238E27FC236}">
                  <a16:creationId xmlns:a16="http://schemas.microsoft.com/office/drawing/2014/main" id="{43142281-79D5-48EE-8132-63C1409506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59036" y="3351212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7340" name="Shape 2412">
              <a:extLst>
                <a:ext uri="{FF2B5EF4-FFF2-40B4-BE49-F238E27FC236}">
                  <a16:creationId xmlns:a16="http://schemas.microsoft.com/office/drawing/2014/main" id="{83E4BA62-67A4-4028-8AD2-DB533F5E95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9325" y="3575050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67341" name="Shape 2413">
              <a:extLst>
                <a:ext uri="{FF2B5EF4-FFF2-40B4-BE49-F238E27FC236}">
                  <a16:creationId xmlns:a16="http://schemas.microsoft.com/office/drawing/2014/main" id="{71490AF5-7285-4A48-A8A0-502B004401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8111" y="357505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7342" name="Shape 2414">
              <a:extLst>
                <a:ext uri="{FF2B5EF4-FFF2-40B4-BE49-F238E27FC236}">
                  <a16:creationId xmlns:a16="http://schemas.microsoft.com/office/drawing/2014/main" id="{DD75E413-9550-45E2-A7B7-E8BFA0CAF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8412" y="1422400"/>
              <a:ext cx="138111" cy="46037"/>
            </a:xfrm>
            <a:custGeom>
              <a:avLst/>
              <a:gdLst>
                <a:gd name="T0" fmla="*/ 2147483646 w 173"/>
                <a:gd name="T1" fmla="*/ 0 h 58"/>
                <a:gd name="T2" fmla="*/ 0 w 173"/>
                <a:gd name="T3" fmla="*/ 2147483646 h 58"/>
                <a:gd name="T4" fmla="*/ 2147483646 w 173"/>
                <a:gd name="T5" fmla="*/ 2147483646 h 58"/>
                <a:gd name="T6" fmla="*/ 2147483646 w 173"/>
                <a:gd name="T7" fmla="*/ 2147483646 h 58"/>
                <a:gd name="T8" fmla="*/ 2147483646 w 173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58"/>
                <a:gd name="T17" fmla="*/ 173 w 173"/>
                <a:gd name="T18" fmla="*/ 58 h 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58" extrusionOk="0">
                  <a:moveTo>
                    <a:pt x="173" y="0"/>
                  </a:moveTo>
                  <a:lnTo>
                    <a:pt x="0" y="29"/>
                  </a:lnTo>
                  <a:lnTo>
                    <a:pt x="173" y="58"/>
                  </a:lnTo>
                  <a:lnTo>
                    <a:pt x="173" y="29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267343" name="Shape 2415">
              <a:extLst>
                <a:ext uri="{FF2B5EF4-FFF2-40B4-BE49-F238E27FC236}">
                  <a16:creationId xmlns:a16="http://schemas.microsoft.com/office/drawing/2014/main" id="{C6CB1A90-AF82-4FBF-9D72-3FA3573370A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508750" y="1444625"/>
              <a:ext cx="457200" cy="1500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67344" name="Shape 2416">
              <a:extLst>
                <a:ext uri="{FF2B5EF4-FFF2-40B4-BE49-F238E27FC236}">
                  <a16:creationId xmlns:a16="http://schemas.microsoft.com/office/drawing/2014/main" id="{C9DA1A97-A5DE-477C-8AF1-8F521B72E3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59036" y="357505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7345" name="Shape 2417">
              <a:extLst>
                <a:ext uri="{FF2B5EF4-FFF2-40B4-BE49-F238E27FC236}">
                  <a16:creationId xmlns:a16="http://schemas.microsoft.com/office/drawing/2014/main" id="{F6DD8434-22FB-4EDA-AA59-E8CA5BC553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96125" y="1320800"/>
              <a:ext cx="5030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Reset </a:t>
              </a:r>
            </a:p>
          </p:txBody>
        </p:sp>
        <p:sp>
          <p:nvSpPr>
            <p:cNvPr id="267346" name="Shape 2418">
              <a:extLst>
                <a:ext uri="{FF2B5EF4-FFF2-40B4-BE49-F238E27FC236}">
                  <a16:creationId xmlns:a16="http://schemas.microsoft.com/office/drawing/2014/main" id="{2E6D1FFE-0630-467D-A29C-6F045236FA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67312" y="538162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67347" name="Shape 2419">
              <a:extLst>
                <a:ext uri="{FF2B5EF4-FFF2-40B4-BE49-F238E27FC236}">
                  <a16:creationId xmlns:a16="http://schemas.microsoft.com/office/drawing/2014/main" id="{2EEDEB14-AC8A-4FFB-BF14-E27396CCA2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26100" y="538162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7348" name="Shape 2420">
              <a:extLst>
                <a:ext uri="{FF2B5EF4-FFF2-40B4-BE49-F238E27FC236}">
                  <a16:creationId xmlns:a16="http://schemas.microsoft.com/office/drawing/2014/main" id="{39A86344-9157-45B9-AA80-5CAE46252B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05437" y="538162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</p:grpSp>
      <p:pic>
        <p:nvPicPr>
          <p:cNvPr id="2" name="Picture 1">
            <a:extLst>
              <a:ext uri="{FF2B5EF4-FFF2-40B4-BE49-F238E27FC236}">
                <a16:creationId xmlns:a16="http://schemas.microsoft.com/office/drawing/2014/main" id="{5C1051B4-0B45-44CF-A8A4-946AD0E3EBE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163474" y="519960"/>
            <a:ext cx="6935492" cy="1842240"/>
          </a:xfrm>
          <a:prstGeom prst="rect">
            <a:avLst/>
          </a:prstGeom>
        </p:spPr>
      </p:pic>
      <mc:AlternateContent xmlns:mc="http://schemas.openxmlformats.org/markup-compatibility/2006">
        <mc:Choice xmlns:p14="http://schemas.microsoft.com/office/powerpoint/2010/main" Requires="p14">
          <p:contentPart p14:bwMode="auto" r:id="rId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BF063C06-FB36-4A43-B7A7-DC503997CFF2}"/>
                  </a:ext>
                </a:extLst>
              </p14:cNvPr>
              <p14:cNvContentPartPr/>
              <p14:nvPr/>
            </p14:nvContentPartPr>
            <p14:xfrm>
              <a:off x="3193200" y="1278360"/>
              <a:ext cx="5845680" cy="4774680"/>
            </p14:xfrm>
          </p:contentPart>
        </mc:Choice>
        <mc:Fallback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BF063C06-FB36-4A43-B7A7-DC503997CFF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183840" y="1269000"/>
                <a:ext cx="5864400" cy="479340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9313" name="Shape 2338">
            <a:extLst>
              <a:ext uri="{FF2B5EF4-FFF2-40B4-BE49-F238E27FC236}">
                <a16:creationId xmlns:a16="http://schemas.microsoft.com/office/drawing/2014/main" id="{413720F0-F916-46AE-B0CC-77A68F183F96}"/>
              </a:ext>
            </a:extLst>
          </p:cNvPr>
          <p:cNvGrpSpPr>
            <a:grpSpLocks/>
          </p:cNvGrpSpPr>
          <p:nvPr/>
        </p:nvGrpSpPr>
        <p:grpSpPr bwMode="auto">
          <a:xfrm>
            <a:off x="2103438" y="295275"/>
            <a:ext cx="5145087" cy="3895725"/>
            <a:chOff x="2103416" y="538162"/>
            <a:chExt cx="5495808" cy="4764934"/>
          </a:xfrm>
        </p:grpSpPr>
        <p:sp>
          <p:nvSpPr>
            <p:cNvPr id="269396" name="Shape 2339">
              <a:extLst>
                <a:ext uri="{FF2B5EF4-FFF2-40B4-BE49-F238E27FC236}">
                  <a16:creationId xmlns:a16="http://schemas.microsoft.com/office/drawing/2014/main" id="{26EBC4F8-47ED-434D-9B68-ACD70EEAC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737" y="1055687"/>
              <a:ext cx="114300" cy="138111"/>
            </a:xfrm>
            <a:custGeom>
              <a:avLst/>
              <a:gdLst>
                <a:gd name="T0" fmla="*/ 2147483646 w 144"/>
                <a:gd name="T1" fmla="*/ 0 h 173"/>
                <a:gd name="T2" fmla="*/ 0 w 144"/>
                <a:gd name="T3" fmla="*/ 2147483646 h 173"/>
                <a:gd name="T4" fmla="*/ 2147483646 w 144"/>
                <a:gd name="T5" fmla="*/ 2147483646 h 173"/>
                <a:gd name="T6" fmla="*/ 2147483646 w 144"/>
                <a:gd name="T7" fmla="*/ 2147483646 h 173"/>
                <a:gd name="T8" fmla="*/ 2147483646 w 144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73"/>
                <a:gd name="T17" fmla="*/ 144 w 144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73" extrusionOk="0">
                  <a:moveTo>
                    <a:pt x="86" y="0"/>
                  </a:moveTo>
                  <a:lnTo>
                    <a:pt x="0" y="173"/>
                  </a:lnTo>
                  <a:lnTo>
                    <a:pt x="144" y="57"/>
                  </a:lnTo>
                  <a:lnTo>
                    <a:pt x="115" y="29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9397" name="Shape 2340">
              <a:extLst>
                <a:ext uri="{FF2B5EF4-FFF2-40B4-BE49-F238E27FC236}">
                  <a16:creationId xmlns:a16="http://schemas.microsoft.com/office/drawing/2014/main" id="{1FDBA34F-011C-4BB4-B9DD-4AC66C36D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500" y="598487"/>
              <a:ext cx="639762" cy="641349"/>
            </a:xfrm>
            <a:custGeom>
              <a:avLst/>
              <a:gdLst>
                <a:gd name="T0" fmla="*/ 2147483646 w 808"/>
                <a:gd name="T1" fmla="*/ 2147483646 h 807"/>
                <a:gd name="T2" fmla="*/ 2147483646 w 808"/>
                <a:gd name="T3" fmla="*/ 2147483646 h 807"/>
                <a:gd name="T4" fmla="*/ 2147483646 w 808"/>
                <a:gd name="T5" fmla="*/ 2147483646 h 807"/>
                <a:gd name="T6" fmla="*/ 2147483646 w 808"/>
                <a:gd name="T7" fmla="*/ 2147483646 h 807"/>
                <a:gd name="T8" fmla="*/ 2147483646 w 808"/>
                <a:gd name="T9" fmla="*/ 2147483646 h 807"/>
                <a:gd name="T10" fmla="*/ 2147483646 w 808"/>
                <a:gd name="T11" fmla="*/ 2147483646 h 807"/>
                <a:gd name="T12" fmla="*/ 2147483646 w 808"/>
                <a:gd name="T13" fmla="*/ 2147483646 h 807"/>
                <a:gd name="T14" fmla="*/ 2147483646 w 808"/>
                <a:gd name="T15" fmla="*/ 2147483646 h 807"/>
                <a:gd name="T16" fmla="*/ 2147483646 w 808"/>
                <a:gd name="T17" fmla="*/ 2147483646 h 807"/>
                <a:gd name="T18" fmla="*/ 2147483646 w 808"/>
                <a:gd name="T19" fmla="*/ 2147483646 h 807"/>
                <a:gd name="T20" fmla="*/ 2147483646 w 808"/>
                <a:gd name="T21" fmla="*/ 0 h 807"/>
                <a:gd name="T22" fmla="*/ 2147483646 w 808"/>
                <a:gd name="T23" fmla="*/ 0 h 807"/>
                <a:gd name="T24" fmla="*/ 2147483646 w 808"/>
                <a:gd name="T25" fmla="*/ 2147483646 h 807"/>
                <a:gd name="T26" fmla="*/ 2147483646 w 808"/>
                <a:gd name="T27" fmla="*/ 2147483646 h 807"/>
                <a:gd name="T28" fmla="*/ 2147483646 w 808"/>
                <a:gd name="T29" fmla="*/ 2147483646 h 807"/>
                <a:gd name="T30" fmla="*/ 2147483646 w 808"/>
                <a:gd name="T31" fmla="*/ 2147483646 h 807"/>
                <a:gd name="T32" fmla="*/ 2147483646 w 808"/>
                <a:gd name="T33" fmla="*/ 2147483646 h 807"/>
                <a:gd name="T34" fmla="*/ 2147483646 w 808"/>
                <a:gd name="T35" fmla="*/ 2147483646 h 807"/>
                <a:gd name="T36" fmla="*/ 2147483646 w 808"/>
                <a:gd name="T37" fmla="*/ 2147483646 h 807"/>
                <a:gd name="T38" fmla="*/ 2147483646 w 808"/>
                <a:gd name="T39" fmla="*/ 2147483646 h 807"/>
                <a:gd name="T40" fmla="*/ 2147483646 w 808"/>
                <a:gd name="T41" fmla="*/ 2147483646 h 807"/>
                <a:gd name="T42" fmla="*/ 2147483646 w 808"/>
                <a:gd name="T43" fmla="*/ 2147483646 h 807"/>
                <a:gd name="T44" fmla="*/ 2147483646 w 808"/>
                <a:gd name="T45" fmla="*/ 2147483646 h 807"/>
                <a:gd name="T46" fmla="*/ 2147483646 w 808"/>
                <a:gd name="T47" fmla="*/ 2147483646 h 807"/>
                <a:gd name="T48" fmla="*/ 2147483646 w 808"/>
                <a:gd name="T49" fmla="*/ 2147483646 h 807"/>
                <a:gd name="T50" fmla="*/ 2147483646 w 808"/>
                <a:gd name="T51" fmla="*/ 2147483646 h 807"/>
                <a:gd name="T52" fmla="*/ 2147483646 w 808"/>
                <a:gd name="T53" fmla="*/ 2147483646 h 807"/>
                <a:gd name="T54" fmla="*/ 2147483646 w 808"/>
                <a:gd name="T55" fmla="*/ 2147483646 h 807"/>
                <a:gd name="T56" fmla="*/ 2147483646 w 808"/>
                <a:gd name="T57" fmla="*/ 2147483646 h 807"/>
                <a:gd name="T58" fmla="*/ 2147483646 w 808"/>
                <a:gd name="T59" fmla="*/ 2147483646 h 807"/>
                <a:gd name="T60" fmla="*/ 2147483646 w 808"/>
                <a:gd name="T61" fmla="*/ 2147483646 h 807"/>
                <a:gd name="T62" fmla="*/ 2147483646 w 808"/>
                <a:gd name="T63" fmla="*/ 2147483646 h 807"/>
                <a:gd name="T64" fmla="*/ 2147483646 w 808"/>
                <a:gd name="T65" fmla="*/ 2147483646 h 807"/>
                <a:gd name="T66" fmla="*/ 2147483646 w 808"/>
                <a:gd name="T67" fmla="*/ 2147483646 h 807"/>
                <a:gd name="T68" fmla="*/ 2147483646 w 808"/>
                <a:gd name="T69" fmla="*/ 2147483646 h 807"/>
                <a:gd name="T70" fmla="*/ 2147483646 w 808"/>
                <a:gd name="T71" fmla="*/ 2147483646 h 807"/>
                <a:gd name="T72" fmla="*/ 2147483646 w 808"/>
                <a:gd name="T73" fmla="*/ 2147483646 h 807"/>
                <a:gd name="T74" fmla="*/ 2147483646 w 808"/>
                <a:gd name="T75" fmla="*/ 2147483646 h 807"/>
                <a:gd name="T76" fmla="*/ 2147483646 w 808"/>
                <a:gd name="T77" fmla="*/ 2147483646 h 807"/>
                <a:gd name="T78" fmla="*/ 2147483646 w 808"/>
                <a:gd name="T79" fmla="*/ 2147483646 h 807"/>
                <a:gd name="T80" fmla="*/ 2147483646 w 808"/>
                <a:gd name="T81" fmla="*/ 2147483646 h 807"/>
                <a:gd name="T82" fmla="*/ 2147483646 w 808"/>
                <a:gd name="T83" fmla="*/ 2147483646 h 807"/>
                <a:gd name="T84" fmla="*/ 2147483646 w 808"/>
                <a:gd name="T85" fmla="*/ 2147483646 h 807"/>
                <a:gd name="T86" fmla="*/ 2147483646 w 808"/>
                <a:gd name="T87" fmla="*/ 2147483646 h 80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08"/>
                <a:gd name="T133" fmla="*/ 0 h 807"/>
                <a:gd name="T134" fmla="*/ 808 w 808"/>
                <a:gd name="T135" fmla="*/ 807 h 80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08" h="807" extrusionOk="0">
                  <a:moveTo>
                    <a:pt x="0" y="400"/>
                  </a:moveTo>
                  <a:lnTo>
                    <a:pt x="0" y="408"/>
                  </a:lnTo>
                  <a:lnTo>
                    <a:pt x="2" y="388"/>
                  </a:lnTo>
                  <a:lnTo>
                    <a:pt x="3" y="366"/>
                  </a:lnTo>
                  <a:lnTo>
                    <a:pt x="6" y="346"/>
                  </a:lnTo>
                  <a:lnTo>
                    <a:pt x="9" y="326"/>
                  </a:lnTo>
                  <a:lnTo>
                    <a:pt x="13" y="307"/>
                  </a:lnTo>
                  <a:lnTo>
                    <a:pt x="19" y="287"/>
                  </a:lnTo>
                  <a:lnTo>
                    <a:pt x="26" y="268"/>
                  </a:lnTo>
                  <a:lnTo>
                    <a:pt x="34" y="250"/>
                  </a:lnTo>
                  <a:lnTo>
                    <a:pt x="41" y="232"/>
                  </a:lnTo>
                  <a:lnTo>
                    <a:pt x="51" y="214"/>
                  </a:lnTo>
                  <a:lnTo>
                    <a:pt x="61" y="196"/>
                  </a:lnTo>
                  <a:lnTo>
                    <a:pt x="71" y="180"/>
                  </a:lnTo>
                  <a:lnTo>
                    <a:pt x="83" y="165"/>
                  </a:lnTo>
                  <a:lnTo>
                    <a:pt x="94" y="149"/>
                  </a:lnTo>
                  <a:lnTo>
                    <a:pt x="107" y="134"/>
                  </a:lnTo>
                  <a:lnTo>
                    <a:pt x="122" y="120"/>
                  </a:lnTo>
                  <a:lnTo>
                    <a:pt x="135" y="107"/>
                  </a:lnTo>
                  <a:lnTo>
                    <a:pt x="150" y="94"/>
                  </a:lnTo>
                  <a:lnTo>
                    <a:pt x="165" y="81"/>
                  </a:lnTo>
                  <a:lnTo>
                    <a:pt x="181" y="69"/>
                  </a:lnTo>
                  <a:lnTo>
                    <a:pt x="198" y="59"/>
                  </a:lnTo>
                  <a:lnTo>
                    <a:pt x="215" y="49"/>
                  </a:lnTo>
                  <a:lnTo>
                    <a:pt x="233" y="41"/>
                  </a:lnTo>
                  <a:lnTo>
                    <a:pt x="251" y="32"/>
                  </a:lnTo>
                  <a:lnTo>
                    <a:pt x="269" y="25"/>
                  </a:lnTo>
                  <a:lnTo>
                    <a:pt x="289" y="19"/>
                  </a:lnTo>
                  <a:lnTo>
                    <a:pt x="307" y="13"/>
                  </a:lnTo>
                  <a:lnTo>
                    <a:pt x="328" y="9"/>
                  </a:lnTo>
                  <a:lnTo>
                    <a:pt x="348" y="5"/>
                  </a:lnTo>
                  <a:lnTo>
                    <a:pt x="368" y="2"/>
                  </a:lnTo>
                  <a:lnTo>
                    <a:pt x="388" y="0"/>
                  </a:lnTo>
                  <a:lnTo>
                    <a:pt x="410" y="0"/>
                  </a:lnTo>
                  <a:lnTo>
                    <a:pt x="400" y="0"/>
                  </a:lnTo>
                  <a:lnTo>
                    <a:pt x="421" y="0"/>
                  </a:lnTo>
                  <a:lnTo>
                    <a:pt x="442" y="2"/>
                  </a:lnTo>
                  <a:lnTo>
                    <a:pt x="462" y="5"/>
                  </a:lnTo>
                  <a:lnTo>
                    <a:pt x="482" y="9"/>
                  </a:lnTo>
                  <a:lnTo>
                    <a:pt x="502" y="13"/>
                  </a:lnTo>
                  <a:lnTo>
                    <a:pt x="521" y="19"/>
                  </a:lnTo>
                  <a:lnTo>
                    <a:pt x="541" y="25"/>
                  </a:lnTo>
                  <a:lnTo>
                    <a:pt x="558" y="32"/>
                  </a:lnTo>
                  <a:lnTo>
                    <a:pt x="577" y="41"/>
                  </a:lnTo>
                  <a:lnTo>
                    <a:pt x="594" y="49"/>
                  </a:lnTo>
                  <a:lnTo>
                    <a:pt x="612" y="59"/>
                  </a:lnTo>
                  <a:lnTo>
                    <a:pt x="629" y="69"/>
                  </a:lnTo>
                  <a:lnTo>
                    <a:pt x="645" y="81"/>
                  </a:lnTo>
                  <a:lnTo>
                    <a:pt x="659" y="94"/>
                  </a:lnTo>
                  <a:lnTo>
                    <a:pt x="675" y="107"/>
                  </a:lnTo>
                  <a:lnTo>
                    <a:pt x="688" y="120"/>
                  </a:lnTo>
                  <a:lnTo>
                    <a:pt x="702" y="134"/>
                  </a:lnTo>
                  <a:lnTo>
                    <a:pt x="715" y="149"/>
                  </a:lnTo>
                  <a:lnTo>
                    <a:pt x="727" y="165"/>
                  </a:lnTo>
                  <a:lnTo>
                    <a:pt x="738" y="180"/>
                  </a:lnTo>
                  <a:lnTo>
                    <a:pt x="749" y="196"/>
                  </a:lnTo>
                  <a:lnTo>
                    <a:pt x="759" y="214"/>
                  </a:lnTo>
                  <a:lnTo>
                    <a:pt x="769" y="232"/>
                  </a:lnTo>
                  <a:lnTo>
                    <a:pt x="776" y="250"/>
                  </a:lnTo>
                  <a:lnTo>
                    <a:pt x="783" y="268"/>
                  </a:lnTo>
                  <a:lnTo>
                    <a:pt x="790" y="287"/>
                  </a:lnTo>
                  <a:lnTo>
                    <a:pt x="796" y="307"/>
                  </a:lnTo>
                  <a:lnTo>
                    <a:pt x="800" y="326"/>
                  </a:lnTo>
                  <a:lnTo>
                    <a:pt x="803" y="346"/>
                  </a:lnTo>
                  <a:lnTo>
                    <a:pt x="806" y="366"/>
                  </a:lnTo>
                  <a:lnTo>
                    <a:pt x="808" y="388"/>
                  </a:lnTo>
                  <a:lnTo>
                    <a:pt x="808" y="408"/>
                  </a:lnTo>
                  <a:lnTo>
                    <a:pt x="808" y="400"/>
                  </a:lnTo>
                  <a:lnTo>
                    <a:pt x="808" y="420"/>
                  </a:lnTo>
                  <a:lnTo>
                    <a:pt x="806" y="441"/>
                  </a:lnTo>
                  <a:lnTo>
                    <a:pt x="803" y="461"/>
                  </a:lnTo>
                  <a:lnTo>
                    <a:pt x="800" y="482"/>
                  </a:lnTo>
                  <a:lnTo>
                    <a:pt x="796" y="500"/>
                  </a:lnTo>
                  <a:lnTo>
                    <a:pt x="790" y="521"/>
                  </a:lnTo>
                  <a:lnTo>
                    <a:pt x="783" y="539"/>
                  </a:lnTo>
                  <a:lnTo>
                    <a:pt x="776" y="558"/>
                  </a:lnTo>
                  <a:lnTo>
                    <a:pt x="769" y="575"/>
                  </a:lnTo>
                  <a:lnTo>
                    <a:pt x="759" y="594"/>
                  </a:lnTo>
                  <a:lnTo>
                    <a:pt x="749" y="611"/>
                  </a:lnTo>
                  <a:lnTo>
                    <a:pt x="738" y="627"/>
                  </a:lnTo>
                  <a:lnTo>
                    <a:pt x="727" y="643"/>
                  </a:lnTo>
                  <a:lnTo>
                    <a:pt x="715" y="659"/>
                  </a:lnTo>
                  <a:lnTo>
                    <a:pt x="702" y="673"/>
                  </a:lnTo>
                  <a:lnTo>
                    <a:pt x="688" y="688"/>
                  </a:lnTo>
                  <a:lnTo>
                    <a:pt x="675" y="701"/>
                  </a:lnTo>
                  <a:lnTo>
                    <a:pt x="659" y="714"/>
                  </a:lnTo>
                  <a:lnTo>
                    <a:pt x="645" y="727"/>
                  </a:lnTo>
                  <a:lnTo>
                    <a:pt x="629" y="738"/>
                  </a:lnTo>
                  <a:lnTo>
                    <a:pt x="612" y="748"/>
                  </a:lnTo>
                  <a:lnTo>
                    <a:pt x="594" y="758"/>
                  </a:lnTo>
                  <a:lnTo>
                    <a:pt x="577" y="767"/>
                  </a:lnTo>
                  <a:lnTo>
                    <a:pt x="558" y="776"/>
                  </a:lnTo>
                  <a:lnTo>
                    <a:pt x="541" y="783"/>
                  </a:lnTo>
                  <a:lnTo>
                    <a:pt x="521" y="789"/>
                  </a:lnTo>
                  <a:lnTo>
                    <a:pt x="502" y="794"/>
                  </a:lnTo>
                  <a:lnTo>
                    <a:pt x="482" y="799"/>
                  </a:lnTo>
                  <a:lnTo>
                    <a:pt x="462" y="803"/>
                  </a:lnTo>
                  <a:lnTo>
                    <a:pt x="442" y="806"/>
                  </a:lnTo>
                  <a:lnTo>
                    <a:pt x="421" y="807"/>
                  </a:lnTo>
                  <a:lnTo>
                    <a:pt x="400" y="807"/>
                  </a:lnTo>
                  <a:lnTo>
                    <a:pt x="410" y="807"/>
                  </a:lnTo>
                  <a:lnTo>
                    <a:pt x="388" y="807"/>
                  </a:lnTo>
                  <a:lnTo>
                    <a:pt x="368" y="806"/>
                  </a:lnTo>
                  <a:lnTo>
                    <a:pt x="348" y="803"/>
                  </a:lnTo>
                  <a:lnTo>
                    <a:pt x="328" y="799"/>
                  </a:lnTo>
                  <a:lnTo>
                    <a:pt x="307" y="794"/>
                  </a:lnTo>
                  <a:lnTo>
                    <a:pt x="289" y="789"/>
                  </a:lnTo>
                  <a:lnTo>
                    <a:pt x="269" y="783"/>
                  </a:lnTo>
                  <a:lnTo>
                    <a:pt x="251" y="776"/>
                  </a:lnTo>
                  <a:lnTo>
                    <a:pt x="233" y="767"/>
                  </a:lnTo>
                  <a:lnTo>
                    <a:pt x="215" y="758"/>
                  </a:lnTo>
                  <a:lnTo>
                    <a:pt x="198" y="748"/>
                  </a:lnTo>
                  <a:lnTo>
                    <a:pt x="181" y="738"/>
                  </a:lnTo>
                  <a:lnTo>
                    <a:pt x="165" y="727"/>
                  </a:lnTo>
                  <a:lnTo>
                    <a:pt x="150" y="714"/>
                  </a:lnTo>
                  <a:lnTo>
                    <a:pt x="135" y="701"/>
                  </a:lnTo>
                  <a:lnTo>
                    <a:pt x="122" y="688"/>
                  </a:lnTo>
                  <a:lnTo>
                    <a:pt x="107" y="673"/>
                  </a:lnTo>
                  <a:lnTo>
                    <a:pt x="94" y="659"/>
                  </a:lnTo>
                  <a:lnTo>
                    <a:pt x="83" y="643"/>
                  </a:lnTo>
                  <a:lnTo>
                    <a:pt x="71" y="627"/>
                  </a:lnTo>
                  <a:lnTo>
                    <a:pt x="61" y="611"/>
                  </a:lnTo>
                  <a:lnTo>
                    <a:pt x="51" y="594"/>
                  </a:lnTo>
                  <a:lnTo>
                    <a:pt x="41" y="575"/>
                  </a:lnTo>
                  <a:lnTo>
                    <a:pt x="34" y="558"/>
                  </a:lnTo>
                  <a:lnTo>
                    <a:pt x="26" y="539"/>
                  </a:lnTo>
                  <a:lnTo>
                    <a:pt x="19" y="521"/>
                  </a:lnTo>
                  <a:lnTo>
                    <a:pt x="13" y="500"/>
                  </a:lnTo>
                  <a:lnTo>
                    <a:pt x="9" y="482"/>
                  </a:lnTo>
                  <a:lnTo>
                    <a:pt x="6" y="461"/>
                  </a:lnTo>
                  <a:lnTo>
                    <a:pt x="3" y="441"/>
                  </a:lnTo>
                  <a:lnTo>
                    <a:pt x="2" y="420"/>
                  </a:lnTo>
                  <a:lnTo>
                    <a:pt x="0" y="400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9398" name="Shape 2341">
              <a:extLst>
                <a:ext uri="{FF2B5EF4-FFF2-40B4-BE49-F238E27FC236}">
                  <a16:creationId xmlns:a16="http://schemas.microsoft.com/office/drawing/2014/main" id="{2EDE6C10-14BD-449F-9FEF-AA16887AC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575" y="4602162"/>
              <a:ext cx="3249612" cy="481012"/>
            </a:xfrm>
            <a:custGeom>
              <a:avLst/>
              <a:gdLst>
                <a:gd name="T0" fmla="*/ 2147483646 w 4094"/>
                <a:gd name="T1" fmla="*/ 2147483646 h 606"/>
                <a:gd name="T2" fmla="*/ 2147483646 w 4094"/>
                <a:gd name="T3" fmla="*/ 2147483646 h 606"/>
                <a:gd name="T4" fmla="*/ 2147483646 w 4094"/>
                <a:gd name="T5" fmla="*/ 2147483646 h 606"/>
                <a:gd name="T6" fmla="*/ 2147483646 w 4094"/>
                <a:gd name="T7" fmla="*/ 2147483646 h 606"/>
                <a:gd name="T8" fmla="*/ 2147483646 w 4094"/>
                <a:gd name="T9" fmla="*/ 2147483646 h 606"/>
                <a:gd name="T10" fmla="*/ 2147483646 w 4094"/>
                <a:gd name="T11" fmla="*/ 2147483646 h 606"/>
                <a:gd name="T12" fmla="*/ 2147483646 w 4094"/>
                <a:gd name="T13" fmla="*/ 2147483646 h 606"/>
                <a:gd name="T14" fmla="*/ 2147483646 w 4094"/>
                <a:gd name="T15" fmla="*/ 2147483646 h 606"/>
                <a:gd name="T16" fmla="*/ 2147483646 w 4094"/>
                <a:gd name="T17" fmla="*/ 2147483646 h 606"/>
                <a:gd name="T18" fmla="*/ 2147483646 w 4094"/>
                <a:gd name="T19" fmla="*/ 2147483646 h 606"/>
                <a:gd name="T20" fmla="*/ 2147483646 w 4094"/>
                <a:gd name="T21" fmla="*/ 0 h 606"/>
                <a:gd name="T22" fmla="*/ 2147483646 w 4094"/>
                <a:gd name="T23" fmla="*/ 0 h 606"/>
                <a:gd name="T24" fmla="*/ 2147483646 w 4094"/>
                <a:gd name="T25" fmla="*/ 2147483646 h 606"/>
                <a:gd name="T26" fmla="*/ 2147483646 w 4094"/>
                <a:gd name="T27" fmla="*/ 2147483646 h 606"/>
                <a:gd name="T28" fmla="*/ 2147483646 w 4094"/>
                <a:gd name="T29" fmla="*/ 2147483646 h 606"/>
                <a:gd name="T30" fmla="*/ 2147483646 w 4094"/>
                <a:gd name="T31" fmla="*/ 2147483646 h 606"/>
                <a:gd name="T32" fmla="*/ 2147483646 w 4094"/>
                <a:gd name="T33" fmla="*/ 2147483646 h 606"/>
                <a:gd name="T34" fmla="*/ 2147483646 w 4094"/>
                <a:gd name="T35" fmla="*/ 2147483646 h 606"/>
                <a:gd name="T36" fmla="*/ 2147483646 w 4094"/>
                <a:gd name="T37" fmla="*/ 2147483646 h 606"/>
                <a:gd name="T38" fmla="*/ 2147483646 w 4094"/>
                <a:gd name="T39" fmla="*/ 2147483646 h 606"/>
                <a:gd name="T40" fmla="*/ 2147483646 w 4094"/>
                <a:gd name="T41" fmla="*/ 2147483646 h 606"/>
                <a:gd name="T42" fmla="*/ 2147483646 w 4094"/>
                <a:gd name="T43" fmla="*/ 2147483646 h 606"/>
                <a:gd name="T44" fmla="*/ 2147483646 w 4094"/>
                <a:gd name="T45" fmla="*/ 2147483646 h 606"/>
                <a:gd name="T46" fmla="*/ 2147483646 w 4094"/>
                <a:gd name="T47" fmla="*/ 2147483646 h 606"/>
                <a:gd name="T48" fmla="*/ 2147483646 w 4094"/>
                <a:gd name="T49" fmla="*/ 2147483646 h 606"/>
                <a:gd name="T50" fmla="*/ 2147483646 w 4094"/>
                <a:gd name="T51" fmla="*/ 2147483646 h 606"/>
                <a:gd name="T52" fmla="*/ 2147483646 w 4094"/>
                <a:gd name="T53" fmla="*/ 2147483646 h 606"/>
                <a:gd name="T54" fmla="*/ 2147483646 w 4094"/>
                <a:gd name="T55" fmla="*/ 2147483646 h 606"/>
                <a:gd name="T56" fmla="*/ 2147483646 w 4094"/>
                <a:gd name="T57" fmla="*/ 2147483646 h 606"/>
                <a:gd name="T58" fmla="*/ 2147483646 w 4094"/>
                <a:gd name="T59" fmla="*/ 2147483646 h 606"/>
                <a:gd name="T60" fmla="*/ 2147483646 w 4094"/>
                <a:gd name="T61" fmla="*/ 2147483646 h 606"/>
                <a:gd name="T62" fmla="*/ 2147483646 w 4094"/>
                <a:gd name="T63" fmla="*/ 2147483646 h 606"/>
                <a:gd name="T64" fmla="*/ 2147483646 w 4094"/>
                <a:gd name="T65" fmla="*/ 2147483646 h 606"/>
                <a:gd name="T66" fmla="*/ 2147483646 w 4094"/>
                <a:gd name="T67" fmla="*/ 2147483646 h 606"/>
                <a:gd name="T68" fmla="*/ 2147483646 w 4094"/>
                <a:gd name="T69" fmla="*/ 2147483646 h 606"/>
                <a:gd name="T70" fmla="*/ 2147483646 w 4094"/>
                <a:gd name="T71" fmla="*/ 2147483646 h 606"/>
                <a:gd name="T72" fmla="*/ 2147483646 w 4094"/>
                <a:gd name="T73" fmla="*/ 2147483646 h 606"/>
                <a:gd name="T74" fmla="*/ 2147483646 w 4094"/>
                <a:gd name="T75" fmla="*/ 2147483646 h 606"/>
                <a:gd name="T76" fmla="*/ 2147483646 w 4094"/>
                <a:gd name="T77" fmla="*/ 2147483646 h 606"/>
                <a:gd name="T78" fmla="*/ 2147483646 w 4094"/>
                <a:gd name="T79" fmla="*/ 2147483646 h 606"/>
                <a:gd name="T80" fmla="*/ 2147483646 w 4094"/>
                <a:gd name="T81" fmla="*/ 2147483646 h 606"/>
                <a:gd name="T82" fmla="*/ 2147483646 w 4094"/>
                <a:gd name="T83" fmla="*/ 2147483646 h 606"/>
                <a:gd name="T84" fmla="*/ 2147483646 w 4094"/>
                <a:gd name="T85" fmla="*/ 2147483646 h 606"/>
                <a:gd name="T86" fmla="*/ 2147483646 w 4094"/>
                <a:gd name="T87" fmla="*/ 2147483646 h 60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94"/>
                <a:gd name="T133" fmla="*/ 0 h 606"/>
                <a:gd name="T134" fmla="*/ 4094 w 4094"/>
                <a:gd name="T135" fmla="*/ 606 h 60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94" h="606" extrusionOk="0">
                  <a:moveTo>
                    <a:pt x="0" y="299"/>
                  </a:moveTo>
                  <a:lnTo>
                    <a:pt x="0" y="307"/>
                  </a:lnTo>
                  <a:lnTo>
                    <a:pt x="2" y="292"/>
                  </a:lnTo>
                  <a:lnTo>
                    <a:pt x="3" y="276"/>
                  </a:lnTo>
                  <a:lnTo>
                    <a:pt x="5" y="260"/>
                  </a:lnTo>
                  <a:lnTo>
                    <a:pt x="8" y="245"/>
                  </a:lnTo>
                  <a:lnTo>
                    <a:pt x="11" y="230"/>
                  </a:lnTo>
                  <a:lnTo>
                    <a:pt x="15" y="215"/>
                  </a:lnTo>
                  <a:lnTo>
                    <a:pt x="19" y="202"/>
                  </a:lnTo>
                  <a:lnTo>
                    <a:pt x="25" y="188"/>
                  </a:lnTo>
                  <a:lnTo>
                    <a:pt x="31" y="173"/>
                  </a:lnTo>
                  <a:lnTo>
                    <a:pt x="38" y="160"/>
                  </a:lnTo>
                  <a:lnTo>
                    <a:pt x="45" y="147"/>
                  </a:lnTo>
                  <a:lnTo>
                    <a:pt x="54" y="136"/>
                  </a:lnTo>
                  <a:lnTo>
                    <a:pt x="62" y="123"/>
                  </a:lnTo>
                  <a:lnTo>
                    <a:pt x="71" y="111"/>
                  </a:lnTo>
                  <a:lnTo>
                    <a:pt x="81" y="101"/>
                  </a:lnTo>
                  <a:lnTo>
                    <a:pt x="91" y="90"/>
                  </a:lnTo>
                  <a:lnTo>
                    <a:pt x="101" y="80"/>
                  </a:lnTo>
                  <a:lnTo>
                    <a:pt x="113" y="71"/>
                  </a:lnTo>
                  <a:lnTo>
                    <a:pt x="124" y="61"/>
                  </a:lnTo>
                  <a:lnTo>
                    <a:pt x="136" y="52"/>
                  </a:lnTo>
                  <a:lnTo>
                    <a:pt x="149" y="45"/>
                  </a:lnTo>
                  <a:lnTo>
                    <a:pt x="162" y="38"/>
                  </a:lnTo>
                  <a:lnTo>
                    <a:pt x="175" y="31"/>
                  </a:lnTo>
                  <a:lnTo>
                    <a:pt x="188" y="25"/>
                  </a:lnTo>
                  <a:lnTo>
                    <a:pt x="202" y="19"/>
                  </a:lnTo>
                  <a:lnTo>
                    <a:pt x="217" y="15"/>
                  </a:lnTo>
                  <a:lnTo>
                    <a:pt x="231" y="11"/>
                  </a:lnTo>
                  <a:lnTo>
                    <a:pt x="245" y="6"/>
                  </a:lnTo>
                  <a:lnTo>
                    <a:pt x="261" y="3"/>
                  </a:lnTo>
                  <a:lnTo>
                    <a:pt x="276" y="2"/>
                  </a:lnTo>
                  <a:lnTo>
                    <a:pt x="292" y="0"/>
                  </a:lnTo>
                  <a:lnTo>
                    <a:pt x="307" y="0"/>
                  </a:lnTo>
                  <a:lnTo>
                    <a:pt x="3788" y="0"/>
                  </a:lnTo>
                  <a:lnTo>
                    <a:pt x="3804" y="0"/>
                  </a:lnTo>
                  <a:lnTo>
                    <a:pt x="3820" y="2"/>
                  </a:lnTo>
                  <a:lnTo>
                    <a:pt x="3834" y="3"/>
                  </a:lnTo>
                  <a:lnTo>
                    <a:pt x="3850" y="6"/>
                  </a:lnTo>
                  <a:lnTo>
                    <a:pt x="3864" y="11"/>
                  </a:lnTo>
                  <a:lnTo>
                    <a:pt x="3879" y="15"/>
                  </a:lnTo>
                  <a:lnTo>
                    <a:pt x="3893" y="19"/>
                  </a:lnTo>
                  <a:lnTo>
                    <a:pt x="3908" y="25"/>
                  </a:lnTo>
                  <a:lnTo>
                    <a:pt x="3921" y="31"/>
                  </a:lnTo>
                  <a:lnTo>
                    <a:pt x="3934" y="38"/>
                  </a:lnTo>
                  <a:lnTo>
                    <a:pt x="3947" y="45"/>
                  </a:lnTo>
                  <a:lnTo>
                    <a:pt x="3960" y="52"/>
                  </a:lnTo>
                  <a:lnTo>
                    <a:pt x="3971" y="61"/>
                  </a:lnTo>
                  <a:lnTo>
                    <a:pt x="3983" y="71"/>
                  </a:lnTo>
                  <a:lnTo>
                    <a:pt x="3994" y="80"/>
                  </a:lnTo>
                  <a:lnTo>
                    <a:pt x="4004" y="90"/>
                  </a:lnTo>
                  <a:lnTo>
                    <a:pt x="4014" y="101"/>
                  </a:lnTo>
                  <a:lnTo>
                    <a:pt x="4024" y="111"/>
                  </a:lnTo>
                  <a:lnTo>
                    <a:pt x="4033" y="123"/>
                  </a:lnTo>
                  <a:lnTo>
                    <a:pt x="4042" y="136"/>
                  </a:lnTo>
                  <a:lnTo>
                    <a:pt x="4050" y="147"/>
                  </a:lnTo>
                  <a:lnTo>
                    <a:pt x="4058" y="160"/>
                  </a:lnTo>
                  <a:lnTo>
                    <a:pt x="4065" y="173"/>
                  </a:lnTo>
                  <a:lnTo>
                    <a:pt x="4071" y="188"/>
                  </a:lnTo>
                  <a:lnTo>
                    <a:pt x="4076" y="202"/>
                  </a:lnTo>
                  <a:lnTo>
                    <a:pt x="4081" y="215"/>
                  </a:lnTo>
                  <a:lnTo>
                    <a:pt x="4085" y="230"/>
                  </a:lnTo>
                  <a:lnTo>
                    <a:pt x="4088" y="245"/>
                  </a:lnTo>
                  <a:lnTo>
                    <a:pt x="4091" y="260"/>
                  </a:lnTo>
                  <a:lnTo>
                    <a:pt x="4092" y="276"/>
                  </a:lnTo>
                  <a:lnTo>
                    <a:pt x="4094" y="292"/>
                  </a:lnTo>
                  <a:lnTo>
                    <a:pt x="4094" y="307"/>
                  </a:lnTo>
                  <a:lnTo>
                    <a:pt x="4094" y="299"/>
                  </a:lnTo>
                  <a:lnTo>
                    <a:pt x="4094" y="315"/>
                  </a:lnTo>
                  <a:lnTo>
                    <a:pt x="4092" y="330"/>
                  </a:lnTo>
                  <a:lnTo>
                    <a:pt x="4091" y="346"/>
                  </a:lnTo>
                  <a:lnTo>
                    <a:pt x="4088" y="361"/>
                  </a:lnTo>
                  <a:lnTo>
                    <a:pt x="4085" y="377"/>
                  </a:lnTo>
                  <a:lnTo>
                    <a:pt x="4081" y="391"/>
                  </a:lnTo>
                  <a:lnTo>
                    <a:pt x="4076" y="405"/>
                  </a:lnTo>
                  <a:lnTo>
                    <a:pt x="4071" y="418"/>
                  </a:lnTo>
                  <a:lnTo>
                    <a:pt x="4065" y="433"/>
                  </a:lnTo>
                  <a:lnTo>
                    <a:pt x="4058" y="446"/>
                  </a:lnTo>
                  <a:lnTo>
                    <a:pt x="4050" y="459"/>
                  </a:lnTo>
                  <a:lnTo>
                    <a:pt x="4042" y="470"/>
                  </a:lnTo>
                  <a:lnTo>
                    <a:pt x="4033" y="483"/>
                  </a:lnTo>
                  <a:lnTo>
                    <a:pt x="4024" y="495"/>
                  </a:lnTo>
                  <a:lnTo>
                    <a:pt x="4014" y="505"/>
                  </a:lnTo>
                  <a:lnTo>
                    <a:pt x="4004" y="516"/>
                  </a:lnTo>
                  <a:lnTo>
                    <a:pt x="3994" y="526"/>
                  </a:lnTo>
                  <a:lnTo>
                    <a:pt x="3983" y="535"/>
                  </a:lnTo>
                  <a:lnTo>
                    <a:pt x="3971" y="545"/>
                  </a:lnTo>
                  <a:lnTo>
                    <a:pt x="3960" y="554"/>
                  </a:lnTo>
                  <a:lnTo>
                    <a:pt x="3947" y="561"/>
                  </a:lnTo>
                  <a:lnTo>
                    <a:pt x="3934" y="568"/>
                  </a:lnTo>
                  <a:lnTo>
                    <a:pt x="3921" y="575"/>
                  </a:lnTo>
                  <a:lnTo>
                    <a:pt x="3908" y="581"/>
                  </a:lnTo>
                  <a:lnTo>
                    <a:pt x="3893" y="587"/>
                  </a:lnTo>
                  <a:lnTo>
                    <a:pt x="3879" y="591"/>
                  </a:lnTo>
                  <a:lnTo>
                    <a:pt x="3864" y="596"/>
                  </a:lnTo>
                  <a:lnTo>
                    <a:pt x="3850" y="600"/>
                  </a:lnTo>
                  <a:lnTo>
                    <a:pt x="3834" y="603"/>
                  </a:lnTo>
                  <a:lnTo>
                    <a:pt x="3820" y="604"/>
                  </a:lnTo>
                  <a:lnTo>
                    <a:pt x="3804" y="606"/>
                  </a:lnTo>
                  <a:lnTo>
                    <a:pt x="3788" y="606"/>
                  </a:lnTo>
                  <a:lnTo>
                    <a:pt x="307" y="606"/>
                  </a:lnTo>
                  <a:lnTo>
                    <a:pt x="292" y="606"/>
                  </a:lnTo>
                  <a:lnTo>
                    <a:pt x="276" y="604"/>
                  </a:lnTo>
                  <a:lnTo>
                    <a:pt x="261" y="603"/>
                  </a:lnTo>
                  <a:lnTo>
                    <a:pt x="245" y="600"/>
                  </a:lnTo>
                  <a:lnTo>
                    <a:pt x="231" y="596"/>
                  </a:lnTo>
                  <a:lnTo>
                    <a:pt x="217" y="591"/>
                  </a:lnTo>
                  <a:lnTo>
                    <a:pt x="202" y="587"/>
                  </a:lnTo>
                  <a:lnTo>
                    <a:pt x="188" y="581"/>
                  </a:lnTo>
                  <a:lnTo>
                    <a:pt x="175" y="575"/>
                  </a:lnTo>
                  <a:lnTo>
                    <a:pt x="162" y="568"/>
                  </a:lnTo>
                  <a:lnTo>
                    <a:pt x="149" y="561"/>
                  </a:lnTo>
                  <a:lnTo>
                    <a:pt x="136" y="554"/>
                  </a:lnTo>
                  <a:lnTo>
                    <a:pt x="124" y="545"/>
                  </a:lnTo>
                  <a:lnTo>
                    <a:pt x="113" y="535"/>
                  </a:lnTo>
                  <a:lnTo>
                    <a:pt x="101" y="526"/>
                  </a:lnTo>
                  <a:lnTo>
                    <a:pt x="91" y="516"/>
                  </a:lnTo>
                  <a:lnTo>
                    <a:pt x="81" y="505"/>
                  </a:lnTo>
                  <a:lnTo>
                    <a:pt x="71" y="495"/>
                  </a:lnTo>
                  <a:lnTo>
                    <a:pt x="62" y="483"/>
                  </a:lnTo>
                  <a:lnTo>
                    <a:pt x="54" y="470"/>
                  </a:lnTo>
                  <a:lnTo>
                    <a:pt x="45" y="459"/>
                  </a:lnTo>
                  <a:lnTo>
                    <a:pt x="38" y="446"/>
                  </a:lnTo>
                  <a:lnTo>
                    <a:pt x="31" y="433"/>
                  </a:lnTo>
                  <a:lnTo>
                    <a:pt x="25" y="418"/>
                  </a:lnTo>
                  <a:lnTo>
                    <a:pt x="19" y="405"/>
                  </a:lnTo>
                  <a:lnTo>
                    <a:pt x="15" y="391"/>
                  </a:lnTo>
                  <a:lnTo>
                    <a:pt x="11" y="377"/>
                  </a:lnTo>
                  <a:lnTo>
                    <a:pt x="8" y="361"/>
                  </a:lnTo>
                  <a:lnTo>
                    <a:pt x="5" y="346"/>
                  </a:lnTo>
                  <a:lnTo>
                    <a:pt x="3" y="330"/>
                  </a:lnTo>
                  <a:lnTo>
                    <a:pt x="2" y="315"/>
                  </a:lnTo>
                  <a:lnTo>
                    <a:pt x="0" y="299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9399" name="Shape 2342">
              <a:extLst>
                <a:ext uri="{FF2B5EF4-FFF2-40B4-BE49-F238E27FC236}">
                  <a16:creationId xmlns:a16="http://schemas.microsoft.com/office/drawing/2014/main" id="{A0CC0CC5-1913-4768-AA5E-746360AC06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27369" y="4733925"/>
              <a:ext cx="2523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: </a:t>
              </a:r>
            </a:p>
          </p:txBody>
        </p:sp>
        <p:sp>
          <p:nvSpPr>
            <p:cNvPr id="269400" name="Shape 2343">
              <a:extLst>
                <a:ext uri="{FF2B5EF4-FFF2-40B4-BE49-F238E27FC236}">
                  <a16:creationId xmlns:a16="http://schemas.microsoft.com/office/drawing/2014/main" id="{A9AE78EB-4446-47EA-9BE0-98560A8B6C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2" y="4733925"/>
              <a:ext cx="174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269401" name="Shape 2344">
              <a:extLst>
                <a:ext uri="{FF2B5EF4-FFF2-40B4-BE49-F238E27FC236}">
                  <a16:creationId xmlns:a16="http://schemas.microsoft.com/office/drawing/2014/main" id="{B0DE25D9-6D16-4233-B400-7D2A039CD5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4425" y="47339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 </a:t>
              </a:r>
            </a:p>
          </p:txBody>
        </p:sp>
        <p:sp>
          <p:nvSpPr>
            <p:cNvPr id="269402" name="Shape 2345">
              <a:extLst>
                <a:ext uri="{FF2B5EF4-FFF2-40B4-BE49-F238E27FC236}">
                  <a16:creationId xmlns:a16="http://schemas.microsoft.com/office/drawing/2014/main" id="{3F4EB516-48B5-4EC6-92CE-6A32E0A096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5550" y="4838700"/>
              <a:ext cx="252300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 </a:t>
              </a:r>
            </a:p>
          </p:txBody>
        </p:sp>
        <p:sp>
          <p:nvSpPr>
            <p:cNvPr id="269403" name="Shape 2346">
              <a:extLst>
                <a:ext uri="{FF2B5EF4-FFF2-40B4-BE49-F238E27FC236}">
                  <a16:creationId xmlns:a16="http://schemas.microsoft.com/office/drawing/2014/main" id="{66A96D68-AF4B-44A8-9BDE-898CC1210F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1325" y="47339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9404" name="Shape 2347">
              <a:extLst>
                <a:ext uri="{FF2B5EF4-FFF2-40B4-BE49-F238E27FC236}">
                  <a16:creationId xmlns:a16="http://schemas.microsoft.com/office/drawing/2014/main" id="{1E74B90B-888C-4CF1-9298-FCB9927FD1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67175" y="473392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9405" name="Shape 2348">
              <a:extLst>
                <a:ext uri="{FF2B5EF4-FFF2-40B4-BE49-F238E27FC236}">
                  <a16:creationId xmlns:a16="http://schemas.microsoft.com/office/drawing/2014/main" id="{3B459C61-7DC1-47BE-AB3D-E1D4458215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59287" y="4733925"/>
              <a:ext cx="174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269406" name="Shape 2349">
              <a:extLst>
                <a:ext uri="{FF2B5EF4-FFF2-40B4-BE49-F238E27FC236}">
                  <a16:creationId xmlns:a16="http://schemas.microsoft.com/office/drawing/2014/main" id="{3D88C7F3-4BC8-477D-8139-2D54C051CC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7400" y="47339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9407" name="Shape 2350">
              <a:extLst>
                <a:ext uri="{FF2B5EF4-FFF2-40B4-BE49-F238E27FC236}">
                  <a16:creationId xmlns:a16="http://schemas.microsoft.com/office/drawing/2014/main" id="{CB9ACE46-4F47-4DD1-93C5-A294730D9B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08525" y="4838700"/>
              <a:ext cx="164999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69408" name="Shape 2351">
              <a:extLst>
                <a:ext uri="{FF2B5EF4-FFF2-40B4-BE49-F238E27FC236}">
                  <a16:creationId xmlns:a16="http://schemas.microsoft.com/office/drawing/2014/main" id="{E7053802-0BE3-414F-84F8-1CFF6CC4D9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9050" y="47339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9409" name="Shape 2352">
              <a:extLst>
                <a:ext uri="{FF2B5EF4-FFF2-40B4-BE49-F238E27FC236}">
                  <a16:creationId xmlns:a16="http://schemas.microsoft.com/office/drawing/2014/main" id="{3596E52E-6F3F-461F-B868-4EB4AC2F5E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13312" y="473392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9410" name="Shape 2353">
              <a:extLst>
                <a:ext uri="{FF2B5EF4-FFF2-40B4-BE49-F238E27FC236}">
                  <a16:creationId xmlns:a16="http://schemas.microsoft.com/office/drawing/2014/main" id="{D9E2771C-F519-471A-8C7A-6EF34D514F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5436" y="4733934"/>
              <a:ext cx="5084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269411" name="Shape 2354">
              <a:extLst>
                <a:ext uri="{FF2B5EF4-FFF2-40B4-BE49-F238E27FC236}">
                  <a16:creationId xmlns:a16="http://schemas.microsoft.com/office/drawing/2014/main" id="{71A396D3-F4A1-4032-AC38-7AB5D690F2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40437" y="47339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9412" name="Shape 2355">
              <a:extLst>
                <a:ext uri="{FF2B5EF4-FFF2-40B4-BE49-F238E27FC236}">
                  <a16:creationId xmlns:a16="http://schemas.microsoft.com/office/drawing/2014/main" id="{C781110B-F7C8-49BE-BD25-9D0DB9AA23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56287" y="473392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9413" name="Shape 2356">
              <a:extLst>
                <a:ext uri="{FF2B5EF4-FFF2-40B4-BE49-F238E27FC236}">
                  <a16:creationId xmlns:a16="http://schemas.microsoft.com/office/drawing/2014/main" id="{2F41F1AE-B1CD-44AA-AF77-18E1D97ABC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2925" y="4727575"/>
              <a:ext cx="107999" cy="258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Noto Symbol" charset="0"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Noto Symbol" charset="0"/>
                  <a:ea typeface="ＭＳ Ｐゴシック" panose="020B0600070205080204" pitchFamily="34" charset="-128"/>
                  <a:cs typeface="Arial" panose="020B0604020202020204" pitchFamily="34" charset="0"/>
                  <a:sym typeface="Noto Symbol" charset="0"/>
                </a:rPr>
                <a:t>, </a:t>
              </a:r>
            </a:p>
          </p:txBody>
        </p:sp>
        <p:sp>
          <p:nvSpPr>
            <p:cNvPr id="269414" name="Shape 2357">
              <a:extLst>
                <a:ext uri="{FF2B5EF4-FFF2-40B4-BE49-F238E27FC236}">
                  <a16:creationId xmlns:a16="http://schemas.microsoft.com/office/drawing/2014/main" id="{4D7FFCB1-2A5C-4175-ABF1-E7A6502371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00650" y="4727575"/>
              <a:ext cx="107999" cy="258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Noto Symbol" charset="0"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Noto Symbol" charset="0"/>
                  <a:ea typeface="ＭＳ Ｐゴシック" panose="020B0600070205080204" pitchFamily="34" charset="-128"/>
                  <a:cs typeface="Arial" panose="020B0604020202020204" pitchFamily="34" charset="0"/>
                  <a:sym typeface="Noto Symbol" charset="0"/>
                </a:rPr>
                <a:t>, </a:t>
              </a:r>
            </a:p>
          </p:txBody>
        </p:sp>
        <p:sp>
          <p:nvSpPr>
            <p:cNvPr id="269415" name="Shape 2358">
              <a:extLst>
                <a:ext uri="{FF2B5EF4-FFF2-40B4-BE49-F238E27FC236}">
                  <a16:creationId xmlns:a16="http://schemas.microsoft.com/office/drawing/2014/main" id="{D95EAE52-8580-44BA-AD85-7659D9849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575" y="3481387"/>
              <a:ext cx="3249612" cy="481011"/>
            </a:xfrm>
            <a:custGeom>
              <a:avLst/>
              <a:gdLst>
                <a:gd name="T0" fmla="*/ 2147483646 w 4094"/>
                <a:gd name="T1" fmla="*/ 2147483646 h 605"/>
                <a:gd name="T2" fmla="*/ 2147483646 w 4094"/>
                <a:gd name="T3" fmla="*/ 2147483646 h 605"/>
                <a:gd name="T4" fmla="*/ 2147483646 w 4094"/>
                <a:gd name="T5" fmla="*/ 2147483646 h 605"/>
                <a:gd name="T6" fmla="*/ 2147483646 w 4094"/>
                <a:gd name="T7" fmla="*/ 2147483646 h 605"/>
                <a:gd name="T8" fmla="*/ 2147483646 w 4094"/>
                <a:gd name="T9" fmla="*/ 2147483646 h 605"/>
                <a:gd name="T10" fmla="*/ 2147483646 w 4094"/>
                <a:gd name="T11" fmla="*/ 2147483646 h 605"/>
                <a:gd name="T12" fmla="*/ 2147483646 w 4094"/>
                <a:gd name="T13" fmla="*/ 2147483646 h 605"/>
                <a:gd name="T14" fmla="*/ 2147483646 w 4094"/>
                <a:gd name="T15" fmla="*/ 2147483646 h 605"/>
                <a:gd name="T16" fmla="*/ 2147483646 w 4094"/>
                <a:gd name="T17" fmla="*/ 2147483646 h 605"/>
                <a:gd name="T18" fmla="*/ 2147483646 w 4094"/>
                <a:gd name="T19" fmla="*/ 2147483646 h 605"/>
                <a:gd name="T20" fmla="*/ 2147483646 w 4094"/>
                <a:gd name="T21" fmla="*/ 0 h 605"/>
                <a:gd name="T22" fmla="*/ 2147483646 w 4094"/>
                <a:gd name="T23" fmla="*/ 0 h 605"/>
                <a:gd name="T24" fmla="*/ 2147483646 w 4094"/>
                <a:gd name="T25" fmla="*/ 2147483646 h 605"/>
                <a:gd name="T26" fmla="*/ 2147483646 w 4094"/>
                <a:gd name="T27" fmla="*/ 2147483646 h 605"/>
                <a:gd name="T28" fmla="*/ 2147483646 w 4094"/>
                <a:gd name="T29" fmla="*/ 2147483646 h 605"/>
                <a:gd name="T30" fmla="*/ 2147483646 w 4094"/>
                <a:gd name="T31" fmla="*/ 2147483646 h 605"/>
                <a:gd name="T32" fmla="*/ 2147483646 w 4094"/>
                <a:gd name="T33" fmla="*/ 2147483646 h 605"/>
                <a:gd name="T34" fmla="*/ 2147483646 w 4094"/>
                <a:gd name="T35" fmla="*/ 2147483646 h 605"/>
                <a:gd name="T36" fmla="*/ 2147483646 w 4094"/>
                <a:gd name="T37" fmla="*/ 2147483646 h 605"/>
                <a:gd name="T38" fmla="*/ 2147483646 w 4094"/>
                <a:gd name="T39" fmla="*/ 2147483646 h 605"/>
                <a:gd name="T40" fmla="*/ 2147483646 w 4094"/>
                <a:gd name="T41" fmla="*/ 2147483646 h 605"/>
                <a:gd name="T42" fmla="*/ 2147483646 w 4094"/>
                <a:gd name="T43" fmla="*/ 2147483646 h 605"/>
                <a:gd name="T44" fmla="*/ 2147483646 w 4094"/>
                <a:gd name="T45" fmla="*/ 2147483646 h 605"/>
                <a:gd name="T46" fmla="*/ 2147483646 w 4094"/>
                <a:gd name="T47" fmla="*/ 2147483646 h 605"/>
                <a:gd name="T48" fmla="*/ 2147483646 w 4094"/>
                <a:gd name="T49" fmla="*/ 2147483646 h 605"/>
                <a:gd name="T50" fmla="*/ 2147483646 w 4094"/>
                <a:gd name="T51" fmla="*/ 2147483646 h 605"/>
                <a:gd name="T52" fmla="*/ 2147483646 w 4094"/>
                <a:gd name="T53" fmla="*/ 2147483646 h 605"/>
                <a:gd name="T54" fmla="*/ 2147483646 w 4094"/>
                <a:gd name="T55" fmla="*/ 2147483646 h 605"/>
                <a:gd name="T56" fmla="*/ 2147483646 w 4094"/>
                <a:gd name="T57" fmla="*/ 2147483646 h 605"/>
                <a:gd name="T58" fmla="*/ 2147483646 w 4094"/>
                <a:gd name="T59" fmla="*/ 2147483646 h 605"/>
                <a:gd name="T60" fmla="*/ 2147483646 w 4094"/>
                <a:gd name="T61" fmla="*/ 2147483646 h 605"/>
                <a:gd name="T62" fmla="*/ 2147483646 w 4094"/>
                <a:gd name="T63" fmla="*/ 2147483646 h 605"/>
                <a:gd name="T64" fmla="*/ 2147483646 w 4094"/>
                <a:gd name="T65" fmla="*/ 2147483646 h 605"/>
                <a:gd name="T66" fmla="*/ 2147483646 w 4094"/>
                <a:gd name="T67" fmla="*/ 2147483646 h 605"/>
                <a:gd name="T68" fmla="*/ 2147483646 w 4094"/>
                <a:gd name="T69" fmla="*/ 2147483646 h 605"/>
                <a:gd name="T70" fmla="*/ 2147483646 w 4094"/>
                <a:gd name="T71" fmla="*/ 2147483646 h 605"/>
                <a:gd name="T72" fmla="*/ 2147483646 w 4094"/>
                <a:gd name="T73" fmla="*/ 2147483646 h 605"/>
                <a:gd name="T74" fmla="*/ 2147483646 w 4094"/>
                <a:gd name="T75" fmla="*/ 2147483646 h 605"/>
                <a:gd name="T76" fmla="*/ 2147483646 w 4094"/>
                <a:gd name="T77" fmla="*/ 2147483646 h 605"/>
                <a:gd name="T78" fmla="*/ 2147483646 w 4094"/>
                <a:gd name="T79" fmla="*/ 2147483646 h 605"/>
                <a:gd name="T80" fmla="*/ 2147483646 w 4094"/>
                <a:gd name="T81" fmla="*/ 2147483646 h 605"/>
                <a:gd name="T82" fmla="*/ 2147483646 w 4094"/>
                <a:gd name="T83" fmla="*/ 2147483646 h 605"/>
                <a:gd name="T84" fmla="*/ 2147483646 w 4094"/>
                <a:gd name="T85" fmla="*/ 2147483646 h 605"/>
                <a:gd name="T86" fmla="*/ 2147483646 w 4094"/>
                <a:gd name="T87" fmla="*/ 2147483646 h 60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94"/>
                <a:gd name="T133" fmla="*/ 0 h 605"/>
                <a:gd name="T134" fmla="*/ 4094 w 4094"/>
                <a:gd name="T135" fmla="*/ 605 h 60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94" h="605" extrusionOk="0">
                  <a:moveTo>
                    <a:pt x="0" y="298"/>
                  </a:moveTo>
                  <a:lnTo>
                    <a:pt x="0" y="307"/>
                  </a:lnTo>
                  <a:lnTo>
                    <a:pt x="2" y="291"/>
                  </a:lnTo>
                  <a:lnTo>
                    <a:pt x="3" y="275"/>
                  </a:lnTo>
                  <a:lnTo>
                    <a:pt x="5" y="259"/>
                  </a:lnTo>
                  <a:lnTo>
                    <a:pt x="8" y="245"/>
                  </a:lnTo>
                  <a:lnTo>
                    <a:pt x="11" y="229"/>
                  </a:lnTo>
                  <a:lnTo>
                    <a:pt x="15" y="215"/>
                  </a:lnTo>
                  <a:lnTo>
                    <a:pt x="19" y="202"/>
                  </a:lnTo>
                  <a:lnTo>
                    <a:pt x="25" y="187"/>
                  </a:lnTo>
                  <a:lnTo>
                    <a:pt x="31" y="173"/>
                  </a:lnTo>
                  <a:lnTo>
                    <a:pt x="38" y="160"/>
                  </a:lnTo>
                  <a:lnTo>
                    <a:pt x="45" y="147"/>
                  </a:lnTo>
                  <a:lnTo>
                    <a:pt x="54" y="136"/>
                  </a:lnTo>
                  <a:lnTo>
                    <a:pt x="62" y="123"/>
                  </a:lnTo>
                  <a:lnTo>
                    <a:pt x="71" y="111"/>
                  </a:lnTo>
                  <a:lnTo>
                    <a:pt x="81" y="101"/>
                  </a:lnTo>
                  <a:lnTo>
                    <a:pt x="91" y="89"/>
                  </a:lnTo>
                  <a:lnTo>
                    <a:pt x="101" y="79"/>
                  </a:lnTo>
                  <a:lnTo>
                    <a:pt x="113" y="71"/>
                  </a:lnTo>
                  <a:lnTo>
                    <a:pt x="124" y="61"/>
                  </a:lnTo>
                  <a:lnTo>
                    <a:pt x="136" y="52"/>
                  </a:lnTo>
                  <a:lnTo>
                    <a:pt x="149" y="45"/>
                  </a:lnTo>
                  <a:lnTo>
                    <a:pt x="162" y="38"/>
                  </a:lnTo>
                  <a:lnTo>
                    <a:pt x="175" y="30"/>
                  </a:lnTo>
                  <a:lnTo>
                    <a:pt x="188" y="25"/>
                  </a:lnTo>
                  <a:lnTo>
                    <a:pt x="202" y="19"/>
                  </a:lnTo>
                  <a:lnTo>
                    <a:pt x="217" y="14"/>
                  </a:lnTo>
                  <a:lnTo>
                    <a:pt x="231" y="10"/>
                  </a:lnTo>
                  <a:lnTo>
                    <a:pt x="245" y="6"/>
                  </a:lnTo>
                  <a:lnTo>
                    <a:pt x="261" y="3"/>
                  </a:lnTo>
                  <a:lnTo>
                    <a:pt x="276" y="2"/>
                  </a:lnTo>
                  <a:lnTo>
                    <a:pt x="292" y="0"/>
                  </a:lnTo>
                  <a:lnTo>
                    <a:pt x="307" y="0"/>
                  </a:lnTo>
                  <a:lnTo>
                    <a:pt x="3788" y="0"/>
                  </a:lnTo>
                  <a:lnTo>
                    <a:pt x="3804" y="0"/>
                  </a:lnTo>
                  <a:lnTo>
                    <a:pt x="3820" y="2"/>
                  </a:lnTo>
                  <a:lnTo>
                    <a:pt x="3834" y="3"/>
                  </a:lnTo>
                  <a:lnTo>
                    <a:pt x="3850" y="6"/>
                  </a:lnTo>
                  <a:lnTo>
                    <a:pt x="3864" y="10"/>
                  </a:lnTo>
                  <a:lnTo>
                    <a:pt x="3879" y="14"/>
                  </a:lnTo>
                  <a:lnTo>
                    <a:pt x="3893" y="19"/>
                  </a:lnTo>
                  <a:lnTo>
                    <a:pt x="3908" y="25"/>
                  </a:lnTo>
                  <a:lnTo>
                    <a:pt x="3921" y="30"/>
                  </a:lnTo>
                  <a:lnTo>
                    <a:pt x="3934" y="38"/>
                  </a:lnTo>
                  <a:lnTo>
                    <a:pt x="3947" y="45"/>
                  </a:lnTo>
                  <a:lnTo>
                    <a:pt x="3960" y="52"/>
                  </a:lnTo>
                  <a:lnTo>
                    <a:pt x="3971" y="61"/>
                  </a:lnTo>
                  <a:lnTo>
                    <a:pt x="3983" y="71"/>
                  </a:lnTo>
                  <a:lnTo>
                    <a:pt x="3994" y="79"/>
                  </a:lnTo>
                  <a:lnTo>
                    <a:pt x="4004" y="89"/>
                  </a:lnTo>
                  <a:lnTo>
                    <a:pt x="4014" y="101"/>
                  </a:lnTo>
                  <a:lnTo>
                    <a:pt x="4024" y="111"/>
                  </a:lnTo>
                  <a:lnTo>
                    <a:pt x="4033" y="123"/>
                  </a:lnTo>
                  <a:lnTo>
                    <a:pt x="4042" y="136"/>
                  </a:lnTo>
                  <a:lnTo>
                    <a:pt x="4050" y="147"/>
                  </a:lnTo>
                  <a:lnTo>
                    <a:pt x="4058" y="160"/>
                  </a:lnTo>
                  <a:lnTo>
                    <a:pt x="4065" y="173"/>
                  </a:lnTo>
                  <a:lnTo>
                    <a:pt x="4071" y="187"/>
                  </a:lnTo>
                  <a:lnTo>
                    <a:pt x="4076" y="202"/>
                  </a:lnTo>
                  <a:lnTo>
                    <a:pt x="4081" y="215"/>
                  </a:lnTo>
                  <a:lnTo>
                    <a:pt x="4085" y="229"/>
                  </a:lnTo>
                  <a:lnTo>
                    <a:pt x="4088" y="245"/>
                  </a:lnTo>
                  <a:lnTo>
                    <a:pt x="4091" y="259"/>
                  </a:lnTo>
                  <a:lnTo>
                    <a:pt x="4092" y="275"/>
                  </a:lnTo>
                  <a:lnTo>
                    <a:pt x="4094" y="291"/>
                  </a:lnTo>
                  <a:lnTo>
                    <a:pt x="4094" y="307"/>
                  </a:lnTo>
                  <a:lnTo>
                    <a:pt x="4094" y="298"/>
                  </a:lnTo>
                  <a:lnTo>
                    <a:pt x="4094" y="314"/>
                  </a:lnTo>
                  <a:lnTo>
                    <a:pt x="4092" y="330"/>
                  </a:lnTo>
                  <a:lnTo>
                    <a:pt x="4091" y="346"/>
                  </a:lnTo>
                  <a:lnTo>
                    <a:pt x="4088" y="360"/>
                  </a:lnTo>
                  <a:lnTo>
                    <a:pt x="4085" y="376"/>
                  </a:lnTo>
                  <a:lnTo>
                    <a:pt x="4081" y="391"/>
                  </a:lnTo>
                  <a:lnTo>
                    <a:pt x="4076" y="405"/>
                  </a:lnTo>
                  <a:lnTo>
                    <a:pt x="4071" y="418"/>
                  </a:lnTo>
                  <a:lnTo>
                    <a:pt x="4065" y="432"/>
                  </a:lnTo>
                  <a:lnTo>
                    <a:pt x="4058" y="445"/>
                  </a:lnTo>
                  <a:lnTo>
                    <a:pt x="4050" y="458"/>
                  </a:lnTo>
                  <a:lnTo>
                    <a:pt x="4042" y="470"/>
                  </a:lnTo>
                  <a:lnTo>
                    <a:pt x="4033" y="483"/>
                  </a:lnTo>
                  <a:lnTo>
                    <a:pt x="4024" y="494"/>
                  </a:lnTo>
                  <a:lnTo>
                    <a:pt x="4014" y="504"/>
                  </a:lnTo>
                  <a:lnTo>
                    <a:pt x="4004" y="516"/>
                  </a:lnTo>
                  <a:lnTo>
                    <a:pt x="3994" y="526"/>
                  </a:lnTo>
                  <a:lnTo>
                    <a:pt x="3983" y="535"/>
                  </a:lnTo>
                  <a:lnTo>
                    <a:pt x="3971" y="545"/>
                  </a:lnTo>
                  <a:lnTo>
                    <a:pt x="3960" y="553"/>
                  </a:lnTo>
                  <a:lnTo>
                    <a:pt x="3947" y="561"/>
                  </a:lnTo>
                  <a:lnTo>
                    <a:pt x="3934" y="568"/>
                  </a:lnTo>
                  <a:lnTo>
                    <a:pt x="3921" y="575"/>
                  </a:lnTo>
                  <a:lnTo>
                    <a:pt x="3908" y="581"/>
                  </a:lnTo>
                  <a:lnTo>
                    <a:pt x="3893" y="587"/>
                  </a:lnTo>
                  <a:lnTo>
                    <a:pt x="3879" y="591"/>
                  </a:lnTo>
                  <a:lnTo>
                    <a:pt x="3864" y="595"/>
                  </a:lnTo>
                  <a:lnTo>
                    <a:pt x="3850" y="600"/>
                  </a:lnTo>
                  <a:lnTo>
                    <a:pt x="3834" y="602"/>
                  </a:lnTo>
                  <a:lnTo>
                    <a:pt x="3820" y="604"/>
                  </a:lnTo>
                  <a:lnTo>
                    <a:pt x="3804" y="605"/>
                  </a:lnTo>
                  <a:lnTo>
                    <a:pt x="3788" y="605"/>
                  </a:lnTo>
                  <a:lnTo>
                    <a:pt x="307" y="605"/>
                  </a:lnTo>
                  <a:lnTo>
                    <a:pt x="292" y="605"/>
                  </a:lnTo>
                  <a:lnTo>
                    <a:pt x="276" y="604"/>
                  </a:lnTo>
                  <a:lnTo>
                    <a:pt x="261" y="602"/>
                  </a:lnTo>
                  <a:lnTo>
                    <a:pt x="245" y="600"/>
                  </a:lnTo>
                  <a:lnTo>
                    <a:pt x="231" y="595"/>
                  </a:lnTo>
                  <a:lnTo>
                    <a:pt x="217" y="591"/>
                  </a:lnTo>
                  <a:lnTo>
                    <a:pt x="202" y="587"/>
                  </a:lnTo>
                  <a:lnTo>
                    <a:pt x="188" y="581"/>
                  </a:lnTo>
                  <a:lnTo>
                    <a:pt x="175" y="575"/>
                  </a:lnTo>
                  <a:lnTo>
                    <a:pt x="162" y="568"/>
                  </a:lnTo>
                  <a:lnTo>
                    <a:pt x="149" y="561"/>
                  </a:lnTo>
                  <a:lnTo>
                    <a:pt x="136" y="553"/>
                  </a:lnTo>
                  <a:lnTo>
                    <a:pt x="124" y="545"/>
                  </a:lnTo>
                  <a:lnTo>
                    <a:pt x="113" y="535"/>
                  </a:lnTo>
                  <a:lnTo>
                    <a:pt x="101" y="526"/>
                  </a:lnTo>
                  <a:lnTo>
                    <a:pt x="91" y="516"/>
                  </a:lnTo>
                  <a:lnTo>
                    <a:pt x="81" y="504"/>
                  </a:lnTo>
                  <a:lnTo>
                    <a:pt x="71" y="494"/>
                  </a:lnTo>
                  <a:lnTo>
                    <a:pt x="62" y="483"/>
                  </a:lnTo>
                  <a:lnTo>
                    <a:pt x="54" y="470"/>
                  </a:lnTo>
                  <a:lnTo>
                    <a:pt x="45" y="458"/>
                  </a:lnTo>
                  <a:lnTo>
                    <a:pt x="38" y="445"/>
                  </a:lnTo>
                  <a:lnTo>
                    <a:pt x="31" y="432"/>
                  </a:lnTo>
                  <a:lnTo>
                    <a:pt x="25" y="418"/>
                  </a:lnTo>
                  <a:lnTo>
                    <a:pt x="19" y="405"/>
                  </a:lnTo>
                  <a:lnTo>
                    <a:pt x="15" y="391"/>
                  </a:lnTo>
                  <a:lnTo>
                    <a:pt x="11" y="376"/>
                  </a:lnTo>
                  <a:lnTo>
                    <a:pt x="8" y="360"/>
                  </a:lnTo>
                  <a:lnTo>
                    <a:pt x="5" y="346"/>
                  </a:lnTo>
                  <a:lnTo>
                    <a:pt x="3" y="330"/>
                  </a:lnTo>
                  <a:lnTo>
                    <a:pt x="2" y="314"/>
                  </a:lnTo>
                  <a:lnTo>
                    <a:pt x="0" y="298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9416" name="Shape 2359">
              <a:extLst>
                <a:ext uri="{FF2B5EF4-FFF2-40B4-BE49-F238E27FC236}">
                  <a16:creationId xmlns:a16="http://schemas.microsoft.com/office/drawing/2014/main" id="{79E998D5-B298-4A16-A972-0C70C77AC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362" y="4441825"/>
              <a:ext cx="46037" cy="138111"/>
            </a:xfrm>
            <a:custGeom>
              <a:avLst/>
              <a:gdLst>
                <a:gd name="T0" fmla="*/ 0 w 58"/>
                <a:gd name="T1" fmla="*/ 0 h 173"/>
                <a:gd name="T2" fmla="*/ 2147483646 w 58"/>
                <a:gd name="T3" fmla="*/ 2147483646 h 173"/>
                <a:gd name="T4" fmla="*/ 2147483646 w 58"/>
                <a:gd name="T5" fmla="*/ 0 h 173"/>
                <a:gd name="T6" fmla="*/ 2147483646 w 58"/>
                <a:gd name="T7" fmla="*/ 0 h 173"/>
                <a:gd name="T8" fmla="*/ 0 w 58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8"/>
                <a:gd name="T16" fmla="*/ 0 h 173"/>
                <a:gd name="T17" fmla="*/ 58 w 58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8" h="173" extrusionOk="0">
                  <a:moveTo>
                    <a:pt x="0" y="0"/>
                  </a:moveTo>
                  <a:lnTo>
                    <a:pt x="29" y="173"/>
                  </a:lnTo>
                  <a:lnTo>
                    <a:pt x="58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269417" name="Shape 2360">
              <a:extLst>
                <a:ext uri="{FF2B5EF4-FFF2-40B4-BE49-F238E27FC236}">
                  <a16:creationId xmlns:a16="http://schemas.microsoft.com/office/drawing/2014/main" id="{3B6E986E-1AC8-4710-901D-838B46E3D7D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4702175" y="3962399"/>
              <a:ext cx="1500" cy="457200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69418" name="Shape 2361">
              <a:extLst>
                <a:ext uri="{FF2B5EF4-FFF2-40B4-BE49-F238E27FC236}">
                  <a16:creationId xmlns:a16="http://schemas.microsoft.com/office/drawing/2014/main" id="{AE13061E-FA4C-48FD-8CA4-56C3967B59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4737" y="4057650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69419" name="Shape 2362">
              <a:extLst>
                <a:ext uri="{FF2B5EF4-FFF2-40B4-BE49-F238E27FC236}">
                  <a16:creationId xmlns:a16="http://schemas.microsoft.com/office/drawing/2014/main" id="{81C6F849-C931-45D3-B947-1D2532D95A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45112" y="405765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9420" name="Shape 2363">
              <a:extLst>
                <a:ext uri="{FF2B5EF4-FFF2-40B4-BE49-F238E27FC236}">
                  <a16:creationId xmlns:a16="http://schemas.microsoft.com/office/drawing/2014/main" id="{D8196FF5-942B-4751-A1F8-29E4DD204B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24450" y="405765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9421" name="Shape 2364">
              <a:extLst>
                <a:ext uri="{FF2B5EF4-FFF2-40B4-BE49-F238E27FC236}">
                  <a16:creationId xmlns:a16="http://schemas.microsoft.com/office/drawing/2014/main" id="{40B9931D-AB72-43C0-AF21-53009BB8FE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4737" y="4281487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69422" name="Shape 2365">
              <a:extLst>
                <a:ext uri="{FF2B5EF4-FFF2-40B4-BE49-F238E27FC236}">
                  <a16:creationId xmlns:a16="http://schemas.microsoft.com/office/drawing/2014/main" id="{0CD44DB4-19D5-4692-844D-F40C18B8AE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45112" y="4281487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9423" name="Shape 2366">
              <a:extLst>
                <a:ext uri="{FF2B5EF4-FFF2-40B4-BE49-F238E27FC236}">
                  <a16:creationId xmlns:a16="http://schemas.microsoft.com/office/drawing/2014/main" id="{EC0F2A5E-33C9-408A-9BF2-11EDCD9361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24450" y="4281487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9424" name="Shape 2367">
              <a:extLst>
                <a:ext uri="{FF2B5EF4-FFF2-40B4-BE49-F238E27FC236}">
                  <a16:creationId xmlns:a16="http://schemas.microsoft.com/office/drawing/2014/main" id="{81B3906A-770A-4B13-BAD1-08E9C9131D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14771" y="3587750"/>
              <a:ext cx="2523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: </a:t>
              </a:r>
            </a:p>
          </p:txBody>
        </p:sp>
        <p:sp>
          <p:nvSpPr>
            <p:cNvPr id="269425" name="Shape 2368">
              <a:extLst>
                <a:ext uri="{FF2B5EF4-FFF2-40B4-BE49-F238E27FC236}">
                  <a16:creationId xmlns:a16="http://schemas.microsoft.com/office/drawing/2014/main" id="{7A2E08EC-775C-4C7C-9E0C-D410F0BF6B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3037" y="3587750"/>
              <a:ext cx="174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269426" name="Shape 2369">
              <a:extLst>
                <a:ext uri="{FF2B5EF4-FFF2-40B4-BE49-F238E27FC236}">
                  <a16:creationId xmlns:a16="http://schemas.microsoft.com/office/drawing/2014/main" id="{52A2F93C-68E7-4655-8473-DCE4CBAFD0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19562" y="358775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9427" name="Shape 2370">
              <a:extLst>
                <a:ext uri="{FF2B5EF4-FFF2-40B4-BE49-F238E27FC236}">
                  <a16:creationId xmlns:a16="http://schemas.microsoft.com/office/drawing/2014/main" id="{81BFFCEF-D7F6-47B6-9028-FE9631481A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30687" y="3692525"/>
              <a:ext cx="252300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 </a:t>
              </a:r>
            </a:p>
          </p:txBody>
        </p:sp>
        <p:sp>
          <p:nvSpPr>
            <p:cNvPr id="269428" name="Shape 2371">
              <a:extLst>
                <a:ext uri="{FF2B5EF4-FFF2-40B4-BE49-F238E27FC236}">
                  <a16:creationId xmlns:a16="http://schemas.microsoft.com/office/drawing/2014/main" id="{7181EFA9-6D87-4ADB-AE1C-696E5D63B9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16462" y="358775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9429" name="Shape 2372">
              <a:extLst>
                <a:ext uri="{FF2B5EF4-FFF2-40B4-BE49-F238E27FC236}">
                  <a16:creationId xmlns:a16="http://schemas.microsoft.com/office/drawing/2014/main" id="{D743CB64-F91E-4AD9-9786-D81519A724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32312" y="358775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9430" name="Shape 2373">
              <a:extLst>
                <a:ext uri="{FF2B5EF4-FFF2-40B4-BE49-F238E27FC236}">
                  <a16:creationId xmlns:a16="http://schemas.microsoft.com/office/drawing/2014/main" id="{AFCA9215-C721-4DC4-BE10-7D8A2159F8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26012" y="3587750"/>
              <a:ext cx="174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269431" name="Shape 2374">
              <a:extLst>
                <a:ext uri="{FF2B5EF4-FFF2-40B4-BE49-F238E27FC236}">
                  <a16:creationId xmlns:a16="http://schemas.microsoft.com/office/drawing/2014/main" id="{9240C95A-D973-40D2-978C-823E42B2FF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2537" y="358775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269432" name="Shape 2375">
              <a:extLst>
                <a:ext uri="{FF2B5EF4-FFF2-40B4-BE49-F238E27FC236}">
                  <a16:creationId xmlns:a16="http://schemas.microsoft.com/office/drawing/2014/main" id="{DAB06EBE-0B69-45DB-8FF2-CFD951FA15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3644" y="3692525"/>
              <a:ext cx="185700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69433" name="Shape 2376">
              <a:extLst>
                <a:ext uri="{FF2B5EF4-FFF2-40B4-BE49-F238E27FC236}">
                  <a16:creationId xmlns:a16="http://schemas.microsoft.com/office/drawing/2014/main" id="{7DDAAFC0-4B22-4EF7-BB2C-B8BEEF5BD8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4187" y="358775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9434" name="Shape 2377">
              <a:extLst>
                <a:ext uri="{FF2B5EF4-FFF2-40B4-BE49-F238E27FC236}">
                  <a16:creationId xmlns:a16="http://schemas.microsoft.com/office/drawing/2014/main" id="{016EE101-7A10-461E-9E96-411C195FE9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0037" y="358775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9435" name="Shape 2378">
              <a:extLst>
                <a:ext uri="{FF2B5EF4-FFF2-40B4-BE49-F238E27FC236}">
                  <a16:creationId xmlns:a16="http://schemas.microsoft.com/office/drawing/2014/main" id="{10855F2F-C650-414F-8893-ED7986B393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9650" y="3581400"/>
              <a:ext cx="107999" cy="258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Noto Symbol" charset="0"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Noto Symbol" charset="0"/>
                  <a:ea typeface="ＭＳ Ｐゴシック" panose="020B0600070205080204" pitchFamily="34" charset="-128"/>
                  <a:cs typeface="Arial" panose="020B0604020202020204" pitchFamily="34" charset="0"/>
                  <a:sym typeface="Noto Symbol" charset="0"/>
                </a:rPr>
                <a:t>, </a:t>
              </a:r>
            </a:p>
          </p:txBody>
        </p:sp>
        <p:sp>
          <p:nvSpPr>
            <p:cNvPr id="269436" name="Shape 2379">
              <a:extLst>
                <a:ext uri="{FF2B5EF4-FFF2-40B4-BE49-F238E27FC236}">
                  <a16:creationId xmlns:a16="http://schemas.microsoft.com/office/drawing/2014/main" id="{FAB6BB25-621D-4BA7-93F6-A7F96504B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575" y="2336800"/>
              <a:ext cx="3249612" cy="481011"/>
            </a:xfrm>
            <a:custGeom>
              <a:avLst/>
              <a:gdLst>
                <a:gd name="T0" fmla="*/ 2147483646 w 4094"/>
                <a:gd name="T1" fmla="*/ 2147483646 h 605"/>
                <a:gd name="T2" fmla="*/ 2147483646 w 4094"/>
                <a:gd name="T3" fmla="*/ 2147483646 h 605"/>
                <a:gd name="T4" fmla="*/ 2147483646 w 4094"/>
                <a:gd name="T5" fmla="*/ 2147483646 h 605"/>
                <a:gd name="T6" fmla="*/ 2147483646 w 4094"/>
                <a:gd name="T7" fmla="*/ 2147483646 h 605"/>
                <a:gd name="T8" fmla="*/ 2147483646 w 4094"/>
                <a:gd name="T9" fmla="*/ 2147483646 h 605"/>
                <a:gd name="T10" fmla="*/ 2147483646 w 4094"/>
                <a:gd name="T11" fmla="*/ 2147483646 h 605"/>
                <a:gd name="T12" fmla="*/ 2147483646 w 4094"/>
                <a:gd name="T13" fmla="*/ 2147483646 h 605"/>
                <a:gd name="T14" fmla="*/ 2147483646 w 4094"/>
                <a:gd name="T15" fmla="*/ 2147483646 h 605"/>
                <a:gd name="T16" fmla="*/ 2147483646 w 4094"/>
                <a:gd name="T17" fmla="*/ 2147483646 h 605"/>
                <a:gd name="T18" fmla="*/ 2147483646 w 4094"/>
                <a:gd name="T19" fmla="*/ 2147483646 h 605"/>
                <a:gd name="T20" fmla="*/ 2147483646 w 4094"/>
                <a:gd name="T21" fmla="*/ 0 h 605"/>
                <a:gd name="T22" fmla="*/ 2147483646 w 4094"/>
                <a:gd name="T23" fmla="*/ 0 h 605"/>
                <a:gd name="T24" fmla="*/ 2147483646 w 4094"/>
                <a:gd name="T25" fmla="*/ 2147483646 h 605"/>
                <a:gd name="T26" fmla="*/ 2147483646 w 4094"/>
                <a:gd name="T27" fmla="*/ 2147483646 h 605"/>
                <a:gd name="T28" fmla="*/ 2147483646 w 4094"/>
                <a:gd name="T29" fmla="*/ 2147483646 h 605"/>
                <a:gd name="T30" fmla="*/ 2147483646 w 4094"/>
                <a:gd name="T31" fmla="*/ 2147483646 h 605"/>
                <a:gd name="T32" fmla="*/ 2147483646 w 4094"/>
                <a:gd name="T33" fmla="*/ 2147483646 h 605"/>
                <a:gd name="T34" fmla="*/ 2147483646 w 4094"/>
                <a:gd name="T35" fmla="*/ 2147483646 h 605"/>
                <a:gd name="T36" fmla="*/ 2147483646 w 4094"/>
                <a:gd name="T37" fmla="*/ 2147483646 h 605"/>
                <a:gd name="T38" fmla="*/ 2147483646 w 4094"/>
                <a:gd name="T39" fmla="*/ 2147483646 h 605"/>
                <a:gd name="T40" fmla="*/ 2147483646 w 4094"/>
                <a:gd name="T41" fmla="*/ 2147483646 h 605"/>
                <a:gd name="T42" fmla="*/ 2147483646 w 4094"/>
                <a:gd name="T43" fmla="*/ 2147483646 h 605"/>
                <a:gd name="T44" fmla="*/ 2147483646 w 4094"/>
                <a:gd name="T45" fmla="*/ 2147483646 h 605"/>
                <a:gd name="T46" fmla="*/ 2147483646 w 4094"/>
                <a:gd name="T47" fmla="*/ 2147483646 h 605"/>
                <a:gd name="T48" fmla="*/ 2147483646 w 4094"/>
                <a:gd name="T49" fmla="*/ 2147483646 h 605"/>
                <a:gd name="T50" fmla="*/ 2147483646 w 4094"/>
                <a:gd name="T51" fmla="*/ 2147483646 h 605"/>
                <a:gd name="T52" fmla="*/ 2147483646 w 4094"/>
                <a:gd name="T53" fmla="*/ 2147483646 h 605"/>
                <a:gd name="T54" fmla="*/ 2147483646 w 4094"/>
                <a:gd name="T55" fmla="*/ 2147483646 h 605"/>
                <a:gd name="T56" fmla="*/ 2147483646 w 4094"/>
                <a:gd name="T57" fmla="*/ 2147483646 h 605"/>
                <a:gd name="T58" fmla="*/ 2147483646 w 4094"/>
                <a:gd name="T59" fmla="*/ 2147483646 h 605"/>
                <a:gd name="T60" fmla="*/ 2147483646 w 4094"/>
                <a:gd name="T61" fmla="*/ 2147483646 h 605"/>
                <a:gd name="T62" fmla="*/ 2147483646 w 4094"/>
                <a:gd name="T63" fmla="*/ 2147483646 h 605"/>
                <a:gd name="T64" fmla="*/ 2147483646 w 4094"/>
                <a:gd name="T65" fmla="*/ 2147483646 h 605"/>
                <a:gd name="T66" fmla="*/ 2147483646 w 4094"/>
                <a:gd name="T67" fmla="*/ 2147483646 h 605"/>
                <a:gd name="T68" fmla="*/ 2147483646 w 4094"/>
                <a:gd name="T69" fmla="*/ 2147483646 h 605"/>
                <a:gd name="T70" fmla="*/ 2147483646 w 4094"/>
                <a:gd name="T71" fmla="*/ 2147483646 h 605"/>
                <a:gd name="T72" fmla="*/ 2147483646 w 4094"/>
                <a:gd name="T73" fmla="*/ 2147483646 h 605"/>
                <a:gd name="T74" fmla="*/ 2147483646 w 4094"/>
                <a:gd name="T75" fmla="*/ 2147483646 h 605"/>
                <a:gd name="T76" fmla="*/ 2147483646 w 4094"/>
                <a:gd name="T77" fmla="*/ 2147483646 h 605"/>
                <a:gd name="T78" fmla="*/ 2147483646 w 4094"/>
                <a:gd name="T79" fmla="*/ 2147483646 h 605"/>
                <a:gd name="T80" fmla="*/ 2147483646 w 4094"/>
                <a:gd name="T81" fmla="*/ 2147483646 h 605"/>
                <a:gd name="T82" fmla="*/ 2147483646 w 4094"/>
                <a:gd name="T83" fmla="*/ 2147483646 h 605"/>
                <a:gd name="T84" fmla="*/ 2147483646 w 4094"/>
                <a:gd name="T85" fmla="*/ 2147483646 h 605"/>
                <a:gd name="T86" fmla="*/ 2147483646 w 4094"/>
                <a:gd name="T87" fmla="*/ 2147483646 h 60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94"/>
                <a:gd name="T133" fmla="*/ 0 h 605"/>
                <a:gd name="T134" fmla="*/ 4094 w 4094"/>
                <a:gd name="T135" fmla="*/ 605 h 60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94" h="605" extrusionOk="0">
                  <a:moveTo>
                    <a:pt x="0" y="298"/>
                  </a:moveTo>
                  <a:lnTo>
                    <a:pt x="0" y="307"/>
                  </a:lnTo>
                  <a:lnTo>
                    <a:pt x="2" y="291"/>
                  </a:lnTo>
                  <a:lnTo>
                    <a:pt x="3" y="275"/>
                  </a:lnTo>
                  <a:lnTo>
                    <a:pt x="5" y="259"/>
                  </a:lnTo>
                  <a:lnTo>
                    <a:pt x="8" y="245"/>
                  </a:lnTo>
                  <a:lnTo>
                    <a:pt x="11" y="229"/>
                  </a:lnTo>
                  <a:lnTo>
                    <a:pt x="15" y="215"/>
                  </a:lnTo>
                  <a:lnTo>
                    <a:pt x="19" y="202"/>
                  </a:lnTo>
                  <a:lnTo>
                    <a:pt x="25" y="187"/>
                  </a:lnTo>
                  <a:lnTo>
                    <a:pt x="31" y="173"/>
                  </a:lnTo>
                  <a:lnTo>
                    <a:pt x="38" y="160"/>
                  </a:lnTo>
                  <a:lnTo>
                    <a:pt x="45" y="147"/>
                  </a:lnTo>
                  <a:lnTo>
                    <a:pt x="54" y="135"/>
                  </a:lnTo>
                  <a:lnTo>
                    <a:pt x="62" y="122"/>
                  </a:lnTo>
                  <a:lnTo>
                    <a:pt x="71" y="111"/>
                  </a:lnTo>
                  <a:lnTo>
                    <a:pt x="81" y="101"/>
                  </a:lnTo>
                  <a:lnTo>
                    <a:pt x="91" y="89"/>
                  </a:lnTo>
                  <a:lnTo>
                    <a:pt x="101" y="79"/>
                  </a:lnTo>
                  <a:lnTo>
                    <a:pt x="113" y="71"/>
                  </a:lnTo>
                  <a:lnTo>
                    <a:pt x="124" y="60"/>
                  </a:lnTo>
                  <a:lnTo>
                    <a:pt x="136" y="52"/>
                  </a:lnTo>
                  <a:lnTo>
                    <a:pt x="149" y="45"/>
                  </a:lnTo>
                  <a:lnTo>
                    <a:pt x="162" y="37"/>
                  </a:lnTo>
                  <a:lnTo>
                    <a:pt x="175" y="30"/>
                  </a:lnTo>
                  <a:lnTo>
                    <a:pt x="188" y="24"/>
                  </a:lnTo>
                  <a:lnTo>
                    <a:pt x="202" y="19"/>
                  </a:lnTo>
                  <a:lnTo>
                    <a:pt x="217" y="14"/>
                  </a:lnTo>
                  <a:lnTo>
                    <a:pt x="231" y="10"/>
                  </a:lnTo>
                  <a:lnTo>
                    <a:pt x="245" y="6"/>
                  </a:lnTo>
                  <a:lnTo>
                    <a:pt x="261" y="3"/>
                  </a:lnTo>
                  <a:lnTo>
                    <a:pt x="276" y="1"/>
                  </a:lnTo>
                  <a:lnTo>
                    <a:pt x="292" y="0"/>
                  </a:lnTo>
                  <a:lnTo>
                    <a:pt x="307" y="0"/>
                  </a:lnTo>
                  <a:lnTo>
                    <a:pt x="3788" y="0"/>
                  </a:lnTo>
                  <a:lnTo>
                    <a:pt x="3804" y="0"/>
                  </a:lnTo>
                  <a:lnTo>
                    <a:pt x="3820" y="1"/>
                  </a:lnTo>
                  <a:lnTo>
                    <a:pt x="3834" y="3"/>
                  </a:lnTo>
                  <a:lnTo>
                    <a:pt x="3850" y="6"/>
                  </a:lnTo>
                  <a:lnTo>
                    <a:pt x="3864" y="10"/>
                  </a:lnTo>
                  <a:lnTo>
                    <a:pt x="3879" y="14"/>
                  </a:lnTo>
                  <a:lnTo>
                    <a:pt x="3893" y="19"/>
                  </a:lnTo>
                  <a:lnTo>
                    <a:pt x="3908" y="24"/>
                  </a:lnTo>
                  <a:lnTo>
                    <a:pt x="3921" y="30"/>
                  </a:lnTo>
                  <a:lnTo>
                    <a:pt x="3934" y="37"/>
                  </a:lnTo>
                  <a:lnTo>
                    <a:pt x="3947" y="45"/>
                  </a:lnTo>
                  <a:lnTo>
                    <a:pt x="3960" y="52"/>
                  </a:lnTo>
                  <a:lnTo>
                    <a:pt x="3971" y="60"/>
                  </a:lnTo>
                  <a:lnTo>
                    <a:pt x="3983" y="71"/>
                  </a:lnTo>
                  <a:lnTo>
                    <a:pt x="3994" y="79"/>
                  </a:lnTo>
                  <a:lnTo>
                    <a:pt x="4004" y="89"/>
                  </a:lnTo>
                  <a:lnTo>
                    <a:pt x="4014" y="101"/>
                  </a:lnTo>
                  <a:lnTo>
                    <a:pt x="4024" y="111"/>
                  </a:lnTo>
                  <a:lnTo>
                    <a:pt x="4033" y="122"/>
                  </a:lnTo>
                  <a:lnTo>
                    <a:pt x="4042" y="135"/>
                  </a:lnTo>
                  <a:lnTo>
                    <a:pt x="4050" y="147"/>
                  </a:lnTo>
                  <a:lnTo>
                    <a:pt x="4058" y="160"/>
                  </a:lnTo>
                  <a:lnTo>
                    <a:pt x="4065" y="173"/>
                  </a:lnTo>
                  <a:lnTo>
                    <a:pt x="4071" y="187"/>
                  </a:lnTo>
                  <a:lnTo>
                    <a:pt x="4076" y="202"/>
                  </a:lnTo>
                  <a:lnTo>
                    <a:pt x="4081" y="215"/>
                  </a:lnTo>
                  <a:lnTo>
                    <a:pt x="4085" y="229"/>
                  </a:lnTo>
                  <a:lnTo>
                    <a:pt x="4088" y="245"/>
                  </a:lnTo>
                  <a:lnTo>
                    <a:pt x="4091" y="259"/>
                  </a:lnTo>
                  <a:lnTo>
                    <a:pt x="4092" y="275"/>
                  </a:lnTo>
                  <a:lnTo>
                    <a:pt x="4094" y="291"/>
                  </a:lnTo>
                  <a:lnTo>
                    <a:pt x="4094" y="307"/>
                  </a:lnTo>
                  <a:lnTo>
                    <a:pt x="4094" y="298"/>
                  </a:lnTo>
                  <a:lnTo>
                    <a:pt x="4094" y="314"/>
                  </a:lnTo>
                  <a:lnTo>
                    <a:pt x="4092" y="330"/>
                  </a:lnTo>
                  <a:lnTo>
                    <a:pt x="4091" y="346"/>
                  </a:lnTo>
                  <a:lnTo>
                    <a:pt x="4088" y="360"/>
                  </a:lnTo>
                  <a:lnTo>
                    <a:pt x="4085" y="376"/>
                  </a:lnTo>
                  <a:lnTo>
                    <a:pt x="4081" y="390"/>
                  </a:lnTo>
                  <a:lnTo>
                    <a:pt x="4076" y="405"/>
                  </a:lnTo>
                  <a:lnTo>
                    <a:pt x="4071" y="418"/>
                  </a:lnTo>
                  <a:lnTo>
                    <a:pt x="4065" y="432"/>
                  </a:lnTo>
                  <a:lnTo>
                    <a:pt x="4058" y="445"/>
                  </a:lnTo>
                  <a:lnTo>
                    <a:pt x="4050" y="458"/>
                  </a:lnTo>
                  <a:lnTo>
                    <a:pt x="4042" y="470"/>
                  </a:lnTo>
                  <a:lnTo>
                    <a:pt x="4033" y="483"/>
                  </a:lnTo>
                  <a:lnTo>
                    <a:pt x="4024" y="494"/>
                  </a:lnTo>
                  <a:lnTo>
                    <a:pt x="4014" y="504"/>
                  </a:lnTo>
                  <a:lnTo>
                    <a:pt x="4004" y="516"/>
                  </a:lnTo>
                  <a:lnTo>
                    <a:pt x="3994" y="526"/>
                  </a:lnTo>
                  <a:lnTo>
                    <a:pt x="3983" y="535"/>
                  </a:lnTo>
                  <a:lnTo>
                    <a:pt x="3971" y="545"/>
                  </a:lnTo>
                  <a:lnTo>
                    <a:pt x="3960" y="553"/>
                  </a:lnTo>
                  <a:lnTo>
                    <a:pt x="3947" y="561"/>
                  </a:lnTo>
                  <a:lnTo>
                    <a:pt x="3934" y="568"/>
                  </a:lnTo>
                  <a:lnTo>
                    <a:pt x="3921" y="575"/>
                  </a:lnTo>
                  <a:lnTo>
                    <a:pt x="3908" y="581"/>
                  </a:lnTo>
                  <a:lnTo>
                    <a:pt x="3893" y="586"/>
                  </a:lnTo>
                  <a:lnTo>
                    <a:pt x="3879" y="591"/>
                  </a:lnTo>
                  <a:lnTo>
                    <a:pt x="3864" y="595"/>
                  </a:lnTo>
                  <a:lnTo>
                    <a:pt x="3850" y="599"/>
                  </a:lnTo>
                  <a:lnTo>
                    <a:pt x="3834" y="602"/>
                  </a:lnTo>
                  <a:lnTo>
                    <a:pt x="3820" y="604"/>
                  </a:lnTo>
                  <a:lnTo>
                    <a:pt x="3804" y="605"/>
                  </a:lnTo>
                  <a:lnTo>
                    <a:pt x="3788" y="605"/>
                  </a:lnTo>
                  <a:lnTo>
                    <a:pt x="307" y="605"/>
                  </a:lnTo>
                  <a:lnTo>
                    <a:pt x="292" y="605"/>
                  </a:lnTo>
                  <a:lnTo>
                    <a:pt x="276" y="604"/>
                  </a:lnTo>
                  <a:lnTo>
                    <a:pt x="261" y="602"/>
                  </a:lnTo>
                  <a:lnTo>
                    <a:pt x="245" y="599"/>
                  </a:lnTo>
                  <a:lnTo>
                    <a:pt x="231" y="595"/>
                  </a:lnTo>
                  <a:lnTo>
                    <a:pt x="217" y="591"/>
                  </a:lnTo>
                  <a:lnTo>
                    <a:pt x="202" y="586"/>
                  </a:lnTo>
                  <a:lnTo>
                    <a:pt x="188" y="581"/>
                  </a:lnTo>
                  <a:lnTo>
                    <a:pt x="175" y="575"/>
                  </a:lnTo>
                  <a:lnTo>
                    <a:pt x="162" y="568"/>
                  </a:lnTo>
                  <a:lnTo>
                    <a:pt x="149" y="561"/>
                  </a:lnTo>
                  <a:lnTo>
                    <a:pt x="136" y="553"/>
                  </a:lnTo>
                  <a:lnTo>
                    <a:pt x="124" y="545"/>
                  </a:lnTo>
                  <a:lnTo>
                    <a:pt x="113" y="535"/>
                  </a:lnTo>
                  <a:lnTo>
                    <a:pt x="101" y="526"/>
                  </a:lnTo>
                  <a:lnTo>
                    <a:pt x="91" y="516"/>
                  </a:lnTo>
                  <a:lnTo>
                    <a:pt x="81" y="504"/>
                  </a:lnTo>
                  <a:lnTo>
                    <a:pt x="71" y="494"/>
                  </a:lnTo>
                  <a:lnTo>
                    <a:pt x="62" y="483"/>
                  </a:lnTo>
                  <a:lnTo>
                    <a:pt x="54" y="470"/>
                  </a:lnTo>
                  <a:lnTo>
                    <a:pt x="45" y="458"/>
                  </a:lnTo>
                  <a:lnTo>
                    <a:pt x="38" y="445"/>
                  </a:lnTo>
                  <a:lnTo>
                    <a:pt x="31" y="432"/>
                  </a:lnTo>
                  <a:lnTo>
                    <a:pt x="25" y="418"/>
                  </a:lnTo>
                  <a:lnTo>
                    <a:pt x="19" y="405"/>
                  </a:lnTo>
                  <a:lnTo>
                    <a:pt x="15" y="390"/>
                  </a:lnTo>
                  <a:lnTo>
                    <a:pt x="11" y="376"/>
                  </a:lnTo>
                  <a:lnTo>
                    <a:pt x="8" y="360"/>
                  </a:lnTo>
                  <a:lnTo>
                    <a:pt x="5" y="346"/>
                  </a:lnTo>
                  <a:lnTo>
                    <a:pt x="3" y="330"/>
                  </a:lnTo>
                  <a:lnTo>
                    <a:pt x="2" y="314"/>
                  </a:lnTo>
                  <a:lnTo>
                    <a:pt x="0" y="298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9437" name="Shape 2380">
              <a:extLst>
                <a:ext uri="{FF2B5EF4-FFF2-40B4-BE49-F238E27FC236}">
                  <a16:creationId xmlns:a16="http://schemas.microsoft.com/office/drawing/2014/main" id="{11F1A95D-900A-4531-B8A6-6DFAAABDEB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14745" y="2465375"/>
              <a:ext cx="2523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: </a:t>
              </a:r>
            </a:p>
          </p:txBody>
        </p:sp>
        <p:sp>
          <p:nvSpPr>
            <p:cNvPr id="269438" name="Shape 2381">
              <a:extLst>
                <a:ext uri="{FF2B5EF4-FFF2-40B4-BE49-F238E27FC236}">
                  <a16:creationId xmlns:a16="http://schemas.microsoft.com/office/drawing/2014/main" id="{AA72A160-C129-4EFB-8CD6-2B872D2BE6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3037" y="2465386"/>
              <a:ext cx="174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269439" name="Shape 2382">
              <a:extLst>
                <a:ext uri="{FF2B5EF4-FFF2-40B4-BE49-F238E27FC236}">
                  <a16:creationId xmlns:a16="http://schemas.microsoft.com/office/drawing/2014/main" id="{4B64428E-25B7-4E12-8964-63454E5F04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19562" y="246538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269440" name="Shape 2383">
              <a:extLst>
                <a:ext uri="{FF2B5EF4-FFF2-40B4-BE49-F238E27FC236}">
                  <a16:creationId xmlns:a16="http://schemas.microsoft.com/office/drawing/2014/main" id="{DFFE4049-6818-466D-891E-E0FBAB0609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30687" y="2568575"/>
              <a:ext cx="252300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 </a:t>
              </a:r>
            </a:p>
          </p:txBody>
        </p:sp>
        <p:sp>
          <p:nvSpPr>
            <p:cNvPr id="269441" name="Shape 2384">
              <a:extLst>
                <a:ext uri="{FF2B5EF4-FFF2-40B4-BE49-F238E27FC236}">
                  <a16:creationId xmlns:a16="http://schemas.microsoft.com/office/drawing/2014/main" id="{1C74F208-01E7-4ECC-826E-CAADE84FFC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16462" y="246538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9442" name="Shape 2385">
              <a:extLst>
                <a:ext uri="{FF2B5EF4-FFF2-40B4-BE49-F238E27FC236}">
                  <a16:creationId xmlns:a16="http://schemas.microsoft.com/office/drawing/2014/main" id="{4094851E-667F-42C8-BC6A-264CC789C3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32312" y="2465386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9443" name="Shape 2386">
              <a:extLst>
                <a:ext uri="{FF2B5EF4-FFF2-40B4-BE49-F238E27FC236}">
                  <a16:creationId xmlns:a16="http://schemas.microsoft.com/office/drawing/2014/main" id="{83EC7ED6-ACE4-4E66-B22E-1F48DDF068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26012" y="2465386"/>
              <a:ext cx="174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269444" name="Shape 2387">
              <a:extLst>
                <a:ext uri="{FF2B5EF4-FFF2-40B4-BE49-F238E27FC236}">
                  <a16:creationId xmlns:a16="http://schemas.microsoft.com/office/drawing/2014/main" id="{0B12B4C3-ABDD-42E8-88B6-213681B090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2537" y="246538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 </a:t>
              </a:r>
            </a:p>
          </p:txBody>
        </p:sp>
        <p:sp>
          <p:nvSpPr>
            <p:cNvPr id="269445" name="Shape 2388">
              <a:extLst>
                <a:ext uri="{FF2B5EF4-FFF2-40B4-BE49-F238E27FC236}">
                  <a16:creationId xmlns:a16="http://schemas.microsoft.com/office/drawing/2014/main" id="{79CE25B5-3FA9-49D5-9990-B5E142B8F7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3642" y="2568575"/>
              <a:ext cx="196800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69446" name="Shape 2389">
              <a:extLst>
                <a:ext uri="{FF2B5EF4-FFF2-40B4-BE49-F238E27FC236}">
                  <a16:creationId xmlns:a16="http://schemas.microsoft.com/office/drawing/2014/main" id="{841D37DC-273A-4B91-BC9B-393600106B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4187" y="246538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9447" name="Shape 2390">
              <a:extLst>
                <a:ext uri="{FF2B5EF4-FFF2-40B4-BE49-F238E27FC236}">
                  <a16:creationId xmlns:a16="http://schemas.microsoft.com/office/drawing/2014/main" id="{88C63C6D-1BB0-4DDD-B487-8225E6D8E1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0037" y="2465386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9448" name="Shape 2391">
              <a:extLst>
                <a:ext uri="{FF2B5EF4-FFF2-40B4-BE49-F238E27FC236}">
                  <a16:creationId xmlns:a16="http://schemas.microsoft.com/office/drawing/2014/main" id="{7D9E3B1A-7EE8-4852-B31E-D9DF269473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9650" y="2459036"/>
              <a:ext cx="107999" cy="258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Noto Symbol" charset="0"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Noto Symbol" charset="0"/>
                  <a:ea typeface="ＭＳ Ｐゴシック" panose="020B0600070205080204" pitchFamily="34" charset="-128"/>
                  <a:cs typeface="Arial" panose="020B0604020202020204" pitchFamily="34" charset="0"/>
                  <a:sym typeface="Noto Symbol" charset="0"/>
                </a:rPr>
                <a:t>, </a:t>
              </a:r>
            </a:p>
          </p:txBody>
        </p:sp>
        <p:sp>
          <p:nvSpPr>
            <p:cNvPr id="269449" name="Shape 2392">
              <a:extLst>
                <a:ext uri="{FF2B5EF4-FFF2-40B4-BE49-F238E27FC236}">
                  <a16:creationId xmlns:a16="http://schemas.microsoft.com/office/drawing/2014/main" id="{8DE2C04E-AEDD-4588-915A-6B27E12FE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575" y="1193800"/>
              <a:ext cx="3249612" cy="503237"/>
            </a:xfrm>
            <a:custGeom>
              <a:avLst/>
              <a:gdLst>
                <a:gd name="T0" fmla="*/ 2147483646 w 4094"/>
                <a:gd name="T1" fmla="*/ 2147483646 h 634"/>
                <a:gd name="T2" fmla="*/ 2147483646 w 4094"/>
                <a:gd name="T3" fmla="*/ 2147483646 h 634"/>
                <a:gd name="T4" fmla="*/ 2147483646 w 4094"/>
                <a:gd name="T5" fmla="*/ 2147483646 h 634"/>
                <a:gd name="T6" fmla="*/ 2147483646 w 4094"/>
                <a:gd name="T7" fmla="*/ 2147483646 h 634"/>
                <a:gd name="T8" fmla="*/ 2147483646 w 4094"/>
                <a:gd name="T9" fmla="*/ 2147483646 h 634"/>
                <a:gd name="T10" fmla="*/ 2147483646 w 4094"/>
                <a:gd name="T11" fmla="*/ 2147483646 h 634"/>
                <a:gd name="T12" fmla="*/ 2147483646 w 4094"/>
                <a:gd name="T13" fmla="*/ 2147483646 h 634"/>
                <a:gd name="T14" fmla="*/ 2147483646 w 4094"/>
                <a:gd name="T15" fmla="*/ 2147483646 h 634"/>
                <a:gd name="T16" fmla="*/ 2147483646 w 4094"/>
                <a:gd name="T17" fmla="*/ 2147483646 h 634"/>
                <a:gd name="T18" fmla="*/ 2147483646 w 4094"/>
                <a:gd name="T19" fmla="*/ 2147483646 h 634"/>
                <a:gd name="T20" fmla="*/ 2147483646 w 4094"/>
                <a:gd name="T21" fmla="*/ 0 h 634"/>
                <a:gd name="T22" fmla="*/ 2147483646 w 4094"/>
                <a:gd name="T23" fmla="*/ 0 h 634"/>
                <a:gd name="T24" fmla="*/ 2147483646 w 4094"/>
                <a:gd name="T25" fmla="*/ 2147483646 h 634"/>
                <a:gd name="T26" fmla="*/ 2147483646 w 4094"/>
                <a:gd name="T27" fmla="*/ 2147483646 h 634"/>
                <a:gd name="T28" fmla="*/ 2147483646 w 4094"/>
                <a:gd name="T29" fmla="*/ 2147483646 h 634"/>
                <a:gd name="T30" fmla="*/ 2147483646 w 4094"/>
                <a:gd name="T31" fmla="*/ 2147483646 h 634"/>
                <a:gd name="T32" fmla="*/ 2147483646 w 4094"/>
                <a:gd name="T33" fmla="*/ 2147483646 h 634"/>
                <a:gd name="T34" fmla="*/ 2147483646 w 4094"/>
                <a:gd name="T35" fmla="*/ 2147483646 h 634"/>
                <a:gd name="T36" fmla="*/ 2147483646 w 4094"/>
                <a:gd name="T37" fmla="*/ 2147483646 h 634"/>
                <a:gd name="T38" fmla="*/ 2147483646 w 4094"/>
                <a:gd name="T39" fmla="*/ 2147483646 h 634"/>
                <a:gd name="T40" fmla="*/ 2147483646 w 4094"/>
                <a:gd name="T41" fmla="*/ 2147483646 h 634"/>
                <a:gd name="T42" fmla="*/ 2147483646 w 4094"/>
                <a:gd name="T43" fmla="*/ 2147483646 h 634"/>
                <a:gd name="T44" fmla="*/ 2147483646 w 4094"/>
                <a:gd name="T45" fmla="*/ 2147483646 h 634"/>
                <a:gd name="T46" fmla="*/ 2147483646 w 4094"/>
                <a:gd name="T47" fmla="*/ 2147483646 h 634"/>
                <a:gd name="T48" fmla="*/ 2147483646 w 4094"/>
                <a:gd name="T49" fmla="*/ 2147483646 h 634"/>
                <a:gd name="T50" fmla="*/ 2147483646 w 4094"/>
                <a:gd name="T51" fmla="*/ 2147483646 h 634"/>
                <a:gd name="T52" fmla="*/ 2147483646 w 4094"/>
                <a:gd name="T53" fmla="*/ 2147483646 h 634"/>
                <a:gd name="T54" fmla="*/ 2147483646 w 4094"/>
                <a:gd name="T55" fmla="*/ 2147483646 h 634"/>
                <a:gd name="T56" fmla="*/ 2147483646 w 4094"/>
                <a:gd name="T57" fmla="*/ 2147483646 h 634"/>
                <a:gd name="T58" fmla="*/ 2147483646 w 4094"/>
                <a:gd name="T59" fmla="*/ 2147483646 h 634"/>
                <a:gd name="T60" fmla="*/ 2147483646 w 4094"/>
                <a:gd name="T61" fmla="*/ 2147483646 h 634"/>
                <a:gd name="T62" fmla="*/ 2147483646 w 4094"/>
                <a:gd name="T63" fmla="*/ 2147483646 h 634"/>
                <a:gd name="T64" fmla="*/ 2147483646 w 4094"/>
                <a:gd name="T65" fmla="*/ 2147483646 h 634"/>
                <a:gd name="T66" fmla="*/ 2147483646 w 4094"/>
                <a:gd name="T67" fmla="*/ 2147483646 h 634"/>
                <a:gd name="T68" fmla="*/ 2147483646 w 4094"/>
                <a:gd name="T69" fmla="*/ 2147483646 h 634"/>
                <a:gd name="T70" fmla="*/ 2147483646 w 4094"/>
                <a:gd name="T71" fmla="*/ 2147483646 h 634"/>
                <a:gd name="T72" fmla="*/ 2147483646 w 4094"/>
                <a:gd name="T73" fmla="*/ 2147483646 h 634"/>
                <a:gd name="T74" fmla="*/ 2147483646 w 4094"/>
                <a:gd name="T75" fmla="*/ 2147483646 h 634"/>
                <a:gd name="T76" fmla="*/ 2147483646 w 4094"/>
                <a:gd name="T77" fmla="*/ 2147483646 h 634"/>
                <a:gd name="T78" fmla="*/ 2147483646 w 4094"/>
                <a:gd name="T79" fmla="*/ 2147483646 h 634"/>
                <a:gd name="T80" fmla="*/ 2147483646 w 4094"/>
                <a:gd name="T81" fmla="*/ 2147483646 h 634"/>
                <a:gd name="T82" fmla="*/ 2147483646 w 4094"/>
                <a:gd name="T83" fmla="*/ 2147483646 h 634"/>
                <a:gd name="T84" fmla="*/ 2147483646 w 4094"/>
                <a:gd name="T85" fmla="*/ 2147483646 h 634"/>
                <a:gd name="T86" fmla="*/ 2147483646 w 4094"/>
                <a:gd name="T87" fmla="*/ 2147483646 h 63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94"/>
                <a:gd name="T133" fmla="*/ 0 h 634"/>
                <a:gd name="T134" fmla="*/ 4094 w 4094"/>
                <a:gd name="T135" fmla="*/ 634 h 63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94" h="634" extrusionOk="0">
                  <a:moveTo>
                    <a:pt x="0" y="327"/>
                  </a:moveTo>
                  <a:lnTo>
                    <a:pt x="0" y="307"/>
                  </a:lnTo>
                  <a:lnTo>
                    <a:pt x="2" y="291"/>
                  </a:lnTo>
                  <a:lnTo>
                    <a:pt x="3" y="275"/>
                  </a:lnTo>
                  <a:lnTo>
                    <a:pt x="5" y="259"/>
                  </a:lnTo>
                  <a:lnTo>
                    <a:pt x="8" y="245"/>
                  </a:lnTo>
                  <a:lnTo>
                    <a:pt x="11" y="229"/>
                  </a:lnTo>
                  <a:lnTo>
                    <a:pt x="15" y="214"/>
                  </a:lnTo>
                  <a:lnTo>
                    <a:pt x="19" y="201"/>
                  </a:lnTo>
                  <a:lnTo>
                    <a:pt x="25" y="187"/>
                  </a:lnTo>
                  <a:lnTo>
                    <a:pt x="31" y="173"/>
                  </a:lnTo>
                  <a:lnTo>
                    <a:pt x="38" y="160"/>
                  </a:lnTo>
                  <a:lnTo>
                    <a:pt x="45" y="147"/>
                  </a:lnTo>
                  <a:lnTo>
                    <a:pt x="54" y="135"/>
                  </a:lnTo>
                  <a:lnTo>
                    <a:pt x="62" y="122"/>
                  </a:lnTo>
                  <a:lnTo>
                    <a:pt x="71" y="111"/>
                  </a:lnTo>
                  <a:lnTo>
                    <a:pt x="81" y="101"/>
                  </a:lnTo>
                  <a:lnTo>
                    <a:pt x="91" y="89"/>
                  </a:lnTo>
                  <a:lnTo>
                    <a:pt x="101" y="79"/>
                  </a:lnTo>
                  <a:lnTo>
                    <a:pt x="113" y="70"/>
                  </a:lnTo>
                  <a:lnTo>
                    <a:pt x="124" y="60"/>
                  </a:lnTo>
                  <a:lnTo>
                    <a:pt x="136" y="52"/>
                  </a:lnTo>
                  <a:lnTo>
                    <a:pt x="149" y="44"/>
                  </a:lnTo>
                  <a:lnTo>
                    <a:pt x="162" y="37"/>
                  </a:lnTo>
                  <a:lnTo>
                    <a:pt x="175" y="30"/>
                  </a:lnTo>
                  <a:lnTo>
                    <a:pt x="188" y="24"/>
                  </a:lnTo>
                  <a:lnTo>
                    <a:pt x="202" y="18"/>
                  </a:lnTo>
                  <a:lnTo>
                    <a:pt x="217" y="14"/>
                  </a:lnTo>
                  <a:lnTo>
                    <a:pt x="231" y="10"/>
                  </a:lnTo>
                  <a:lnTo>
                    <a:pt x="245" y="5"/>
                  </a:lnTo>
                  <a:lnTo>
                    <a:pt x="261" y="3"/>
                  </a:lnTo>
                  <a:lnTo>
                    <a:pt x="276" y="1"/>
                  </a:lnTo>
                  <a:lnTo>
                    <a:pt x="292" y="0"/>
                  </a:lnTo>
                  <a:lnTo>
                    <a:pt x="307" y="0"/>
                  </a:lnTo>
                  <a:lnTo>
                    <a:pt x="3788" y="0"/>
                  </a:lnTo>
                  <a:lnTo>
                    <a:pt x="3804" y="0"/>
                  </a:lnTo>
                  <a:lnTo>
                    <a:pt x="3820" y="1"/>
                  </a:lnTo>
                  <a:lnTo>
                    <a:pt x="3834" y="3"/>
                  </a:lnTo>
                  <a:lnTo>
                    <a:pt x="3850" y="5"/>
                  </a:lnTo>
                  <a:lnTo>
                    <a:pt x="3864" y="10"/>
                  </a:lnTo>
                  <a:lnTo>
                    <a:pt x="3879" y="14"/>
                  </a:lnTo>
                  <a:lnTo>
                    <a:pt x="3893" y="18"/>
                  </a:lnTo>
                  <a:lnTo>
                    <a:pt x="3908" y="24"/>
                  </a:lnTo>
                  <a:lnTo>
                    <a:pt x="3921" y="30"/>
                  </a:lnTo>
                  <a:lnTo>
                    <a:pt x="3934" y="37"/>
                  </a:lnTo>
                  <a:lnTo>
                    <a:pt x="3947" y="44"/>
                  </a:lnTo>
                  <a:lnTo>
                    <a:pt x="3960" y="52"/>
                  </a:lnTo>
                  <a:lnTo>
                    <a:pt x="3971" y="60"/>
                  </a:lnTo>
                  <a:lnTo>
                    <a:pt x="3983" y="70"/>
                  </a:lnTo>
                  <a:lnTo>
                    <a:pt x="3994" y="79"/>
                  </a:lnTo>
                  <a:lnTo>
                    <a:pt x="4004" y="89"/>
                  </a:lnTo>
                  <a:lnTo>
                    <a:pt x="4014" y="101"/>
                  </a:lnTo>
                  <a:lnTo>
                    <a:pt x="4024" y="111"/>
                  </a:lnTo>
                  <a:lnTo>
                    <a:pt x="4033" y="122"/>
                  </a:lnTo>
                  <a:lnTo>
                    <a:pt x="4042" y="135"/>
                  </a:lnTo>
                  <a:lnTo>
                    <a:pt x="4050" y="147"/>
                  </a:lnTo>
                  <a:lnTo>
                    <a:pt x="4058" y="160"/>
                  </a:lnTo>
                  <a:lnTo>
                    <a:pt x="4065" y="173"/>
                  </a:lnTo>
                  <a:lnTo>
                    <a:pt x="4071" y="187"/>
                  </a:lnTo>
                  <a:lnTo>
                    <a:pt x="4076" y="201"/>
                  </a:lnTo>
                  <a:lnTo>
                    <a:pt x="4081" y="214"/>
                  </a:lnTo>
                  <a:lnTo>
                    <a:pt x="4085" y="229"/>
                  </a:lnTo>
                  <a:lnTo>
                    <a:pt x="4088" y="245"/>
                  </a:lnTo>
                  <a:lnTo>
                    <a:pt x="4091" y="259"/>
                  </a:lnTo>
                  <a:lnTo>
                    <a:pt x="4092" y="275"/>
                  </a:lnTo>
                  <a:lnTo>
                    <a:pt x="4094" y="291"/>
                  </a:lnTo>
                  <a:lnTo>
                    <a:pt x="4094" y="307"/>
                  </a:lnTo>
                  <a:lnTo>
                    <a:pt x="4094" y="327"/>
                  </a:lnTo>
                  <a:lnTo>
                    <a:pt x="4094" y="343"/>
                  </a:lnTo>
                  <a:lnTo>
                    <a:pt x="4092" y="359"/>
                  </a:lnTo>
                  <a:lnTo>
                    <a:pt x="4091" y="374"/>
                  </a:lnTo>
                  <a:lnTo>
                    <a:pt x="4088" y="389"/>
                  </a:lnTo>
                  <a:lnTo>
                    <a:pt x="4085" y="405"/>
                  </a:lnTo>
                  <a:lnTo>
                    <a:pt x="4081" y="419"/>
                  </a:lnTo>
                  <a:lnTo>
                    <a:pt x="4076" y="434"/>
                  </a:lnTo>
                  <a:lnTo>
                    <a:pt x="4071" y="446"/>
                  </a:lnTo>
                  <a:lnTo>
                    <a:pt x="4065" y="461"/>
                  </a:lnTo>
                  <a:lnTo>
                    <a:pt x="4058" y="474"/>
                  </a:lnTo>
                  <a:lnTo>
                    <a:pt x="4050" y="487"/>
                  </a:lnTo>
                  <a:lnTo>
                    <a:pt x="4042" y="498"/>
                  </a:lnTo>
                  <a:lnTo>
                    <a:pt x="4033" y="511"/>
                  </a:lnTo>
                  <a:lnTo>
                    <a:pt x="4024" y="523"/>
                  </a:lnTo>
                  <a:lnTo>
                    <a:pt x="4014" y="533"/>
                  </a:lnTo>
                  <a:lnTo>
                    <a:pt x="4004" y="544"/>
                  </a:lnTo>
                  <a:lnTo>
                    <a:pt x="3994" y="555"/>
                  </a:lnTo>
                  <a:lnTo>
                    <a:pt x="3983" y="563"/>
                  </a:lnTo>
                  <a:lnTo>
                    <a:pt x="3971" y="573"/>
                  </a:lnTo>
                  <a:lnTo>
                    <a:pt x="3960" y="582"/>
                  </a:lnTo>
                  <a:lnTo>
                    <a:pt x="3947" y="589"/>
                  </a:lnTo>
                  <a:lnTo>
                    <a:pt x="3934" y="596"/>
                  </a:lnTo>
                  <a:lnTo>
                    <a:pt x="3921" y="604"/>
                  </a:lnTo>
                  <a:lnTo>
                    <a:pt x="3908" y="609"/>
                  </a:lnTo>
                  <a:lnTo>
                    <a:pt x="3893" y="615"/>
                  </a:lnTo>
                  <a:lnTo>
                    <a:pt x="3879" y="619"/>
                  </a:lnTo>
                  <a:lnTo>
                    <a:pt x="3864" y="624"/>
                  </a:lnTo>
                  <a:lnTo>
                    <a:pt x="3850" y="628"/>
                  </a:lnTo>
                  <a:lnTo>
                    <a:pt x="3834" y="631"/>
                  </a:lnTo>
                  <a:lnTo>
                    <a:pt x="3820" y="632"/>
                  </a:lnTo>
                  <a:lnTo>
                    <a:pt x="3804" y="634"/>
                  </a:lnTo>
                  <a:lnTo>
                    <a:pt x="3788" y="634"/>
                  </a:lnTo>
                  <a:lnTo>
                    <a:pt x="307" y="634"/>
                  </a:lnTo>
                  <a:lnTo>
                    <a:pt x="292" y="634"/>
                  </a:lnTo>
                  <a:lnTo>
                    <a:pt x="276" y="632"/>
                  </a:lnTo>
                  <a:lnTo>
                    <a:pt x="261" y="631"/>
                  </a:lnTo>
                  <a:lnTo>
                    <a:pt x="245" y="628"/>
                  </a:lnTo>
                  <a:lnTo>
                    <a:pt x="231" y="624"/>
                  </a:lnTo>
                  <a:lnTo>
                    <a:pt x="217" y="619"/>
                  </a:lnTo>
                  <a:lnTo>
                    <a:pt x="202" y="615"/>
                  </a:lnTo>
                  <a:lnTo>
                    <a:pt x="188" y="609"/>
                  </a:lnTo>
                  <a:lnTo>
                    <a:pt x="175" y="604"/>
                  </a:lnTo>
                  <a:lnTo>
                    <a:pt x="162" y="596"/>
                  </a:lnTo>
                  <a:lnTo>
                    <a:pt x="149" y="589"/>
                  </a:lnTo>
                  <a:lnTo>
                    <a:pt x="136" y="582"/>
                  </a:lnTo>
                  <a:lnTo>
                    <a:pt x="124" y="573"/>
                  </a:lnTo>
                  <a:lnTo>
                    <a:pt x="113" y="563"/>
                  </a:lnTo>
                  <a:lnTo>
                    <a:pt x="101" y="555"/>
                  </a:lnTo>
                  <a:lnTo>
                    <a:pt x="91" y="544"/>
                  </a:lnTo>
                  <a:lnTo>
                    <a:pt x="81" y="533"/>
                  </a:lnTo>
                  <a:lnTo>
                    <a:pt x="71" y="523"/>
                  </a:lnTo>
                  <a:lnTo>
                    <a:pt x="62" y="511"/>
                  </a:lnTo>
                  <a:lnTo>
                    <a:pt x="54" y="498"/>
                  </a:lnTo>
                  <a:lnTo>
                    <a:pt x="45" y="487"/>
                  </a:lnTo>
                  <a:lnTo>
                    <a:pt x="38" y="474"/>
                  </a:lnTo>
                  <a:lnTo>
                    <a:pt x="31" y="461"/>
                  </a:lnTo>
                  <a:lnTo>
                    <a:pt x="25" y="446"/>
                  </a:lnTo>
                  <a:lnTo>
                    <a:pt x="19" y="434"/>
                  </a:lnTo>
                  <a:lnTo>
                    <a:pt x="15" y="419"/>
                  </a:lnTo>
                  <a:lnTo>
                    <a:pt x="11" y="405"/>
                  </a:lnTo>
                  <a:lnTo>
                    <a:pt x="8" y="389"/>
                  </a:lnTo>
                  <a:lnTo>
                    <a:pt x="5" y="374"/>
                  </a:lnTo>
                  <a:lnTo>
                    <a:pt x="3" y="359"/>
                  </a:lnTo>
                  <a:lnTo>
                    <a:pt x="2" y="343"/>
                  </a:lnTo>
                  <a:lnTo>
                    <a:pt x="0" y="327"/>
                  </a:lnTo>
                  <a:close/>
                </a:path>
              </a:pathLst>
            </a:custGeom>
            <a:solidFill>
              <a:schemeClr val="bg1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9450" name="Shape 2393">
              <a:extLst>
                <a:ext uri="{FF2B5EF4-FFF2-40B4-BE49-F238E27FC236}">
                  <a16:creationId xmlns:a16="http://schemas.microsoft.com/office/drawing/2014/main" id="{17342925-D477-4095-959C-1011AED55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362" y="2178050"/>
              <a:ext cx="46037" cy="136525"/>
            </a:xfrm>
            <a:custGeom>
              <a:avLst/>
              <a:gdLst>
                <a:gd name="T0" fmla="*/ 0 w 58"/>
                <a:gd name="T1" fmla="*/ 0 h 173"/>
                <a:gd name="T2" fmla="*/ 2147483646 w 58"/>
                <a:gd name="T3" fmla="*/ 2147483646 h 173"/>
                <a:gd name="T4" fmla="*/ 2147483646 w 58"/>
                <a:gd name="T5" fmla="*/ 0 h 173"/>
                <a:gd name="T6" fmla="*/ 2147483646 w 58"/>
                <a:gd name="T7" fmla="*/ 0 h 173"/>
                <a:gd name="T8" fmla="*/ 0 w 58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8"/>
                <a:gd name="T16" fmla="*/ 0 h 173"/>
                <a:gd name="T17" fmla="*/ 58 w 58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8" h="173" extrusionOk="0">
                  <a:moveTo>
                    <a:pt x="0" y="0"/>
                  </a:moveTo>
                  <a:lnTo>
                    <a:pt x="29" y="173"/>
                  </a:lnTo>
                  <a:lnTo>
                    <a:pt x="58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269451" name="Shape 2394">
              <a:extLst>
                <a:ext uri="{FF2B5EF4-FFF2-40B4-BE49-F238E27FC236}">
                  <a16:creationId xmlns:a16="http://schemas.microsoft.com/office/drawing/2014/main" id="{BBAE30FB-E204-45B6-BCE6-5509172B1E0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4702175" y="1697036"/>
              <a:ext cx="1500" cy="457200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69452" name="Shape 2395">
              <a:extLst>
                <a:ext uri="{FF2B5EF4-FFF2-40B4-BE49-F238E27FC236}">
                  <a16:creationId xmlns:a16="http://schemas.microsoft.com/office/drawing/2014/main" id="{1D4C8BB4-645C-4DB8-BF3C-5C6D0788DA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4737" y="1908175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69453" name="Shape 2396">
              <a:extLst>
                <a:ext uri="{FF2B5EF4-FFF2-40B4-BE49-F238E27FC236}">
                  <a16:creationId xmlns:a16="http://schemas.microsoft.com/office/drawing/2014/main" id="{B6B73B1B-D87A-434A-B275-3D4FD7E041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45112" y="190817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9454" name="Shape 2397">
              <a:extLst>
                <a:ext uri="{FF2B5EF4-FFF2-40B4-BE49-F238E27FC236}">
                  <a16:creationId xmlns:a16="http://schemas.microsoft.com/office/drawing/2014/main" id="{E734A823-C985-4838-B54B-21D22E707C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24450" y="190817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9455" name="Shape 2398">
              <a:extLst>
                <a:ext uri="{FF2B5EF4-FFF2-40B4-BE49-F238E27FC236}">
                  <a16:creationId xmlns:a16="http://schemas.microsoft.com/office/drawing/2014/main" id="{AB3C2FB2-46C4-4BDB-875A-2F076C843B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6068" y="1314450"/>
              <a:ext cx="14174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A: 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No Transfer</a:t>
              </a:r>
            </a:p>
          </p:txBody>
        </p:sp>
        <p:sp>
          <p:nvSpPr>
            <p:cNvPr id="269456" name="Shape 2399">
              <a:extLst>
                <a:ext uri="{FF2B5EF4-FFF2-40B4-BE49-F238E27FC236}">
                  <a16:creationId xmlns:a16="http://schemas.microsoft.com/office/drawing/2014/main" id="{6C34208D-444E-43F8-B007-86FC5071A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362" y="3298825"/>
              <a:ext cx="46037" cy="136525"/>
            </a:xfrm>
            <a:custGeom>
              <a:avLst/>
              <a:gdLst>
                <a:gd name="T0" fmla="*/ 0 w 58"/>
                <a:gd name="T1" fmla="*/ 0 h 173"/>
                <a:gd name="T2" fmla="*/ 2147483646 w 58"/>
                <a:gd name="T3" fmla="*/ 2147483646 h 173"/>
                <a:gd name="T4" fmla="*/ 2147483646 w 58"/>
                <a:gd name="T5" fmla="*/ 0 h 173"/>
                <a:gd name="T6" fmla="*/ 2147483646 w 58"/>
                <a:gd name="T7" fmla="*/ 0 h 173"/>
                <a:gd name="T8" fmla="*/ 0 w 58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8"/>
                <a:gd name="T16" fmla="*/ 0 h 173"/>
                <a:gd name="T17" fmla="*/ 58 w 58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8" h="173" extrusionOk="0">
                  <a:moveTo>
                    <a:pt x="0" y="0"/>
                  </a:moveTo>
                  <a:lnTo>
                    <a:pt x="29" y="173"/>
                  </a:lnTo>
                  <a:lnTo>
                    <a:pt x="58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269457" name="Shape 2400">
              <a:extLst>
                <a:ext uri="{FF2B5EF4-FFF2-40B4-BE49-F238E27FC236}">
                  <a16:creationId xmlns:a16="http://schemas.microsoft.com/office/drawing/2014/main" id="{36F8BE76-9DA1-4DCC-8007-CD04C94A4C9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4702175" y="2817923"/>
              <a:ext cx="1500" cy="480900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69458" name="Shape 2401">
              <a:extLst>
                <a:ext uri="{FF2B5EF4-FFF2-40B4-BE49-F238E27FC236}">
                  <a16:creationId xmlns:a16="http://schemas.microsoft.com/office/drawing/2014/main" id="{FF188F48-131D-46F4-A135-8E2E739236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94262" y="2922586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69459" name="Shape 2402">
              <a:extLst>
                <a:ext uri="{FF2B5EF4-FFF2-40B4-BE49-F238E27FC236}">
                  <a16:creationId xmlns:a16="http://schemas.microsoft.com/office/drawing/2014/main" id="{8280EC51-9277-4E90-A762-0ED46DBC88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53050" y="292258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9460" name="Shape 2403">
              <a:extLst>
                <a:ext uri="{FF2B5EF4-FFF2-40B4-BE49-F238E27FC236}">
                  <a16:creationId xmlns:a16="http://schemas.microsoft.com/office/drawing/2014/main" id="{68DDC060-A0E9-4B3C-B685-60B4096F33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33975" y="2922586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9461" name="Shape 2404">
              <a:extLst>
                <a:ext uri="{FF2B5EF4-FFF2-40B4-BE49-F238E27FC236}">
                  <a16:creationId xmlns:a16="http://schemas.microsoft.com/office/drawing/2014/main" id="{315ECEFE-5502-4213-9B84-FFAEAAF642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94262" y="3146425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69462" name="Shape 2405">
              <a:extLst>
                <a:ext uri="{FF2B5EF4-FFF2-40B4-BE49-F238E27FC236}">
                  <a16:creationId xmlns:a16="http://schemas.microsoft.com/office/drawing/2014/main" id="{1E66FA97-AD80-425A-A190-19A734BDDA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53050" y="31464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9463" name="Shape 2406">
              <a:extLst>
                <a:ext uri="{FF2B5EF4-FFF2-40B4-BE49-F238E27FC236}">
                  <a16:creationId xmlns:a16="http://schemas.microsoft.com/office/drawing/2014/main" id="{FE50946C-43C8-4C09-A65A-0BCAEB2C63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33975" y="314642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9464" name="Shape 2407">
              <a:extLst>
                <a:ext uri="{FF2B5EF4-FFF2-40B4-BE49-F238E27FC236}">
                  <a16:creationId xmlns:a16="http://schemas.microsoft.com/office/drawing/2014/main" id="{85162732-33BA-4B25-858A-16E38515C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011" y="1422400"/>
              <a:ext cx="160336" cy="46037"/>
            </a:xfrm>
            <a:custGeom>
              <a:avLst/>
              <a:gdLst>
                <a:gd name="T0" fmla="*/ 0 w 202"/>
                <a:gd name="T1" fmla="*/ 2147483646 h 58"/>
                <a:gd name="T2" fmla="*/ 2147483646 w 202"/>
                <a:gd name="T3" fmla="*/ 2147483646 h 58"/>
                <a:gd name="T4" fmla="*/ 0 w 202"/>
                <a:gd name="T5" fmla="*/ 0 h 58"/>
                <a:gd name="T6" fmla="*/ 0 w 202"/>
                <a:gd name="T7" fmla="*/ 2147483646 h 58"/>
                <a:gd name="T8" fmla="*/ 0 w 202"/>
                <a:gd name="T9" fmla="*/ 214748364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2"/>
                <a:gd name="T16" fmla="*/ 0 h 58"/>
                <a:gd name="T17" fmla="*/ 202 w 202"/>
                <a:gd name="T18" fmla="*/ 58 h 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2" h="58" extrusionOk="0">
                  <a:moveTo>
                    <a:pt x="0" y="58"/>
                  </a:moveTo>
                  <a:lnTo>
                    <a:pt x="202" y="29"/>
                  </a:lnTo>
                  <a:lnTo>
                    <a:pt x="0" y="0"/>
                  </a:lnTo>
                  <a:lnTo>
                    <a:pt x="0" y="29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9465" name="Shape 2408">
              <a:extLst>
                <a:ext uri="{FF2B5EF4-FFF2-40B4-BE49-F238E27FC236}">
                  <a16:creationId xmlns:a16="http://schemas.microsoft.com/office/drawing/2014/main" id="{AA7095D1-F452-441D-B686-A25420A37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416" y="1443021"/>
              <a:ext cx="2611250" cy="3860075"/>
            </a:xfrm>
            <a:custGeom>
              <a:avLst/>
              <a:gdLst>
                <a:gd name="T0" fmla="*/ 2147483646 w 104450"/>
                <a:gd name="T1" fmla="*/ 0 h 154403"/>
                <a:gd name="T2" fmla="*/ 0 w 104450"/>
                <a:gd name="T3" fmla="*/ 0 h 154403"/>
                <a:gd name="T4" fmla="*/ 0 w 104450"/>
                <a:gd name="T5" fmla="*/ 2147483646 h 154403"/>
                <a:gd name="T6" fmla="*/ 2147483646 w 104450"/>
                <a:gd name="T7" fmla="*/ 2147483646 h 154403"/>
                <a:gd name="T8" fmla="*/ 2147483646 w 104450"/>
                <a:gd name="T9" fmla="*/ 2147483646 h 1544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4450"/>
                <a:gd name="T16" fmla="*/ 0 h 154403"/>
                <a:gd name="T17" fmla="*/ 104450 w 104450"/>
                <a:gd name="T18" fmla="*/ 154403 h 15440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4450" h="154403" extrusionOk="0">
                  <a:moveTo>
                    <a:pt x="32055" y="0"/>
                  </a:moveTo>
                  <a:lnTo>
                    <a:pt x="0" y="0"/>
                  </a:lnTo>
                  <a:lnTo>
                    <a:pt x="0" y="154403"/>
                  </a:lnTo>
                  <a:lnTo>
                    <a:pt x="104394" y="154403"/>
                  </a:lnTo>
                  <a:lnTo>
                    <a:pt x="104450" y="146007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9466" name="Shape 2409">
              <a:extLst>
                <a:ext uri="{FF2B5EF4-FFF2-40B4-BE49-F238E27FC236}">
                  <a16:creationId xmlns:a16="http://schemas.microsoft.com/office/drawing/2014/main" id="{1FACB012-A321-40F7-B47D-AF87539ECD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9325" y="3351212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69467" name="Shape 2410">
              <a:extLst>
                <a:ext uri="{FF2B5EF4-FFF2-40B4-BE49-F238E27FC236}">
                  <a16:creationId xmlns:a16="http://schemas.microsoft.com/office/drawing/2014/main" id="{498C4C5E-A689-47F7-9875-E5BEE26022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8111" y="3351212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9468" name="Shape 2411">
              <a:extLst>
                <a:ext uri="{FF2B5EF4-FFF2-40B4-BE49-F238E27FC236}">
                  <a16:creationId xmlns:a16="http://schemas.microsoft.com/office/drawing/2014/main" id="{F5EF363E-1D29-4FEC-8FCB-E2733B3997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59036" y="3351212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9469" name="Shape 2412">
              <a:extLst>
                <a:ext uri="{FF2B5EF4-FFF2-40B4-BE49-F238E27FC236}">
                  <a16:creationId xmlns:a16="http://schemas.microsoft.com/office/drawing/2014/main" id="{2AF308F2-8565-4CD7-9F0B-1BC39B161E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9325" y="3575050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69470" name="Shape 2413">
              <a:extLst>
                <a:ext uri="{FF2B5EF4-FFF2-40B4-BE49-F238E27FC236}">
                  <a16:creationId xmlns:a16="http://schemas.microsoft.com/office/drawing/2014/main" id="{4B58480C-F856-4336-BA40-876AAD18BC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8111" y="357505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9471" name="Shape 2414">
              <a:extLst>
                <a:ext uri="{FF2B5EF4-FFF2-40B4-BE49-F238E27FC236}">
                  <a16:creationId xmlns:a16="http://schemas.microsoft.com/office/drawing/2014/main" id="{9977CF64-3215-408C-B7A5-54ADE6ED1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8412" y="1422400"/>
              <a:ext cx="138111" cy="46037"/>
            </a:xfrm>
            <a:custGeom>
              <a:avLst/>
              <a:gdLst>
                <a:gd name="T0" fmla="*/ 2147483646 w 173"/>
                <a:gd name="T1" fmla="*/ 0 h 58"/>
                <a:gd name="T2" fmla="*/ 0 w 173"/>
                <a:gd name="T3" fmla="*/ 2147483646 h 58"/>
                <a:gd name="T4" fmla="*/ 2147483646 w 173"/>
                <a:gd name="T5" fmla="*/ 2147483646 h 58"/>
                <a:gd name="T6" fmla="*/ 2147483646 w 173"/>
                <a:gd name="T7" fmla="*/ 2147483646 h 58"/>
                <a:gd name="T8" fmla="*/ 2147483646 w 173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58"/>
                <a:gd name="T17" fmla="*/ 173 w 173"/>
                <a:gd name="T18" fmla="*/ 58 h 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58" extrusionOk="0">
                  <a:moveTo>
                    <a:pt x="173" y="0"/>
                  </a:moveTo>
                  <a:lnTo>
                    <a:pt x="0" y="29"/>
                  </a:lnTo>
                  <a:lnTo>
                    <a:pt x="173" y="58"/>
                  </a:lnTo>
                  <a:lnTo>
                    <a:pt x="173" y="29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269472" name="Shape 2415">
              <a:extLst>
                <a:ext uri="{FF2B5EF4-FFF2-40B4-BE49-F238E27FC236}">
                  <a16:creationId xmlns:a16="http://schemas.microsoft.com/office/drawing/2014/main" id="{6D724507-62D3-4719-81ED-F7D164EA873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508750" y="1444625"/>
              <a:ext cx="457200" cy="1500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69473" name="Shape 2416">
              <a:extLst>
                <a:ext uri="{FF2B5EF4-FFF2-40B4-BE49-F238E27FC236}">
                  <a16:creationId xmlns:a16="http://schemas.microsoft.com/office/drawing/2014/main" id="{FA48823C-6D61-463D-A53E-19BFBD4DDA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59036" y="357505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269474" name="Shape 2417">
              <a:extLst>
                <a:ext uri="{FF2B5EF4-FFF2-40B4-BE49-F238E27FC236}">
                  <a16:creationId xmlns:a16="http://schemas.microsoft.com/office/drawing/2014/main" id="{9235897D-7519-4C44-B475-82646ECBE1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96125" y="1320800"/>
              <a:ext cx="5030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Reset </a:t>
              </a:r>
            </a:p>
          </p:txBody>
        </p:sp>
        <p:sp>
          <p:nvSpPr>
            <p:cNvPr id="269475" name="Shape 2418">
              <a:extLst>
                <a:ext uri="{FF2B5EF4-FFF2-40B4-BE49-F238E27FC236}">
                  <a16:creationId xmlns:a16="http://schemas.microsoft.com/office/drawing/2014/main" id="{0AD35BF6-2A61-474E-9DFA-DE4EA6AD8E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67312" y="538162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69476" name="Shape 2419">
              <a:extLst>
                <a:ext uri="{FF2B5EF4-FFF2-40B4-BE49-F238E27FC236}">
                  <a16:creationId xmlns:a16="http://schemas.microsoft.com/office/drawing/2014/main" id="{BDCACA5B-C2E9-4AB3-8CA5-3D76F1C952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26100" y="538162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9477" name="Shape 2420">
              <a:extLst>
                <a:ext uri="{FF2B5EF4-FFF2-40B4-BE49-F238E27FC236}">
                  <a16:creationId xmlns:a16="http://schemas.microsoft.com/office/drawing/2014/main" id="{5F0E977F-B576-40CB-9FA8-AF00BE44DF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05437" y="538162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</p:grpSp>
      <p:grpSp>
        <p:nvGrpSpPr>
          <p:cNvPr id="269314" name="Group 1">
            <a:extLst>
              <a:ext uri="{FF2B5EF4-FFF2-40B4-BE49-F238E27FC236}">
                <a16:creationId xmlns:a16="http://schemas.microsoft.com/office/drawing/2014/main" id="{39621230-73F1-4052-A194-BEC84FABC601}"/>
              </a:ext>
            </a:extLst>
          </p:cNvPr>
          <p:cNvGrpSpPr>
            <a:grpSpLocks/>
          </p:cNvGrpSpPr>
          <p:nvPr/>
        </p:nvGrpSpPr>
        <p:grpSpPr bwMode="auto">
          <a:xfrm>
            <a:off x="481013" y="4576763"/>
            <a:ext cx="8181975" cy="2066925"/>
            <a:chOff x="481013" y="4578350"/>
            <a:chExt cx="8181975" cy="2066925"/>
          </a:xfrm>
        </p:grpSpPr>
        <p:sp>
          <p:nvSpPr>
            <p:cNvPr id="269315" name="Shape 2425">
              <a:extLst>
                <a:ext uri="{FF2B5EF4-FFF2-40B4-BE49-F238E27FC236}">
                  <a16:creationId xmlns:a16="http://schemas.microsoft.com/office/drawing/2014/main" id="{7C63A58C-9E70-4258-A64E-2C13DBF546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3238" y="4578350"/>
              <a:ext cx="8159750" cy="9525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9316" name="Shape 2426">
              <a:extLst>
                <a:ext uri="{FF2B5EF4-FFF2-40B4-BE49-F238E27FC236}">
                  <a16:creationId xmlns:a16="http://schemas.microsoft.com/office/drawing/2014/main" id="{47A4D9FD-BD87-46C1-A543-49FA83AA2A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013" y="4587875"/>
              <a:ext cx="9525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9317" name="Shape 2427">
              <a:extLst>
                <a:ext uri="{FF2B5EF4-FFF2-40B4-BE49-F238E27FC236}">
                  <a16:creationId xmlns:a16="http://schemas.microsoft.com/office/drawing/2014/main" id="{A416AB91-0DBB-45B7-8587-6D6156508B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41450" y="4587875"/>
              <a:ext cx="11113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9318" name="Shape 2428">
              <a:extLst>
                <a:ext uri="{FF2B5EF4-FFF2-40B4-BE49-F238E27FC236}">
                  <a16:creationId xmlns:a16="http://schemas.microsoft.com/office/drawing/2014/main" id="{1F31459D-77DE-4408-8BDD-67BD78791E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0238" y="4760913"/>
              <a:ext cx="730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269319" name="Shape 2429">
              <a:extLst>
                <a:ext uri="{FF2B5EF4-FFF2-40B4-BE49-F238E27FC236}">
                  <a16:creationId xmlns:a16="http://schemas.microsoft.com/office/drawing/2014/main" id="{33E6EC3D-1B45-4B96-A621-82A9A29A7D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3725" y="4587875"/>
              <a:ext cx="11113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9320" name="Shape 2430">
              <a:extLst>
                <a:ext uri="{FF2B5EF4-FFF2-40B4-BE49-F238E27FC236}">
                  <a16:creationId xmlns:a16="http://schemas.microsoft.com/office/drawing/2014/main" id="{F846AF32-96CB-470E-B3ED-7C724E225D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31975" y="4711700"/>
              <a:ext cx="9779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269321" name="Shape 2431">
              <a:extLst>
                <a:ext uri="{FF2B5EF4-FFF2-40B4-BE49-F238E27FC236}">
                  <a16:creationId xmlns:a16="http://schemas.microsoft.com/office/drawing/2014/main" id="{67C1337E-05B7-46A8-A1B3-CD02621853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48700" y="4587875"/>
              <a:ext cx="11113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9322" name="Shape 2432">
              <a:extLst>
                <a:ext uri="{FF2B5EF4-FFF2-40B4-BE49-F238E27FC236}">
                  <a16:creationId xmlns:a16="http://schemas.microsoft.com/office/drawing/2014/main" id="{3AC54B21-6A9C-459B-B5B4-2F7C3A105F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41450" y="5011738"/>
              <a:ext cx="7215188" cy="111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9323" name="Shape 2433">
              <a:extLst>
                <a:ext uri="{FF2B5EF4-FFF2-40B4-BE49-F238E27FC236}">
                  <a16:creationId xmlns:a16="http://schemas.microsoft.com/office/drawing/2014/main" id="{CD122C54-50E4-4B15-8E67-98885383F2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013" y="5000625"/>
              <a:ext cx="9525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9324" name="Shape 2434">
              <a:extLst>
                <a:ext uri="{FF2B5EF4-FFF2-40B4-BE49-F238E27FC236}">
                  <a16:creationId xmlns:a16="http://schemas.microsoft.com/office/drawing/2014/main" id="{54C817E4-408D-4FA0-BC73-9614721F6F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35613" y="4711700"/>
              <a:ext cx="7810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269325" name="Shape 2435">
              <a:extLst>
                <a:ext uri="{FF2B5EF4-FFF2-40B4-BE49-F238E27FC236}">
                  <a16:creationId xmlns:a16="http://schemas.microsoft.com/office/drawing/2014/main" id="{6388BD90-5179-4F33-AF5B-AB3416E45A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41450" y="5000625"/>
              <a:ext cx="11113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9326" name="Shape 2436">
              <a:extLst>
                <a:ext uri="{FF2B5EF4-FFF2-40B4-BE49-F238E27FC236}">
                  <a16:creationId xmlns:a16="http://schemas.microsoft.com/office/drawing/2014/main" id="{43B06D12-4128-4342-806B-C5F8FBF941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3725" y="5000625"/>
              <a:ext cx="11113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9327" name="Shape 2437">
              <a:extLst>
                <a:ext uri="{FF2B5EF4-FFF2-40B4-BE49-F238E27FC236}">
                  <a16:creationId xmlns:a16="http://schemas.microsoft.com/office/drawing/2014/main" id="{CA857B47-2E61-450A-8B6F-546CCEB37A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48700" y="5000625"/>
              <a:ext cx="11113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9328" name="Shape 2438">
              <a:extLst>
                <a:ext uri="{FF2B5EF4-FFF2-40B4-BE49-F238E27FC236}">
                  <a16:creationId xmlns:a16="http://schemas.microsoft.com/office/drawing/2014/main" id="{7FCFDA8B-1348-4E8C-98A1-B2B833B118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3238" y="5422900"/>
              <a:ext cx="8159750" cy="1111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9329" name="Shape 2439">
              <a:extLst>
                <a:ext uri="{FF2B5EF4-FFF2-40B4-BE49-F238E27FC236}">
                  <a16:creationId xmlns:a16="http://schemas.microsoft.com/office/drawing/2014/main" id="{6580C66C-79FF-47B2-9861-593DD7167C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013" y="5414963"/>
              <a:ext cx="9525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9330" name="Shape 2440">
              <a:extLst>
                <a:ext uri="{FF2B5EF4-FFF2-40B4-BE49-F238E27FC236}">
                  <a16:creationId xmlns:a16="http://schemas.microsoft.com/office/drawing/2014/main" id="{B4F072F0-66ED-45E4-9AB7-A6C49FB6C3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5650" y="5068888"/>
              <a:ext cx="476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269331" name="Shape 2441">
              <a:extLst>
                <a:ext uri="{FF2B5EF4-FFF2-40B4-BE49-F238E27FC236}">
                  <a16:creationId xmlns:a16="http://schemas.microsoft.com/office/drawing/2014/main" id="{71C7129B-1FFE-4E3F-B23B-BC4DE33460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41450" y="5414963"/>
              <a:ext cx="11113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9332" name="Shape 2442">
              <a:extLst>
                <a:ext uri="{FF2B5EF4-FFF2-40B4-BE49-F238E27FC236}">
                  <a16:creationId xmlns:a16="http://schemas.microsoft.com/office/drawing/2014/main" id="{98E9AD4D-31B5-454B-A40C-37ADFBE515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650" y="55133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269333" name="Shape 2443">
              <a:extLst>
                <a:ext uri="{FF2B5EF4-FFF2-40B4-BE49-F238E27FC236}">
                  <a16:creationId xmlns:a16="http://schemas.microsoft.com/office/drawing/2014/main" id="{876EE951-26A0-41CC-A023-96709723AA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5938" y="55133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269334" name="Shape 2444">
              <a:extLst>
                <a:ext uri="{FF2B5EF4-FFF2-40B4-BE49-F238E27FC236}">
                  <a16:creationId xmlns:a16="http://schemas.microsoft.com/office/drawing/2014/main" id="{04231E66-CE8C-4BCF-9E92-910A769485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3725" y="5414963"/>
              <a:ext cx="11113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9335" name="Shape 2445">
              <a:extLst>
                <a:ext uri="{FF2B5EF4-FFF2-40B4-BE49-F238E27FC236}">
                  <a16:creationId xmlns:a16="http://schemas.microsoft.com/office/drawing/2014/main" id="{DFAF0197-347A-4321-95BF-6B57838D8A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33663" y="5513388"/>
              <a:ext cx="2095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269336" name="Shape 2446">
              <a:extLst>
                <a:ext uri="{FF2B5EF4-FFF2-40B4-BE49-F238E27FC236}">
                  <a16:creationId xmlns:a16="http://schemas.microsoft.com/office/drawing/2014/main" id="{387BFBF9-A798-475D-931F-24DC6471C3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5200" y="55133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9337" name="Shape 2447">
              <a:extLst>
                <a:ext uri="{FF2B5EF4-FFF2-40B4-BE49-F238E27FC236}">
                  <a16:creationId xmlns:a16="http://schemas.microsoft.com/office/drawing/2014/main" id="{0D669FB8-DCA8-429E-BA54-DDF29BA181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83075" y="55133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9338" name="Shape 2448">
              <a:extLst>
                <a:ext uri="{FF2B5EF4-FFF2-40B4-BE49-F238E27FC236}">
                  <a16:creationId xmlns:a16="http://schemas.microsoft.com/office/drawing/2014/main" id="{D82907F6-CAD6-45BD-9D7A-1CF299BD15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59363" y="55133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9339" name="Shape 2449">
              <a:extLst>
                <a:ext uri="{FF2B5EF4-FFF2-40B4-BE49-F238E27FC236}">
                  <a16:creationId xmlns:a16="http://schemas.microsoft.com/office/drawing/2014/main" id="{D4672D65-E017-482E-9E05-27C0229010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54700" y="55133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9340" name="Shape 2450">
              <a:extLst>
                <a:ext uri="{FF2B5EF4-FFF2-40B4-BE49-F238E27FC236}">
                  <a16:creationId xmlns:a16="http://schemas.microsoft.com/office/drawing/2014/main" id="{6646BA03-023C-4DDC-8604-557E3BBAD6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32575" y="55133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9341" name="Shape 2451">
              <a:extLst>
                <a:ext uri="{FF2B5EF4-FFF2-40B4-BE49-F238E27FC236}">
                  <a16:creationId xmlns:a16="http://schemas.microsoft.com/office/drawing/2014/main" id="{29231701-34BE-4FFD-B079-5227E36F8F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07275" y="55133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9342" name="Shape 2452">
              <a:extLst>
                <a:ext uri="{FF2B5EF4-FFF2-40B4-BE49-F238E27FC236}">
                  <a16:creationId xmlns:a16="http://schemas.microsoft.com/office/drawing/2014/main" id="{5B9F7259-1CBB-4181-8729-0487CAD524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48700" y="5414963"/>
              <a:ext cx="11113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9343" name="Shape 2453">
              <a:extLst>
                <a:ext uri="{FF2B5EF4-FFF2-40B4-BE49-F238E27FC236}">
                  <a16:creationId xmlns:a16="http://schemas.microsoft.com/office/drawing/2014/main" id="{6F5973E1-E332-46AD-9DD8-E2CB1BCC10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013" y="5776913"/>
              <a:ext cx="9525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9344" name="Shape 2454">
              <a:extLst>
                <a:ext uri="{FF2B5EF4-FFF2-40B4-BE49-F238E27FC236}">
                  <a16:creationId xmlns:a16="http://schemas.microsoft.com/office/drawing/2014/main" id="{AAD93DEF-B96B-489C-842F-71420EE1AD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5625" y="55133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9345" name="Shape 2455">
              <a:extLst>
                <a:ext uri="{FF2B5EF4-FFF2-40B4-BE49-F238E27FC236}">
                  <a16:creationId xmlns:a16="http://schemas.microsoft.com/office/drawing/2014/main" id="{BA78C771-BD29-4DE4-BC00-4284B5276C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41450" y="5776913"/>
              <a:ext cx="11113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9346" name="Shape 2456">
              <a:extLst>
                <a:ext uri="{FF2B5EF4-FFF2-40B4-BE49-F238E27FC236}">
                  <a16:creationId xmlns:a16="http://schemas.microsoft.com/office/drawing/2014/main" id="{66557A21-15CB-4CDA-AC87-4A3AA41522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7413" y="5784850"/>
              <a:ext cx="2095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269347" name="Shape 2457">
              <a:extLst>
                <a:ext uri="{FF2B5EF4-FFF2-40B4-BE49-F238E27FC236}">
                  <a16:creationId xmlns:a16="http://schemas.microsoft.com/office/drawing/2014/main" id="{DA955E6A-06D0-48D2-867B-7FD14A726B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2288" y="5784850"/>
              <a:ext cx="2095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269348" name="Shape 2458">
              <a:extLst>
                <a:ext uri="{FF2B5EF4-FFF2-40B4-BE49-F238E27FC236}">
                  <a16:creationId xmlns:a16="http://schemas.microsoft.com/office/drawing/2014/main" id="{2351D9D2-F667-438F-8D7A-0601E60214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3725" y="5776913"/>
              <a:ext cx="11113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9349" name="Shape 2459">
              <a:extLst>
                <a:ext uri="{FF2B5EF4-FFF2-40B4-BE49-F238E27FC236}">
                  <a16:creationId xmlns:a16="http://schemas.microsoft.com/office/drawing/2014/main" id="{9E9CCFB8-669F-41A7-8A08-0644430A53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36838" y="5784850"/>
              <a:ext cx="2095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269350" name="Shape 2460">
              <a:extLst>
                <a:ext uri="{FF2B5EF4-FFF2-40B4-BE49-F238E27FC236}">
                  <a16:creationId xmlns:a16="http://schemas.microsoft.com/office/drawing/2014/main" id="{02C1B40B-9E2E-45D1-ACF9-C69FD244E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6788" y="57848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9351" name="Shape 2461">
              <a:extLst>
                <a:ext uri="{FF2B5EF4-FFF2-40B4-BE49-F238E27FC236}">
                  <a16:creationId xmlns:a16="http://schemas.microsoft.com/office/drawing/2014/main" id="{CDF066DF-5C5A-4701-995F-05D3080A9B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86250" y="57848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9352" name="Shape 2462">
              <a:extLst>
                <a:ext uri="{FF2B5EF4-FFF2-40B4-BE49-F238E27FC236}">
                  <a16:creationId xmlns:a16="http://schemas.microsoft.com/office/drawing/2014/main" id="{ADA947D5-1282-4AF2-82B0-AE5EC27188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0950" y="57848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9353" name="Shape 2463">
              <a:extLst>
                <a:ext uri="{FF2B5EF4-FFF2-40B4-BE49-F238E27FC236}">
                  <a16:creationId xmlns:a16="http://schemas.microsoft.com/office/drawing/2014/main" id="{2E3A8F3E-6201-4CCC-AA95-652193D2C7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56288" y="57848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9354" name="Shape 2464">
              <a:extLst>
                <a:ext uri="{FF2B5EF4-FFF2-40B4-BE49-F238E27FC236}">
                  <a16:creationId xmlns:a16="http://schemas.microsoft.com/office/drawing/2014/main" id="{C164B4CF-9EF1-41C3-87B5-C1BF830343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34163" y="57848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9355" name="Shape 2465">
              <a:extLst>
                <a:ext uri="{FF2B5EF4-FFF2-40B4-BE49-F238E27FC236}">
                  <a16:creationId xmlns:a16="http://schemas.microsoft.com/office/drawing/2014/main" id="{4D7D5C47-6D1E-42FF-8C48-086D1DB462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10450" y="57848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9356" name="Shape 2466">
              <a:extLst>
                <a:ext uri="{FF2B5EF4-FFF2-40B4-BE49-F238E27FC236}">
                  <a16:creationId xmlns:a16="http://schemas.microsoft.com/office/drawing/2014/main" id="{1FEAD291-DCA1-4504-901F-06341593DC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48700" y="5776913"/>
              <a:ext cx="11113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9357" name="Shape 2467">
              <a:extLst>
                <a:ext uri="{FF2B5EF4-FFF2-40B4-BE49-F238E27FC236}">
                  <a16:creationId xmlns:a16="http://schemas.microsoft.com/office/drawing/2014/main" id="{D6EC10F9-24AF-43B8-B7FD-2831B17C5B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013" y="6051550"/>
              <a:ext cx="9525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9358" name="Shape 2468">
              <a:extLst>
                <a:ext uri="{FF2B5EF4-FFF2-40B4-BE49-F238E27FC236}">
                  <a16:creationId xmlns:a16="http://schemas.microsoft.com/office/drawing/2014/main" id="{6C6CC3E7-D48D-49D2-94F9-72560EB99B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7213" y="57848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9359" name="Shape 2469">
              <a:extLst>
                <a:ext uri="{FF2B5EF4-FFF2-40B4-BE49-F238E27FC236}">
                  <a16:creationId xmlns:a16="http://schemas.microsoft.com/office/drawing/2014/main" id="{CB8A0DB1-AB3D-4A2B-8001-12D79B5EDE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41450" y="6051550"/>
              <a:ext cx="11113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9360" name="Shape 2470">
              <a:extLst>
                <a:ext uri="{FF2B5EF4-FFF2-40B4-BE49-F238E27FC236}">
                  <a16:creationId xmlns:a16="http://schemas.microsoft.com/office/drawing/2014/main" id="{4E68FB10-BB8D-4D10-B9F4-F20A1FABE1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7413" y="6059488"/>
              <a:ext cx="2095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269361" name="Shape 2471">
              <a:extLst>
                <a:ext uri="{FF2B5EF4-FFF2-40B4-BE49-F238E27FC236}">
                  <a16:creationId xmlns:a16="http://schemas.microsoft.com/office/drawing/2014/main" id="{5CCB7B3E-F170-4BBF-9E7C-A16F321974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5938" y="60594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269362" name="Shape 2472">
              <a:extLst>
                <a:ext uri="{FF2B5EF4-FFF2-40B4-BE49-F238E27FC236}">
                  <a16:creationId xmlns:a16="http://schemas.microsoft.com/office/drawing/2014/main" id="{67008162-1883-4766-85F8-1BB87B4230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3725" y="6051550"/>
              <a:ext cx="11113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9363" name="Shape 2473">
              <a:extLst>
                <a:ext uri="{FF2B5EF4-FFF2-40B4-BE49-F238E27FC236}">
                  <a16:creationId xmlns:a16="http://schemas.microsoft.com/office/drawing/2014/main" id="{70FF7EE5-837D-4CCD-86FD-4B35595EC0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8900" y="60594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269364" name="Shape 2474">
              <a:extLst>
                <a:ext uri="{FF2B5EF4-FFF2-40B4-BE49-F238E27FC236}">
                  <a16:creationId xmlns:a16="http://schemas.microsoft.com/office/drawing/2014/main" id="{798A0678-BE26-4AA4-9E69-A5A3B59427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5200" y="60594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9365" name="Shape 2475">
              <a:extLst>
                <a:ext uri="{FF2B5EF4-FFF2-40B4-BE49-F238E27FC236}">
                  <a16:creationId xmlns:a16="http://schemas.microsoft.com/office/drawing/2014/main" id="{CB9CE35F-FD60-44B0-BC76-16C99A0354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83075" y="60594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9366" name="Shape 2476">
              <a:extLst>
                <a:ext uri="{FF2B5EF4-FFF2-40B4-BE49-F238E27FC236}">
                  <a16:creationId xmlns:a16="http://schemas.microsoft.com/office/drawing/2014/main" id="{560ECE8E-27BF-4D08-9C43-2DE78F353A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59363" y="60594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9367" name="Shape 2477">
              <a:extLst>
                <a:ext uri="{FF2B5EF4-FFF2-40B4-BE49-F238E27FC236}">
                  <a16:creationId xmlns:a16="http://schemas.microsoft.com/office/drawing/2014/main" id="{2694C9F7-7933-4A75-AC4B-7AF7AA040F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54700" y="60594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9368" name="Shape 2478">
              <a:extLst>
                <a:ext uri="{FF2B5EF4-FFF2-40B4-BE49-F238E27FC236}">
                  <a16:creationId xmlns:a16="http://schemas.microsoft.com/office/drawing/2014/main" id="{E668E090-03C9-4FCA-8649-F9846D814D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32575" y="60594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9369" name="Shape 2479">
              <a:extLst>
                <a:ext uri="{FF2B5EF4-FFF2-40B4-BE49-F238E27FC236}">
                  <a16:creationId xmlns:a16="http://schemas.microsoft.com/office/drawing/2014/main" id="{3B2FE745-53F2-44BD-82E0-FAEDA54792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07275" y="60594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9370" name="Shape 2480">
              <a:extLst>
                <a:ext uri="{FF2B5EF4-FFF2-40B4-BE49-F238E27FC236}">
                  <a16:creationId xmlns:a16="http://schemas.microsoft.com/office/drawing/2014/main" id="{E2296459-6ED6-4D27-9F28-E3FD18816C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48700" y="6051550"/>
              <a:ext cx="11113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9371" name="Shape 2481">
              <a:extLst>
                <a:ext uri="{FF2B5EF4-FFF2-40B4-BE49-F238E27FC236}">
                  <a16:creationId xmlns:a16="http://schemas.microsoft.com/office/drawing/2014/main" id="{E9F0DD10-5633-4EF6-B11F-E69340E079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013" y="6329363"/>
              <a:ext cx="9525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9372" name="Shape 2482">
              <a:extLst>
                <a:ext uri="{FF2B5EF4-FFF2-40B4-BE49-F238E27FC236}">
                  <a16:creationId xmlns:a16="http://schemas.microsoft.com/office/drawing/2014/main" id="{60FBF9E0-DB7C-4122-BF8A-C1B5DF48A3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5625" y="60594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9373" name="Shape 2483">
              <a:extLst>
                <a:ext uri="{FF2B5EF4-FFF2-40B4-BE49-F238E27FC236}">
                  <a16:creationId xmlns:a16="http://schemas.microsoft.com/office/drawing/2014/main" id="{E26FDCAE-D747-421D-991E-6BED73DDA7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41450" y="6329363"/>
              <a:ext cx="11113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9374" name="Shape 2484">
              <a:extLst>
                <a:ext uri="{FF2B5EF4-FFF2-40B4-BE49-F238E27FC236}">
                  <a16:creationId xmlns:a16="http://schemas.microsoft.com/office/drawing/2014/main" id="{01972F55-C87A-4246-A7D0-6E4EDD9D22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650" y="6334125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269375" name="Shape 2485">
              <a:extLst>
                <a:ext uri="{FF2B5EF4-FFF2-40B4-BE49-F238E27FC236}">
                  <a16:creationId xmlns:a16="http://schemas.microsoft.com/office/drawing/2014/main" id="{1535DF15-B67A-4CA3-A4C5-E950369750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5938" y="6334125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269376" name="Shape 2486">
              <a:extLst>
                <a:ext uri="{FF2B5EF4-FFF2-40B4-BE49-F238E27FC236}">
                  <a16:creationId xmlns:a16="http://schemas.microsoft.com/office/drawing/2014/main" id="{92D8807E-536E-4D09-A350-EC230B6A7B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3725" y="6329363"/>
              <a:ext cx="11113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9377" name="Shape 2487">
              <a:extLst>
                <a:ext uri="{FF2B5EF4-FFF2-40B4-BE49-F238E27FC236}">
                  <a16:creationId xmlns:a16="http://schemas.microsoft.com/office/drawing/2014/main" id="{D7613E38-46D3-40EB-BAC8-1C1DBF48B6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8900" y="6334125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269378" name="Shape 2488">
              <a:extLst>
                <a:ext uri="{FF2B5EF4-FFF2-40B4-BE49-F238E27FC236}">
                  <a16:creationId xmlns:a16="http://schemas.microsoft.com/office/drawing/2014/main" id="{470080E2-4D5B-4121-8FFF-AE1DC45CC0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3613" y="63341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9379" name="Shape 2489">
              <a:extLst>
                <a:ext uri="{FF2B5EF4-FFF2-40B4-BE49-F238E27FC236}">
                  <a16:creationId xmlns:a16="http://schemas.microsoft.com/office/drawing/2014/main" id="{4197251B-2BC3-4F98-AF93-8BAAB7EB30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83075" y="63341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9380" name="Shape 2490">
              <a:extLst>
                <a:ext uri="{FF2B5EF4-FFF2-40B4-BE49-F238E27FC236}">
                  <a16:creationId xmlns:a16="http://schemas.microsoft.com/office/drawing/2014/main" id="{6B634E1E-DC32-44BC-8CEB-71A43C7C8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57775" y="63341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9381" name="Shape 2491">
              <a:extLst>
                <a:ext uri="{FF2B5EF4-FFF2-40B4-BE49-F238E27FC236}">
                  <a16:creationId xmlns:a16="http://schemas.microsoft.com/office/drawing/2014/main" id="{E3E8BF6F-0746-46FE-861D-D50C80BB24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53113" y="63341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9382" name="Shape 2492">
              <a:extLst>
                <a:ext uri="{FF2B5EF4-FFF2-40B4-BE49-F238E27FC236}">
                  <a16:creationId xmlns:a16="http://schemas.microsoft.com/office/drawing/2014/main" id="{17B7807B-820C-4EBD-94FF-5BE00E7430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30988" y="63341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9383" name="Shape 2493">
              <a:extLst>
                <a:ext uri="{FF2B5EF4-FFF2-40B4-BE49-F238E27FC236}">
                  <a16:creationId xmlns:a16="http://schemas.microsoft.com/office/drawing/2014/main" id="{CB9354B5-2AF4-48D7-AF89-108CC790C4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07275" y="63341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69384" name="Shape 2494">
              <a:extLst>
                <a:ext uri="{FF2B5EF4-FFF2-40B4-BE49-F238E27FC236}">
                  <a16:creationId xmlns:a16="http://schemas.microsoft.com/office/drawing/2014/main" id="{1C033F25-77D2-4A13-9AE1-FA5E6B3B7D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48700" y="6329363"/>
              <a:ext cx="11113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9385" name="Shape 2495">
              <a:extLst>
                <a:ext uri="{FF2B5EF4-FFF2-40B4-BE49-F238E27FC236}">
                  <a16:creationId xmlns:a16="http://schemas.microsoft.com/office/drawing/2014/main" id="{DFBD4256-2819-473B-ACA0-2DD7F227FE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3238" y="6634163"/>
              <a:ext cx="8159750" cy="111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9386" name="Shape 2496">
              <a:extLst>
                <a:ext uri="{FF2B5EF4-FFF2-40B4-BE49-F238E27FC236}">
                  <a16:creationId xmlns:a16="http://schemas.microsoft.com/office/drawing/2014/main" id="{453A620E-9B52-40E0-8E5D-7B47A262B5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4038" y="63341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69387" name="Shape 2497">
              <a:extLst>
                <a:ext uri="{FF2B5EF4-FFF2-40B4-BE49-F238E27FC236}">
                  <a16:creationId xmlns:a16="http://schemas.microsoft.com/office/drawing/2014/main" id="{A777B835-8C0D-4828-B2DD-8886D04682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76388" y="5110163"/>
              <a:ext cx="566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0 </a:t>
              </a:r>
            </a:p>
          </p:txBody>
        </p:sp>
        <p:sp>
          <p:nvSpPr>
            <p:cNvPr id="269388" name="Shape 2498">
              <a:extLst>
                <a:ext uri="{FF2B5EF4-FFF2-40B4-BE49-F238E27FC236}">
                  <a16:creationId xmlns:a16="http://schemas.microsoft.com/office/drawing/2014/main" id="{D8630BE4-4249-4876-A27F-5E6A107713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11413" y="5110163"/>
              <a:ext cx="566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1 </a:t>
              </a:r>
            </a:p>
          </p:txBody>
        </p:sp>
        <p:sp>
          <p:nvSpPr>
            <p:cNvPr id="269389" name="Shape 2499">
              <a:extLst>
                <a:ext uri="{FF2B5EF4-FFF2-40B4-BE49-F238E27FC236}">
                  <a16:creationId xmlns:a16="http://schemas.microsoft.com/office/drawing/2014/main" id="{7E8C151E-6E57-44BE-8946-51C8DFAB15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59138" y="5068888"/>
              <a:ext cx="592137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269390" name="Shape 2500">
              <a:extLst>
                <a:ext uri="{FF2B5EF4-FFF2-40B4-BE49-F238E27FC236}">
                  <a16:creationId xmlns:a16="http://schemas.microsoft.com/office/drawing/2014/main" id="{222E3675-7F4C-4D9F-ADE4-D84E4303C5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37013" y="5054600"/>
              <a:ext cx="592137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69391" name="Shape 2501">
              <a:extLst>
                <a:ext uri="{FF2B5EF4-FFF2-40B4-BE49-F238E27FC236}">
                  <a16:creationId xmlns:a16="http://schemas.microsoft.com/office/drawing/2014/main" id="{555C73C8-8FA1-4171-8CB0-8F91A792C1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65688" y="5054600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269392" name="Shape 2502">
              <a:extLst>
                <a:ext uri="{FF2B5EF4-FFF2-40B4-BE49-F238E27FC236}">
                  <a16:creationId xmlns:a16="http://schemas.microsoft.com/office/drawing/2014/main" id="{A682173F-B74A-4C3D-A362-93B6D3D7FB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21338" y="5054600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69393" name="Shape 2503">
              <a:extLst>
                <a:ext uri="{FF2B5EF4-FFF2-40B4-BE49-F238E27FC236}">
                  <a16:creationId xmlns:a16="http://schemas.microsoft.com/office/drawing/2014/main" id="{2ACC3BDA-CA84-4D32-B564-41ED9D7DDC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92863" y="506888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269394" name="Shape 2504">
              <a:extLst>
                <a:ext uri="{FF2B5EF4-FFF2-40B4-BE49-F238E27FC236}">
                  <a16:creationId xmlns:a16="http://schemas.microsoft.com/office/drawing/2014/main" id="{CDC9DFEE-32A2-478A-B659-325D629A77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64388" y="5054600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69395" name="Shape 2505">
              <a:extLst>
                <a:ext uri="{FF2B5EF4-FFF2-40B4-BE49-F238E27FC236}">
                  <a16:creationId xmlns:a16="http://schemas.microsoft.com/office/drawing/2014/main" id="{EA6E1FF1-D506-4434-9F0B-D74860344C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64488" y="50371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7" name="Shape 2593">
            <a:extLst>
              <a:ext uri="{FF2B5EF4-FFF2-40B4-BE49-F238E27FC236}">
                <a16:creationId xmlns:a16="http://schemas.microsoft.com/office/drawing/2014/main" id="{1E4043BA-859A-634A-8E6C-071FE68381A0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0" y="1371600"/>
            <a:ext cx="9144000" cy="4114800"/>
          </a:xfrm>
        </p:spPr>
        <p:txBody>
          <a:bodyPr anchor="ctr"/>
          <a:lstStyle>
            <a:lvl1pPr indent="-139700">
              <a:defRPr sz="1400">
                <a:solidFill>
                  <a:srgbClr val="000000"/>
                </a:solidFill>
                <a:latin typeface="Arial" charset="0"/>
                <a:ea typeface="ＭＳ Ｐゴシック" charset="0"/>
                <a:sym typeface="Arial" charset="0"/>
              </a:defRPr>
            </a:lvl1pPr>
            <a:lvl2pPr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2pPr>
            <a:lvl3pPr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3pPr>
            <a:lvl4pPr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4pPr>
            <a:lvl5pPr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9pPr>
          </a:lstStyle>
          <a:p>
            <a:pPr algn="ctr" eaLnBrk="1" hangingPunct="1">
              <a:spcBef>
                <a:spcPts val="638"/>
              </a:spcBef>
              <a:spcAft>
                <a:spcPct val="0"/>
              </a:spcAft>
              <a:buClr>
                <a:srgbClr val="000000"/>
              </a:buClr>
              <a:buFont typeface="Times New Roman" charset="0"/>
              <a:buNone/>
              <a:defRPr/>
            </a:pPr>
            <a:r>
              <a:rPr lang="en-US" sz="3200" b="1" dirty="0">
                <a:latin typeface="+mj-lt"/>
                <a:cs typeface="Times New Roman" charset="0"/>
                <a:sym typeface="Times New Roman" charset="0"/>
              </a:rPr>
              <a:t>As we saw before, we can expect that some state encodings will be better than others. </a:t>
            </a:r>
          </a:p>
          <a:p>
            <a:pPr eaLnBrk="1" hangingPunct="1">
              <a:spcBef>
                <a:spcPts val="638"/>
              </a:spcBef>
              <a:spcAft>
                <a:spcPct val="0"/>
              </a:spcAft>
              <a:buClr>
                <a:srgbClr val="000000"/>
              </a:buClr>
              <a:buFont typeface="Times New Roman" charset="0"/>
              <a:buChar char="•"/>
              <a:defRPr/>
            </a:pPr>
            <a:endParaRPr lang="en-US" sz="3200" b="1" dirty="0">
              <a:latin typeface="+mj-lt"/>
              <a:cs typeface="Times New Roman" charset="0"/>
              <a:sym typeface="Times New Roman" charset="0"/>
            </a:endParaRPr>
          </a:p>
          <a:p>
            <a:pPr algn="ctr" eaLnBrk="1" hangingPunct="1">
              <a:spcBef>
                <a:spcPts val="638"/>
              </a:spcBef>
              <a:spcAft>
                <a:spcPct val="0"/>
              </a:spcAft>
              <a:buClr>
                <a:srgbClr val="000000"/>
              </a:buClr>
              <a:buFont typeface="Times New Roman" charset="0"/>
              <a:buNone/>
              <a:defRPr/>
            </a:pPr>
            <a:r>
              <a:rPr lang="en-US" sz="3200" b="1" dirty="0">
                <a:latin typeface="+mj-lt"/>
                <a:cs typeface="Times New Roman" charset="0"/>
                <a:sym typeface="Times New Roman" charset="0"/>
              </a:rPr>
              <a:t>We will consider </a:t>
            </a:r>
            <a:r>
              <a:rPr lang="en-US" sz="3200" b="1" dirty="0">
                <a:solidFill>
                  <a:srgbClr val="FF0000"/>
                </a:solidFill>
                <a:latin typeface="+mj-lt"/>
                <a:cs typeface="Times New Roman" charset="0"/>
                <a:sym typeface="Times New Roman" charset="0"/>
              </a:rPr>
              <a:t>three</a:t>
            </a:r>
            <a:r>
              <a:rPr lang="en-US" sz="3200" b="1" dirty="0">
                <a:latin typeface="+mj-lt"/>
                <a:cs typeface="Times New Roman" charset="0"/>
                <a:sym typeface="Times New Roman" charset="0"/>
              </a:rPr>
              <a:t> encoding schemes.</a:t>
            </a:r>
          </a:p>
        </p:txBody>
      </p:sp>
    </p:spTree>
  </p:cSld>
  <p:clrMapOvr>
    <a:masterClrMapping/>
  </p:clrMapOvr>
  <p:transition/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69BB5275-5242-944D-B7B8-B6E74C7272B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914400"/>
            <a:ext cx="9144000" cy="5029200"/>
          </a:xfrm>
        </p:spPr>
        <p:txBody>
          <a:bodyPr/>
          <a:lstStyle/>
          <a:p>
            <a:pPr eaLnBrk="1" hangingPunct="1">
              <a:defRPr/>
            </a:pPr>
            <a:r>
              <a:rPr lang="en-US" sz="3000" dirty="0">
                <a:solidFill>
                  <a:srgbClr val="00B050"/>
                </a:solidFill>
                <a:ea typeface="+mj-ea"/>
                <a:cs typeface="+mj-cs"/>
              </a:rPr>
              <a:t>Encoding #1:</a:t>
            </a:r>
            <a:br>
              <a:rPr lang="en-US" sz="3000" dirty="0">
                <a:solidFill>
                  <a:schemeClr val="tx1"/>
                </a:solidFill>
                <a:ea typeface="+mj-ea"/>
                <a:cs typeface="+mj-cs"/>
              </a:rPr>
            </a:br>
            <a:r>
              <a:rPr lang="en-US" sz="3000" dirty="0">
                <a:solidFill>
                  <a:schemeClr val="tx1"/>
                </a:solidFill>
                <a:ea typeface="+mj-ea"/>
                <a:cs typeface="+mj-cs"/>
              </a:rPr>
              <a:t>A=00, B=01, C=10, D=11</a:t>
            </a:r>
            <a:br>
              <a:rPr lang="en-US" sz="3000" dirty="0">
                <a:solidFill>
                  <a:schemeClr val="tx1"/>
                </a:solidFill>
                <a:ea typeface="+mj-ea"/>
                <a:cs typeface="+mj-cs"/>
              </a:rPr>
            </a:br>
            <a:br>
              <a:rPr lang="en-US" sz="3000" dirty="0">
                <a:solidFill>
                  <a:schemeClr val="tx1"/>
                </a:solidFill>
                <a:ea typeface="+mj-ea"/>
                <a:cs typeface="+mj-cs"/>
              </a:rPr>
            </a:br>
            <a:r>
              <a:rPr lang="en-US" sz="3000" dirty="0">
                <a:solidFill>
                  <a:srgbClr val="0066FF"/>
                </a:solidFill>
              </a:rPr>
              <a:t>Encoding #2:</a:t>
            </a:r>
            <a:br>
              <a:rPr lang="en-US" sz="3000" dirty="0">
                <a:solidFill>
                  <a:schemeClr val="tx1"/>
                </a:solidFill>
              </a:rPr>
            </a:br>
            <a:r>
              <a:rPr lang="en-US" sz="3000" dirty="0">
                <a:solidFill>
                  <a:schemeClr val="tx1"/>
                </a:solidFill>
              </a:rPr>
              <a:t>A=00, B=01, C=11, D=10</a:t>
            </a:r>
            <a:br>
              <a:rPr lang="en-US" sz="3000" dirty="0">
                <a:solidFill>
                  <a:schemeClr val="tx1"/>
                </a:solidFill>
              </a:rPr>
            </a:br>
            <a:br>
              <a:rPr lang="en-US" sz="3000" dirty="0">
                <a:solidFill>
                  <a:schemeClr val="tx1"/>
                </a:solidFill>
              </a:rPr>
            </a:br>
            <a:r>
              <a:rPr lang="en-US" sz="3000" dirty="0">
                <a:solidFill>
                  <a:srgbClr val="FF0000"/>
                </a:solidFill>
              </a:rPr>
              <a:t>Encoding #3: One-Hot Encoding </a:t>
            </a:r>
            <a:br>
              <a:rPr lang="en-US" sz="3000" dirty="0">
                <a:solidFill>
                  <a:schemeClr val="tx1"/>
                </a:solidFill>
              </a:rPr>
            </a:br>
            <a:r>
              <a:rPr lang="pt-BR" sz="3000" dirty="0">
                <a:solidFill>
                  <a:schemeClr val="tx1"/>
                </a:solidFill>
              </a:rPr>
              <a:t>A=0001, B=0010, C=0100, D=1000</a:t>
            </a:r>
            <a:br>
              <a:rPr lang="en-US" sz="3000" dirty="0">
                <a:solidFill>
                  <a:schemeClr val="tx1"/>
                </a:solidFill>
              </a:rPr>
            </a:br>
            <a:br>
              <a:rPr lang="en-US" sz="3000" dirty="0">
                <a:solidFill>
                  <a:schemeClr val="tx1"/>
                </a:solidFill>
              </a:rPr>
            </a:br>
            <a:endParaRPr lang="en-US" sz="3000" dirty="0">
              <a:solidFill>
                <a:schemeClr val="tx1"/>
              </a:solidFill>
              <a:ea typeface="+mj-ea"/>
              <a:cs typeface="+mj-cs"/>
            </a:endParaRPr>
          </a:p>
        </p:txBody>
      </p:sp>
      <p:sp>
        <p:nvSpPr>
          <p:cNvPr id="3" name="Title 1">
            <a:extLst>
              <a:ext uri="{FF2B5EF4-FFF2-40B4-BE49-F238E27FC236}">
                <a16:creationId xmlns:a16="http://schemas.microsoft.com/office/drawing/2014/main" id="{E3ECCC7F-9B9D-4EA9-925E-3776128DDD8A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State Encoding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46A9675-1368-40AD-80FF-3D132B2DDF2D}"/>
                  </a:ext>
                </a:extLst>
              </p14:cNvPr>
              <p14:cNvContentPartPr/>
              <p14:nvPr/>
            </p14:nvContentPartPr>
            <p14:xfrm>
              <a:off x="6547320" y="1468800"/>
              <a:ext cx="896040" cy="209880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46A9675-1368-40AD-80FF-3D132B2DDF2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6537960" y="1459440"/>
                <a:ext cx="914760" cy="211752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69BB5275-5242-944D-B7B8-B6E74C7272B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1752600"/>
            <a:ext cx="9144000" cy="2498725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Encoding #1:</a:t>
            </a:r>
            <a:br>
              <a:rPr lang="en-US" dirty="0">
                <a:ea typeface="+mj-ea"/>
                <a:cs typeface="+mj-cs"/>
              </a:rPr>
            </a:br>
            <a:r>
              <a:rPr lang="en-US" dirty="0">
                <a:ea typeface="+mj-ea"/>
                <a:cs typeface="+mj-cs"/>
              </a:rPr>
              <a:t>A=00, B=01, C=10, D=11</a:t>
            </a:r>
            <a:br>
              <a:rPr lang="en-US" dirty="0">
                <a:ea typeface="+mj-ea"/>
                <a:cs typeface="+mj-cs"/>
              </a:rPr>
            </a:br>
            <a:br>
              <a:rPr lang="en-US" sz="2800" dirty="0">
                <a:ea typeface="+mj-ea"/>
                <a:cs typeface="+mj-cs"/>
              </a:rPr>
            </a:br>
            <a:r>
              <a:rPr lang="en-US" sz="2800" dirty="0">
                <a:ea typeface="+mj-ea"/>
                <a:cs typeface="+mj-cs"/>
              </a:rPr>
              <a:t>(Uses Two Flip-Flops)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4433" name="Group 2">
            <a:extLst>
              <a:ext uri="{FF2B5EF4-FFF2-40B4-BE49-F238E27FC236}">
                <a16:creationId xmlns:a16="http://schemas.microsoft.com/office/drawing/2014/main" id="{41396E75-04A5-47BE-BD96-494CAE6369F4}"/>
              </a:ext>
            </a:extLst>
          </p:cNvPr>
          <p:cNvGrpSpPr>
            <a:grpSpLocks/>
          </p:cNvGrpSpPr>
          <p:nvPr/>
        </p:nvGrpSpPr>
        <p:grpSpPr bwMode="auto">
          <a:xfrm>
            <a:off x="817562" y="3906838"/>
            <a:ext cx="8174038" cy="2514600"/>
            <a:chOff x="485775" y="4084638"/>
            <a:chExt cx="8174038" cy="2514600"/>
          </a:xfrm>
        </p:grpSpPr>
        <p:sp>
          <p:nvSpPr>
            <p:cNvPr id="274522" name="Shape 2598">
              <a:extLst>
                <a:ext uri="{FF2B5EF4-FFF2-40B4-BE49-F238E27FC236}">
                  <a16:creationId xmlns:a16="http://schemas.microsoft.com/office/drawing/2014/main" id="{917EAEDC-5081-4120-BAA3-A10DFEA9CB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4106863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523" name="Shape 2599">
              <a:extLst>
                <a:ext uri="{FF2B5EF4-FFF2-40B4-BE49-F238E27FC236}">
                  <a16:creationId xmlns:a16="http://schemas.microsoft.com/office/drawing/2014/main" id="{145FE9B7-15E9-41E0-9475-D51124AB9D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4106863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524" name="Shape 2600">
              <a:extLst>
                <a:ext uri="{FF2B5EF4-FFF2-40B4-BE49-F238E27FC236}">
                  <a16:creationId xmlns:a16="http://schemas.microsoft.com/office/drawing/2014/main" id="{60B37636-1FD5-4A3A-9386-F53E369AD0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4106863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525" name="Shape 2601">
              <a:extLst>
                <a:ext uri="{FF2B5EF4-FFF2-40B4-BE49-F238E27FC236}">
                  <a16:creationId xmlns:a16="http://schemas.microsoft.com/office/drawing/2014/main" id="{5BFD2B12-CBC8-4A40-9FF1-94C948AC85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963" y="4556125"/>
              <a:ext cx="1724025" cy="111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526" name="Shape 2602">
              <a:extLst>
                <a:ext uri="{FF2B5EF4-FFF2-40B4-BE49-F238E27FC236}">
                  <a16:creationId xmlns:a16="http://schemas.microsoft.com/office/drawing/2014/main" id="{AD5A0502-52DE-4FF2-ACE7-22F7057490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4516438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527" name="Shape 2603">
              <a:extLst>
                <a:ext uri="{FF2B5EF4-FFF2-40B4-BE49-F238E27FC236}">
                  <a16:creationId xmlns:a16="http://schemas.microsoft.com/office/drawing/2014/main" id="{111694ED-C064-40A3-9EC9-3B23A2E5AC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4516438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528" name="Shape 2604">
              <a:extLst>
                <a:ext uri="{FF2B5EF4-FFF2-40B4-BE49-F238E27FC236}">
                  <a16:creationId xmlns:a16="http://schemas.microsoft.com/office/drawing/2014/main" id="{6936009E-9848-4CF9-900C-A41BEBE0BE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4516438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529" name="Shape 2605">
              <a:extLst>
                <a:ext uri="{FF2B5EF4-FFF2-40B4-BE49-F238E27FC236}">
                  <a16:creationId xmlns:a16="http://schemas.microsoft.com/office/drawing/2014/main" id="{B7D425EC-68FF-4650-99D6-536C0D101C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49307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530" name="Shape 2606">
              <a:extLst>
                <a:ext uri="{FF2B5EF4-FFF2-40B4-BE49-F238E27FC236}">
                  <a16:creationId xmlns:a16="http://schemas.microsoft.com/office/drawing/2014/main" id="{18FB7B32-BF0A-469E-BC5A-C7C6DB9682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49307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531" name="Shape 2607">
              <a:extLst>
                <a:ext uri="{FF2B5EF4-FFF2-40B4-BE49-F238E27FC236}">
                  <a16:creationId xmlns:a16="http://schemas.microsoft.com/office/drawing/2014/main" id="{B2DEC547-FC02-4C0B-AB20-3446BD04FA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49307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532" name="Shape 2608">
              <a:extLst>
                <a:ext uri="{FF2B5EF4-FFF2-40B4-BE49-F238E27FC236}">
                  <a16:creationId xmlns:a16="http://schemas.microsoft.com/office/drawing/2014/main" id="{26A50071-86BC-4BE0-BD51-643BD18966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5346700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533" name="Shape 2609">
              <a:extLst>
                <a:ext uri="{FF2B5EF4-FFF2-40B4-BE49-F238E27FC236}">
                  <a16:creationId xmlns:a16="http://schemas.microsoft.com/office/drawing/2014/main" id="{FDE2367C-44EA-4B20-AEE0-17873CCAD9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5346700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534" name="Shape 2610">
              <a:extLst>
                <a:ext uri="{FF2B5EF4-FFF2-40B4-BE49-F238E27FC236}">
                  <a16:creationId xmlns:a16="http://schemas.microsoft.com/office/drawing/2014/main" id="{68A6A137-5633-4D7D-BDFF-BE6982B20C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5346700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535" name="Shape 2611">
              <a:extLst>
                <a:ext uri="{FF2B5EF4-FFF2-40B4-BE49-F238E27FC236}">
                  <a16:creationId xmlns:a16="http://schemas.microsoft.com/office/drawing/2014/main" id="{69F545E4-CEF9-4726-93C9-AFBF733613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5708650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536" name="Shape 2612">
              <a:extLst>
                <a:ext uri="{FF2B5EF4-FFF2-40B4-BE49-F238E27FC236}">
                  <a16:creationId xmlns:a16="http://schemas.microsoft.com/office/drawing/2014/main" id="{9FB18C5E-C0FB-4FC0-A258-A78DEE6C1C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5708650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537" name="Shape 2613">
              <a:extLst>
                <a:ext uri="{FF2B5EF4-FFF2-40B4-BE49-F238E27FC236}">
                  <a16:creationId xmlns:a16="http://schemas.microsoft.com/office/drawing/2014/main" id="{DFB0E7D3-406C-49A7-BA7E-C8067F8DB3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5708650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538" name="Shape 2614">
              <a:extLst>
                <a:ext uri="{FF2B5EF4-FFF2-40B4-BE49-F238E27FC236}">
                  <a16:creationId xmlns:a16="http://schemas.microsoft.com/office/drawing/2014/main" id="{5FA2159F-FA29-47C2-8B3B-12799DBE3B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59610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539" name="Shape 2615">
              <a:extLst>
                <a:ext uri="{FF2B5EF4-FFF2-40B4-BE49-F238E27FC236}">
                  <a16:creationId xmlns:a16="http://schemas.microsoft.com/office/drawing/2014/main" id="{7C20635D-596C-4637-B68C-65B01A13C6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59610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540" name="Shape 2616">
              <a:extLst>
                <a:ext uri="{FF2B5EF4-FFF2-40B4-BE49-F238E27FC236}">
                  <a16:creationId xmlns:a16="http://schemas.microsoft.com/office/drawing/2014/main" id="{28F413F3-B925-47FD-B483-F12F9A538E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59610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541" name="Shape 2617">
              <a:extLst>
                <a:ext uri="{FF2B5EF4-FFF2-40B4-BE49-F238E27FC236}">
                  <a16:creationId xmlns:a16="http://schemas.microsoft.com/office/drawing/2014/main" id="{B99C2837-DB39-4F92-8DF1-BECA5630A4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6240463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542" name="Shape 2618">
              <a:extLst>
                <a:ext uri="{FF2B5EF4-FFF2-40B4-BE49-F238E27FC236}">
                  <a16:creationId xmlns:a16="http://schemas.microsoft.com/office/drawing/2014/main" id="{76BEF680-DC52-4512-B434-331C51FD03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6240463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543" name="Shape 2619">
              <a:extLst>
                <a:ext uri="{FF2B5EF4-FFF2-40B4-BE49-F238E27FC236}">
                  <a16:creationId xmlns:a16="http://schemas.microsoft.com/office/drawing/2014/main" id="{50B44FBE-AD23-4935-95E2-CCBA8B2B6C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6240463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544" name="Shape 2620">
              <a:extLst>
                <a:ext uri="{FF2B5EF4-FFF2-40B4-BE49-F238E27FC236}">
                  <a16:creationId xmlns:a16="http://schemas.microsoft.com/office/drawing/2014/main" id="{C3C6B5AB-3BEF-41D9-BDA7-898671B0B1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95688" y="4984750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274545" name="Shape 2621">
              <a:extLst>
                <a:ext uri="{FF2B5EF4-FFF2-40B4-BE49-F238E27FC236}">
                  <a16:creationId xmlns:a16="http://schemas.microsoft.com/office/drawing/2014/main" id="{DA424BCB-F90B-4512-A7F5-83F35C182E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73563" y="4970463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74546" name="Shape 2622">
              <a:extLst>
                <a:ext uri="{FF2B5EF4-FFF2-40B4-BE49-F238E27FC236}">
                  <a16:creationId xmlns:a16="http://schemas.microsoft.com/office/drawing/2014/main" id="{5B78F0D7-E53E-43DD-B72C-D807AB00C0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24450" y="4970463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274547" name="Shape 2623">
              <a:extLst>
                <a:ext uri="{FF2B5EF4-FFF2-40B4-BE49-F238E27FC236}">
                  <a16:creationId xmlns:a16="http://schemas.microsoft.com/office/drawing/2014/main" id="{BB6A500E-514A-44A9-978B-8F2772622C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03900" y="4970463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74548" name="Shape 2624">
              <a:extLst>
                <a:ext uri="{FF2B5EF4-FFF2-40B4-BE49-F238E27FC236}">
                  <a16:creationId xmlns:a16="http://schemas.microsoft.com/office/drawing/2014/main" id="{52C98ED9-4B96-4339-A8C7-F40692E47F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9225" y="4984750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274549" name="Shape 2625">
              <a:extLst>
                <a:ext uri="{FF2B5EF4-FFF2-40B4-BE49-F238E27FC236}">
                  <a16:creationId xmlns:a16="http://schemas.microsoft.com/office/drawing/2014/main" id="{38C76A82-9485-4B45-8CBD-9E6AA87E12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70750" y="4970463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74550" name="Shape 2626">
              <a:extLst>
                <a:ext uri="{FF2B5EF4-FFF2-40B4-BE49-F238E27FC236}">
                  <a16:creationId xmlns:a16="http://schemas.microsoft.com/office/drawing/2014/main" id="{480FA4E6-B9F2-46F5-BE9D-7942326353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18450" y="4954588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274551" name="Shape 2627">
              <a:extLst>
                <a:ext uri="{FF2B5EF4-FFF2-40B4-BE49-F238E27FC236}">
                  <a16:creationId xmlns:a16="http://schemas.microsoft.com/office/drawing/2014/main" id="{60024BDF-3464-42B8-8D6B-282EE484FB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4038" y="4567238"/>
              <a:ext cx="6508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= 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274552" name="Shape 2628">
              <a:extLst>
                <a:ext uri="{FF2B5EF4-FFF2-40B4-BE49-F238E27FC236}">
                  <a16:creationId xmlns:a16="http://schemas.microsoft.com/office/drawing/2014/main" id="{AC901E0B-DF19-4923-8DAA-E24A64BC4F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6525" y="4567238"/>
              <a:ext cx="6508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= 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274553" name="Shape 2630">
              <a:extLst>
                <a:ext uri="{FF2B5EF4-FFF2-40B4-BE49-F238E27FC236}">
                  <a16:creationId xmlns:a16="http://schemas.microsoft.com/office/drawing/2014/main" id="{8BF2096A-4697-4B27-B015-F7F4C39F85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06" y="4097338"/>
              <a:ext cx="7859769" cy="95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554" name="Shape 2631">
              <a:extLst>
                <a:ext uri="{FF2B5EF4-FFF2-40B4-BE49-F238E27FC236}">
                  <a16:creationId xmlns:a16="http://schemas.microsoft.com/office/drawing/2014/main" id="{9DA54247-28B2-4942-A7F1-56490D7067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734" y="4106863"/>
              <a:ext cx="11098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555" name="Shape 2632">
              <a:extLst>
                <a:ext uri="{FF2B5EF4-FFF2-40B4-BE49-F238E27FC236}">
                  <a16:creationId xmlns:a16="http://schemas.microsoft.com/office/drawing/2014/main" id="{B2FD61FC-6FAA-4722-9FC4-B1D9B43537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734" y="4106863"/>
              <a:ext cx="11098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556" name="Shape 2633">
              <a:extLst>
                <a:ext uri="{FF2B5EF4-FFF2-40B4-BE49-F238E27FC236}">
                  <a16:creationId xmlns:a16="http://schemas.microsoft.com/office/drawing/2014/main" id="{FC2E6FF6-7289-4CCB-91C9-996EA6AE3B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5432" y="4273551"/>
              <a:ext cx="730066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274557" name="Shape 2634">
              <a:extLst>
                <a:ext uri="{FF2B5EF4-FFF2-40B4-BE49-F238E27FC236}">
                  <a16:creationId xmlns:a16="http://schemas.microsoft.com/office/drawing/2014/main" id="{038A1263-DEAE-4D99-B912-1F226A3E94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8060" y="4221163"/>
              <a:ext cx="977822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274558" name="Shape 2635">
              <a:extLst>
                <a:ext uri="{FF2B5EF4-FFF2-40B4-BE49-F238E27FC236}">
                  <a16:creationId xmlns:a16="http://schemas.microsoft.com/office/drawing/2014/main" id="{194F1A23-A259-4B48-AE83-F8AD745C74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734" y="4516437"/>
              <a:ext cx="11098" cy="4142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559" name="Shape 2636">
              <a:extLst>
                <a:ext uri="{FF2B5EF4-FFF2-40B4-BE49-F238E27FC236}">
                  <a16:creationId xmlns:a16="http://schemas.microsoft.com/office/drawing/2014/main" id="{8F4DEB36-5C62-4931-B147-44D7514A4D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52409" y="4583112"/>
              <a:ext cx="476013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274560" name="Shape 2637">
              <a:extLst>
                <a:ext uri="{FF2B5EF4-FFF2-40B4-BE49-F238E27FC236}">
                  <a16:creationId xmlns:a16="http://schemas.microsoft.com/office/drawing/2014/main" id="{78DBB3D9-03FC-4DD0-A2A5-49334888C9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734" y="4919662"/>
              <a:ext cx="6913742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561" name="Shape 2638">
              <a:extLst>
                <a:ext uri="{FF2B5EF4-FFF2-40B4-BE49-F238E27FC236}">
                  <a16:creationId xmlns:a16="http://schemas.microsoft.com/office/drawing/2014/main" id="{E0ADA10A-1B90-447E-A796-D1B47E8DE1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734" y="4930776"/>
              <a:ext cx="11098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562" name="Shape 2639">
              <a:extLst>
                <a:ext uri="{FF2B5EF4-FFF2-40B4-BE49-F238E27FC236}">
                  <a16:creationId xmlns:a16="http://schemas.microsoft.com/office/drawing/2014/main" id="{5374226F-8C14-43FD-B511-0C075FE17C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06" y="5332412"/>
              <a:ext cx="785976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563" name="Shape 2640">
              <a:extLst>
                <a:ext uri="{FF2B5EF4-FFF2-40B4-BE49-F238E27FC236}">
                  <a16:creationId xmlns:a16="http://schemas.microsoft.com/office/drawing/2014/main" id="{52597B82-0D2E-4CDD-8A52-84E8AC38DF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1828" y="4478337"/>
              <a:ext cx="780758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274564" name="Shape 2641">
              <a:extLst>
                <a:ext uri="{FF2B5EF4-FFF2-40B4-BE49-F238E27FC236}">
                  <a16:creationId xmlns:a16="http://schemas.microsoft.com/office/drawing/2014/main" id="{718AC24C-636F-42B2-9E1D-1464F5E1B3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775" y="5426077"/>
              <a:ext cx="22226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274565" name="Shape 2642">
              <a:extLst>
                <a:ext uri="{FF2B5EF4-FFF2-40B4-BE49-F238E27FC236}">
                  <a16:creationId xmlns:a16="http://schemas.microsoft.com/office/drawing/2014/main" id="{31A9CEA1-7044-49C7-8ED8-1DB2EC1406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734" y="5346702"/>
              <a:ext cx="11098" cy="362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566" name="Shape 2643">
              <a:extLst>
                <a:ext uri="{FF2B5EF4-FFF2-40B4-BE49-F238E27FC236}">
                  <a16:creationId xmlns:a16="http://schemas.microsoft.com/office/drawing/2014/main" id="{183F2BB5-A27E-46DC-B287-19223A4941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7485" y="5426077"/>
              <a:ext cx="228558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274567" name="Shape 2644">
              <a:extLst>
                <a:ext uri="{FF2B5EF4-FFF2-40B4-BE49-F238E27FC236}">
                  <a16:creationId xmlns:a16="http://schemas.microsoft.com/office/drawing/2014/main" id="{59FB7EB2-719E-484C-A9E0-D4B7A23205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19021" y="5426077"/>
              <a:ext cx="228558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274568" name="Shape 2645">
              <a:extLst>
                <a:ext uri="{FF2B5EF4-FFF2-40B4-BE49-F238E27FC236}">
                  <a16:creationId xmlns:a16="http://schemas.microsoft.com/office/drawing/2014/main" id="{7AB68995-9526-496B-B8F4-FB19CCBBF9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76115" y="54260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569" name="Shape 2646">
              <a:extLst>
                <a:ext uri="{FF2B5EF4-FFF2-40B4-BE49-F238E27FC236}">
                  <a16:creationId xmlns:a16="http://schemas.microsoft.com/office/drawing/2014/main" id="{F72D3100-F917-49E1-B14F-EFF6482BAC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9120" y="54260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74570" name="Shape 2647">
              <a:extLst>
                <a:ext uri="{FF2B5EF4-FFF2-40B4-BE49-F238E27FC236}">
                  <a16:creationId xmlns:a16="http://schemas.microsoft.com/office/drawing/2014/main" id="{5D36B7CB-9E29-4467-AC04-1E60D0A5BE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10982" y="54260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571" name="Shape 2648">
              <a:extLst>
                <a:ext uri="{FF2B5EF4-FFF2-40B4-BE49-F238E27FC236}">
                  <a16:creationId xmlns:a16="http://schemas.microsoft.com/office/drawing/2014/main" id="{D50D64DC-A17B-477A-8498-37C002E02C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37925" y="54260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572" name="Shape 2649">
              <a:extLst>
                <a:ext uri="{FF2B5EF4-FFF2-40B4-BE49-F238E27FC236}">
                  <a16:creationId xmlns:a16="http://schemas.microsoft.com/office/drawing/2014/main" id="{30176A18-D82B-4A3C-AB5B-F70DE7553D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64867" y="54260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573" name="Shape 2650">
              <a:extLst>
                <a:ext uri="{FF2B5EF4-FFF2-40B4-BE49-F238E27FC236}">
                  <a16:creationId xmlns:a16="http://schemas.microsoft.com/office/drawing/2014/main" id="{AABD6852-F5A9-4083-A9ED-3F98349407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3398" y="54260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574" name="Shape 2651">
              <a:extLst>
                <a:ext uri="{FF2B5EF4-FFF2-40B4-BE49-F238E27FC236}">
                  <a16:creationId xmlns:a16="http://schemas.microsoft.com/office/drawing/2014/main" id="{ABEDDE2B-347B-40F6-8459-7A931AC5DE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20340" y="54260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575" name="Shape 2652">
              <a:extLst>
                <a:ext uri="{FF2B5EF4-FFF2-40B4-BE49-F238E27FC236}">
                  <a16:creationId xmlns:a16="http://schemas.microsoft.com/office/drawing/2014/main" id="{388C1FAC-78CE-4CE1-83C3-1A90B5FDC6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5694" y="54260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576" name="Shape 2653">
              <a:extLst>
                <a:ext uri="{FF2B5EF4-FFF2-40B4-BE49-F238E27FC236}">
                  <a16:creationId xmlns:a16="http://schemas.microsoft.com/office/drawing/2014/main" id="{7782933F-1DA3-4DAD-B1FD-063B5CAF05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63114" y="54260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577" name="Shape 2654">
              <a:extLst>
                <a:ext uri="{FF2B5EF4-FFF2-40B4-BE49-F238E27FC236}">
                  <a16:creationId xmlns:a16="http://schemas.microsoft.com/office/drawing/2014/main" id="{D33032F4-50E1-463E-8453-AB013AAAF7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2124" y="5700713"/>
              <a:ext cx="209361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274578" name="Shape 2655">
              <a:extLst>
                <a:ext uri="{FF2B5EF4-FFF2-40B4-BE49-F238E27FC236}">
                  <a16:creationId xmlns:a16="http://schemas.microsoft.com/office/drawing/2014/main" id="{17373D64-2EA8-47F0-BEF4-8D45D0C4F9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734" y="5708652"/>
              <a:ext cx="11098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579" name="Shape 2656">
              <a:extLst>
                <a:ext uri="{FF2B5EF4-FFF2-40B4-BE49-F238E27FC236}">
                  <a16:creationId xmlns:a16="http://schemas.microsoft.com/office/drawing/2014/main" id="{DDE55B6C-25C6-42D9-843D-C508803233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9072" y="5700713"/>
              <a:ext cx="228558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274580" name="Shape 2657">
              <a:extLst>
                <a:ext uri="{FF2B5EF4-FFF2-40B4-BE49-F238E27FC236}">
                  <a16:creationId xmlns:a16="http://schemas.microsoft.com/office/drawing/2014/main" id="{DE055C60-5792-489E-9DC9-2F8BEEEF5A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20607" y="5700713"/>
              <a:ext cx="228558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274581" name="Shape 2658">
              <a:extLst>
                <a:ext uri="{FF2B5EF4-FFF2-40B4-BE49-F238E27FC236}">
                  <a16:creationId xmlns:a16="http://schemas.microsoft.com/office/drawing/2014/main" id="{B2EF4A53-BBE1-47A7-905A-A674FB513D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77701" y="5700713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74582" name="Shape 2659">
              <a:extLst>
                <a:ext uri="{FF2B5EF4-FFF2-40B4-BE49-F238E27FC236}">
                  <a16:creationId xmlns:a16="http://schemas.microsoft.com/office/drawing/2014/main" id="{D925F920-0C65-4027-9EBC-F72053385B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9120" y="5700713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583" name="Shape 2660">
              <a:extLst>
                <a:ext uri="{FF2B5EF4-FFF2-40B4-BE49-F238E27FC236}">
                  <a16:creationId xmlns:a16="http://schemas.microsoft.com/office/drawing/2014/main" id="{6E457F4A-22F4-4ECF-8676-BF9B8CDE93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12570" y="5700713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584" name="Shape 2661">
              <a:extLst>
                <a:ext uri="{FF2B5EF4-FFF2-40B4-BE49-F238E27FC236}">
                  <a16:creationId xmlns:a16="http://schemas.microsoft.com/office/drawing/2014/main" id="{8D299EBB-4D9A-4677-B5EB-2953824B95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39512" y="5700713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585" name="Shape 2662">
              <a:extLst>
                <a:ext uri="{FF2B5EF4-FFF2-40B4-BE49-F238E27FC236}">
                  <a16:creationId xmlns:a16="http://schemas.microsoft.com/office/drawing/2014/main" id="{6024A4F1-CA53-4745-9E8B-1FCE01086E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66455" y="5700713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74586" name="Shape 2663">
              <a:extLst>
                <a:ext uri="{FF2B5EF4-FFF2-40B4-BE49-F238E27FC236}">
                  <a16:creationId xmlns:a16="http://schemas.microsoft.com/office/drawing/2014/main" id="{73AA0EE2-28ED-450F-A48F-B1EEB90BF4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3398" y="5700713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587" name="Shape 2664">
              <a:extLst>
                <a:ext uri="{FF2B5EF4-FFF2-40B4-BE49-F238E27FC236}">
                  <a16:creationId xmlns:a16="http://schemas.microsoft.com/office/drawing/2014/main" id="{69806C78-5213-471F-A3A7-0F11C13446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20340" y="5700713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588" name="Shape 2665">
              <a:extLst>
                <a:ext uri="{FF2B5EF4-FFF2-40B4-BE49-F238E27FC236}">
                  <a16:creationId xmlns:a16="http://schemas.microsoft.com/office/drawing/2014/main" id="{8BFEEFF0-3726-4A00-B059-DF2F28D775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7283" y="5700713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74589" name="Shape 2666">
              <a:extLst>
                <a:ext uri="{FF2B5EF4-FFF2-40B4-BE49-F238E27FC236}">
                  <a16:creationId xmlns:a16="http://schemas.microsoft.com/office/drawing/2014/main" id="{A0B13745-8828-4C92-943D-1B002A1253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63114" y="5700713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590" name="Shape 2667">
              <a:extLst>
                <a:ext uri="{FF2B5EF4-FFF2-40B4-BE49-F238E27FC236}">
                  <a16:creationId xmlns:a16="http://schemas.microsoft.com/office/drawing/2014/main" id="{5DB6D16E-07EB-461C-A2ED-4D43E349AB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2124" y="5972177"/>
              <a:ext cx="209361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274591" name="Shape 2668">
              <a:extLst>
                <a:ext uri="{FF2B5EF4-FFF2-40B4-BE49-F238E27FC236}">
                  <a16:creationId xmlns:a16="http://schemas.microsoft.com/office/drawing/2014/main" id="{13DDBC6A-A15B-4B83-AEB1-A4D3B086ED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734" y="5961064"/>
              <a:ext cx="11098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592" name="Shape 2669">
              <a:extLst>
                <a:ext uri="{FF2B5EF4-FFF2-40B4-BE49-F238E27FC236}">
                  <a16:creationId xmlns:a16="http://schemas.microsoft.com/office/drawing/2014/main" id="{BBF565B2-56F8-4188-9BC9-D51698F25D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9072" y="5972177"/>
              <a:ext cx="228558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274593" name="Shape 2670">
              <a:extLst>
                <a:ext uri="{FF2B5EF4-FFF2-40B4-BE49-F238E27FC236}">
                  <a16:creationId xmlns:a16="http://schemas.microsoft.com/office/drawing/2014/main" id="{0A9144EB-C520-4A8B-8184-DEBE7BAE7A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20607" y="5972177"/>
              <a:ext cx="228558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274594" name="Shape 2671">
              <a:extLst>
                <a:ext uri="{FF2B5EF4-FFF2-40B4-BE49-F238E27FC236}">
                  <a16:creationId xmlns:a16="http://schemas.microsoft.com/office/drawing/2014/main" id="{29E46547-8A52-46E3-885C-BE4C3AD321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77701" y="59721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74595" name="Shape 2672">
              <a:extLst>
                <a:ext uri="{FF2B5EF4-FFF2-40B4-BE49-F238E27FC236}">
                  <a16:creationId xmlns:a16="http://schemas.microsoft.com/office/drawing/2014/main" id="{66FE2186-2FCC-415C-9D40-921DDE214C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9120" y="59721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74596" name="Shape 2673">
              <a:extLst>
                <a:ext uri="{FF2B5EF4-FFF2-40B4-BE49-F238E27FC236}">
                  <a16:creationId xmlns:a16="http://schemas.microsoft.com/office/drawing/2014/main" id="{8273A88D-36EF-4138-90EA-998F90D060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12570" y="59721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74597" name="Shape 2674">
              <a:extLst>
                <a:ext uri="{FF2B5EF4-FFF2-40B4-BE49-F238E27FC236}">
                  <a16:creationId xmlns:a16="http://schemas.microsoft.com/office/drawing/2014/main" id="{0B077A90-8CB5-45B3-88B7-ACE6CA8CE2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39512" y="59721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598" name="Shape 2675">
              <a:extLst>
                <a:ext uri="{FF2B5EF4-FFF2-40B4-BE49-F238E27FC236}">
                  <a16:creationId xmlns:a16="http://schemas.microsoft.com/office/drawing/2014/main" id="{A97E220D-DE39-4417-A5ED-75367C50DE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66455" y="59721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599" name="Shape 2676">
              <a:extLst>
                <a:ext uri="{FF2B5EF4-FFF2-40B4-BE49-F238E27FC236}">
                  <a16:creationId xmlns:a16="http://schemas.microsoft.com/office/drawing/2014/main" id="{213D7679-D4FF-4A38-BEE7-064B66C758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3398" y="59721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74600" name="Shape 2677">
              <a:extLst>
                <a:ext uri="{FF2B5EF4-FFF2-40B4-BE49-F238E27FC236}">
                  <a16:creationId xmlns:a16="http://schemas.microsoft.com/office/drawing/2014/main" id="{FCC3BE83-3FB3-4B49-A65C-E11D8B44CC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20340" y="59721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601" name="Shape 2678">
              <a:extLst>
                <a:ext uri="{FF2B5EF4-FFF2-40B4-BE49-F238E27FC236}">
                  <a16:creationId xmlns:a16="http://schemas.microsoft.com/office/drawing/2014/main" id="{C0004A2B-3969-4DE7-890B-0CCB32783B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7283" y="59721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602" name="Shape 2679">
              <a:extLst>
                <a:ext uri="{FF2B5EF4-FFF2-40B4-BE49-F238E27FC236}">
                  <a16:creationId xmlns:a16="http://schemas.microsoft.com/office/drawing/2014/main" id="{A257AAD6-52E8-43AD-B373-E6A7B25EFA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63114" y="59721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603" name="Shape 2680">
              <a:extLst>
                <a:ext uri="{FF2B5EF4-FFF2-40B4-BE49-F238E27FC236}">
                  <a16:creationId xmlns:a16="http://schemas.microsoft.com/office/drawing/2014/main" id="{08ED3FDD-69D4-430D-A78E-9566BF0D80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775" y="6246814"/>
              <a:ext cx="22226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274604" name="Shape 2681">
              <a:extLst>
                <a:ext uri="{FF2B5EF4-FFF2-40B4-BE49-F238E27FC236}">
                  <a16:creationId xmlns:a16="http://schemas.microsoft.com/office/drawing/2014/main" id="{9090E74B-EC3C-4D2B-80AA-B19167C797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734" y="6240464"/>
              <a:ext cx="11098" cy="315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605" name="Shape 2682">
              <a:extLst>
                <a:ext uri="{FF2B5EF4-FFF2-40B4-BE49-F238E27FC236}">
                  <a16:creationId xmlns:a16="http://schemas.microsoft.com/office/drawing/2014/main" id="{E6418C6F-FFBC-4D8F-B74D-88E65542A6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7485" y="6246814"/>
              <a:ext cx="228558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274606" name="Shape 2684">
              <a:extLst>
                <a:ext uri="{FF2B5EF4-FFF2-40B4-BE49-F238E27FC236}">
                  <a16:creationId xmlns:a16="http://schemas.microsoft.com/office/drawing/2014/main" id="{E9563291-E872-42A6-A2DC-863768DC09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76115" y="6246814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607" name="Shape 2685">
              <a:extLst>
                <a:ext uri="{FF2B5EF4-FFF2-40B4-BE49-F238E27FC236}">
                  <a16:creationId xmlns:a16="http://schemas.microsoft.com/office/drawing/2014/main" id="{1AE2BA8E-DA79-44AC-B039-6B965C9B02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9120" y="6246814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608" name="Shape 2686">
              <a:extLst>
                <a:ext uri="{FF2B5EF4-FFF2-40B4-BE49-F238E27FC236}">
                  <a16:creationId xmlns:a16="http://schemas.microsoft.com/office/drawing/2014/main" id="{7A515BC7-2B36-4FD4-91F1-E99453F5BE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10982" y="6246814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609" name="Shape 2687">
              <a:extLst>
                <a:ext uri="{FF2B5EF4-FFF2-40B4-BE49-F238E27FC236}">
                  <a16:creationId xmlns:a16="http://schemas.microsoft.com/office/drawing/2014/main" id="{87F9DB3E-674F-423B-9F76-F2579DF13F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37925" y="6246814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74610" name="Shape 2688">
              <a:extLst>
                <a:ext uri="{FF2B5EF4-FFF2-40B4-BE49-F238E27FC236}">
                  <a16:creationId xmlns:a16="http://schemas.microsoft.com/office/drawing/2014/main" id="{2EAC4F0A-FB61-4044-972D-B8ED7A9816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64867" y="6246814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611" name="Shape 2689">
              <a:extLst>
                <a:ext uri="{FF2B5EF4-FFF2-40B4-BE49-F238E27FC236}">
                  <a16:creationId xmlns:a16="http://schemas.microsoft.com/office/drawing/2014/main" id="{C9C3CA5F-A0D8-4B32-9038-825917878B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3398" y="6246814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612" name="Shape 2690">
              <a:extLst>
                <a:ext uri="{FF2B5EF4-FFF2-40B4-BE49-F238E27FC236}">
                  <a16:creationId xmlns:a16="http://schemas.microsoft.com/office/drawing/2014/main" id="{CE1F2F38-7F0F-4A4A-932A-32C21C2A1C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20340" y="6246814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74613" name="Shape 2691">
              <a:extLst>
                <a:ext uri="{FF2B5EF4-FFF2-40B4-BE49-F238E27FC236}">
                  <a16:creationId xmlns:a16="http://schemas.microsoft.com/office/drawing/2014/main" id="{0C7C71C4-41F7-4B59-AE38-22A6C7D38E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5694" y="6246814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614" name="Shape 2692">
              <a:extLst>
                <a:ext uri="{FF2B5EF4-FFF2-40B4-BE49-F238E27FC236}">
                  <a16:creationId xmlns:a16="http://schemas.microsoft.com/office/drawing/2014/main" id="{EF40BAB1-C7DA-432A-8E34-71B5CD8A50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06" y="6567489"/>
              <a:ext cx="785976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615" name="Shape 2693">
              <a:extLst>
                <a:ext uri="{FF2B5EF4-FFF2-40B4-BE49-F238E27FC236}">
                  <a16:creationId xmlns:a16="http://schemas.microsoft.com/office/drawing/2014/main" id="{CA6FFBCC-D72C-40B8-90CE-F7499017A0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63114" y="6246814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cxnSp>
          <p:nvCxnSpPr>
            <p:cNvPr id="274616" name="Shape 2694">
              <a:extLst>
                <a:ext uri="{FF2B5EF4-FFF2-40B4-BE49-F238E27FC236}">
                  <a16:creationId xmlns:a16="http://schemas.microsoft.com/office/drawing/2014/main" id="{DD648A56-5E69-4EDF-A849-DAFA042601B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96868" y="4098926"/>
              <a:ext cx="0" cy="247170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74617" name="Shape 2695">
              <a:extLst>
                <a:ext uri="{FF2B5EF4-FFF2-40B4-BE49-F238E27FC236}">
                  <a16:creationId xmlns:a16="http://schemas.microsoft.com/office/drawing/2014/main" id="{A9816097-8B95-4F34-8FF0-A43F30EE961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53860" y="4113213"/>
              <a:ext cx="0" cy="2443201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74618" name="Shape 2696">
              <a:extLst>
                <a:ext uri="{FF2B5EF4-FFF2-40B4-BE49-F238E27FC236}">
                  <a16:creationId xmlns:a16="http://schemas.microsoft.com/office/drawing/2014/main" id="{E6550600-7CCE-40BF-816C-D10C161D119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725385" y="4556126"/>
              <a:ext cx="1728585" cy="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74619" name="Shape 2697">
              <a:extLst>
                <a:ext uri="{FF2B5EF4-FFF2-40B4-BE49-F238E27FC236}">
                  <a16:creationId xmlns:a16="http://schemas.microsoft.com/office/drawing/2014/main" id="{EB4252E0-8DAF-414A-BCF3-E9FE9DA004B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639277" y="4084638"/>
              <a:ext cx="0" cy="251460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74620" name="Shape 2698">
              <a:extLst>
                <a:ext uri="{FF2B5EF4-FFF2-40B4-BE49-F238E27FC236}">
                  <a16:creationId xmlns:a16="http://schemas.microsoft.com/office/drawing/2014/main" id="{58C6FEE3-066B-41D2-AFEA-75CBC0A0D3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0238" y="4954588"/>
              <a:ext cx="512762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274621" name="Shape 2699">
              <a:extLst>
                <a:ext uri="{FF2B5EF4-FFF2-40B4-BE49-F238E27FC236}">
                  <a16:creationId xmlns:a16="http://schemas.microsoft.com/office/drawing/2014/main" id="{DEC85DC2-1CA4-4CB2-AE61-B66EEFDB86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7963" y="4984750"/>
              <a:ext cx="5111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274622" name="Shape 2700">
              <a:extLst>
                <a:ext uri="{FF2B5EF4-FFF2-40B4-BE49-F238E27FC236}">
                  <a16:creationId xmlns:a16="http://schemas.microsoft.com/office/drawing/2014/main" id="{DC2762D6-807B-48D5-ACBF-376FA08A08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363" y="4968875"/>
              <a:ext cx="5111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</p:grpSp>
      <p:grpSp>
        <p:nvGrpSpPr>
          <p:cNvPr id="274434" name="Group 1">
            <a:extLst>
              <a:ext uri="{FF2B5EF4-FFF2-40B4-BE49-F238E27FC236}">
                <a16:creationId xmlns:a16="http://schemas.microsoft.com/office/drawing/2014/main" id="{48269AB2-966A-4EE6-991B-06FD40A1B66C}"/>
              </a:ext>
            </a:extLst>
          </p:cNvPr>
          <p:cNvGrpSpPr>
            <a:grpSpLocks/>
          </p:cNvGrpSpPr>
          <p:nvPr/>
        </p:nvGrpSpPr>
        <p:grpSpPr bwMode="auto">
          <a:xfrm>
            <a:off x="636588" y="742950"/>
            <a:ext cx="8181975" cy="2066925"/>
            <a:chOff x="633413" y="1682750"/>
            <a:chExt cx="8181975" cy="2066925"/>
          </a:xfrm>
        </p:grpSpPr>
        <p:sp>
          <p:nvSpPr>
            <p:cNvPr id="274441" name="Shape 2701">
              <a:extLst>
                <a:ext uri="{FF2B5EF4-FFF2-40B4-BE49-F238E27FC236}">
                  <a16:creationId xmlns:a16="http://schemas.microsoft.com/office/drawing/2014/main" id="{184037C7-6096-4B23-9660-75CCE59A3D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1692275"/>
              <a:ext cx="9525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442" name="Shape 2702">
              <a:extLst>
                <a:ext uri="{FF2B5EF4-FFF2-40B4-BE49-F238E27FC236}">
                  <a16:creationId xmlns:a16="http://schemas.microsoft.com/office/drawing/2014/main" id="{4F944D74-FDDF-4494-ABA5-60E885AB8E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1692275"/>
              <a:ext cx="11113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443" name="Shape 2703">
              <a:extLst>
                <a:ext uri="{FF2B5EF4-FFF2-40B4-BE49-F238E27FC236}">
                  <a16:creationId xmlns:a16="http://schemas.microsoft.com/office/drawing/2014/main" id="{49CFC9C8-64CC-4B68-A3E0-FF20E8E6DE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2638" y="1865313"/>
              <a:ext cx="730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274444" name="Shape 2704">
              <a:extLst>
                <a:ext uri="{FF2B5EF4-FFF2-40B4-BE49-F238E27FC236}">
                  <a16:creationId xmlns:a16="http://schemas.microsoft.com/office/drawing/2014/main" id="{14DC3D51-B8BE-402F-9AA8-A7C58A9242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1692275"/>
              <a:ext cx="11113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445" name="Shape 2705">
              <a:extLst>
                <a:ext uri="{FF2B5EF4-FFF2-40B4-BE49-F238E27FC236}">
                  <a16:creationId xmlns:a16="http://schemas.microsoft.com/office/drawing/2014/main" id="{9D1FA4B2-B923-4E23-AA79-BBF2D49AAA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4375" y="1816100"/>
              <a:ext cx="9779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274446" name="Shape 2706">
              <a:extLst>
                <a:ext uri="{FF2B5EF4-FFF2-40B4-BE49-F238E27FC236}">
                  <a16:creationId xmlns:a16="http://schemas.microsoft.com/office/drawing/2014/main" id="{B35E6107-118A-4239-85D3-B730638D5C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1692275"/>
              <a:ext cx="11113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447" name="Shape 2707">
              <a:extLst>
                <a:ext uri="{FF2B5EF4-FFF2-40B4-BE49-F238E27FC236}">
                  <a16:creationId xmlns:a16="http://schemas.microsoft.com/office/drawing/2014/main" id="{46EC3CEF-CD77-4337-B8E9-012D99F0DC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2116138"/>
              <a:ext cx="7215188" cy="111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448" name="Shape 2708">
              <a:extLst>
                <a:ext uri="{FF2B5EF4-FFF2-40B4-BE49-F238E27FC236}">
                  <a16:creationId xmlns:a16="http://schemas.microsoft.com/office/drawing/2014/main" id="{24DF66EF-080B-4CB4-AF37-00F14711DC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2105025"/>
              <a:ext cx="9525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449" name="Shape 2709">
              <a:extLst>
                <a:ext uri="{FF2B5EF4-FFF2-40B4-BE49-F238E27FC236}">
                  <a16:creationId xmlns:a16="http://schemas.microsoft.com/office/drawing/2014/main" id="{8AAF9503-B911-4D4E-8C06-859ABE7A69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88013" y="1816100"/>
              <a:ext cx="7810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274450" name="Shape 2710">
              <a:extLst>
                <a:ext uri="{FF2B5EF4-FFF2-40B4-BE49-F238E27FC236}">
                  <a16:creationId xmlns:a16="http://schemas.microsoft.com/office/drawing/2014/main" id="{8C20D80F-2DF7-4AC5-86B8-D76F23B506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2105025"/>
              <a:ext cx="11113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451" name="Shape 2711">
              <a:extLst>
                <a:ext uri="{FF2B5EF4-FFF2-40B4-BE49-F238E27FC236}">
                  <a16:creationId xmlns:a16="http://schemas.microsoft.com/office/drawing/2014/main" id="{C1E3E064-CA39-48C9-847B-DA93BACA76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2105025"/>
              <a:ext cx="11113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452" name="Shape 2712">
              <a:extLst>
                <a:ext uri="{FF2B5EF4-FFF2-40B4-BE49-F238E27FC236}">
                  <a16:creationId xmlns:a16="http://schemas.microsoft.com/office/drawing/2014/main" id="{F6B28AEF-5B37-4EDF-A757-4F142D65E0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2105025"/>
              <a:ext cx="11113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453" name="Shape 2713">
              <a:extLst>
                <a:ext uri="{FF2B5EF4-FFF2-40B4-BE49-F238E27FC236}">
                  <a16:creationId xmlns:a16="http://schemas.microsoft.com/office/drawing/2014/main" id="{A4735C3C-A234-4532-9ED9-79129C214D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5638" y="2527300"/>
              <a:ext cx="8159750" cy="1111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454" name="Shape 2714">
              <a:extLst>
                <a:ext uri="{FF2B5EF4-FFF2-40B4-BE49-F238E27FC236}">
                  <a16:creationId xmlns:a16="http://schemas.microsoft.com/office/drawing/2014/main" id="{AE977358-4845-410D-8C06-970ABD87C3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2519363"/>
              <a:ext cx="9525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455" name="Shape 2715">
              <a:extLst>
                <a:ext uri="{FF2B5EF4-FFF2-40B4-BE49-F238E27FC236}">
                  <a16:creationId xmlns:a16="http://schemas.microsoft.com/office/drawing/2014/main" id="{28F79C20-A4B3-42E0-9A54-354E41741D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8050" y="2173288"/>
              <a:ext cx="476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274456" name="Shape 2716">
              <a:extLst>
                <a:ext uri="{FF2B5EF4-FFF2-40B4-BE49-F238E27FC236}">
                  <a16:creationId xmlns:a16="http://schemas.microsoft.com/office/drawing/2014/main" id="{54C5C243-E13B-4F03-B689-C68A93806E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2519363"/>
              <a:ext cx="11113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457" name="Shape 2717">
              <a:extLst>
                <a:ext uri="{FF2B5EF4-FFF2-40B4-BE49-F238E27FC236}">
                  <a16:creationId xmlns:a16="http://schemas.microsoft.com/office/drawing/2014/main" id="{DBC189DF-E506-4031-B69F-0EB4792788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5050" y="26177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274458" name="Shape 2718">
              <a:extLst>
                <a:ext uri="{FF2B5EF4-FFF2-40B4-BE49-F238E27FC236}">
                  <a16:creationId xmlns:a16="http://schemas.microsoft.com/office/drawing/2014/main" id="{E8B5A953-41E9-4A97-A2D0-0536D4E133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338" y="26177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274459" name="Shape 2719">
              <a:extLst>
                <a:ext uri="{FF2B5EF4-FFF2-40B4-BE49-F238E27FC236}">
                  <a16:creationId xmlns:a16="http://schemas.microsoft.com/office/drawing/2014/main" id="{2C347C9F-2FC0-412C-89C6-FF242F2E51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2519363"/>
              <a:ext cx="11113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460" name="Shape 2720">
              <a:extLst>
                <a:ext uri="{FF2B5EF4-FFF2-40B4-BE49-F238E27FC236}">
                  <a16:creationId xmlns:a16="http://schemas.microsoft.com/office/drawing/2014/main" id="{E24731FC-D67B-4DC7-AFDD-C6EB368474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6063" y="2617788"/>
              <a:ext cx="2095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274461" name="Shape 2721">
              <a:extLst>
                <a:ext uri="{FF2B5EF4-FFF2-40B4-BE49-F238E27FC236}">
                  <a16:creationId xmlns:a16="http://schemas.microsoft.com/office/drawing/2014/main" id="{2E46EBF2-B18B-454D-80CE-CFD4D8F2A3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7600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462" name="Shape 2722">
              <a:extLst>
                <a:ext uri="{FF2B5EF4-FFF2-40B4-BE49-F238E27FC236}">
                  <a16:creationId xmlns:a16="http://schemas.microsoft.com/office/drawing/2014/main" id="{1BB9419A-7FFD-43F2-AB1D-0B38CC16F4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35475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463" name="Shape 2723">
              <a:extLst>
                <a:ext uri="{FF2B5EF4-FFF2-40B4-BE49-F238E27FC236}">
                  <a16:creationId xmlns:a16="http://schemas.microsoft.com/office/drawing/2014/main" id="{0922F338-9F2A-4F3E-9988-B9976FC0FE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1763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464" name="Shape 2724">
              <a:extLst>
                <a:ext uri="{FF2B5EF4-FFF2-40B4-BE49-F238E27FC236}">
                  <a16:creationId xmlns:a16="http://schemas.microsoft.com/office/drawing/2014/main" id="{B482ADFA-04DF-412A-BDF0-DB3C8A003D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7100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465" name="Shape 2725">
              <a:extLst>
                <a:ext uri="{FF2B5EF4-FFF2-40B4-BE49-F238E27FC236}">
                  <a16:creationId xmlns:a16="http://schemas.microsoft.com/office/drawing/2014/main" id="{0D126D1A-1B99-4ACA-A0B2-56F16C6560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4975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466" name="Shape 2726">
              <a:extLst>
                <a:ext uri="{FF2B5EF4-FFF2-40B4-BE49-F238E27FC236}">
                  <a16:creationId xmlns:a16="http://schemas.microsoft.com/office/drawing/2014/main" id="{730233AC-405C-4E4B-B521-A90342DF23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59675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467" name="Shape 2727">
              <a:extLst>
                <a:ext uri="{FF2B5EF4-FFF2-40B4-BE49-F238E27FC236}">
                  <a16:creationId xmlns:a16="http://schemas.microsoft.com/office/drawing/2014/main" id="{AAAD4231-A19F-4E9B-9D8C-61E0F36840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2519363"/>
              <a:ext cx="11113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468" name="Shape 2728">
              <a:extLst>
                <a:ext uri="{FF2B5EF4-FFF2-40B4-BE49-F238E27FC236}">
                  <a16:creationId xmlns:a16="http://schemas.microsoft.com/office/drawing/2014/main" id="{3BBDF056-F8B2-4030-A59D-1C78B848A2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2881313"/>
              <a:ext cx="9525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469" name="Shape 2729">
              <a:extLst>
                <a:ext uri="{FF2B5EF4-FFF2-40B4-BE49-F238E27FC236}">
                  <a16:creationId xmlns:a16="http://schemas.microsoft.com/office/drawing/2014/main" id="{D9597F96-909B-4BC2-A283-41E46B396D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8025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470" name="Shape 2730">
              <a:extLst>
                <a:ext uri="{FF2B5EF4-FFF2-40B4-BE49-F238E27FC236}">
                  <a16:creationId xmlns:a16="http://schemas.microsoft.com/office/drawing/2014/main" id="{8DB93203-5D26-4AB8-81E1-059F5D5160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2881313"/>
              <a:ext cx="11113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471" name="Shape 2731">
              <a:extLst>
                <a:ext uri="{FF2B5EF4-FFF2-40B4-BE49-F238E27FC236}">
                  <a16:creationId xmlns:a16="http://schemas.microsoft.com/office/drawing/2014/main" id="{37D1F72D-A5A6-450D-A01F-D5077A41C4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9813" y="2889250"/>
              <a:ext cx="2095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274472" name="Shape 2732">
              <a:extLst>
                <a:ext uri="{FF2B5EF4-FFF2-40B4-BE49-F238E27FC236}">
                  <a16:creationId xmlns:a16="http://schemas.microsoft.com/office/drawing/2014/main" id="{6229A798-7535-4BCD-9388-FE93A0781A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44688" y="2889250"/>
              <a:ext cx="2095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274473" name="Shape 2733">
              <a:extLst>
                <a:ext uri="{FF2B5EF4-FFF2-40B4-BE49-F238E27FC236}">
                  <a16:creationId xmlns:a16="http://schemas.microsoft.com/office/drawing/2014/main" id="{A55834C0-5E4B-42C2-BE1D-D0482BB261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2881313"/>
              <a:ext cx="11113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474" name="Shape 2734">
              <a:extLst>
                <a:ext uri="{FF2B5EF4-FFF2-40B4-BE49-F238E27FC236}">
                  <a16:creationId xmlns:a16="http://schemas.microsoft.com/office/drawing/2014/main" id="{EE58736C-B1AC-42AA-AAA8-604D7C33D4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9238" y="2889250"/>
              <a:ext cx="2095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274475" name="Shape 2735">
              <a:extLst>
                <a:ext uri="{FF2B5EF4-FFF2-40B4-BE49-F238E27FC236}">
                  <a16:creationId xmlns:a16="http://schemas.microsoft.com/office/drawing/2014/main" id="{6F29BF3D-8FFE-465B-8928-629DA2154C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9188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476" name="Shape 2736">
              <a:extLst>
                <a:ext uri="{FF2B5EF4-FFF2-40B4-BE49-F238E27FC236}">
                  <a16:creationId xmlns:a16="http://schemas.microsoft.com/office/drawing/2014/main" id="{1BF2FCD8-6742-4BBD-9AF6-50546B9563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38650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477" name="Shape 2737">
              <a:extLst>
                <a:ext uri="{FF2B5EF4-FFF2-40B4-BE49-F238E27FC236}">
                  <a16:creationId xmlns:a16="http://schemas.microsoft.com/office/drawing/2014/main" id="{3C18A133-D44B-426E-A78B-12D44ACEF9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3350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74478" name="Shape 2738">
              <a:extLst>
                <a:ext uri="{FF2B5EF4-FFF2-40B4-BE49-F238E27FC236}">
                  <a16:creationId xmlns:a16="http://schemas.microsoft.com/office/drawing/2014/main" id="{9650158C-2FDA-4B2B-9B98-4D0CADBF1D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8688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479" name="Shape 2739">
              <a:extLst>
                <a:ext uri="{FF2B5EF4-FFF2-40B4-BE49-F238E27FC236}">
                  <a16:creationId xmlns:a16="http://schemas.microsoft.com/office/drawing/2014/main" id="{7279C4FB-76E8-40CC-947F-30A9F7DB10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6563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480" name="Shape 2740">
              <a:extLst>
                <a:ext uri="{FF2B5EF4-FFF2-40B4-BE49-F238E27FC236}">
                  <a16:creationId xmlns:a16="http://schemas.microsoft.com/office/drawing/2014/main" id="{209D1087-7058-408E-86FC-93D2EBBAFB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2850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74481" name="Shape 2741">
              <a:extLst>
                <a:ext uri="{FF2B5EF4-FFF2-40B4-BE49-F238E27FC236}">
                  <a16:creationId xmlns:a16="http://schemas.microsoft.com/office/drawing/2014/main" id="{115BB2D9-C3F5-4E1F-9C3E-AEB956CF06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2881313"/>
              <a:ext cx="11113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482" name="Shape 2742">
              <a:extLst>
                <a:ext uri="{FF2B5EF4-FFF2-40B4-BE49-F238E27FC236}">
                  <a16:creationId xmlns:a16="http://schemas.microsoft.com/office/drawing/2014/main" id="{C0BE2422-7334-466F-A6AB-5183B839CA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3155950"/>
              <a:ext cx="9525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483" name="Shape 2743">
              <a:extLst>
                <a:ext uri="{FF2B5EF4-FFF2-40B4-BE49-F238E27FC236}">
                  <a16:creationId xmlns:a16="http://schemas.microsoft.com/office/drawing/2014/main" id="{5941401E-98D1-4FB2-B529-1275631310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9613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484" name="Shape 2744">
              <a:extLst>
                <a:ext uri="{FF2B5EF4-FFF2-40B4-BE49-F238E27FC236}">
                  <a16:creationId xmlns:a16="http://schemas.microsoft.com/office/drawing/2014/main" id="{36DB4E5C-484F-43AA-A4C8-ABADDA1F38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3155950"/>
              <a:ext cx="11113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485" name="Shape 2745">
              <a:extLst>
                <a:ext uri="{FF2B5EF4-FFF2-40B4-BE49-F238E27FC236}">
                  <a16:creationId xmlns:a16="http://schemas.microsoft.com/office/drawing/2014/main" id="{CC0782B4-7594-437F-98B1-34330E70DF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9813" y="3163888"/>
              <a:ext cx="2095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274486" name="Shape 2746">
              <a:extLst>
                <a:ext uri="{FF2B5EF4-FFF2-40B4-BE49-F238E27FC236}">
                  <a16:creationId xmlns:a16="http://schemas.microsoft.com/office/drawing/2014/main" id="{8F34C1E4-7E0D-4A95-933C-89BBBBB9B6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338" y="31638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274487" name="Shape 2747">
              <a:extLst>
                <a:ext uri="{FF2B5EF4-FFF2-40B4-BE49-F238E27FC236}">
                  <a16:creationId xmlns:a16="http://schemas.microsoft.com/office/drawing/2014/main" id="{6CA179C1-00AE-476A-A54C-8DC1EE34F6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3155950"/>
              <a:ext cx="11113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488" name="Shape 2748">
              <a:extLst>
                <a:ext uri="{FF2B5EF4-FFF2-40B4-BE49-F238E27FC236}">
                  <a16:creationId xmlns:a16="http://schemas.microsoft.com/office/drawing/2014/main" id="{0F4E9956-90B7-4578-9B7C-04484E8AC2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1300" y="31638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274489" name="Shape 2749">
              <a:extLst>
                <a:ext uri="{FF2B5EF4-FFF2-40B4-BE49-F238E27FC236}">
                  <a16:creationId xmlns:a16="http://schemas.microsoft.com/office/drawing/2014/main" id="{D67BBB51-824B-490D-9B9D-39D025F482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7600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74490" name="Shape 2750">
              <a:extLst>
                <a:ext uri="{FF2B5EF4-FFF2-40B4-BE49-F238E27FC236}">
                  <a16:creationId xmlns:a16="http://schemas.microsoft.com/office/drawing/2014/main" id="{DF42FC21-9348-4703-83B1-7B89FF6AAE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35475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491" name="Shape 2751">
              <a:extLst>
                <a:ext uri="{FF2B5EF4-FFF2-40B4-BE49-F238E27FC236}">
                  <a16:creationId xmlns:a16="http://schemas.microsoft.com/office/drawing/2014/main" id="{7A907344-4C97-4CBD-866C-49D2FCAC56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1763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492" name="Shape 2752">
              <a:extLst>
                <a:ext uri="{FF2B5EF4-FFF2-40B4-BE49-F238E27FC236}">
                  <a16:creationId xmlns:a16="http://schemas.microsoft.com/office/drawing/2014/main" id="{00AC9306-3151-453E-B799-C0C8522A03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7100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74493" name="Shape 2753">
              <a:extLst>
                <a:ext uri="{FF2B5EF4-FFF2-40B4-BE49-F238E27FC236}">
                  <a16:creationId xmlns:a16="http://schemas.microsoft.com/office/drawing/2014/main" id="{54B61920-C01A-4C53-B48F-FC86FC8287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4975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494" name="Shape 2754">
              <a:extLst>
                <a:ext uri="{FF2B5EF4-FFF2-40B4-BE49-F238E27FC236}">
                  <a16:creationId xmlns:a16="http://schemas.microsoft.com/office/drawing/2014/main" id="{429D05AB-3B73-4901-8DA2-9A78036235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59675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495" name="Shape 2755">
              <a:extLst>
                <a:ext uri="{FF2B5EF4-FFF2-40B4-BE49-F238E27FC236}">
                  <a16:creationId xmlns:a16="http://schemas.microsoft.com/office/drawing/2014/main" id="{43ADB5EE-2E9E-4741-8F53-B909A7590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3155950"/>
              <a:ext cx="11113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496" name="Shape 2756">
              <a:extLst>
                <a:ext uri="{FF2B5EF4-FFF2-40B4-BE49-F238E27FC236}">
                  <a16:creationId xmlns:a16="http://schemas.microsoft.com/office/drawing/2014/main" id="{05D36951-9A31-4952-81D6-764B051AED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3433763"/>
              <a:ext cx="9525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497" name="Shape 2757">
              <a:extLst>
                <a:ext uri="{FF2B5EF4-FFF2-40B4-BE49-F238E27FC236}">
                  <a16:creationId xmlns:a16="http://schemas.microsoft.com/office/drawing/2014/main" id="{D04F119C-8C90-47B3-8DAD-0EA8B8E3D8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8025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498" name="Shape 2758">
              <a:extLst>
                <a:ext uri="{FF2B5EF4-FFF2-40B4-BE49-F238E27FC236}">
                  <a16:creationId xmlns:a16="http://schemas.microsoft.com/office/drawing/2014/main" id="{8BF40D0D-1348-4479-9F7B-46D091E2C7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3433763"/>
              <a:ext cx="11113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499" name="Shape 2759">
              <a:extLst>
                <a:ext uri="{FF2B5EF4-FFF2-40B4-BE49-F238E27FC236}">
                  <a16:creationId xmlns:a16="http://schemas.microsoft.com/office/drawing/2014/main" id="{299A5C3C-F8BC-47A7-9268-03E9B85AAD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5050" y="3438525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274500" name="Shape 2760">
              <a:extLst>
                <a:ext uri="{FF2B5EF4-FFF2-40B4-BE49-F238E27FC236}">
                  <a16:creationId xmlns:a16="http://schemas.microsoft.com/office/drawing/2014/main" id="{815DC847-A55D-4E00-94CD-2E4AB16CC7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338" y="3438525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274501" name="Shape 2761">
              <a:extLst>
                <a:ext uri="{FF2B5EF4-FFF2-40B4-BE49-F238E27FC236}">
                  <a16:creationId xmlns:a16="http://schemas.microsoft.com/office/drawing/2014/main" id="{E0989BE2-F68F-4C2E-BFF6-4C3730F6C0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3433763"/>
              <a:ext cx="11113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502" name="Shape 2762">
              <a:extLst>
                <a:ext uri="{FF2B5EF4-FFF2-40B4-BE49-F238E27FC236}">
                  <a16:creationId xmlns:a16="http://schemas.microsoft.com/office/drawing/2014/main" id="{5C3D0FC5-067D-4E75-8116-26520CF190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1300" y="3438525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274503" name="Shape 2763">
              <a:extLst>
                <a:ext uri="{FF2B5EF4-FFF2-40B4-BE49-F238E27FC236}">
                  <a16:creationId xmlns:a16="http://schemas.microsoft.com/office/drawing/2014/main" id="{7ED6328D-3138-4BE2-946C-820F8D303E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6013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504" name="Shape 2764">
              <a:extLst>
                <a:ext uri="{FF2B5EF4-FFF2-40B4-BE49-F238E27FC236}">
                  <a16:creationId xmlns:a16="http://schemas.microsoft.com/office/drawing/2014/main" id="{C632BD98-7C4A-4858-A8CE-DC87B0DEF2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35475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74505" name="Shape 2765">
              <a:extLst>
                <a:ext uri="{FF2B5EF4-FFF2-40B4-BE49-F238E27FC236}">
                  <a16:creationId xmlns:a16="http://schemas.microsoft.com/office/drawing/2014/main" id="{D9D3EBAA-3E1E-47B4-921F-78C721D4AF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0175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506" name="Shape 2766">
              <a:extLst>
                <a:ext uri="{FF2B5EF4-FFF2-40B4-BE49-F238E27FC236}">
                  <a16:creationId xmlns:a16="http://schemas.microsoft.com/office/drawing/2014/main" id="{C5144F7D-9512-49F7-BA4E-31EB0EFEBF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5513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507" name="Shape 2767">
              <a:extLst>
                <a:ext uri="{FF2B5EF4-FFF2-40B4-BE49-F238E27FC236}">
                  <a16:creationId xmlns:a16="http://schemas.microsoft.com/office/drawing/2014/main" id="{2FA4FDE1-A5C8-45D0-B160-D138DAF003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3388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74508" name="Shape 2768">
              <a:extLst>
                <a:ext uri="{FF2B5EF4-FFF2-40B4-BE49-F238E27FC236}">
                  <a16:creationId xmlns:a16="http://schemas.microsoft.com/office/drawing/2014/main" id="{9EEF1EBB-5D31-417B-B29D-EECC0CA6ED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59675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4509" name="Shape 2769">
              <a:extLst>
                <a:ext uri="{FF2B5EF4-FFF2-40B4-BE49-F238E27FC236}">
                  <a16:creationId xmlns:a16="http://schemas.microsoft.com/office/drawing/2014/main" id="{7FCBA3F5-E492-4F56-B297-C839E1850E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3433763"/>
              <a:ext cx="11113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510" name="Shape 2770">
              <a:extLst>
                <a:ext uri="{FF2B5EF4-FFF2-40B4-BE49-F238E27FC236}">
                  <a16:creationId xmlns:a16="http://schemas.microsoft.com/office/drawing/2014/main" id="{E6925865-76D1-4E0D-A645-629F939963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5638" y="3738563"/>
              <a:ext cx="8159750" cy="111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511" name="Shape 2771">
              <a:extLst>
                <a:ext uri="{FF2B5EF4-FFF2-40B4-BE49-F238E27FC236}">
                  <a16:creationId xmlns:a16="http://schemas.microsoft.com/office/drawing/2014/main" id="{B905699E-DFF4-4204-9C7C-7F147435A7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6438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74512" name="Shape 2772">
              <a:extLst>
                <a:ext uri="{FF2B5EF4-FFF2-40B4-BE49-F238E27FC236}">
                  <a16:creationId xmlns:a16="http://schemas.microsoft.com/office/drawing/2014/main" id="{A8731462-762C-4562-A55F-016C23B627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8788" y="2214563"/>
              <a:ext cx="566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0 </a:t>
              </a:r>
            </a:p>
          </p:txBody>
        </p:sp>
        <p:sp>
          <p:nvSpPr>
            <p:cNvPr id="274513" name="Shape 2773">
              <a:extLst>
                <a:ext uri="{FF2B5EF4-FFF2-40B4-BE49-F238E27FC236}">
                  <a16:creationId xmlns:a16="http://schemas.microsoft.com/office/drawing/2014/main" id="{EA28E0E7-3A70-4AE4-AADF-A9934803CC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63813" y="2214563"/>
              <a:ext cx="566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1 </a:t>
              </a:r>
            </a:p>
          </p:txBody>
        </p:sp>
        <p:sp>
          <p:nvSpPr>
            <p:cNvPr id="274514" name="Shape 2774">
              <a:extLst>
                <a:ext uri="{FF2B5EF4-FFF2-40B4-BE49-F238E27FC236}">
                  <a16:creationId xmlns:a16="http://schemas.microsoft.com/office/drawing/2014/main" id="{660962EE-F471-4104-8315-58D038B347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1538" y="2173288"/>
              <a:ext cx="592137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274515" name="Shape 2775">
              <a:extLst>
                <a:ext uri="{FF2B5EF4-FFF2-40B4-BE49-F238E27FC236}">
                  <a16:creationId xmlns:a16="http://schemas.microsoft.com/office/drawing/2014/main" id="{E37F364D-4C36-44E0-AFAE-C9F45AE26E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9413" y="2159000"/>
              <a:ext cx="592137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74516" name="Shape 2776">
              <a:extLst>
                <a:ext uri="{FF2B5EF4-FFF2-40B4-BE49-F238E27FC236}">
                  <a16:creationId xmlns:a16="http://schemas.microsoft.com/office/drawing/2014/main" id="{DF611035-8B8F-40F0-B956-445D6A0F15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8088" y="2159000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274517" name="Shape 2777">
              <a:extLst>
                <a:ext uri="{FF2B5EF4-FFF2-40B4-BE49-F238E27FC236}">
                  <a16:creationId xmlns:a16="http://schemas.microsoft.com/office/drawing/2014/main" id="{A79315F6-5357-482C-B36E-B80F053F07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73738" y="2159000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74518" name="Shape 2778">
              <a:extLst>
                <a:ext uri="{FF2B5EF4-FFF2-40B4-BE49-F238E27FC236}">
                  <a16:creationId xmlns:a16="http://schemas.microsoft.com/office/drawing/2014/main" id="{2423E2AF-1F25-42BD-B000-7F3278DC93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45263" y="217328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274519" name="Shape 2779">
              <a:extLst>
                <a:ext uri="{FF2B5EF4-FFF2-40B4-BE49-F238E27FC236}">
                  <a16:creationId xmlns:a16="http://schemas.microsoft.com/office/drawing/2014/main" id="{F092248A-8AC0-4FF1-B682-73F77B0ADF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16788" y="2159000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74520" name="Shape 2780">
              <a:extLst>
                <a:ext uri="{FF2B5EF4-FFF2-40B4-BE49-F238E27FC236}">
                  <a16:creationId xmlns:a16="http://schemas.microsoft.com/office/drawing/2014/main" id="{C62E6E99-A032-4EF4-8FAD-CCEAFA2408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16888" y="21415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274521" name="Shape 2781">
              <a:extLst>
                <a:ext uri="{FF2B5EF4-FFF2-40B4-BE49-F238E27FC236}">
                  <a16:creationId xmlns:a16="http://schemas.microsoft.com/office/drawing/2014/main" id="{B6D57BC6-A1A3-422E-946C-18CD000EFF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5638" y="1682750"/>
              <a:ext cx="8159750" cy="9525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274435" name="Shape 2782">
            <a:extLst>
              <a:ext uri="{FF2B5EF4-FFF2-40B4-BE49-F238E27FC236}">
                <a16:creationId xmlns:a16="http://schemas.microsoft.com/office/drawing/2014/main" id="{85AAED17-C4FF-48FD-BC49-48AE7ED679B2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0" y="34925"/>
            <a:ext cx="9144000" cy="754063"/>
          </a:xfrm>
        </p:spPr>
        <p:txBody>
          <a:bodyPr/>
          <a:lstStyle/>
          <a:p>
            <a:pPr algn="ctr" eaLnBrk="1" hangingPunct="1"/>
            <a:r>
              <a:rPr lang="en-US" altLang="en-US" sz="24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State Table</a:t>
            </a:r>
          </a:p>
        </p:txBody>
      </p:sp>
      <p:sp>
        <p:nvSpPr>
          <p:cNvPr id="274436" name="TextBox 125">
            <a:extLst>
              <a:ext uri="{FF2B5EF4-FFF2-40B4-BE49-F238E27FC236}">
                <a16:creationId xmlns:a16="http://schemas.microsoft.com/office/drawing/2014/main" id="{2D5838F8-3B29-4E7E-9690-61104C33AD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5838" y="6550025"/>
            <a:ext cx="30956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[ Figure 6.12 &amp; 6.13 from the textbook ]</a:t>
            </a:r>
          </a:p>
        </p:txBody>
      </p:sp>
      <p:sp>
        <p:nvSpPr>
          <p:cNvPr id="274437" name="Shape 2782">
            <a:extLst>
              <a:ext uri="{FF2B5EF4-FFF2-40B4-BE49-F238E27FC236}">
                <a16:creationId xmlns:a16="http://schemas.microsoft.com/office/drawing/2014/main" id="{CCE55458-1999-4D68-ABD4-BFA6FB29A41E}"/>
              </a:ext>
            </a:extLst>
          </p:cNvPr>
          <p:cNvSpPr txBox="1">
            <a:spLocks/>
          </p:cNvSpPr>
          <p:nvPr/>
        </p:nvSpPr>
        <p:spPr bwMode="auto">
          <a:xfrm>
            <a:off x="0" y="3157538"/>
            <a:ext cx="9144000" cy="755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State-Assigned Table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AE2B4043-C3F6-7149-ADC4-1C23941FD9E6}"/>
              </a:ext>
            </a:extLst>
          </p:cNvPr>
          <p:cNvSpPr/>
          <p:nvPr/>
        </p:nvSpPr>
        <p:spPr>
          <a:xfrm>
            <a:off x="4038600" y="5248275"/>
            <a:ext cx="4673600" cy="10953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ＭＳ Ｐゴシック"/>
              <a:cs typeface="+mn-cs"/>
              <a:sym typeface="Arial" charset="0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4F3B6AD7-004A-F140-9E34-F43F4711DD71}"/>
              </a:ext>
            </a:extLst>
          </p:cNvPr>
          <p:cNvSpPr/>
          <p:nvPr/>
        </p:nvSpPr>
        <p:spPr>
          <a:xfrm>
            <a:off x="2284412" y="5257800"/>
            <a:ext cx="1298575" cy="10953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ＭＳ Ｐゴシック"/>
              <a:cs typeface="+mn-cs"/>
              <a:sym typeface="Arial" charset="0"/>
            </a:endParaRPr>
          </a:p>
        </p:txBody>
      </p:sp>
      <p:sp>
        <p:nvSpPr>
          <p:cNvPr id="192" name="Rectangle 191">
            <a:extLst>
              <a:ext uri="{FF2B5EF4-FFF2-40B4-BE49-F238E27FC236}">
                <a16:creationId xmlns:a16="http://schemas.microsoft.com/office/drawing/2014/main" id="{2F66949E-1F32-C54E-8486-D69FC4547884}"/>
              </a:ext>
            </a:extLst>
          </p:cNvPr>
          <p:cNvSpPr/>
          <p:nvPr/>
        </p:nvSpPr>
        <p:spPr>
          <a:xfrm>
            <a:off x="1370012" y="5257800"/>
            <a:ext cx="525463" cy="10953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ＭＳ Ｐゴシック"/>
              <a:cs typeface="+mn-cs"/>
              <a:sym typeface="Arial" charset="0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6481" name="Group 1">
            <a:extLst>
              <a:ext uri="{FF2B5EF4-FFF2-40B4-BE49-F238E27FC236}">
                <a16:creationId xmlns:a16="http://schemas.microsoft.com/office/drawing/2014/main" id="{9032C8D9-625B-49A1-BA4E-FB317C51C200}"/>
              </a:ext>
            </a:extLst>
          </p:cNvPr>
          <p:cNvGrpSpPr>
            <a:grpSpLocks/>
          </p:cNvGrpSpPr>
          <p:nvPr/>
        </p:nvGrpSpPr>
        <p:grpSpPr bwMode="auto">
          <a:xfrm>
            <a:off x="636588" y="742950"/>
            <a:ext cx="8181975" cy="2066925"/>
            <a:chOff x="633413" y="1682750"/>
            <a:chExt cx="8181975" cy="2066925"/>
          </a:xfrm>
        </p:grpSpPr>
        <p:sp>
          <p:nvSpPr>
            <p:cNvPr id="276589" name="Shape 2701">
              <a:extLst>
                <a:ext uri="{FF2B5EF4-FFF2-40B4-BE49-F238E27FC236}">
                  <a16:creationId xmlns:a16="http://schemas.microsoft.com/office/drawing/2014/main" id="{EAA58038-FFD7-4140-B448-70AD52D85D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1692275"/>
              <a:ext cx="9525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590" name="Shape 2702">
              <a:extLst>
                <a:ext uri="{FF2B5EF4-FFF2-40B4-BE49-F238E27FC236}">
                  <a16:creationId xmlns:a16="http://schemas.microsoft.com/office/drawing/2014/main" id="{80411E37-1570-481B-9E30-0C097ED869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1692275"/>
              <a:ext cx="11113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591" name="Shape 2703">
              <a:extLst>
                <a:ext uri="{FF2B5EF4-FFF2-40B4-BE49-F238E27FC236}">
                  <a16:creationId xmlns:a16="http://schemas.microsoft.com/office/drawing/2014/main" id="{4B4D1907-B486-4BB8-B3ED-0698172C74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2638" y="1865313"/>
              <a:ext cx="730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276592" name="Shape 2704">
              <a:extLst>
                <a:ext uri="{FF2B5EF4-FFF2-40B4-BE49-F238E27FC236}">
                  <a16:creationId xmlns:a16="http://schemas.microsoft.com/office/drawing/2014/main" id="{BD482A01-8590-4512-BCB2-AF1D4B8F95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1692275"/>
              <a:ext cx="11113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593" name="Shape 2705">
              <a:extLst>
                <a:ext uri="{FF2B5EF4-FFF2-40B4-BE49-F238E27FC236}">
                  <a16:creationId xmlns:a16="http://schemas.microsoft.com/office/drawing/2014/main" id="{01AB352C-D3CE-4635-959F-6CEEB10DFF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4375" y="1816100"/>
              <a:ext cx="9779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276594" name="Shape 2706">
              <a:extLst>
                <a:ext uri="{FF2B5EF4-FFF2-40B4-BE49-F238E27FC236}">
                  <a16:creationId xmlns:a16="http://schemas.microsoft.com/office/drawing/2014/main" id="{FBDB6355-150C-4193-B4C6-17A798ABCB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1692275"/>
              <a:ext cx="11113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595" name="Shape 2707">
              <a:extLst>
                <a:ext uri="{FF2B5EF4-FFF2-40B4-BE49-F238E27FC236}">
                  <a16:creationId xmlns:a16="http://schemas.microsoft.com/office/drawing/2014/main" id="{40E1D268-4E05-4B24-87C1-81C25B1CA8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2116138"/>
              <a:ext cx="7215188" cy="111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596" name="Shape 2708">
              <a:extLst>
                <a:ext uri="{FF2B5EF4-FFF2-40B4-BE49-F238E27FC236}">
                  <a16:creationId xmlns:a16="http://schemas.microsoft.com/office/drawing/2014/main" id="{404BACD1-9837-4206-A4BC-1DCB19F4AB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2105025"/>
              <a:ext cx="9525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597" name="Shape 2709">
              <a:extLst>
                <a:ext uri="{FF2B5EF4-FFF2-40B4-BE49-F238E27FC236}">
                  <a16:creationId xmlns:a16="http://schemas.microsoft.com/office/drawing/2014/main" id="{C56B063D-6A86-4D06-94F4-30A02C167E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88013" y="1816100"/>
              <a:ext cx="7810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276598" name="Shape 2710">
              <a:extLst>
                <a:ext uri="{FF2B5EF4-FFF2-40B4-BE49-F238E27FC236}">
                  <a16:creationId xmlns:a16="http://schemas.microsoft.com/office/drawing/2014/main" id="{08163C70-C0EF-40C2-AE74-547E2610EB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2105025"/>
              <a:ext cx="11113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599" name="Shape 2711">
              <a:extLst>
                <a:ext uri="{FF2B5EF4-FFF2-40B4-BE49-F238E27FC236}">
                  <a16:creationId xmlns:a16="http://schemas.microsoft.com/office/drawing/2014/main" id="{0BE1FE48-044F-4EDC-9681-0EC247245A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2105025"/>
              <a:ext cx="11113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600" name="Shape 2712">
              <a:extLst>
                <a:ext uri="{FF2B5EF4-FFF2-40B4-BE49-F238E27FC236}">
                  <a16:creationId xmlns:a16="http://schemas.microsoft.com/office/drawing/2014/main" id="{FD424199-7E67-416E-A852-4CF9F52987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2105025"/>
              <a:ext cx="11113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601" name="Shape 2713">
              <a:extLst>
                <a:ext uri="{FF2B5EF4-FFF2-40B4-BE49-F238E27FC236}">
                  <a16:creationId xmlns:a16="http://schemas.microsoft.com/office/drawing/2014/main" id="{35978424-D8E2-49CD-A224-05BF9C0759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5638" y="2527300"/>
              <a:ext cx="8159750" cy="1111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602" name="Shape 2714">
              <a:extLst>
                <a:ext uri="{FF2B5EF4-FFF2-40B4-BE49-F238E27FC236}">
                  <a16:creationId xmlns:a16="http://schemas.microsoft.com/office/drawing/2014/main" id="{34D48C79-614E-4959-BD9F-E0D86F70EB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2519363"/>
              <a:ext cx="9525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603" name="Shape 2715">
              <a:extLst>
                <a:ext uri="{FF2B5EF4-FFF2-40B4-BE49-F238E27FC236}">
                  <a16:creationId xmlns:a16="http://schemas.microsoft.com/office/drawing/2014/main" id="{01DDC276-E874-44D0-9623-3D7C7FA893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8050" y="2173288"/>
              <a:ext cx="476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276604" name="Shape 2716">
              <a:extLst>
                <a:ext uri="{FF2B5EF4-FFF2-40B4-BE49-F238E27FC236}">
                  <a16:creationId xmlns:a16="http://schemas.microsoft.com/office/drawing/2014/main" id="{4B6DA406-6DE5-4B34-A43C-6889FC456F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2519363"/>
              <a:ext cx="11113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605" name="Shape 2717">
              <a:extLst>
                <a:ext uri="{FF2B5EF4-FFF2-40B4-BE49-F238E27FC236}">
                  <a16:creationId xmlns:a16="http://schemas.microsoft.com/office/drawing/2014/main" id="{5DD900AF-AB4D-4919-9D28-F52A901A76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5050" y="26177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276606" name="Shape 2718">
              <a:extLst>
                <a:ext uri="{FF2B5EF4-FFF2-40B4-BE49-F238E27FC236}">
                  <a16:creationId xmlns:a16="http://schemas.microsoft.com/office/drawing/2014/main" id="{7572E6D9-B22E-4562-BEE4-EDF8E82320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338" y="26177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276607" name="Shape 2719">
              <a:extLst>
                <a:ext uri="{FF2B5EF4-FFF2-40B4-BE49-F238E27FC236}">
                  <a16:creationId xmlns:a16="http://schemas.microsoft.com/office/drawing/2014/main" id="{D51EB0BF-DDBB-42BF-9D1D-6CE6452365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2519363"/>
              <a:ext cx="11113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608" name="Shape 2720">
              <a:extLst>
                <a:ext uri="{FF2B5EF4-FFF2-40B4-BE49-F238E27FC236}">
                  <a16:creationId xmlns:a16="http://schemas.microsoft.com/office/drawing/2014/main" id="{E23DFF2A-E0F4-470D-A105-6B74BCCB39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6063" y="2617788"/>
              <a:ext cx="2095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276609" name="Shape 2721">
              <a:extLst>
                <a:ext uri="{FF2B5EF4-FFF2-40B4-BE49-F238E27FC236}">
                  <a16:creationId xmlns:a16="http://schemas.microsoft.com/office/drawing/2014/main" id="{0E9749A0-4987-4253-9CA8-688B33A3D2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7600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610" name="Shape 2722">
              <a:extLst>
                <a:ext uri="{FF2B5EF4-FFF2-40B4-BE49-F238E27FC236}">
                  <a16:creationId xmlns:a16="http://schemas.microsoft.com/office/drawing/2014/main" id="{D728C1A9-A32A-42B7-90C0-18F632F8B5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35475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611" name="Shape 2723">
              <a:extLst>
                <a:ext uri="{FF2B5EF4-FFF2-40B4-BE49-F238E27FC236}">
                  <a16:creationId xmlns:a16="http://schemas.microsoft.com/office/drawing/2014/main" id="{3CB33D88-4EFD-4174-A987-90AA9A589F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1763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612" name="Shape 2724">
              <a:extLst>
                <a:ext uri="{FF2B5EF4-FFF2-40B4-BE49-F238E27FC236}">
                  <a16:creationId xmlns:a16="http://schemas.microsoft.com/office/drawing/2014/main" id="{73394856-0552-488D-8B6F-E6F9DB9FED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7100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613" name="Shape 2725">
              <a:extLst>
                <a:ext uri="{FF2B5EF4-FFF2-40B4-BE49-F238E27FC236}">
                  <a16:creationId xmlns:a16="http://schemas.microsoft.com/office/drawing/2014/main" id="{FD6EC5F4-30D5-4216-B59C-465F468219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4975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614" name="Shape 2726">
              <a:extLst>
                <a:ext uri="{FF2B5EF4-FFF2-40B4-BE49-F238E27FC236}">
                  <a16:creationId xmlns:a16="http://schemas.microsoft.com/office/drawing/2014/main" id="{03969AF8-08BE-4E92-BCBB-463DDD355B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59675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615" name="Shape 2727">
              <a:extLst>
                <a:ext uri="{FF2B5EF4-FFF2-40B4-BE49-F238E27FC236}">
                  <a16:creationId xmlns:a16="http://schemas.microsoft.com/office/drawing/2014/main" id="{9F62D5F3-5E21-46D8-916F-B460227B69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2519363"/>
              <a:ext cx="11113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616" name="Shape 2728">
              <a:extLst>
                <a:ext uri="{FF2B5EF4-FFF2-40B4-BE49-F238E27FC236}">
                  <a16:creationId xmlns:a16="http://schemas.microsoft.com/office/drawing/2014/main" id="{45F96882-F87F-4B80-A042-EC25081DA7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2881313"/>
              <a:ext cx="9525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617" name="Shape 2729">
              <a:extLst>
                <a:ext uri="{FF2B5EF4-FFF2-40B4-BE49-F238E27FC236}">
                  <a16:creationId xmlns:a16="http://schemas.microsoft.com/office/drawing/2014/main" id="{5738C9C8-45BD-43D1-9360-E05B65E14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8025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618" name="Shape 2730">
              <a:extLst>
                <a:ext uri="{FF2B5EF4-FFF2-40B4-BE49-F238E27FC236}">
                  <a16:creationId xmlns:a16="http://schemas.microsoft.com/office/drawing/2014/main" id="{3F521879-F11E-49E0-A5EB-C6C42F2788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2881313"/>
              <a:ext cx="11113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619" name="Shape 2731">
              <a:extLst>
                <a:ext uri="{FF2B5EF4-FFF2-40B4-BE49-F238E27FC236}">
                  <a16:creationId xmlns:a16="http://schemas.microsoft.com/office/drawing/2014/main" id="{136AF92B-64A7-45E4-8FC2-5F7FE978AD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9813" y="2889250"/>
              <a:ext cx="2095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276620" name="Shape 2732">
              <a:extLst>
                <a:ext uri="{FF2B5EF4-FFF2-40B4-BE49-F238E27FC236}">
                  <a16:creationId xmlns:a16="http://schemas.microsoft.com/office/drawing/2014/main" id="{3674A2D2-E056-4406-B050-61CA642DF1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44688" y="2889250"/>
              <a:ext cx="2095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276621" name="Shape 2733">
              <a:extLst>
                <a:ext uri="{FF2B5EF4-FFF2-40B4-BE49-F238E27FC236}">
                  <a16:creationId xmlns:a16="http://schemas.microsoft.com/office/drawing/2014/main" id="{A9029123-1E6C-4D56-8EB3-48D4A0F111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2881313"/>
              <a:ext cx="11113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622" name="Shape 2734">
              <a:extLst>
                <a:ext uri="{FF2B5EF4-FFF2-40B4-BE49-F238E27FC236}">
                  <a16:creationId xmlns:a16="http://schemas.microsoft.com/office/drawing/2014/main" id="{FE92001A-D9AF-4ED4-84E8-F8590FC576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9238" y="2889250"/>
              <a:ext cx="2095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276623" name="Shape 2735">
              <a:extLst>
                <a:ext uri="{FF2B5EF4-FFF2-40B4-BE49-F238E27FC236}">
                  <a16:creationId xmlns:a16="http://schemas.microsoft.com/office/drawing/2014/main" id="{B736EBBC-885C-49BB-AC38-3AFE66740F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9188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624" name="Shape 2736">
              <a:extLst>
                <a:ext uri="{FF2B5EF4-FFF2-40B4-BE49-F238E27FC236}">
                  <a16:creationId xmlns:a16="http://schemas.microsoft.com/office/drawing/2014/main" id="{582D1BC5-BA4C-4E16-A279-58455944E8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38650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625" name="Shape 2737">
              <a:extLst>
                <a:ext uri="{FF2B5EF4-FFF2-40B4-BE49-F238E27FC236}">
                  <a16:creationId xmlns:a16="http://schemas.microsoft.com/office/drawing/2014/main" id="{78CEE584-7041-41C1-A5A6-26B1DBCCB7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3350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76626" name="Shape 2738">
              <a:extLst>
                <a:ext uri="{FF2B5EF4-FFF2-40B4-BE49-F238E27FC236}">
                  <a16:creationId xmlns:a16="http://schemas.microsoft.com/office/drawing/2014/main" id="{23FFC72F-5113-4929-AD41-A71F77F990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8688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627" name="Shape 2739">
              <a:extLst>
                <a:ext uri="{FF2B5EF4-FFF2-40B4-BE49-F238E27FC236}">
                  <a16:creationId xmlns:a16="http://schemas.microsoft.com/office/drawing/2014/main" id="{BCD625A5-C1A2-474D-B170-2B1C01E500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6563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628" name="Shape 2740">
              <a:extLst>
                <a:ext uri="{FF2B5EF4-FFF2-40B4-BE49-F238E27FC236}">
                  <a16:creationId xmlns:a16="http://schemas.microsoft.com/office/drawing/2014/main" id="{680B3524-11FF-4C06-B9DF-8573069A9B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2850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76629" name="Shape 2741">
              <a:extLst>
                <a:ext uri="{FF2B5EF4-FFF2-40B4-BE49-F238E27FC236}">
                  <a16:creationId xmlns:a16="http://schemas.microsoft.com/office/drawing/2014/main" id="{1064E802-16FB-4FA6-9782-7285B14C10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2881313"/>
              <a:ext cx="11113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630" name="Shape 2742">
              <a:extLst>
                <a:ext uri="{FF2B5EF4-FFF2-40B4-BE49-F238E27FC236}">
                  <a16:creationId xmlns:a16="http://schemas.microsoft.com/office/drawing/2014/main" id="{85466C46-D57E-4AC5-B5F5-53488FF3DF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3155950"/>
              <a:ext cx="9525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631" name="Shape 2743">
              <a:extLst>
                <a:ext uri="{FF2B5EF4-FFF2-40B4-BE49-F238E27FC236}">
                  <a16:creationId xmlns:a16="http://schemas.microsoft.com/office/drawing/2014/main" id="{B6FF73A4-F2B8-4254-989E-45417D10F5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9613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632" name="Shape 2744">
              <a:extLst>
                <a:ext uri="{FF2B5EF4-FFF2-40B4-BE49-F238E27FC236}">
                  <a16:creationId xmlns:a16="http://schemas.microsoft.com/office/drawing/2014/main" id="{86C1B5DB-4377-43C4-9F5B-8F7C44407F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3155950"/>
              <a:ext cx="11113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633" name="Shape 2745">
              <a:extLst>
                <a:ext uri="{FF2B5EF4-FFF2-40B4-BE49-F238E27FC236}">
                  <a16:creationId xmlns:a16="http://schemas.microsoft.com/office/drawing/2014/main" id="{9911C140-30D2-4CDD-B4ED-FA7CFCDD6F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9813" y="3163888"/>
              <a:ext cx="2095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276634" name="Shape 2746">
              <a:extLst>
                <a:ext uri="{FF2B5EF4-FFF2-40B4-BE49-F238E27FC236}">
                  <a16:creationId xmlns:a16="http://schemas.microsoft.com/office/drawing/2014/main" id="{B02EBE55-08E2-4326-A786-A74E165657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338" y="31638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276635" name="Shape 2747">
              <a:extLst>
                <a:ext uri="{FF2B5EF4-FFF2-40B4-BE49-F238E27FC236}">
                  <a16:creationId xmlns:a16="http://schemas.microsoft.com/office/drawing/2014/main" id="{E472A7CD-0F47-45A6-B6E0-4F2C6F698F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3155950"/>
              <a:ext cx="11113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636" name="Shape 2748">
              <a:extLst>
                <a:ext uri="{FF2B5EF4-FFF2-40B4-BE49-F238E27FC236}">
                  <a16:creationId xmlns:a16="http://schemas.microsoft.com/office/drawing/2014/main" id="{B6AAE766-FEC8-4B9C-92DA-FBA9474778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1300" y="31638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276637" name="Shape 2749">
              <a:extLst>
                <a:ext uri="{FF2B5EF4-FFF2-40B4-BE49-F238E27FC236}">
                  <a16:creationId xmlns:a16="http://schemas.microsoft.com/office/drawing/2014/main" id="{7C339FD0-7BC7-4ABD-B190-BC985C33AA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7600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76638" name="Shape 2750">
              <a:extLst>
                <a:ext uri="{FF2B5EF4-FFF2-40B4-BE49-F238E27FC236}">
                  <a16:creationId xmlns:a16="http://schemas.microsoft.com/office/drawing/2014/main" id="{A0DC5EFC-359B-43D9-8378-E6DA38C33F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35475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639" name="Shape 2751">
              <a:extLst>
                <a:ext uri="{FF2B5EF4-FFF2-40B4-BE49-F238E27FC236}">
                  <a16:creationId xmlns:a16="http://schemas.microsoft.com/office/drawing/2014/main" id="{590D9F85-DEE0-4914-BAFC-082B443868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1763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640" name="Shape 2752">
              <a:extLst>
                <a:ext uri="{FF2B5EF4-FFF2-40B4-BE49-F238E27FC236}">
                  <a16:creationId xmlns:a16="http://schemas.microsoft.com/office/drawing/2014/main" id="{274D396C-4E7D-4DA4-9685-7CE59C32D3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7100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76641" name="Shape 2753">
              <a:extLst>
                <a:ext uri="{FF2B5EF4-FFF2-40B4-BE49-F238E27FC236}">
                  <a16:creationId xmlns:a16="http://schemas.microsoft.com/office/drawing/2014/main" id="{B3857B4F-9542-47F2-A151-A7F07A3E5E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4975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642" name="Shape 2754">
              <a:extLst>
                <a:ext uri="{FF2B5EF4-FFF2-40B4-BE49-F238E27FC236}">
                  <a16:creationId xmlns:a16="http://schemas.microsoft.com/office/drawing/2014/main" id="{EC40A185-561B-4393-9075-4EE4121A18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59675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643" name="Shape 2755">
              <a:extLst>
                <a:ext uri="{FF2B5EF4-FFF2-40B4-BE49-F238E27FC236}">
                  <a16:creationId xmlns:a16="http://schemas.microsoft.com/office/drawing/2014/main" id="{C8D570B7-12B4-4D88-94CE-FE2CECD38C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3155950"/>
              <a:ext cx="11113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644" name="Shape 2756">
              <a:extLst>
                <a:ext uri="{FF2B5EF4-FFF2-40B4-BE49-F238E27FC236}">
                  <a16:creationId xmlns:a16="http://schemas.microsoft.com/office/drawing/2014/main" id="{3CE4EF96-62CA-4446-A810-AF498712C8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3433763"/>
              <a:ext cx="9525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645" name="Shape 2757">
              <a:extLst>
                <a:ext uri="{FF2B5EF4-FFF2-40B4-BE49-F238E27FC236}">
                  <a16:creationId xmlns:a16="http://schemas.microsoft.com/office/drawing/2014/main" id="{949F4D23-D7C3-45E2-9B53-AF52C18BCA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8025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646" name="Shape 2758">
              <a:extLst>
                <a:ext uri="{FF2B5EF4-FFF2-40B4-BE49-F238E27FC236}">
                  <a16:creationId xmlns:a16="http://schemas.microsoft.com/office/drawing/2014/main" id="{AEAA6799-9762-450C-A901-FC4ED6858F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3433763"/>
              <a:ext cx="11113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647" name="Shape 2759">
              <a:extLst>
                <a:ext uri="{FF2B5EF4-FFF2-40B4-BE49-F238E27FC236}">
                  <a16:creationId xmlns:a16="http://schemas.microsoft.com/office/drawing/2014/main" id="{07929EE4-3E80-4F8F-9452-3B27B3FC2D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5050" y="3438525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276648" name="Shape 2760">
              <a:extLst>
                <a:ext uri="{FF2B5EF4-FFF2-40B4-BE49-F238E27FC236}">
                  <a16:creationId xmlns:a16="http://schemas.microsoft.com/office/drawing/2014/main" id="{6939E4B4-3243-4744-A579-29A1EA1066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338" y="3438525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276649" name="Shape 2761">
              <a:extLst>
                <a:ext uri="{FF2B5EF4-FFF2-40B4-BE49-F238E27FC236}">
                  <a16:creationId xmlns:a16="http://schemas.microsoft.com/office/drawing/2014/main" id="{ECBEE797-8A8E-4A71-9E7A-CAF139CF20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3433763"/>
              <a:ext cx="11113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650" name="Shape 2762">
              <a:extLst>
                <a:ext uri="{FF2B5EF4-FFF2-40B4-BE49-F238E27FC236}">
                  <a16:creationId xmlns:a16="http://schemas.microsoft.com/office/drawing/2014/main" id="{C0CFA17B-A133-4491-B0E0-05CA035E0B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1300" y="3438525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276651" name="Shape 2763">
              <a:extLst>
                <a:ext uri="{FF2B5EF4-FFF2-40B4-BE49-F238E27FC236}">
                  <a16:creationId xmlns:a16="http://schemas.microsoft.com/office/drawing/2014/main" id="{E4CF1FC1-A37A-4C35-AD38-B96E3E8A22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6013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652" name="Shape 2764">
              <a:extLst>
                <a:ext uri="{FF2B5EF4-FFF2-40B4-BE49-F238E27FC236}">
                  <a16:creationId xmlns:a16="http://schemas.microsoft.com/office/drawing/2014/main" id="{D825A096-1812-42F9-8B49-9E3177C4D2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35475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76653" name="Shape 2765">
              <a:extLst>
                <a:ext uri="{FF2B5EF4-FFF2-40B4-BE49-F238E27FC236}">
                  <a16:creationId xmlns:a16="http://schemas.microsoft.com/office/drawing/2014/main" id="{5DF7C966-4DAE-4C11-A6F1-1E926353D3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0175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654" name="Shape 2766">
              <a:extLst>
                <a:ext uri="{FF2B5EF4-FFF2-40B4-BE49-F238E27FC236}">
                  <a16:creationId xmlns:a16="http://schemas.microsoft.com/office/drawing/2014/main" id="{5992895C-4C24-4690-B453-E6C0380F44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5513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655" name="Shape 2767">
              <a:extLst>
                <a:ext uri="{FF2B5EF4-FFF2-40B4-BE49-F238E27FC236}">
                  <a16:creationId xmlns:a16="http://schemas.microsoft.com/office/drawing/2014/main" id="{038A29C4-5A5B-4A4A-A902-9CCD5FDCAC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3388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76656" name="Shape 2768">
              <a:extLst>
                <a:ext uri="{FF2B5EF4-FFF2-40B4-BE49-F238E27FC236}">
                  <a16:creationId xmlns:a16="http://schemas.microsoft.com/office/drawing/2014/main" id="{7616B4F5-AF2D-4267-9AC5-97AD3AE62F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59675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657" name="Shape 2769">
              <a:extLst>
                <a:ext uri="{FF2B5EF4-FFF2-40B4-BE49-F238E27FC236}">
                  <a16:creationId xmlns:a16="http://schemas.microsoft.com/office/drawing/2014/main" id="{4A36DE78-A82D-40E4-A70A-9945D5F597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3433763"/>
              <a:ext cx="11113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658" name="Shape 2770">
              <a:extLst>
                <a:ext uri="{FF2B5EF4-FFF2-40B4-BE49-F238E27FC236}">
                  <a16:creationId xmlns:a16="http://schemas.microsoft.com/office/drawing/2014/main" id="{5A167A04-1B04-468F-A1F5-9B1A34A049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5638" y="3738563"/>
              <a:ext cx="8159750" cy="111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659" name="Shape 2771">
              <a:extLst>
                <a:ext uri="{FF2B5EF4-FFF2-40B4-BE49-F238E27FC236}">
                  <a16:creationId xmlns:a16="http://schemas.microsoft.com/office/drawing/2014/main" id="{C715280B-5D64-41F5-8A61-968212B318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6438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76660" name="Shape 2772">
              <a:extLst>
                <a:ext uri="{FF2B5EF4-FFF2-40B4-BE49-F238E27FC236}">
                  <a16:creationId xmlns:a16="http://schemas.microsoft.com/office/drawing/2014/main" id="{7A271C90-A526-4CE2-896F-2B197A1429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8788" y="2214563"/>
              <a:ext cx="566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0 </a:t>
              </a:r>
            </a:p>
          </p:txBody>
        </p:sp>
        <p:sp>
          <p:nvSpPr>
            <p:cNvPr id="276661" name="Shape 2773">
              <a:extLst>
                <a:ext uri="{FF2B5EF4-FFF2-40B4-BE49-F238E27FC236}">
                  <a16:creationId xmlns:a16="http://schemas.microsoft.com/office/drawing/2014/main" id="{A07B238F-37D4-4811-8AD8-0D18191345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63813" y="2214563"/>
              <a:ext cx="566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1 </a:t>
              </a:r>
            </a:p>
          </p:txBody>
        </p:sp>
        <p:sp>
          <p:nvSpPr>
            <p:cNvPr id="276662" name="Shape 2774">
              <a:extLst>
                <a:ext uri="{FF2B5EF4-FFF2-40B4-BE49-F238E27FC236}">
                  <a16:creationId xmlns:a16="http://schemas.microsoft.com/office/drawing/2014/main" id="{0BD2DDFC-0B45-406E-A8B2-34559AEBBA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1538" y="2173288"/>
              <a:ext cx="592137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276663" name="Shape 2775">
              <a:extLst>
                <a:ext uri="{FF2B5EF4-FFF2-40B4-BE49-F238E27FC236}">
                  <a16:creationId xmlns:a16="http://schemas.microsoft.com/office/drawing/2014/main" id="{A1853131-7589-4B01-B516-8DD96C87F0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9413" y="2159000"/>
              <a:ext cx="592137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76664" name="Shape 2776">
              <a:extLst>
                <a:ext uri="{FF2B5EF4-FFF2-40B4-BE49-F238E27FC236}">
                  <a16:creationId xmlns:a16="http://schemas.microsoft.com/office/drawing/2014/main" id="{2F86C093-DFD9-43BB-8B90-FC892D611A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8088" y="2159000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276665" name="Shape 2777">
              <a:extLst>
                <a:ext uri="{FF2B5EF4-FFF2-40B4-BE49-F238E27FC236}">
                  <a16:creationId xmlns:a16="http://schemas.microsoft.com/office/drawing/2014/main" id="{5D33CCDD-2D6C-4528-9B55-BA3A9950A0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73738" y="2159000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76666" name="Shape 2778">
              <a:extLst>
                <a:ext uri="{FF2B5EF4-FFF2-40B4-BE49-F238E27FC236}">
                  <a16:creationId xmlns:a16="http://schemas.microsoft.com/office/drawing/2014/main" id="{3A6866CB-DCE5-4932-98DD-99F97A1FB2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45263" y="217328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276667" name="Shape 2779">
              <a:extLst>
                <a:ext uri="{FF2B5EF4-FFF2-40B4-BE49-F238E27FC236}">
                  <a16:creationId xmlns:a16="http://schemas.microsoft.com/office/drawing/2014/main" id="{E3688A1F-A32F-45E0-8606-2C7B682419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16788" y="2159000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76668" name="Shape 2780">
              <a:extLst>
                <a:ext uri="{FF2B5EF4-FFF2-40B4-BE49-F238E27FC236}">
                  <a16:creationId xmlns:a16="http://schemas.microsoft.com/office/drawing/2014/main" id="{ABDE4E3B-0AC6-4384-8CDB-1CEFF51F50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16888" y="21415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276669" name="Shape 2781">
              <a:extLst>
                <a:ext uri="{FF2B5EF4-FFF2-40B4-BE49-F238E27FC236}">
                  <a16:creationId xmlns:a16="http://schemas.microsoft.com/office/drawing/2014/main" id="{5768ABC6-20BC-4849-A202-234B99F4B4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5638" y="1682750"/>
              <a:ext cx="8159750" cy="9525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276482" name="Shape 2782">
            <a:extLst>
              <a:ext uri="{FF2B5EF4-FFF2-40B4-BE49-F238E27FC236}">
                <a16:creationId xmlns:a16="http://schemas.microsoft.com/office/drawing/2014/main" id="{FF33C60B-3BD3-46F5-ABAC-B60BC670A66A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0" y="34925"/>
            <a:ext cx="9144000" cy="754063"/>
          </a:xfrm>
        </p:spPr>
        <p:txBody>
          <a:bodyPr/>
          <a:lstStyle/>
          <a:p>
            <a:pPr algn="ctr" eaLnBrk="1" hangingPunct="1"/>
            <a:r>
              <a:rPr lang="en-US" altLang="en-US" sz="24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State Table</a:t>
            </a:r>
          </a:p>
        </p:txBody>
      </p:sp>
      <p:sp>
        <p:nvSpPr>
          <p:cNvPr id="276483" name="TextBox 125">
            <a:extLst>
              <a:ext uri="{FF2B5EF4-FFF2-40B4-BE49-F238E27FC236}">
                <a16:creationId xmlns:a16="http://schemas.microsoft.com/office/drawing/2014/main" id="{14D67F0D-1568-4609-AF49-3C6C34509B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5838" y="6550025"/>
            <a:ext cx="30956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[ Figure 6.12 &amp; 6.13 from the textbook ]</a:t>
            </a:r>
          </a:p>
        </p:txBody>
      </p:sp>
      <p:sp>
        <p:nvSpPr>
          <p:cNvPr id="276484" name="Shape 2782">
            <a:extLst>
              <a:ext uri="{FF2B5EF4-FFF2-40B4-BE49-F238E27FC236}">
                <a16:creationId xmlns:a16="http://schemas.microsoft.com/office/drawing/2014/main" id="{3B3A2995-D44D-42B8-AB50-02DC298EB1CA}"/>
              </a:ext>
            </a:extLst>
          </p:cNvPr>
          <p:cNvSpPr txBox="1">
            <a:spLocks/>
          </p:cNvSpPr>
          <p:nvPr/>
        </p:nvSpPr>
        <p:spPr bwMode="auto">
          <a:xfrm>
            <a:off x="0" y="3157538"/>
            <a:ext cx="9144000" cy="755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State Assigned Table</a:t>
            </a:r>
          </a:p>
        </p:txBody>
      </p:sp>
      <p:grpSp>
        <p:nvGrpSpPr>
          <p:cNvPr id="276485" name="Group 2">
            <a:extLst>
              <a:ext uri="{FF2B5EF4-FFF2-40B4-BE49-F238E27FC236}">
                <a16:creationId xmlns:a16="http://schemas.microsoft.com/office/drawing/2014/main" id="{00CC3A69-BE18-41F4-BE3B-E2F69E5E14C5}"/>
              </a:ext>
            </a:extLst>
          </p:cNvPr>
          <p:cNvGrpSpPr>
            <a:grpSpLocks/>
          </p:cNvGrpSpPr>
          <p:nvPr/>
        </p:nvGrpSpPr>
        <p:grpSpPr bwMode="auto">
          <a:xfrm>
            <a:off x="817562" y="3906838"/>
            <a:ext cx="8174038" cy="2514600"/>
            <a:chOff x="438150" y="3906838"/>
            <a:chExt cx="8174038" cy="2514600"/>
          </a:xfrm>
        </p:grpSpPr>
        <p:sp>
          <p:nvSpPr>
            <p:cNvPr id="276486" name="Shape 2598">
              <a:extLst>
                <a:ext uri="{FF2B5EF4-FFF2-40B4-BE49-F238E27FC236}">
                  <a16:creationId xmlns:a16="http://schemas.microsoft.com/office/drawing/2014/main" id="{5A176521-3762-4225-B78C-ABDB4BD597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538" y="3929063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487" name="Shape 2599">
              <a:extLst>
                <a:ext uri="{FF2B5EF4-FFF2-40B4-BE49-F238E27FC236}">
                  <a16:creationId xmlns:a16="http://schemas.microsoft.com/office/drawing/2014/main" id="{0762A295-BE7C-42E8-B785-9106271A5E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2013" y="3929063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488" name="Shape 2600">
              <a:extLst>
                <a:ext uri="{FF2B5EF4-FFF2-40B4-BE49-F238E27FC236}">
                  <a16:creationId xmlns:a16="http://schemas.microsoft.com/office/drawing/2014/main" id="{CF7D69D3-9690-4895-8B86-6EE7D1116D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02663" y="3929063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489" name="Shape 2601">
              <a:extLst>
                <a:ext uri="{FF2B5EF4-FFF2-40B4-BE49-F238E27FC236}">
                  <a16:creationId xmlns:a16="http://schemas.microsoft.com/office/drawing/2014/main" id="{DCB2471F-8F9A-4D27-9072-86489B64AE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4338" y="4378325"/>
              <a:ext cx="1724025" cy="111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490" name="Shape 2602">
              <a:extLst>
                <a:ext uri="{FF2B5EF4-FFF2-40B4-BE49-F238E27FC236}">
                  <a16:creationId xmlns:a16="http://schemas.microsoft.com/office/drawing/2014/main" id="{28BE24AB-E338-4952-89CB-E45F0E7440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538" y="4338638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491" name="Shape 2603">
              <a:extLst>
                <a:ext uri="{FF2B5EF4-FFF2-40B4-BE49-F238E27FC236}">
                  <a16:creationId xmlns:a16="http://schemas.microsoft.com/office/drawing/2014/main" id="{11EDB0FF-8688-4A1B-8A7A-701162DE20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2013" y="4338638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492" name="Shape 2604">
              <a:extLst>
                <a:ext uri="{FF2B5EF4-FFF2-40B4-BE49-F238E27FC236}">
                  <a16:creationId xmlns:a16="http://schemas.microsoft.com/office/drawing/2014/main" id="{8A9814B2-BB25-44B6-9F4B-8147604343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02663" y="4338638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493" name="Shape 2605">
              <a:extLst>
                <a:ext uri="{FF2B5EF4-FFF2-40B4-BE49-F238E27FC236}">
                  <a16:creationId xmlns:a16="http://schemas.microsoft.com/office/drawing/2014/main" id="{06B18B8B-C9FA-4F8E-9585-C6A0C2EF47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538" y="4752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494" name="Shape 2606">
              <a:extLst>
                <a:ext uri="{FF2B5EF4-FFF2-40B4-BE49-F238E27FC236}">
                  <a16:creationId xmlns:a16="http://schemas.microsoft.com/office/drawing/2014/main" id="{B9A64EC9-C8F6-4AD2-B0C7-7DBC93097E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2013" y="4752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495" name="Shape 2607">
              <a:extLst>
                <a:ext uri="{FF2B5EF4-FFF2-40B4-BE49-F238E27FC236}">
                  <a16:creationId xmlns:a16="http://schemas.microsoft.com/office/drawing/2014/main" id="{5C0AFF3B-2AB7-463B-B2B1-A3A1B0C7A6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02663" y="4752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496" name="Shape 2608">
              <a:extLst>
                <a:ext uri="{FF2B5EF4-FFF2-40B4-BE49-F238E27FC236}">
                  <a16:creationId xmlns:a16="http://schemas.microsoft.com/office/drawing/2014/main" id="{2F8B9B5D-EFB9-462F-B934-A7DBE6E72D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538" y="5168900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497" name="Shape 2609">
              <a:extLst>
                <a:ext uri="{FF2B5EF4-FFF2-40B4-BE49-F238E27FC236}">
                  <a16:creationId xmlns:a16="http://schemas.microsoft.com/office/drawing/2014/main" id="{9285CA5A-117A-4B96-893D-773F2B67C0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2013" y="5168900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498" name="Shape 2610">
              <a:extLst>
                <a:ext uri="{FF2B5EF4-FFF2-40B4-BE49-F238E27FC236}">
                  <a16:creationId xmlns:a16="http://schemas.microsoft.com/office/drawing/2014/main" id="{7CEAB9D8-7ADD-404C-A9D4-FE5E26C2D7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02663" y="5168900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499" name="Shape 2611">
              <a:extLst>
                <a:ext uri="{FF2B5EF4-FFF2-40B4-BE49-F238E27FC236}">
                  <a16:creationId xmlns:a16="http://schemas.microsoft.com/office/drawing/2014/main" id="{EEE5A04F-E830-407D-BFAF-1F32A87793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538" y="5530850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500" name="Shape 2612">
              <a:extLst>
                <a:ext uri="{FF2B5EF4-FFF2-40B4-BE49-F238E27FC236}">
                  <a16:creationId xmlns:a16="http://schemas.microsoft.com/office/drawing/2014/main" id="{DAB6CC14-CD7D-45B6-B363-DAF79D414B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2013" y="5530850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501" name="Shape 2613">
              <a:extLst>
                <a:ext uri="{FF2B5EF4-FFF2-40B4-BE49-F238E27FC236}">
                  <a16:creationId xmlns:a16="http://schemas.microsoft.com/office/drawing/2014/main" id="{6831AA37-386B-405D-A3B6-80E8F101FF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02663" y="5530850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502" name="Shape 2614">
              <a:extLst>
                <a:ext uri="{FF2B5EF4-FFF2-40B4-BE49-F238E27FC236}">
                  <a16:creationId xmlns:a16="http://schemas.microsoft.com/office/drawing/2014/main" id="{807B4569-2667-4534-9C34-48405EC2E5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538" y="57832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503" name="Shape 2615">
              <a:extLst>
                <a:ext uri="{FF2B5EF4-FFF2-40B4-BE49-F238E27FC236}">
                  <a16:creationId xmlns:a16="http://schemas.microsoft.com/office/drawing/2014/main" id="{E3C44993-2B4B-4A79-BC94-6C5CB772C5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2013" y="57832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504" name="Shape 2616">
              <a:extLst>
                <a:ext uri="{FF2B5EF4-FFF2-40B4-BE49-F238E27FC236}">
                  <a16:creationId xmlns:a16="http://schemas.microsoft.com/office/drawing/2014/main" id="{4DBBE739-A61F-4D6F-B6C1-E944AC2673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02663" y="57832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505" name="Shape 2617">
              <a:extLst>
                <a:ext uri="{FF2B5EF4-FFF2-40B4-BE49-F238E27FC236}">
                  <a16:creationId xmlns:a16="http://schemas.microsoft.com/office/drawing/2014/main" id="{74132DF2-EB38-48EB-9259-8957848084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538" y="6062663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506" name="Shape 2618">
              <a:extLst>
                <a:ext uri="{FF2B5EF4-FFF2-40B4-BE49-F238E27FC236}">
                  <a16:creationId xmlns:a16="http://schemas.microsoft.com/office/drawing/2014/main" id="{BE594F98-B949-4942-9328-53CAA78D54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2013" y="6062663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507" name="Shape 2619">
              <a:extLst>
                <a:ext uri="{FF2B5EF4-FFF2-40B4-BE49-F238E27FC236}">
                  <a16:creationId xmlns:a16="http://schemas.microsoft.com/office/drawing/2014/main" id="{0FB55F5D-2CF0-4F8F-93DA-4A39C71120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02663" y="6062663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508" name="Shape 2620">
              <a:extLst>
                <a:ext uri="{FF2B5EF4-FFF2-40B4-BE49-F238E27FC236}">
                  <a16:creationId xmlns:a16="http://schemas.microsoft.com/office/drawing/2014/main" id="{327C07DC-370F-48C3-B732-D516ADD9CE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48063" y="4806950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276509" name="Shape 2621">
              <a:extLst>
                <a:ext uri="{FF2B5EF4-FFF2-40B4-BE49-F238E27FC236}">
                  <a16:creationId xmlns:a16="http://schemas.microsoft.com/office/drawing/2014/main" id="{1F7D3D85-6BFD-4F7D-8D41-6893EE25E0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5938" y="4792663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76510" name="Shape 2622">
              <a:extLst>
                <a:ext uri="{FF2B5EF4-FFF2-40B4-BE49-F238E27FC236}">
                  <a16:creationId xmlns:a16="http://schemas.microsoft.com/office/drawing/2014/main" id="{4F46D017-8505-41FC-9945-C4378F97B0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76825" y="4792663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276511" name="Shape 2623">
              <a:extLst>
                <a:ext uri="{FF2B5EF4-FFF2-40B4-BE49-F238E27FC236}">
                  <a16:creationId xmlns:a16="http://schemas.microsoft.com/office/drawing/2014/main" id="{9C88C70E-9B21-47D6-A035-D57574B6FA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56275" y="4792663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76512" name="Shape 2624">
              <a:extLst>
                <a:ext uri="{FF2B5EF4-FFF2-40B4-BE49-F238E27FC236}">
                  <a16:creationId xmlns:a16="http://schemas.microsoft.com/office/drawing/2014/main" id="{6408A16A-3080-44A7-BBD7-F8EE08A3F9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51600" y="4806950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276513" name="Shape 2625">
              <a:extLst>
                <a:ext uri="{FF2B5EF4-FFF2-40B4-BE49-F238E27FC236}">
                  <a16:creationId xmlns:a16="http://schemas.microsoft.com/office/drawing/2014/main" id="{E3A565D3-68B0-4515-BC2E-008EEBA4CE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23125" y="4792663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76514" name="Shape 2626">
              <a:extLst>
                <a:ext uri="{FF2B5EF4-FFF2-40B4-BE49-F238E27FC236}">
                  <a16:creationId xmlns:a16="http://schemas.microsoft.com/office/drawing/2014/main" id="{EE9783E1-7EA9-4AF1-B841-41DF6AB191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70825" y="4776788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276515" name="Shape 2627">
              <a:extLst>
                <a:ext uri="{FF2B5EF4-FFF2-40B4-BE49-F238E27FC236}">
                  <a16:creationId xmlns:a16="http://schemas.microsoft.com/office/drawing/2014/main" id="{45FC725C-F466-4868-A4F9-7A63C56EEC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76413" y="4389438"/>
              <a:ext cx="6508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= 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276516" name="Shape 2628">
              <a:extLst>
                <a:ext uri="{FF2B5EF4-FFF2-40B4-BE49-F238E27FC236}">
                  <a16:creationId xmlns:a16="http://schemas.microsoft.com/office/drawing/2014/main" id="{E210CFE5-C08B-4C3A-ABD5-91800BE521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8900" y="4389438"/>
              <a:ext cx="6508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= 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276517" name="Shape 2630">
              <a:extLst>
                <a:ext uri="{FF2B5EF4-FFF2-40B4-BE49-F238E27FC236}">
                  <a16:creationId xmlns:a16="http://schemas.microsoft.com/office/drawing/2014/main" id="{256CD818-2CA1-42F9-803C-027093B7FB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481" y="3919538"/>
              <a:ext cx="7859769" cy="95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518" name="Shape 2631">
              <a:extLst>
                <a:ext uri="{FF2B5EF4-FFF2-40B4-BE49-F238E27FC236}">
                  <a16:creationId xmlns:a16="http://schemas.microsoft.com/office/drawing/2014/main" id="{3F955B03-609A-4841-AB70-36C34662CD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4109" y="3929063"/>
              <a:ext cx="11098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519" name="Shape 2632">
              <a:extLst>
                <a:ext uri="{FF2B5EF4-FFF2-40B4-BE49-F238E27FC236}">
                  <a16:creationId xmlns:a16="http://schemas.microsoft.com/office/drawing/2014/main" id="{9BB2481A-689A-4F7C-B89A-71C27D96E6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4109" y="3929063"/>
              <a:ext cx="11098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520" name="Shape 2633">
              <a:extLst>
                <a:ext uri="{FF2B5EF4-FFF2-40B4-BE49-F238E27FC236}">
                  <a16:creationId xmlns:a16="http://schemas.microsoft.com/office/drawing/2014/main" id="{EB937E4F-EF2E-4044-B19F-5B510D1392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7807" y="4095751"/>
              <a:ext cx="730066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276521" name="Shape 2634">
              <a:extLst>
                <a:ext uri="{FF2B5EF4-FFF2-40B4-BE49-F238E27FC236}">
                  <a16:creationId xmlns:a16="http://schemas.microsoft.com/office/drawing/2014/main" id="{3E34C4BF-DF1F-4AC5-A8F8-55577310DC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90435" y="4043363"/>
              <a:ext cx="977822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276522" name="Shape 2635">
              <a:extLst>
                <a:ext uri="{FF2B5EF4-FFF2-40B4-BE49-F238E27FC236}">
                  <a16:creationId xmlns:a16="http://schemas.microsoft.com/office/drawing/2014/main" id="{4E42DEBD-E5DC-491D-A9EE-275E8DF328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4109" y="4338637"/>
              <a:ext cx="11098" cy="4142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523" name="Shape 2636">
              <a:extLst>
                <a:ext uri="{FF2B5EF4-FFF2-40B4-BE49-F238E27FC236}">
                  <a16:creationId xmlns:a16="http://schemas.microsoft.com/office/drawing/2014/main" id="{F4F4EB33-FB22-4BE0-8ACA-A6F29AEF34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4784" y="4405312"/>
              <a:ext cx="476013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276524" name="Shape 2637">
              <a:extLst>
                <a:ext uri="{FF2B5EF4-FFF2-40B4-BE49-F238E27FC236}">
                  <a16:creationId xmlns:a16="http://schemas.microsoft.com/office/drawing/2014/main" id="{C5A3D429-4455-4F13-B304-5DADC422AE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4109" y="4741862"/>
              <a:ext cx="6913742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525" name="Shape 2638">
              <a:extLst>
                <a:ext uri="{FF2B5EF4-FFF2-40B4-BE49-F238E27FC236}">
                  <a16:creationId xmlns:a16="http://schemas.microsoft.com/office/drawing/2014/main" id="{89FEF704-4211-4AC3-9E60-8CE1049ED3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4109" y="4752976"/>
              <a:ext cx="11098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526" name="Shape 2639">
              <a:extLst>
                <a:ext uri="{FF2B5EF4-FFF2-40B4-BE49-F238E27FC236}">
                  <a16:creationId xmlns:a16="http://schemas.microsoft.com/office/drawing/2014/main" id="{F6248F43-C5B7-4097-8E8C-883B22DF5A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481" y="5154612"/>
              <a:ext cx="785976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527" name="Shape 2640">
              <a:extLst>
                <a:ext uri="{FF2B5EF4-FFF2-40B4-BE49-F238E27FC236}">
                  <a16:creationId xmlns:a16="http://schemas.microsoft.com/office/drawing/2014/main" id="{FFFE01B1-EC52-416F-8317-FC25574F9A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4203" y="4300537"/>
              <a:ext cx="780758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276528" name="Shape 2641">
              <a:extLst>
                <a:ext uri="{FF2B5EF4-FFF2-40B4-BE49-F238E27FC236}">
                  <a16:creationId xmlns:a16="http://schemas.microsoft.com/office/drawing/2014/main" id="{F7468CC1-C9FF-4B2C-83A7-D3B349FEF9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8150" y="5248277"/>
              <a:ext cx="22226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276529" name="Shape 2642">
              <a:extLst>
                <a:ext uri="{FF2B5EF4-FFF2-40B4-BE49-F238E27FC236}">
                  <a16:creationId xmlns:a16="http://schemas.microsoft.com/office/drawing/2014/main" id="{A08D100B-3189-4A0C-9829-CC4C36D431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4109" y="5168902"/>
              <a:ext cx="11098" cy="362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530" name="Shape 2643">
              <a:extLst>
                <a:ext uri="{FF2B5EF4-FFF2-40B4-BE49-F238E27FC236}">
                  <a16:creationId xmlns:a16="http://schemas.microsoft.com/office/drawing/2014/main" id="{081E8B67-B153-4C3B-A649-10346B8531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69860" y="5248277"/>
              <a:ext cx="228558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276531" name="Shape 2644">
              <a:extLst>
                <a:ext uri="{FF2B5EF4-FFF2-40B4-BE49-F238E27FC236}">
                  <a16:creationId xmlns:a16="http://schemas.microsoft.com/office/drawing/2014/main" id="{4A167FEC-526B-4170-B542-9FFA8F1ECF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71396" y="5248277"/>
              <a:ext cx="228558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276532" name="Shape 2645">
              <a:extLst>
                <a:ext uri="{FF2B5EF4-FFF2-40B4-BE49-F238E27FC236}">
                  <a16:creationId xmlns:a16="http://schemas.microsoft.com/office/drawing/2014/main" id="{9B7FBCD4-1529-46EE-A477-853B4B8374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8490" y="52482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533" name="Shape 2646">
              <a:extLst>
                <a:ext uri="{FF2B5EF4-FFF2-40B4-BE49-F238E27FC236}">
                  <a16:creationId xmlns:a16="http://schemas.microsoft.com/office/drawing/2014/main" id="{A49C39D8-D796-48A4-B221-D674C88905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01495" y="52482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76534" name="Shape 2647">
              <a:extLst>
                <a:ext uri="{FF2B5EF4-FFF2-40B4-BE49-F238E27FC236}">
                  <a16:creationId xmlns:a16="http://schemas.microsoft.com/office/drawing/2014/main" id="{8C6DAAA6-DC7D-4982-8F82-2735E1C0F3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3357" y="52482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535" name="Shape 2648">
              <a:extLst>
                <a:ext uri="{FF2B5EF4-FFF2-40B4-BE49-F238E27FC236}">
                  <a16:creationId xmlns:a16="http://schemas.microsoft.com/office/drawing/2014/main" id="{4EACF130-AC33-4261-A6AC-6DCFEE1145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0300" y="52482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536" name="Shape 2649">
              <a:extLst>
                <a:ext uri="{FF2B5EF4-FFF2-40B4-BE49-F238E27FC236}">
                  <a16:creationId xmlns:a16="http://schemas.microsoft.com/office/drawing/2014/main" id="{D1F9D6FD-587D-4D59-B8DE-483BA7D735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7242" y="52482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537" name="Shape 2650">
              <a:extLst>
                <a:ext uri="{FF2B5EF4-FFF2-40B4-BE49-F238E27FC236}">
                  <a16:creationId xmlns:a16="http://schemas.microsoft.com/office/drawing/2014/main" id="{D9C6111B-3CE2-4CFF-92B4-FBEE6BA989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5773" y="52482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538" name="Shape 2651">
              <a:extLst>
                <a:ext uri="{FF2B5EF4-FFF2-40B4-BE49-F238E27FC236}">
                  <a16:creationId xmlns:a16="http://schemas.microsoft.com/office/drawing/2014/main" id="{E5D273C2-07CD-49BC-B595-8D0574043C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72715" y="52482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539" name="Shape 2652">
              <a:extLst>
                <a:ext uri="{FF2B5EF4-FFF2-40B4-BE49-F238E27FC236}">
                  <a16:creationId xmlns:a16="http://schemas.microsoft.com/office/drawing/2014/main" id="{1043F69E-2B0E-4CE9-877E-34714EDE9B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8069" y="52482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540" name="Shape 2653">
              <a:extLst>
                <a:ext uri="{FF2B5EF4-FFF2-40B4-BE49-F238E27FC236}">
                  <a16:creationId xmlns:a16="http://schemas.microsoft.com/office/drawing/2014/main" id="{F711422C-C870-48EA-99E0-F0ED730244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15489" y="52482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541" name="Shape 2654">
              <a:extLst>
                <a:ext uri="{FF2B5EF4-FFF2-40B4-BE49-F238E27FC236}">
                  <a16:creationId xmlns:a16="http://schemas.microsoft.com/office/drawing/2014/main" id="{630CB1E4-9EE3-429B-B5DD-05F760B09B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4499" y="5522913"/>
              <a:ext cx="209361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276542" name="Shape 2655">
              <a:extLst>
                <a:ext uri="{FF2B5EF4-FFF2-40B4-BE49-F238E27FC236}">
                  <a16:creationId xmlns:a16="http://schemas.microsoft.com/office/drawing/2014/main" id="{F1D7F2E2-9E1D-4D6E-AE90-9E8C744203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4109" y="5530852"/>
              <a:ext cx="11098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543" name="Shape 2656">
              <a:extLst>
                <a:ext uri="{FF2B5EF4-FFF2-40B4-BE49-F238E27FC236}">
                  <a16:creationId xmlns:a16="http://schemas.microsoft.com/office/drawing/2014/main" id="{1A44E1FA-6B35-4678-9F43-8E3DEC0855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1447" y="5522913"/>
              <a:ext cx="228558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276544" name="Shape 2657">
              <a:extLst>
                <a:ext uri="{FF2B5EF4-FFF2-40B4-BE49-F238E27FC236}">
                  <a16:creationId xmlns:a16="http://schemas.microsoft.com/office/drawing/2014/main" id="{BE1031A0-1B7F-4764-BF19-B9DAB34CA9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72982" y="5522913"/>
              <a:ext cx="228558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276545" name="Shape 2658">
              <a:extLst>
                <a:ext uri="{FF2B5EF4-FFF2-40B4-BE49-F238E27FC236}">
                  <a16:creationId xmlns:a16="http://schemas.microsoft.com/office/drawing/2014/main" id="{C7BD6CCC-F2B1-4BD5-B0B4-785BB6918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0076" y="5522913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76546" name="Shape 2659">
              <a:extLst>
                <a:ext uri="{FF2B5EF4-FFF2-40B4-BE49-F238E27FC236}">
                  <a16:creationId xmlns:a16="http://schemas.microsoft.com/office/drawing/2014/main" id="{285CA197-FC10-48B3-B936-6A77660931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01495" y="5522913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547" name="Shape 2660">
              <a:extLst>
                <a:ext uri="{FF2B5EF4-FFF2-40B4-BE49-F238E27FC236}">
                  <a16:creationId xmlns:a16="http://schemas.microsoft.com/office/drawing/2014/main" id="{167DE250-9757-4859-995F-A0CAB56AF0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4945" y="5522913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548" name="Shape 2661">
              <a:extLst>
                <a:ext uri="{FF2B5EF4-FFF2-40B4-BE49-F238E27FC236}">
                  <a16:creationId xmlns:a16="http://schemas.microsoft.com/office/drawing/2014/main" id="{4AC89506-A5A3-403A-8282-E67217D1BB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1887" y="5522913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549" name="Shape 2662">
              <a:extLst>
                <a:ext uri="{FF2B5EF4-FFF2-40B4-BE49-F238E27FC236}">
                  <a16:creationId xmlns:a16="http://schemas.microsoft.com/office/drawing/2014/main" id="{095FDCC0-499C-4EEA-B273-797972D2D0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8830" y="5522913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76550" name="Shape 2663">
              <a:extLst>
                <a:ext uri="{FF2B5EF4-FFF2-40B4-BE49-F238E27FC236}">
                  <a16:creationId xmlns:a16="http://schemas.microsoft.com/office/drawing/2014/main" id="{92FB569A-7C4C-40DC-BE02-FE2415CD1A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5773" y="5522913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551" name="Shape 2664">
              <a:extLst>
                <a:ext uri="{FF2B5EF4-FFF2-40B4-BE49-F238E27FC236}">
                  <a16:creationId xmlns:a16="http://schemas.microsoft.com/office/drawing/2014/main" id="{982CAE46-27E6-4488-A91C-684DC51921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72715" y="5522913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552" name="Shape 2665">
              <a:extLst>
                <a:ext uri="{FF2B5EF4-FFF2-40B4-BE49-F238E27FC236}">
                  <a16:creationId xmlns:a16="http://schemas.microsoft.com/office/drawing/2014/main" id="{7091800E-BD01-49E2-9FB7-C9DB325466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9658" y="5522913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76553" name="Shape 2666">
              <a:extLst>
                <a:ext uri="{FF2B5EF4-FFF2-40B4-BE49-F238E27FC236}">
                  <a16:creationId xmlns:a16="http://schemas.microsoft.com/office/drawing/2014/main" id="{1531E791-9EA9-4672-9AE4-06B979A07D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15489" y="5522913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554" name="Shape 2667">
              <a:extLst>
                <a:ext uri="{FF2B5EF4-FFF2-40B4-BE49-F238E27FC236}">
                  <a16:creationId xmlns:a16="http://schemas.microsoft.com/office/drawing/2014/main" id="{C3088F74-CAE7-407E-88D9-D56CD80F7B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4499" y="5794377"/>
              <a:ext cx="209361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276555" name="Shape 2668">
              <a:extLst>
                <a:ext uri="{FF2B5EF4-FFF2-40B4-BE49-F238E27FC236}">
                  <a16:creationId xmlns:a16="http://schemas.microsoft.com/office/drawing/2014/main" id="{E8A57388-3C53-4CA1-A0AD-4967AB76C3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4109" y="5783264"/>
              <a:ext cx="11098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556" name="Shape 2669">
              <a:extLst>
                <a:ext uri="{FF2B5EF4-FFF2-40B4-BE49-F238E27FC236}">
                  <a16:creationId xmlns:a16="http://schemas.microsoft.com/office/drawing/2014/main" id="{756FA39B-111B-44CD-BB3D-D6E15F6B0C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1447" y="5794377"/>
              <a:ext cx="228558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276557" name="Shape 2670">
              <a:extLst>
                <a:ext uri="{FF2B5EF4-FFF2-40B4-BE49-F238E27FC236}">
                  <a16:creationId xmlns:a16="http://schemas.microsoft.com/office/drawing/2014/main" id="{98676F19-E7D0-4DF3-B690-CDFE4AFECC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72982" y="5794377"/>
              <a:ext cx="228558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276558" name="Shape 2671">
              <a:extLst>
                <a:ext uri="{FF2B5EF4-FFF2-40B4-BE49-F238E27FC236}">
                  <a16:creationId xmlns:a16="http://schemas.microsoft.com/office/drawing/2014/main" id="{41B871CF-57EF-4E18-AB5D-757330F18E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0076" y="57943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76559" name="Shape 2672">
              <a:extLst>
                <a:ext uri="{FF2B5EF4-FFF2-40B4-BE49-F238E27FC236}">
                  <a16:creationId xmlns:a16="http://schemas.microsoft.com/office/drawing/2014/main" id="{A22A9DD8-8361-44B4-BDCC-63B9D3A8C6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01495" y="57943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76560" name="Shape 2673">
              <a:extLst>
                <a:ext uri="{FF2B5EF4-FFF2-40B4-BE49-F238E27FC236}">
                  <a16:creationId xmlns:a16="http://schemas.microsoft.com/office/drawing/2014/main" id="{1C178B33-B034-4FFB-A794-F9259D2F4B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4945" y="57943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76561" name="Shape 2674">
              <a:extLst>
                <a:ext uri="{FF2B5EF4-FFF2-40B4-BE49-F238E27FC236}">
                  <a16:creationId xmlns:a16="http://schemas.microsoft.com/office/drawing/2014/main" id="{C46C56D8-96D5-4CFB-92A8-D9A3EAA372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1887" y="57943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562" name="Shape 2675">
              <a:extLst>
                <a:ext uri="{FF2B5EF4-FFF2-40B4-BE49-F238E27FC236}">
                  <a16:creationId xmlns:a16="http://schemas.microsoft.com/office/drawing/2014/main" id="{918C371B-CE52-4058-A2B4-1EA355B6D2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8830" y="57943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563" name="Shape 2676">
              <a:extLst>
                <a:ext uri="{FF2B5EF4-FFF2-40B4-BE49-F238E27FC236}">
                  <a16:creationId xmlns:a16="http://schemas.microsoft.com/office/drawing/2014/main" id="{0467DC52-C371-4061-A8B2-FC617C390E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5773" y="57943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76564" name="Shape 2677">
              <a:extLst>
                <a:ext uri="{FF2B5EF4-FFF2-40B4-BE49-F238E27FC236}">
                  <a16:creationId xmlns:a16="http://schemas.microsoft.com/office/drawing/2014/main" id="{26E22A05-A2AA-41EA-A362-E763191542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72715" y="57943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565" name="Shape 2678">
              <a:extLst>
                <a:ext uri="{FF2B5EF4-FFF2-40B4-BE49-F238E27FC236}">
                  <a16:creationId xmlns:a16="http://schemas.microsoft.com/office/drawing/2014/main" id="{8615667F-D47B-42EE-ACD0-ED936D2A5B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9658" y="57943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566" name="Shape 2679">
              <a:extLst>
                <a:ext uri="{FF2B5EF4-FFF2-40B4-BE49-F238E27FC236}">
                  <a16:creationId xmlns:a16="http://schemas.microsoft.com/office/drawing/2014/main" id="{8A54447D-3C7B-4703-A8F8-A8431722F2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15489" y="57943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567" name="Shape 2680">
              <a:extLst>
                <a:ext uri="{FF2B5EF4-FFF2-40B4-BE49-F238E27FC236}">
                  <a16:creationId xmlns:a16="http://schemas.microsoft.com/office/drawing/2014/main" id="{2ADE6375-8840-4572-B45F-CDC5789421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8150" y="6069014"/>
              <a:ext cx="22226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276568" name="Shape 2681">
              <a:extLst>
                <a:ext uri="{FF2B5EF4-FFF2-40B4-BE49-F238E27FC236}">
                  <a16:creationId xmlns:a16="http://schemas.microsoft.com/office/drawing/2014/main" id="{B6DEDC1C-0313-425A-BF98-CD604EE6D5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4109" y="6062664"/>
              <a:ext cx="11098" cy="315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569" name="Shape 2682">
              <a:extLst>
                <a:ext uri="{FF2B5EF4-FFF2-40B4-BE49-F238E27FC236}">
                  <a16:creationId xmlns:a16="http://schemas.microsoft.com/office/drawing/2014/main" id="{C64BA7F3-1F42-4076-8D87-28DA84B7B9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69860" y="6069014"/>
              <a:ext cx="228558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276570" name="Shape 2684">
              <a:extLst>
                <a:ext uri="{FF2B5EF4-FFF2-40B4-BE49-F238E27FC236}">
                  <a16:creationId xmlns:a16="http://schemas.microsoft.com/office/drawing/2014/main" id="{1BF599AA-FF4A-490C-9AEE-43D83C28D0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8490" y="6069014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571" name="Shape 2685">
              <a:extLst>
                <a:ext uri="{FF2B5EF4-FFF2-40B4-BE49-F238E27FC236}">
                  <a16:creationId xmlns:a16="http://schemas.microsoft.com/office/drawing/2014/main" id="{63825D1D-F9A3-47E7-AFDE-FA73158BD1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01495" y="6069014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572" name="Shape 2686">
              <a:extLst>
                <a:ext uri="{FF2B5EF4-FFF2-40B4-BE49-F238E27FC236}">
                  <a16:creationId xmlns:a16="http://schemas.microsoft.com/office/drawing/2014/main" id="{5661690C-3626-4BF0-8ABF-5C2812A31F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3357" y="6069014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573" name="Shape 2687">
              <a:extLst>
                <a:ext uri="{FF2B5EF4-FFF2-40B4-BE49-F238E27FC236}">
                  <a16:creationId xmlns:a16="http://schemas.microsoft.com/office/drawing/2014/main" id="{5A21EB93-F062-497C-84DF-AF7309198D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0300" y="6069014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76574" name="Shape 2688">
              <a:extLst>
                <a:ext uri="{FF2B5EF4-FFF2-40B4-BE49-F238E27FC236}">
                  <a16:creationId xmlns:a16="http://schemas.microsoft.com/office/drawing/2014/main" id="{5858C2E4-2284-4089-83DC-4808249D36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7242" y="6069014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575" name="Shape 2689">
              <a:extLst>
                <a:ext uri="{FF2B5EF4-FFF2-40B4-BE49-F238E27FC236}">
                  <a16:creationId xmlns:a16="http://schemas.microsoft.com/office/drawing/2014/main" id="{AE047760-E5A4-473A-A8C0-465F89C64E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5773" y="6069014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576" name="Shape 2690">
              <a:extLst>
                <a:ext uri="{FF2B5EF4-FFF2-40B4-BE49-F238E27FC236}">
                  <a16:creationId xmlns:a16="http://schemas.microsoft.com/office/drawing/2014/main" id="{7D9FD7AB-62AC-4EBA-AE8E-64AD9ADF90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72715" y="6069014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76577" name="Shape 2691">
              <a:extLst>
                <a:ext uri="{FF2B5EF4-FFF2-40B4-BE49-F238E27FC236}">
                  <a16:creationId xmlns:a16="http://schemas.microsoft.com/office/drawing/2014/main" id="{402444FB-220C-4A67-9D16-25409171D9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8069" y="6069014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76578" name="Shape 2692">
              <a:extLst>
                <a:ext uri="{FF2B5EF4-FFF2-40B4-BE49-F238E27FC236}">
                  <a16:creationId xmlns:a16="http://schemas.microsoft.com/office/drawing/2014/main" id="{074860F6-BD0C-4028-A3D3-B8E82A17CA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481" y="6389689"/>
              <a:ext cx="785976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579" name="Shape 2693">
              <a:extLst>
                <a:ext uri="{FF2B5EF4-FFF2-40B4-BE49-F238E27FC236}">
                  <a16:creationId xmlns:a16="http://schemas.microsoft.com/office/drawing/2014/main" id="{292D164B-49D2-4B8E-AAB5-08E2D69B5A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15489" y="6069014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cxnSp>
          <p:nvCxnSpPr>
            <p:cNvPr id="276580" name="Shape 2694">
              <a:extLst>
                <a:ext uri="{FF2B5EF4-FFF2-40B4-BE49-F238E27FC236}">
                  <a16:creationId xmlns:a16="http://schemas.microsoft.com/office/drawing/2014/main" id="{CA78F29B-197C-4499-B6DE-983932F4000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49243" y="3921126"/>
              <a:ext cx="0" cy="247170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76581" name="Shape 2695">
              <a:extLst>
                <a:ext uri="{FF2B5EF4-FFF2-40B4-BE49-F238E27FC236}">
                  <a16:creationId xmlns:a16="http://schemas.microsoft.com/office/drawing/2014/main" id="{C3A6AD08-C797-41CC-866D-E091DB5241B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06235" y="3935413"/>
              <a:ext cx="0" cy="2443201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76582" name="Shape 2696">
              <a:extLst>
                <a:ext uri="{FF2B5EF4-FFF2-40B4-BE49-F238E27FC236}">
                  <a16:creationId xmlns:a16="http://schemas.microsoft.com/office/drawing/2014/main" id="{F988F6E3-F6BE-4C9C-9B20-E16C62BC50D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677760" y="4378326"/>
              <a:ext cx="1728585" cy="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76583" name="Shape 2697">
              <a:extLst>
                <a:ext uri="{FF2B5EF4-FFF2-40B4-BE49-F238E27FC236}">
                  <a16:creationId xmlns:a16="http://schemas.microsoft.com/office/drawing/2014/main" id="{C485C07C-875B-4C36-AA1D-5209D6BAE7F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591652" y="3906838"/>
              <a:ext cx="0" cy="251460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76584" name="Shape 2698">
              <a:extLst>
                <a:ext uri="{FF2B5EF4-FFF2-40B4-BE49-F238E27FC236}">
                  <a16:creationId xmlns:a16="http://schemas.microsoft.com/office/drawing/2014/main" id="{BD3034A3-0E49-457D-B653-68F3989B16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2613" y="4776788"/>
              <a:ext cx="512762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276585" name="Shape 2699">
              <a:extLst>
                <a:ext uri="{FF2B5EF4-FFF2-40B4-BE49-F238E27FC236}">
                  <a16:creationId xmlns:a16="http://schemas.microsoft.com/office/drawing/2014/main" id="{33F0ED0D-432A-4B3B-BA14-232C1F3B26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0338" y="4806950"/>
              <a:ext cx="5111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276586" name="Shape 2700">
              <a:extLst>
                <a:ext uri="{FF2B5EF4-FFF2-40B4-BE49-F238E27FC236}">
                  <a16:creationId xmlns:a16="http://schemas.microsoft.com/office/drawing/2014/main" id="{6C930F6D-4398-4D64-8985-3879706DEB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7738" y="4791075"/>
              <a:ext cx="5111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EB65F3D5-272B-BE42-AA1E-3B3C9ABC43D3}"/>
                </a:ext>
              </a:extLst>
            </p:cNvPr>
            <p:cNvSpPr/>
            <p:nvPr/>
          </p:nvSpPr>
          <p:spPr>
            <a:xfrm>
              <a:off x="3659188" y="5248275"/>
              <a:ext cx="4673600" cy="10953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ＭＳ Ｐゴシック"/>
                <a:cs typeface="+mn-cs"/>
                <a:sym typeface="Arial" charset="0"/>
              </a:endParaRPr>
            </a:p>
          </p:txBody>
        </p:sp>
        <p:sp>
          <p:nvSpPr>
            <p:cNvPr id="191" name="Rectangle 190">
              <a:extLst>
                <a:ext uri="{FF2B5EF4-FFF2-40B4-BE49-F238E27FC236}">
                  <a16:creationId xmlns:a16="http://schemas.microsoft.com/office/drawing/2014/main" id="{3FCB8D68-B628-4544-BA4D-4162D20C5C7C}"/>
                </a:ext>
              </a:extLst>
            </p:cNvPr>
            <p:cNvSpPr/>
            <p:nvPr/>
          </p:nvSpPr>
          <p:spPr>
            <a:xfrm>
              <a:off x="1905000" y="5257800"/>
              <a:ext cx="1298575" cy="10953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ＭＳ Ｐゴシック"/>
                <a:cs typeface="+mn-cs"/>
                <a:sym typeface="Arial" charset="0"/>
              </a:endParaRPr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0577" name="Group 1">
            <a:extLst>
              <a:ext uri="{FF2B5EF4-FFF2-40B4-BE49-F238E27FC236}">
                <a16:creationId xmlns:a16="http://schemas.microsoft.com/office/drawing/2014/main" id="{2CC4D7D3-460D-49B5-9EAD-F84F1BADF6CE}"/>
              </a:ext>
            </a:extLst>
          </p:cNvPr>
          <p:cNvGrpSpPr>
            <a:grpSpLocks/>
          </p:cNvGrpSpPr>
          <p:nvPr/>
        </p:nvGrpSpPr>
        <p:grpSpPr bwMode="auto">
          <a:xfrm>
            <a:off x="438150" y="3906838"/>
            <a:ext cx="8174038" cy="2514600"/>
            <a:chOff x="438150" y="3906838"/>
            <a:chExt cx="8174038" cy="2514600"/>
          </a:xfrm>
        </p:grpSpPr>
        <p:sp>
          <p:nvSpPr>
            <p:cNvPr id="280663" name="Shape 2598">
              <a:extLst>
                <a:ext uri="{FF2B5EF4-FFF2-40B4-BE49-F238E27FC236}">
                  <a16:creationId xmlns:a16="http://schemas.microsoft.com/office/drawing/2014/main" id="{001D7A23-E219-4869-A1F5-E0ED9D3C52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538" y="3929063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664" name="Shape 2599">
              <a:extLst>
                <a:ext uri="{FF2B5EF4-FFF2-40B4-BE49-F238E27FC236}">
                  <a16:creationId xmlns:a16="http://schemas.microsoft.com/office/drawing/2014/main" id="{FAC20D9F-771B-4338-973E-786561783E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2013" y="3929063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665" name="Shape 2600">
              <a:extLst>
                <a:ext uri="{FF2B5EF4-FFF2-40B4-BE49-F238E27FC236}">
                  <a16:creationId xmlns:a16="http://schemas.microsoft.com/office/drawing/2014/main" id="{F34CEADA-6EF7-4F39-BC09-D18D5A6147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02663" y="3929063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666" name="Shape 2601">
              <a:extLst>
                <a:ext uri="{FF2B5EF4-FFF2-40B4-BE49-F238E27FC236}">
                  <a16:creationId xmlns:a16="http://schemas.microsoft.com/office/drawing/2014/main" id="{8DAC6F0F-D31A-4CDD-AEF3-AF077B606C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4338" y="4378325"/>
              <a:ext cx="1724025" cy="111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667" name="Shape 2602">
              <a:extLst>
                <a:ext uri="{FF2B5EF4-FFF2-40B4-BE49-F238E27FC236}">
                  <a16:creationId xmlns:a16="http://schemas.microsoft.com/office/drawing/2014/main" id="{0D9314F4-A13D-4290-A065-83036EC647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538" y="4338638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668" name="Shape 2603">
              <a:extLst>
                <a:ext uri="{FF2B5EF4-FFF2-40B4-BE49-F238E27FC236}">
                  <a16:creationId xmlns:a16="http://schemas.microsoft.com/office/drawing/2014/main" id="{FD26967E-E84E-491F-B13A-A7638FE18F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2013" y="4338638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669" name="Shape 2604">
              <a:extLst>
                <a:ext uri="{FF2B5EF4-FFF2-40B4-BE49-F238E27FC236}">
                  <a16:creationId xmlns:a16="http://schemas.microsoft.com/office/drawing/2014/main" id="{5BD6120E-B2EC-4254-8761-239FDEA9D6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02663" y="4338638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670" name="Shape 2605">
              <a:extLst>
                <a:ext uri="{FF2B5EF4-FFF2-40B4-BE49-F238E27FC236}">
                  <a16:creationId xmlns:a16="http://schemas.microsoft.com/office/drawing/2014/main" id="{DE327830-F816-4E35-9135-E50BE04223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538" y="4752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671" name="Shape 2606">
              <a:extLst>
                <a:ext uri="{FF2B5EF4-FFF2-40B4-BE49-F238E27FC236}">
                  <a16:creationId xmlns:a16="http://schemas.microsoft.com/office/drawing/2014/main" id="{11607033-EBF5-4187-ACFC-3516A5BA6E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2013" y="4752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672" name="Shape 2607">
              <a:extLst>
                <a:ext uri="{FF2B5EF4-FFF2-40B4-BE49-F238E27FC236}">
                  <a16:creationId xmlns:a16="http://schemas.microsoft.com/office/drawing/2014/main" id="{2C3841E0-8534-40B4-9BCA-6CBBA6639E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02663" y="4752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673" name="Shape 2608">
              <a:extLst>
                <a:ext uri="{FF2B5EF4-FFF2-40B4-BE49-F238E27FC236}">
                  <a16:creationId xmlns:a16="http://schemas.microsoft.com/office/drawing/2014/main" id="{59AD3454-A9DE-4FE7-93CC-AE60D1C52A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538" y="5168900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674" name="Shape 2609">
              <a:extLst>
                <a:ext uri="{FF2B5EF4-FFF2-40B4-BE49-F238E27FC236}">
                  <a16:creationId xmlns:a16="http://schemas.microsoft.com/office/drawing/2014/main" id="{94D08ED6-1182-4C58-A6C2-9D2B14832A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2013" y="5168900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675" name="Shape 2610">
              <a:extLst>
                <a:ext uri="{FF2B5EF4-FFF2-40B4-BE49-F238E27FC236}">
                  <a16:creationId xmlns:a16="http://schemas.microsoft.com/office/drawing/2014/main" id="{DB75ED65-FB18-4D4D-9801-0B7B58D772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02663" y="5168900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676" name="Shape 2611">
              <a:extLst>
                <a:ext uri="{FF2B5EF4-FFF2-40B4-BE49-F238E27FC236}">
                  <a16:creationId xmlns:a16="http://schemas.microsoft.com/office/drawing/2014/main" id="{9A67F86F-2A3C-41DE-9E14-6EFE9BC111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538" y="5530850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677" name="Shape 2612">
              <a:extLst>
                <a:ext uri="{FF2B5EF4-FFF2-40B4-BE49-F238E27FC236}">
                  <a16:creationId xmlns:a16="http://schemas.microsoft.com/office/drawing/2014/main" id="{D230835C-09F1-4A5E-B164-DDC7C7954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2013" y="5530850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678" name="Shape 2613">
              <a:extLst>
                <a:ext uri="{FF2B5EF4-FFF2-40B4-BE49-F238E27FC236}">
                  <a16:creationId xmlns:a16="http://schemas.microsoft.com/office/drawing/2014/main" id="{B4E30FAE-3EAB-43BA-8848-41D94B5A40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02663" y="5530850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679" name="Shape 2614">
              <a:extLst>
                <a:ext uri="{FF2B5EF4-FFF2-40B4-BE49-F238E27FC236}">
                  <a16:creationId xmlns:a16="http://schemas.microsoft.com/office/drawing/2014/main" id="{D6F275F2-94EB-49D2-8827-8DE8C8B17B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538" y="57832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680" name="Shape 2615">
              <a:extLst>
                <a:ext uri="{FF2B5EF4-FFF2-40B4-BE49-F238E27FC236}">
                  <a16:creationId xmlns:a16="http://schemas.microsoft.com/office/drawing/2014/main" id="{088513AA-EACA-4429-815F-DA28868484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2013" y="57832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681" name="Shape 2616">
              <a:extLst>
                <a:ext uri="{FF2B5EF4-FFF2-40B4-BE49-F238E27FC236}">
                  <a16:creationId xmlns:a16="http://schemas.microsoft.com/office/drawing/2014/main" id="{982E89E1-8012-4352-AC5B-2B477504D1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02663" y="57832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682" name="Shape 2617">
              <a:extLst>
                <a:ext uri="{FF2B5EF4-FFF2-40B4-BE49-F238E27FC236}">
                  <a16:creationId xmlns:a16="http://schemas.microsoft.com/office/drawing/2014/main" id="{EDEDC587-5B41-49D7-9511-6FFF1D5B71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538" y="6062663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683" name="Shape 2618">
              <a:extLst>
                <a:ext uri="{FF2B5EF4-FFF2-40B4-BE49-F238E27FC236}">
                  <a16:creationId xmlns:a16="http://schemas.microsoft.com/office/drawing/2014/main" id="{4F610CD4-C453-4303-AFE5-FA4AAF9551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2013" y="6062663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684" name="Shape 2619">
              <a:extLst>
                <a:ext uri="{FF2B5EF4-FFF2-40B4-BE49-F238E27FC236}">
                  <a16:creationId xmlns:a16="http://schemas.microsoft.com/office/drawing/2014/main" id="{41CF4282-6105-4BCD-9E8C-ADDFE76229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02663" y="6062663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685" name="Shape 2620">
              <a:extLst>
                <a:ext uri="{FF2B5EF4-FFF2-40B4-BE49-F238E27FC236}">
                  <a16:creationId xmlns:a16="http://schemas.microsoft.com/office/drawing/2014/main" id="{77389344-5293-4B9B-BDB0-7FBE613BFB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48063" y="4806950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280686" name="Shape 2621">
              <a:extLst>
                <a:ext uri="{FF2B5EF4-FFF2-40B4-BE49-F238E27FC236}">
                  <a16:creationId xmlns:a16="http://schemas.microsoft.com/office/drawing/2014/main" id="{9F2C2FDE-5AE2-4B6C-8C8A-E1B8DA30F1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5938" y="4792663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80687" name="Shape 2622">
              <a:extLst>
                <a:ext uri="{FF2B5EF4-FFF2-40B4-BE49-F238E27FC236}">
                  <a16:creationId xmlns:a16="http://schemas.microsoft.com/office/drawing/2014/main" id="{C6C9B566-EFDF-4D99-B352-407F191D5E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76825" y="4792663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280688" name="Shape 2623">
              <a:extLst>
                <a:ext uri="{FF2B5EF4-FFF2-40B4-BE49-F238E27FC236}">
                  <a16:creationId xmlns:a16="http://schemas.microsoft.com/office/drawing/2014/main" id="{B1974F0D-5D44-4384-961D-37CE29ABF2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56275" y="4792663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80689" name="Shape 2624">
              <a:extLst>
                <a:ext uri="{FF2B5EF4-FFF2-40B4-BE49-F238E27FC236}">
                  <a16:creationId xmlns:a16="http://schemas.microsoft.com/office/drawing/2014/main" id="{538F33C6-8338-4F24-A2CE-00139E90DE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51600" y="4806950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280690" name="Shape 2625">
              <a:extLst>
                <a:ext uri="{FF2B5EF4-FFF2-40B4-BE49-F238E27FC236}">
                  <a16:creationId xmlns:a16="http://schemas.microsoft.com/office/drawing/2014/main" id="{2B8CE0E4-5F50-4BDE-9BCF-F72CF6E41C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23125" y="4792663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80691" name="Shape 2626">
              <a:extLst>
                <a:ext uri="{FF2B5EF4-FFF2-40B4-BE49-F238E27FC236}">
                  <a16:creationId xmlns:a16="http://schemas.microsoft.com/office/drawing/2014/main" id="{0C30E58B-6CCE-4924-A20B-5BCE94AC68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70825" y="4776788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280692" name="Shape 2627">
              <a:extLst>
                <a:ext uri="{FF2B5EF4-FFF2-40B4-BE49-F238E27FC236}">
                  <a16:creationId xmlns:a16="http://schemas.microsoft.com/office/drawing/2014/main" id="{79ABBA72-F7F2-4059-AF6A-D9FA576B4E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76413" y="4389438"/>
              <a:ext cx="6508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= 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280693" name="Shape 2628">
              <a:extLst>
                <a:ext uri="{FF2B5EF4-FFF2-40B4-BE49-F238E27FC236}">
                  <a16:creationId xmlns:a16="http://schemas.microsoft.com/office/drawing/2014/main" id="{B84D817B-5886-4125-A2CB-75E5E207B5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8900" y="4389438"/>
              <a:ext cx="6508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= 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280694" name="Shape 2630">
              <a:extLst>
                <a:ext uri="{FF2B5EF4-FFF2-40B4-BE49-F238E27FC236}">
                  <a16:creationId xmlns:a16="http://schemas.microsoft.com/office/drawing/2014/main" id="{83D54093-8369-471D-A5F1-A48D5D29B1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481" y="3919538"/>
              <a:ext cx="7859769" cy="95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695" name="Shape 2631">
              <a:extLst>
                <a:ext uri="{FF2B5EF4-FFF2-40B4-BE49-F238E27FC236}">
                  <a16:creationId xmlns:a16="http://schemas.microsoft.com/office/drawing/2014/main" id="{0907158E-121D-49E4-9779-DE04C69111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4109" y="3929063"/>
              <a:ext cx="11098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696" name="Shape 2632">
              <a:extLst>
                <a:ext uri="{FF2B5EF4-FFF2-40B4-BE49-F238E27FC236}">
                  <a16:creationId xmlns:a16="http://schemas.microsoft.com/office/drawing/2014/main" id="{2AFD5D2E-1334-41EA-82C6-4AD480D50B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4109" y="3929063"/>
              <a:ext cx="11098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697" name="Shape 2633">
              <a:extLst>
                <a:ext uri="{FF2B5EF4-FFF2-40B4-BE49-F238E27FC236}">
                  <a16:creationId xmlns:a16="http://schemas.microsoft.com/office/drawing/2014/main" id="{D449F852-FC1E-4160-B5B5-682343F0EE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7807" y="4095751"/>
              <a:ext cx="730066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280698" name="Shape 2634">
              <a:extLst>
                <a:ext uri="{FF2B5EF4-FFF2-40B4-BE49-F238E27FC236}">
                  <a16:creationId xmlns:a16="http://schemas.microsoft.com/office/drawing/2014/main" id="{2A49083F-FC11-4B8A-A811-686ABA4DE8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90435" y="4043363"/>
              <a:ext cx="977822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280699" name="Shape 2635">
              <a:extLst>
                <a:ext uri="{FF2B5EF4-FFF2-40B4-BE49-F238E27FC236}">
                  <a16:creationId xmlns:a16="http://schemas.microsoft.com/office/drawing/2014/main" id="{A9FB18E6-29BA-463C-AF5F-3704843D1A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4109" y="4338637"/>
              <a:ext cx="11098" cy="4142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700" name="Shape 2636">
              <a:extLst>
                <a:ext uri="{FF2B5EF4-FFF2-40B4-BE49-F238E27FC236}">
                  <a16:creationId xmlns:a16="http://schemas.microsoft.com/office/drawing/2014/main" id="{F9BD3511-2C21-4A2F-BF23-5B91F5BFE8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4784" y="4405312"/>
              <a:ext cx="476013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280701" name="Shape 2637">
              <a:extLst>
                <a:ext uri="{FF2B5EF4-FFF2-40B4-BE49-F238E27FC236}">
                  <a16:creationId xmlns:a16="http://schemas.microsoft.com/office/drawing/2014/main" id="{A31935F1-240B-47A6-8D74-23077FB16C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4109" y="4741862"/>
              <a:ext cx="6913742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702" name="Shape 2638">
              <a:extLst>
                <a:ext uri="{FF2B5EF4-FFF2-40B4-BE49-F238E27FC236}">
                  <a16:creationId xmlns:a16="http://schemas.microsoft.com/office/drawing/2014/main" id="{8672EFD7-7A40-478A-9EF1-DB9B5CA578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4109" y="4752976"/>
              <a:ext cx="11098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703" name="Shape 2639">
              <a:extLst>
                <a:ext uri="{FF2B5EF4-FFF2-40B4-BE49-F238E27FC236}">
                  <a16:creationId xmlns:a16="http://schemas.microsoft.com/office/drawing/2014/main" id="{2DC1AF14-4523-444C-8EC3-24FF30FB9A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481" y="5154612"/>
              <a:ext cx="785976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704" name="Shape 2640">
              <a:extLst>
                <a:ext uri="{FF2B5EF4-FFF2-40B4-BE49-F238E27FC236}">
                  <a16:creationId xmlns:a16="http://schemas.microsoft.com/office/drawing/2014/main" id="{CF47A24A-7014-4F98-B866-D02D288AD8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4203" y="4300537"/>
              <a:ext cx="780758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280705" name="Shape 2641">
              <a:extLst>
                <a:ext uri="{FF2B5EF4-FFF2-40B4-BE49-F238E27FC236}">
                  <a16:creationId xmlns:a16="http://schemas.microsoft.com/office/drawing/2014/main" id="{0E2E65A3-9457-4859-99C9-967BDE7903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8150" y="5248277"/>
              <a:ext cx="22226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280706" name="Shape 2642">
              <a:extLst>
                <a:ext uri="{FF2B5EF4-FFF2-40B4-BE49-F238E27FC236}">
                  <a16:creationId xmlns:a16="http://schemas.microsoft.com/office/drawing/2014/main" id="{E6AAD332-7962-4431-BE74-984570BA72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4109" y="5168902"/>
              <a:ext cx="11098" cy="362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707" name="Shape 2643">
              <a:extLst>
                <a:ext uri="{FF2B5EF4-FFF2-40B4-BE49-F238E27FC236}">
                  <a16:creationId xmlns:a16="http://schemas.microsoft.com/office/drawing/2014/main" id="{2FC34FC7-CC20-43F6-A0DD-7791D64D04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69860" y="5248277"/>
              <a:ext cx="228558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280708" name="Shape 2644">
              <a:extLst>
                <a:ext uri="{FF2B5EF4-FFF2-40B4-BE49-F238E27FC236}">
                  <a16:creationId xmlns:a16="http://schemas.microsoft.com/office/drawing/2014/main" id="{2C5BD75F-193D-4664-A9F3-DE71D8F683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71396" y="5248277"/>
              <a:ext cx="228558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280709" name="Shape 2645">
              <a:extLst>
                <a:ext uri="{FF2B5EF4-FFF2-40B4-BE49-F238E27FC236}">
                  <a16:creationId xmlns:a16="http://schemas.microsoft.com/office/drawing/2014/main" id="{ACEF5772-66F8-4855-84C8-50FBCE9196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8490" y="52482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710" name="Shape 2646">
              <a:extLst>
                <a:ext uri="{FF2B5EF4-FFF2-40B4-BE49-F238E27FC236}">
                  <a16:creationId xmlns:a16="http://schemas.microsoft.com/office/drawing/2014/main" id="{9F01E5C9-F346-4357-A606-81C08A3620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01495" y="52482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0711" name="Shape 2647">
              <a:extLst>
                <a:ext uri="{FF2B5EF4-FFF2-40B4-BE49-F238E27FC236}">
                  <a16:creationId xmlns:a16="http://schemas.microsoft.com/office/drawing/2014/main" id="{F0300DCA-42F5-4D92-BA02-54AF77FC96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3357" y="52482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712" name="Shape 2648">
              <a:extLst>
                <a:ext uri="{FF2B5EF4-FFF2-40B4-BE49-F238E27FC236}">
                  <a16:creationId xmlns:a16="http://schemas.microsoft.com/office/drawing/2014/main" id="{6426C5A1-5D82-4EFD-9E14-BDC248342A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0300" y="52482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713" name="Shape 2649">
              <a:extLst>
                <a:ext uri="{FF2B5EF4-FFF2-40B4-BE49-F238E27FC236}">
                  <a16:creationId xmlns:a16="http://schemas.microsoft.com/office/drawing/2014/main" id="{37E68B67-CF24-44AB-8B91-FB14AFAFC6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7242" y="52482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714" name="Shape 2650">
              <a:extLst>
                <a:ext uri="{FF2B5EF4-FFF2-40B4-BE49-F238E27FC236}">
                  <a16:creationId xmlns:a16="http://schemas.microsoft.com/office/drawing/2014/main" id="{0CAF8587-FD4F-4873-A3CC-3F1B216ECF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5773" y="52482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715" name="Shape 2651">
              <a:extLst>
                <a:ext uri="{FF2B5EF4-FFF2-40B4-BE49-F238E27FC236}">
                  <a16:creationId xmlns:a16="http://schemas.microsoft.com/office/drawing/2014/main" id="{99EC6FDF-6BA1-42FE-A7F5-6875D80393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72715" y="52482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716" name="Shape 2652">
              <a:extLst>
                <a:ext uri="{FF2B5EF4-FFF2-40B4-BE49-F238E27FC236}">
                  <a16:creationId xmlns:a16="http://schemas.microsoft.com/office/drawing/2014/main" id="{91139CB4-6FBE-465B-A948-ABEA060CE9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8069" y="52482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717" name="Shape 2653">
              <a:extLst>
                <a:ext uri="{FF2B5EF4-FFF2-40B4-BE49-F238E27FC236}">
                  <a16:creationId xmlns:a16="http://schemas.microsoft.com/office/drawing/2014/main" id="{B781B455-5080-41BB-9B70-6EA28B4ED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15489" y="52482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718" name="Shape 2654">
              <a:extLst>
                <a:ext uri="{FF2B5EF4-FFF2-40B4-BE49-F238E27FC236}">
                  <a16:creationId xmlns:a16="http://schemas.microsoft.com/office/drawing/2014/main" id="{EDE7C749-BF8C-4F46-884F-CE5DCC2CF6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4499" y="5522913"/>
              <a:ext cx="209361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280719" name="Shape 2655">
              <a:extLst>
                <a:ext uri="{FF2B5EF4-FFF2-40B4-BE49-F238E27FC236}">
                  <a16:creationId xmlns:a16="http://schemas.microsoft.com/office/drawing/2014/main" id="{AA9FCF53-FAC0-454A-BD80-D4A140C97F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4109" y="5530852"/>
              <a:ext cx="11098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720" name="Shape 2656">
              <a:extLst>
                <a:ext uri="{FF2B5EF4-FFF2-40B4-BE49-F238E27FC236}">
                  <a16:creationId xmlns:a16="http://schemas.microsoft.com/office/drawing/2014/main" id="{5051E91E-9A3C-4AE6-91FF-52FB82FCF9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1447" y="5522913"/>
              <a:ext cx="228558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280721" name="Shape 2657">
              <a:extLst>
                <a:ext uri="{FF2B5EF4-FFF2-40B4-BE49-F238E27FC236}">
                  <a16:creationId xmlns:a16="http://schemas.microsoft.com/office/drawing/2014/main" id="{EF98A87B-3382-4A7F-AA63-560A36CD66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72982" y="5522913"/>
              <a:ext cx="228558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280722" name="Shape 2658">
              <a:extLst>
                <a:ext uri="{FF2B5EF4-FFF2-40B4-BE49-F238E27FC236}">
                  <a16:creationId xmlns:a16="http://schemas.microsoft.com/office/drawing/2014/main" id="{B95EB471-C934-4E15-BA95-A2CEA7354E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0076" y="5522913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0723" name="Shape 2659">
              <a:extLst>
                <a:ext uri="{FF2B5EF4-FFF2-40B4-BE49-F238E27FC236}">
                  <a16:creationId xmlns:a16="http://schemas.microsoft.com/office/drawing/2014/main" id="{199DB8CC-31EB-41CE-85AD-50BF9E46A9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01495" y="5522913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724" name="Shape 2660">
              <a:extLst>
                <a:ext uri="{FF2B5EF4-FFF2-40B4-BE49-F238E27FC236}">
                  <a16:creationId xmlns:a16="http://schemas.microsoft.com/office/drawing/2014/main" id="{DC4D14FF-420E-4589-9CBB-DF7BFAED54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4945" y="5522913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725" name="Shape 2661">
              <a:extLst>
                <a:ext uri="{FF2B5EF4-FFF2-40B4-BE49-F238E27FC236}">
                  <a16:creationId xmlns:a16="http://schemas.microsoft.com/office/drawing/2014/main" id="{5C27B192-7C2D-45DE-982F-AD9FEC1159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1887" y="5522913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726" name="Shape 2662">
              <a:extLst>
                <a:ext uri="{FF2B5EF4-FFF2-40B4-BE49-F238E27FC236}">
                  <a16:creationId xmlns:a16="http://schemas.microsoft.com/office/drawing/2014/main" id="{215B1489-A33B-47EB-B842-C7F88D54CD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8830" y="5522913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0727" name="Shape 2663">
              <a:extLst>
                <a:ext uri="{FF2B5EF4-FFF2-40B4-BE49-F238E27FC236}">
                  <a16:creationId xmlns:a16="http://schemas.microsoft.com/office/drawing/2014/main" id="{773814C5-E871-4796-8F44-485C14FEA7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5773" y="5522913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728" name="Shape 2664">
              <a:extLst>
                <a:ext uri="{FF2B5EF4-FFF2-40B4-BE49-F238E27FC236}">
                  <a16:creationId xmlns:a16="http://schemas.microsoft.com/office/drawing/2014/main" id="{FE46DB64-E549-4D62-ACA3-33D41A5869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72715" y="5522913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729" name="Shape 2665">
              <a:extLst>
                <a:ext uri="{FF2B5EF4-FFF2-40B4-BE49-F238E27FC236}">
                  <a16:creationId xmlns:a16="http://schemas.microsoft.com/office/drawing/2014/main" id="{C0AEEC5A-17EE-4A4D-9FF0-A3249E707C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9658" y="5522913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0730" name="Shape 2666">
              <a:extLst>
                <a:ext uri="{FF2B5EF4-FFF2-40B4-BE49-F238E27FC236}">
                  <a16:creationId xmlns:a16="http://schemas.microsoft.com/office/drawing/2014/main" id="{39EECAB0-9C85-4587-8299-0D226471F5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15489" y="5522913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731" name="Shape 2667">
              <a:extLst>
                <a:ext uri="{FF2B5EF4-FFF2-40B4-BE49-F238E27FC236}">
                  <a16:creationId xmlns:a16="http://schemas.microsoft.com/office/drawing/2014/main" id="{6C557A39-C0A7-46B1-8C0E-EFA4BE3CC1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4499" y="5794377"/>
              <a:ext cx="209361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280732" name="Shape 2668">
              <a:extLst>
                <a:ext uri="{FF2B5EF4-FFF2-40B4-BE49-F238E27FC236}">
                  <a16:creationId xmlns:a16="http://schemas.microsoft.com/office/drawing/2014/main" id="{37CC8530-BF24-4862-85AB-5D6536E4F9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4109" y="5783264"/>
              <a:ext cx="11098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733" name="Shape 2669">
              <a:extLst>
                <a:ext uri="{FF2B5EF4-FFF2-40B4-BE49-F238E27FC236}">
                  <a16:creationId xmlns:a16="http://schemas.microsoft.com/office/drawing/2014/main" id="{59FA4DE4-FAE5-4D73-9FD4-2B12C1D9D5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1447" y="5794377"/>
              <a:ext cx="228558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280734" name="Shape 2670">
              <a:extLst>
                <a:ext uri="{FF2B5EF4-FFF2-40B4-BE49-F238E27FC236}">
                  <a16:creationId xmlns:a16="http://schemas.microsoft.com/office/drawing/2014/main" id="{8CD808F1-4251-4468-992C-8C1C9BADF3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72982" y="5794377"/>
              <a:ext cx="228558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280735" name="Shape 2671">
              <a:extLst>
                <a:ext uri="{FF2B5EF4-FFF2-40B4-BE49-F238E27FC236}">
                  <a16:creationId xmlns:a16="http://schemas.microsoft.com/office/drawing/2014/main" id="{D390371F-9295-45FF-ADCB-56ADE2E1A6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0076" y="57943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0736" name="Shape 2672">
              <a:extLst>
                <a:ext uri="{FF2B5EF4-FFF2-40B4-BE49-F238E27FC236}">
                  <a16:creationId xmlns:a16="http://schemas.microsoft.com/office/drawing/2014/main" id="{540D3D93-5D93-4C91-A682-D1CEFAED4C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01495" y="57943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0737" name="Shape 2673">
              <a:extLst>
                <a:ext uri="{FF2B5EF4-FFF2-40B4-BE49-F238E27FC236}">
                  <a16:creationId xmlns:a16="http://schemas.microsoft.com/office/drawing/2014/main" id="{858587BB-DFC9-4497-A95A-8FF2610B3C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4945" y="57943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0738" name="Shape 2674">
              <a:extLst>
                <a:ext uri="{FF2B5EF4-FFF2-40B4-BE49-F238E27FC236}">
                  <a16:creationId xmlns:a16="http://schemas.microsoft.com/office/drawing/2014/main" id="{CEE08A40-DB6C-4101-BF1D-AC7FFC8DCD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1887" y="57943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739" name="Shape 2675">
              <a:extLst>
                <a:ext uri="{FF2B5EF4-FFF2-40B4-BE49-F238E27FC236}">
                  <a16:creationId xmlns:a16="http://schemas.microsoft.com/office/drawing/2014/main" id="{810B4B88-889D-4E8A-B955-C28EB1C13C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8830" y="57943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740" name="Shape 2676">
              <a:extLst>
                <a:ext uri="{FF2B5EF4-FFF2-40B4-BE49-F238E27FC236}">
                  <a16:creationId xmlns:a16="http://schemas.microsoft.com/office/drawing/2014/main" id="{E842301E-2A8B-4F2F-B7E4-8195E0F0B8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5773" y="57943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0741" name="Shape 2677">
              <a:extLst>
                <a:ext uri="{FF2B5EF4-FFF2-40B4-BE49-F238E27FC236}">
                  <a16:creationId xmlns:a16="http://schemas.microsoft.com/office/drawing/2014/main" id="{E8228565-A48A-45D2-A090-41753A892A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72715" y="57943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742" name="Shape 2678">
              <a:extLst>
                <a:ext uri="{FF2B5EF4-FFF2-40B4-BE49-F238E27FC236}">
                  <a16:creationId xmlns:a16="http://schemas.microsoft.com/office/drawing/2014/main" id="{5065C37D-9083-4F8D-ABF7-A1154A2CF6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9658" y="57943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743" name="Shape 2679">
              <a:extLst>
                <a:ext uri="{FF2B5EF4-FFF2-40B4-BE49-F238E27FC236}">
                  <a16:creationId xmlns:a16="http://schemas.microsoft.com/office/drawing/2014/main" id="{8D163312-66E0-41FA-AF9A-DB5890E3CC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15489" y="5794377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744" name="Shape 2680">
              <a:extLst>
                <a:ext uri="{FF2B5EF4-FFF2-40B4-BE49-F238E27FC236}">
                  <a16:creationId xmlns:a16="http://schemas.microsoft.com/office/drawing/2014/main" id="{4A50003D-3EC3-423A-BE0C-5DAA19ABD8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8150" y="6069014"/>
              <a:ext cx="22226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280745" name="Shape 2681">
              <a:extLst>
                <a:ext uri="{FF2B5EF4-FFF2-40B4-BE49-F238E27FC236}">
                  <a16:creationId xmlns:a16="http://schemas.microsoft.com/office/drawing/2014/main" id="{D7F9D400-7DE3-4A04-8A93-F2F649C2CB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4109" y="6062664"/>
              <a:ext cx="11098" cy="315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746" name="Shape 2682">
              <a:extLst>
                <a:ext uri="{FF2B5EF4-FFF2-40B4-BE49-F238E27FC236}">
                  <a16:creationId xmlns:a16="http://schemas.microsoft.com/office/drawing/2014/main" id="{F13277B2-8563-4AFA-B2F6-1CA39DADCE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69860" y="6069014"/>
              <a:ext cx="228558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280747" name="Shape 2683">
              <a:extLst>
                <a:ext uri="{FF2B5EF4-FFF2-40B4-BE49-F238E27FC236}">
                  <a16:creationId xmlns:a16="http://schemas.microsoft.com/office/drawing/2014/main" id="{BF9BA192-0949-4E5A-A2D4-40ED0C0178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71396" y="6069014"/>
              <a:ext cx="228558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280748" name="Shape 2684">
              <a:extLst>
                <a:ext uri="{FF2B5EF4-FFF2-40B4-BE49-F238E27FC236}">
                  <a16:creationId xmlns:a16="http://schemas.microsoft.com/office/drawing/2014/main" id="{132785BD-CF73-4AF0-83BA-5846F05CA0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8490" y="6069014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749" name="Shape 2685">
              <a:extLst>
                <a:ext uri="{FF2B5EF4-FFF2-40B4-BE49-F238E27FC236}">
                  <a16:creationId xmlns:a16="http://schemas.microsoft.com/office/drawing/2014/main" id="{E702A914-DCE1-4ACF-AD2F-DB31D5483E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01495" y="6069014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750" name="Shape 2686">
              <a:extLst>
                <a:ext uri="{FF2B5EF4-FFF2-40B4-BE49-F238E27FC236}">
                  <a16:creationId xmlns:a16="http://schemas.microsoft.com/office/drawing/2014/main" id="{45EF8072-C036-433E-9834-5FD6B38697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3357" y="6069014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751" name="Shape 2687">
              <a:extLst>
                <a:ext uri="{FF2B5EF4-FFF2-40B4-BE49-F238E27FC236}">
                  <a16:creationId xmlns:a16="http://schemas.microsoft.com/office/drawing/2014/main" id="{C62D994C-53A4-4D23-9CE7-7D83F9A68A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0300" y="6069014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0752" name="Shape 2688">
              <a:extLst>
                <a:ext uri="{FF2B5EF4-FFF2-40B4-BE49-F238E27FC236}">
                  <a16:creationId xmlns:a16="http://schemas.microsoft.com/office/drawing/2014/main" id="{85A5B598-0707-4316-8B59-6592492E50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7242" y="6069014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753" name="Shape 2689">
              <a:extLst>
                <a:ext uri="{FF2B5EF4-FFF2-40B4-BE49-F238E27FC236}">
                  <a16:creationId xmlns:a16="http://schemas.microsoft.com/office/drawing/2014/main" id="{9C14D806-89EF-4AB2-A1C3-8201289DAE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5773" y="6069014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754" name="Shape 2690">
              <a:extLst>
                <a:ext uri="{FF2B5EF4-FFF2-40B4-BE49-F238E27FC236}">
                  <a16:creationId xmlns:a16="http://schemas.microsoft.com/office/drawing/2014/main" id="{16F75270-C521-474A-BEA9-E3E8CAB01F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72715" y="6069014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0755" name="Shape 2691">
              <a:extLst>
                <a:ext uri="{FF2B5EF4-FFF2-40B4-BE49-F238E27FC236}">
                  <a16:creationId xmlns:a16="http://schemas.microsoft.com/office/drawing/2014/main" id="{4080FD20-B3F1-4133-9CA2-615E19EECC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8069" y="6069014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756" name="Shape 2692">
              <a:extLst>
                <a:ext uri="{FF2B5EF4-FFF2-40B4-BE49-F238E27FC236}">
                  <a16:creationId xmlns:a16="http://schemas.microsoft.com/office/drawing/2014/main" id="{8D43B940-93A4-4B88-AC55-A5F5B33900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481" y="6389689"/>
              <a:ext cx="785976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757" name="Shape 2693">
              <a:extLst>
                <a:ext uri="{FF2B5EF4-FFF2-40B4-BE49-F238E27FC236}">
                  <a16:creationId xmlns:a16="http://schemas.microsoft.com/office/drawing/2014/main" id="{3F8FACB0-7447-43F2-8F2A-2EFBF7BFDA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15489" y="6069014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cxnSp>
          <p:nvCxnSpPr>
            <p:cNvPr id="280758" name="Shape 2694">
              <a:extLst>
                <a:ext uri="{FF2B5EF4-FFF2-40B4-BE49-F238E27FC236}">
                  <a16:creationId xmlns:a16="http://schemas.microsoft.com/office/drawing/2014/main" id="{CBF3D071-5C0B-4B90-8D11-927F991C571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49243" y="3921126"/>
              <a:ext cx="0" cy="247170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0759" name="Shape 2695">
              <a:extLst>
                <a:ext uri="{FF2B5EF4-FFF2-40B4-BE49-F238E27FC236}">
                  <a16:creationId xmlns:a16="http://schemas.microsoft.com/office/drawing/2014/main" id="{E068CFE5-BB2F-4654-B161-866B1E1FC08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06235" y="3935413"/>
              <a:ext cx="0" cy="2443201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0760" name="Shape 2696">
              <a:extLst>
                <a:ext uri="{FF2B5EF4-FFF2-40B4-BE49-F238E27FC236}">
                  <a16:creationId xmlns:a16="http://schemas.microsoft.com/office/drawing/2014/main" id="{54CE178D-4F4A-46E2-9B15-620B7066023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677760" y="4378326"/>
              <a:ext cx="1728585" cy="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0761" name="Shape 2697">
              <a:extLst>
                <a:ext uri="{FF2B5EF4-FFF2-40B4-BE49-F238E27FC236}">
                  <a16:creationId xmlns:a16="http://schemas.microsoft.com/office/drawing/2014/main" id="{9AFA9594-3C91-4AD4-9A26-01247EEBD17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591652" y="3906838"/>
              <a:ext cx="0" cy="251460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80762" name="Shape 2698">
              <a:extLst>
                <a:ext uri="{FF2B5EF4-FFF2-40B4-BE49-F238E27FC236}">
                  <a16:creationId xmlns:a16="http://schemas.microsoft.com/office/drawing/2014/main" id="{79B8739A-24B4-433E-99E8-A97D8A297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2613" y="4776788"/>
              <a:ext cx="512762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280763" name="Shape 2699">
              <a:extLst>
                <a:ext uri="{FF2B5EF4-FFF2-40B4-BE49-F238E27FC236}">
                  <a16:creationId xmlns:a16="http://schemas.microsoft.com/office/drawing/2014/main" id="{FC982436-3535-4D4D-90C5-E1B8E0A1BC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0338" y="4806950"/>
              <a:ext cx="5111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280764" name="Shape 2700">
              <a:extLst>
                <a:ext uri="{FF2B5EF4-FFF2-40B4-BE49-F238E27FC236}">
                  <a16:creationId xmlns:a16="http://schemas.microsoft.com/office/drawing/2014/main" id="{36EA4B1A-3E27-44F2-8C94-13059DEF5D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7738" y="4791075"/>
              <a:ext cx="5111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</p:grpSp>
      <p:grpSp>
        <p:nvGrpSpPr>
          <p:cNvPr id="280578" name="Group 1">
            <a:extLst>
              <a:ext uri="{FF2B5EF4-FFF2-40B4-BE49-F238E27FC236}">
                <a16:creationId xmlns:a16="http://schemas.microsoft.com/office/drawing/2014/main" id="{AD2AA674-E07C-4FB3-B2CD-783EF71C9DBA}"/>
              </a:ext>
            </a:extLst>
          </p:cNvPr>
          <p:cNvGrpSpPr>
            <a:grpSpLocks/>
          </p:cNvGrpSpPr>
          <p:nvPr/>
        </p:nvGrpSpPr>
        <p:grpSpPr bwMode="auto">
          <a:xfrm>
            <a:off x="636588" y="742950"/>
            <a:ext cx="8181975" cy="2066925"/>
            <a:chOff x="633413" y="1682750"/>
            <a:chExt cx="8181975" cy="2066925"/>
          </a:xfrm>
        </p:grpSpPr>
        <p:sp>
          <p:nvSpPr>
            <p:cNvPr id="280582" name="Shape 2701">
              <a:extLst>
                <a:ext uri="{FF2B5EF4-FFF2-40B4-BE49-F238E27FC236}">
                  <a16:creationId xmlns:a16="http://schemas.microsoft.com/office/drawing/2014/main" id="{069369B7-2B05-4247-97CD-0352D17D91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1692275"/>
              <a:ext cx="9525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583" name="Shape 2702">
              <a:extLst>
                <a:ext uri="{FF2B5EF4-FFF2-40B4-BE49-F238E27FC236}">
                  <a16:creationId xmlns:a16="http://schemas.microsoft.com/office/drawing/2014/main" id="{3ACD3066-67A0-4ADF-A886-1697C4DBD1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1692275"/>
              <a:ext cx="11113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584" name="Shape 2703">
              <a:extLst>
                <a:ext uri="{FF2B5EF4-FFF2-40B4-BE49-F238E27FC236}">
                  <a16:creationId xmlns:a16="http://schemas.microsoft.com/office/drawing/2014/main" id="{DB34B00E-B4EB-438D-B57F-E81305B730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2638" y="1865313"/>
              <a:ext cx="730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280585" name="Shape 2704">
              <a:extLst>
                <a:ext uri="{FF2B5EF4-FFF2-40B4-BE49-F238E27FC236}">
                  <a16:creationId xmlns:a16="http://schemas.microsoft.com/office/drawing/2014/main" id="{3E8AC0D4-B6E4-4974-8AAD-4CD63DA85F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1692275"/>
              <a:ext cx="11113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586" name="Shape 2705">
              <a:extLst>
                <a:ext uri="{FF2B5EF4-FFF2-40B4-BE49-F238E27FC236}">
                  <a16:creationId xmlns:a16="http://schemas.microsoft.com/office/drawing/2014/main" id="{0709AA26-3F1D-4193-B019-914C6567DB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4375" y="1816100"/>
              <a:ext cx="9779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280587" name="Shape 2706">
              <a:extLst>
                <a:ext uri="{FF2B5EF4-FFF2-40B4-BE49-F238E27FC236}">
                  <a16:creationId xmlns:a16="http://schemas.microsoft.com/office/drawing/2014/main" id="{571A1341-9705-4311-B6A3-391AB823E8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1692275"/>
              <a:ext cx="11113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588" name="Shape 2707">
              <a:extLst>
                <a:ext uri="{FF2B5EF4-FFF2-40B4-BE49-F238E27FC236}">
                  <a16:creationId xmlns:a16="http://schemas.microsoft.com/office/drawing/2014/main" id="{E3CEC724-6336-4F53-AD76-EE29E7DE99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2116138"/>
              <a:ext cx="7215188" cy="111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589" name="Shape 2708">
              <a:extLst>
                <a:ext uri="{FF2B5EF4-FFF2-40B4-BE49-F238E27FC236}">
                  <a16:creationId xmlns:a16="http://schemas.microsoft.com/office/drawing/2014/main" id="{5DFFA369-5AED-45A3-A976-DC1D06E3A3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2105025"/>
              <a:ext cx="9525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590" name="Shape 2709">
              <a:extLst>
                <a:ext uri="{FF2B5EF4-FFF2-40B4-BE49-F238E27FC236}">
                  <a16:creationId xmlns:a16="http://schemas.microsoft.com/office/drawing/2014/main" id="{E28CFAD3-B603-4DEE-89EA-BCD5C8FF19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88013" y="1816100"/>
              <a:ext cx="7810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280591" name="Shape 2710">
              <a:extLst>
                <a:ext uri="{FF2B5EF4-FFF2-40B4-BE49-F238E27FC236}">
                  <a16:creationId xmlns:a16="http://schemas.microsoft.com/office/drawing/2014/main" id="{D6F4DE5F-3989-4D8D-851E-E762DFC9DD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2105025"/>
              <a:ext cx="11113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592" name="Shape 2711">
              <a:extLst>
                <a:ext uri="{FF2B5EF4-FFF2-40B4-BE49-F238E27FC236}">
                  <a16:creationId xmlns:a16="http://schemas.microsoft.com/office/drawing/2014/main" id="{E42C0262-DA8E-47A9-90A5-B674814D3C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2105025"/>
              <a:ext cx="11113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593" name="Shape 2712">
              <a:extLst>
                <a:ext uri="{FF2B5EF4-FFF2-40B4-BE49-F238E27FC236}">
                  <a16:creationId xmlns:a16="http://schemas.microsoft.com/office/drawing/2014/main" id="{A39AEEDF-C754-470E-9014-9B3E5FBF40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2105025"/>
              <a:ext cx="11113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594" name="Shape 2713">
              <a:extLst>
                <a:ext uri="{FF2B5EF4-FFF2-40B4-BE49-F238E27FC236}">
                  <a16:creationId xmlns:a16="http://schemas.microsoft.com/office/drawing/2014/main" id="{B681BB32-C4EE-4E8F-8A3B-11B2ACB2E1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5638" y="2527300"/>
              <a:ext cx="8159750" cy="1111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595" name="Shape 2714">
              <a:extLst>
                <a:ext uri="{FF2B5EF4-FFF2-40B4-BE49-F238E27FC236}">
                  <a16:creationId xmlns:a16="http://schemas.microsoft.com/office/drawing/2014/main" id="{8C06E280-91B3-4B37-9874-357662C8C8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2519363"/>
              <a:ext cx="9525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596" name="Shape 2715">
              <a:extLst>
                <a:ext uri="{FF2B5EF4-FFF2-40B4-BE49-F238E27FC236}">
                  <a16:creationId xmlns:a16="http://schemas.microsoft.com/office/drawing/2014/main" id="{E4FA640B-D68F-4875-953F-4D2210BE5A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8050" y="2173288"/>
              <a:ext cx="476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280597" name="Shape 2716">
              <a:extLst>
                <a:ext uri="{FF2B5EF4-FFF2-40B4-BE49-F238E27FC236}">
                  <a16:creationId xmlns:a16="http://schemas.microsoft.com/office/drawing/2014/main" id="{5843E028-FBC0-476B-8E84-F1D44C27EC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2519363"/>
              <a:ext cx="11113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598" name="Shape 2717">
              <a:extLst>
                <a:ext uri="{FF2B5EF4-FFF2-40B4-BE49-F238E27FC236}">
                  <a16:creationId xmlns:a16="http://schemas.microsoft.com/office/drawing/2014/main" id="{657AD11B-4211-4622-BB47-0C16AD039D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5050" y="26177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280599" name="Shape 2718">
              <a:extLst>
                <a:ext uri="{FF2B5EF4-FFF2-40B4-BE49-F238E27FC236}">
                  <a16:creationId xmlns:a16="http://schemas.microsoft.com/office/drawing/2014/main" id="{F42B1A12-404B-4B13-B673-3EA1C4797F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338" y="26177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280600" name="Shape 2719">
              <a:extLst>
                <a:ext uri="{FF2B5EF4-FFF2-40B4-BE49-F238E27FC236}">
                  <a16:creationId xmlns:a16="http://schemas.microsoft.com/office/drawing/2014/main" id="{098E8604-CBBE-40AC-8094-D424548EB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2519363"/>
              <a:ext cx="11113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601" name="Shape 2720">
              <a:extLst>
                <a:ext uri="{FF2B5EF4-FFF2-40B4-BE49-F238E27FC236}">
                  <a16:creationId xmlns:a16="http://schemas.microsoft.com/office/drawing/2014/main" id="{1C245F32-5010-4E31-B0F3-AD7005E554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6063" y="2617788"/>
              <a:ext cx="2095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280602" name="Shape 2721">
              <a:extLst>
                <a:ext uri="{FF2B5EF4-FFF2-40B4-BE49-F238E27FC236}">
                  <a16:creationId xmlns:a16="http://schemas.microsoft.com/office/drawing/2014/main" id="{BEDB91BF-8DC4-4204-B978-291FB4B3FB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7600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603" name="Shape 2722">
              <a:extLst>
                <a:ext uri="{FF2B5EF4-FFF2-40B4-BE49-F238E27FC236}">
                  <a16:creationId xmlns:a16="http://schemas.microsoft.com/office/drawing/2014/main" id="{D93D42CE-1BDD-49C8-BA36-D84AAB6A75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35475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604" name="Shape 2723">
              <a:extLst>
                <a:ext uri="{FF2B5EF4-FFF2-40B4-BE49-F238E27FC236}">
                  <a16:creationId xmlns:a16="http://schemas.microsoft.com/office/drawing/2014/main" id="{8963BDFF-DA58-49C9-8443-A7D48553A4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1763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605" name="Shape 2724">
              <a:extLst>
                <a:ext uri="{FF2B5EF4-FFF2-40B4-BE49-F238E27FC236}">
                  <a16:creationId xmlns:a16="http://schemas.microsoft.com/office/drawing/2014/main" id="{B5ED26A8-29D6-4DE7-B4F6-71D1F469EA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7100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606" name="Shape 2725">
              <a:extLst>
                <a:ext uri="{FF2B5EF4-FFF2-40B4-BE49-F238E27FC236}">
                  <a16:creationId xmlns:a16="http://schemas.microsoft.com/office/drawing/2014/main" id="{58726978-036D-469C-BFC9-5A9BA27152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4975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607" name="Shape 2726">
              <a:extLst>
                <a:ext uri="{FF2B5EF4-FFF2-40B4-BE49-F238E27FC236}">
                  <a16:creationId xmlns:a16="http://schemas.microsoft.com/office/drawing/2014/main" id="{F5CDDD5E-7E05-4611-A96A-CF00C8FA58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59675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608" name="Shape 2727">
              <a:extLst>
                <a:ext uri="{FF2B5EF4-FFF2-40B4-BE49-F238E27FC236}">
                  <a16:creationId xmlns:a16="http://schemas.microsoft.com/office/drawing/2014/main" id="{5259EE18-09B2-4FA4-8AD8-1B396C4750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2519363"/>
              <a:ext cx="11113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609" name="Shape 2728">
              <a:extLst>
                <a:ext uri="{FF2B5EF4-FFF2-40B4-BE49-F238E27FC236}">
                  <a16:creationId xmlns:a16="http://schemas.microsoft.com/office/drawing/2014/main" id="{6BCB6EE8-E828-4D92-B303-266BD697FA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2881313"/>
              <a:ext cx="9525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610" name="Shape 2729">
              <a:extLst>
                <a:ext uri="{FF2B5EF4-FFF2-40B4-BE49-F238E27FC236}">
                  <a16:creationId xmlns:a16="http://schemas.microsoft.com/office/drawing/2014/main" id="{BE07FE41-C443-4F8E-B4E5-DF2D9B1B59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8025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611" name="Shape 2730">
              <a:extLst>
                <a:ext uri="{FF2B5EF4-FFF2-40B4-BE49-F238E27FC236}">
                  <a16:creationId xmlns:a16="http://schemas.microsoft.com/office/drawing/2014/main" id="{09D00F91-49C0-4F41-A5A0-AADC3C3276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2881313"/>
              <a:ext cx="11113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612" name="Shape 2731">
              <a:extLst>
                <a:ext uri="{FF2B5EF4-FFF2-40B4-BE49-F238E27FC236}">
                  <a16:creationId xmlns:a16="http://schemas.microsoft.com/office/drawing/2014/main" id="{0C1C6668-F4C7-4572-8989-1234013181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9813" y="2889250"/>
              <a:ext cx="2095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280613" name="Shape 2732">
              <a:extLst>
                <a:ext uri="{FF2B5EF4-FFF2-40B4-BE49-F238E27FC236}">
                  <a16:creationId xmlns:a16="http://schemas.microsoft.com/office/drawing/2014/main" id="{278A6D81-A89C-40F9-89FD-6F3A1E0332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44688" y="2889250"/>
              <a:ext cx="2095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280614" name="Shape 2733">
              <a:extLst>
                <a:ext uri="{FF2B5EF4-FFF2-40B4-BE49-F238E27FC236}">
                  <a16:creationId xmlns:a16="http://schemas.microsoft.com/office/drawing/2014/main" id="{5B845752-82C8-45CF-AB52-828D2645E9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2881313"/>
              <a:ext cx="11113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615" name="Shape 2734">
              <a:extLst>
                <a:ext uri="{FF2B5EF4-FFF2-40B4-BE49-F238E27FC236}">
                  <a16:creationId xmlns:a16="http://schemas.microsoft.com/office/drawing/2014/main" id="{C78C37EA-8FF5-41A5-AB64-C9A06A6D4C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9238" y="2889250"/>
              <a:ext cx="2095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280616" name="Shape 2735">
              <a:extLst>
                <a:ext uri="{FF2B5EF4-FFF2-40B4-BE49-F238E27FC236}">
                  <a16:creationId xmlns:a16="http://schemas.microsoft.com/office/drawing/2014/main" id="{DB5C482D-D181-4124-ADE7-DE5FBBEBBF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9188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617" name="Shape 2736">
              <a:extLst>
                <a:ext uri="{FF2B5EF4-FFF2-40B4-BE49-F238E27FC236}">
                  <a16:creationId xmlns:a16="http://schemas.microsoft.com/office/drawing/2014/main" id="{6F6E7D58-A128-41AE-ABB3-3608B324DE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38650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618" name="Shape 2737">
              <a:extLst>
                <a:ext uri="{FF2B5EF4-FFF2-40B4-BE49-F238E27FC236}">
                  <a16:creationId xmlns:a16="http://schemas.microsoft.com/office/drawing/2014/main" id="{E9ACCC4D-4A48-4787-AAED-DBEA311118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3350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0619" name="Shape 2738">
              <a:extLst>
                <a:ext uri="{FF2B5EF4-FFF2-40B4-BE49-F238E27FC236}">
                  <a16:creationId xmlns:a16="http://schemas.microsoft.com/office/drawing/2014/main" id="{92220FF0-CFFC-421F-A1EB-178E0A0317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8688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620" name="Shape 2739">
              <a:extLst>
                <a:ext uri="{FF2B5EF4-FFF2-40B4-BE49-F238E27FC236}">
                  <a16:creationId xmlns:a16="http://schemas.microsoft.com/office/drawing/2014/main" id="{A8F083A0-DC7A-4183-AA8D-AC3F8A1B9A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6563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621" name="Shape 2740">
              <a:extLst>
                <a:ext uri="{FF2B5EF4-FFF2-40B4-BE49-F238E27FC236}">
                  <a16:creationId xmlns:a16="http://schemas.microsoft.com/office/drawing/2014/main" id="{5C35DDC4-55DD-4E7F-B704-EFB977DF1F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2850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0622" name="Shape 2741">
              <a:extLst>
                <a:ext uri="{FF2B5EF4-FFF2-40B4-BE49-F238E27FC236}">
                  <a16:creationId xmlns:a16="http://schemas.microsoft.com/office/drawing/2014/main" id="{892BE3B2-7E74-4AEC-8493-83B117E4E8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2881313"/>
              <a:ext cx="11113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623" name="Shape 2742">
              <a:extLst>
                <a:ext uri="{FF2B5EF4-FFF2-40B4-BE49-F238E27FC236}">
                  <a16:creationId xmlns:a16="http://schemas.microsoft.com/office/drawing/2014/main" id="{BB792B83-8005-48F0-A65E-3DC4B77388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3155950"/>
              <a:ext cx="9525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624" name="Shape 2743">
              <a:extLst>
                <a:ext uri="{FF2B5EF4-FFF2-40B4-BE49-F238E27FC236}">
                  <a16:creationId xmlns:a16="http://schemas.microsoft.com/office/drawing/2014/main" id="{F4F28E1F-E33B-45B7-9112-D7C33AF1DC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9613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625" name="Shape 2744">
              <a:extLst>
                <a:ext uri="{FF2B5EF4-FFF2-40B4-BE49-F238E27FC236}">
                  <a16:creationId xmlns:a16="http://schemas.microsoft.com/office/drawing/2014/main" id="{CE3C3750-833B-4553-8EC2-A4566C986B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3155950"/>
              <a:ext cx="11113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626" name="Shape 2745">
              <a:extLst>
                <a:ext uri="{FF2B5EF4-FFF2-40B4-BE49-F238E27FC236}">
                  <a16:creationId xmlns:a16="http://schemas.microsoft.com/office/drawing/2014/main" id="{6098CB3D-8964-45D1-872C-AE9272C89F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9813" y="3163888"/>
              <a:ext cx="2095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280627" name="Shape 2746">
              <a:extLst>
                <a:ext uri="{FF2B5EF4-FFF2-40B4-BE49-F238E27FC236}">
                  <a16:creationId xmlns:a16="http://schemas.microsoft.com/office/drawing/2014/main" id="{C6865A70-F21E-432F-B844-8F18D1A06E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338" y="31638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280628" name="Shape 2747">
              <a:extLst>
                <a:ext uri="{FF2B5EF4-FFF2-40B4-BE49-F238E27FC236}">
                  <a16:creationId xmlns:a16="http://schemas.microsoft.com/office/drawing/2014/main" id="{C61B5D0B-AB03-48EE-B2E1-E1EFFAF9DE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3155950"/>
              <a:ext cx="11113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629" name="Shape 2748">
              <a:extLst>
                <a:ext uri="{FF2B5EF4-FFF2-40B4-BE49-F238E27FC236}">
                  <a16:creationId xmlns:a16="http://schemas.microsoft.com/office/drawing/2014/main" id="{94B82E24-17A8-4939-98C6-A823D11267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1300" y="31638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280630" name="Shape 2749">
              <a:extLst>
                <a:ext uri="{FF2B5EF4-FFF2-40B4-BE49-F238E27FC236}">
                  <a16:creationId xmlns:a16="http://schemas.microsoft.com/office/drawing/2014/main" id="{D5CC68CB-2F95-482C-930B-553B1A6059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7600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0631" name="Shape 2750">
              <a:extLst>
                <a:ext uri="{FF2B5EF4-FFF2-40B4-BE49-F238E27FC236}">
                  <a16:creationId xmlns:a16="http://schemas.microsoft.com/office/drawing/2014/main" id="{D3458ED4-4616-41C7-801D-DEC4A94892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35475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632" name="Shape 2751">
              <a:extLst>
                <a:ext uri="{FF2B5EF4-FFF2-40B4-BE49-F238E27FC236}">
                  <a16:creationId xmlns:a16="http://schemas.microsoft.com/office/drawing/2014/main" id="{BDD14478-C4EA-42B3-A497-1246D007BA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1763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633" name="Shape 2752">
              <a:extLst>
                <a:ext uri="{FF2B5EF4-FFF2-40B4-BE49-F238E27FC236}">
                  <a16:creationId xmlns:a16="http://schemas.microsoft.com/office/drawing/2014/main" id="{3D8048EA-EE2D-4BFB-B554-BBB811FF8B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7100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0634" name="Shape 2753">
              <a:extLst>
                <a:ext uri="{FF2B5EF4-FFF2-40B4-BE49-F238E27FC236}">
                  <a16:creationId xmlns:a16="http://schemas.microsoft.com/office/drawing/2014/main" id="{C875BBBA-7E5C-4607-AC37-F8A5AB61A1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4975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635" name="Shape 2754">
              <a:extLst>
                <a:ext uri="{FF2B5EF4-FFF2-40B4-BE49-F238E27FC236}">
                  <a16:creationId xmlns:a16="http://schemas.microsoft.com/office/drawing/2014/main" id="{0C01826F-AC5B-435B-A7C0-818E9375E8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59675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636" name="Shape 2755">
              <a:extLst>
                <a:ext uri="{FF2B5EF4-FFF2-40B4-BE49-F238E27FC236}">
                  <a16:creationId xmlns:a16="http://schemas.microsoft.com/office/drawing/2014/main" id="{31C3A45D-CA85-47DC-9AEF-7D63E8959F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3155950"/>
              <a:ext cx="11113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637" name="Shape 2756">
              <a:extLst>
                <a:ext uri="{FF2B5EF4-FFF2-40B4-BE49-F238E27FC236}">
                  <a16:creationId xmlns:a16="http://schemas.microsoft.com/office/drawing/2014/main" id="{683E0A80-C358-42EC-B1FC-A8784FB9A5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3433763"/>
              <a:ext cx="9525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638" name="Shape 2757">
              <a:extLst>
                <a:ext uri="{FF2B5EF4-FFF2-40B4-BE49-F238E27FC236}">
                  <a16:creationId xmlns:a16="http://schemas.microsoft.com/office/drawing/2014/main" id="{D2902AE5-B6E4-41D9-B69F-1BBAB0A13B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8025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639" name="Shape 2758">
              <a:extLst>
                <a:ext uri="{FF2B5EF4-FFF2-40B4-BE49-F238E27FC236}">
                  <a16:creationId xmlns:a16="http://schemas.microsoft.com/office/drawing/2014/main" id="{CC38C2E3-6446-4561-A717-F3D7937904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3433763"/>
              <a:ext cx="11113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640" name="Shape 2759">
              <a:extLst>
                <a:ext uri="{FF2B5EF4-FFF2-40B4-BE49-F238E27FC236}">
                  <a16:creationId xmlns:a16="http://schemas.microsoft.com/office/drawing/2014/main" id="{38E5C9E9-8400-418D-8875-D07F84CA99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5050" y="3438525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280641" name="Shape 2760">
              <a:extLst>
                <a:ext uri="{FF2B5EF4-FFF2-40B4-BE49-F238E27FC236}">
                  <a16:creationId xmlns:a16="http://schemas.microsoft.com/office/drawing/2014/main" id="{6870D306-8882-4E62-9672-7FF4F2BC38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338" y="3438525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280642" name="Shape 2761">
              <a:extLst>
                <a:ext uri="{FF2B5EF4-FFF2-40B4-BE49-F238E27FC236}">
                  <a16:creationId xmlns:a16="http://schemas.microsoft.com/office/drawing/2014/main" id="{641CC27B-0809-41AD-9A4B-7819F8D918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3433763"/>
              <a:ext cx="11113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643" name="Shape 2762">
              <a:extLst>
                <a:ext uri="{FF2B5EF4-FFF2-40B4-BE49-F238E27FC236}">
                  <a16:creationId xmlns:a16="http://schemas.microsoft.com/office/drawing/2014/main" id="{365B14FA-81A3-44F4-AB2D-5829255B7F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1300" y="3438525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280644" name="Shape 2763">
              <a:extLst>
                <a:ext uri="{FF2B5EF4-FFF2-40B4-BE49-F238E27FC236}">
                  <a16:creationId xmlns:a16="http://schemas.microsoft.com/office/drawing/2014/main" id="{212468C0-E417-4C17-AF52-22D8D88F09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6013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645" name="Shape 2764">
              <a:extLst>
                <a:ext uri="{FF2B5EF4-FFF2-40B4-BE49-F238E27FC236}">
                  <a16:creationId xmlns:a16="http://schemas.microsoft.com/office/drawing/2014/main" id="{C81D647A-7F3D-4108-9D1C-8DE614CB4E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35475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0646" name="Shape 2765">
              <a:extLst>
                <a:ext uri="{FF2B5EF4-FFF2-40B4-BE49-F238E27FC236}">
                  <a16:creationId xmlns:a16="http://schemas.microsoft.com/office/drawing/2014/main" id="{8D54803F-FFCB-4CDF-B708-4765594426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0175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647" name="Shape 2766">
              <a:extLst>
                <a:ext uri="{FF2B5EF4-FFF2-40B4-BE49-F238E27FC236}">
                  <a16:creationId xmlns:a16="http://schemas.microsoft.com/office/drawing/2014/main" id="{7410DEC9-5B25-4153-AE32-86807CDB7D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5513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648" name="Shape 2767">
              <a:extLst>
                <a:ext uri="{FF2B5EF4-FFF2-40B4-BE49-F238E27FC236}">
                  <a16:creationId xmlns:a16="http://schemas.microsoft.com/office/drawing/2014/main" id="{446A1020-A147-4F6A-9FDD-25A671FD00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3388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0649" name="Shape 2768">
              <a:extLst>
                <a:ext uri="{FF2B5EF4-FFF2-40B4-BE49-F238E27FC236}">
                  <a16:creationId xmlns:a16="http://schemas.microsoft.com/office/drawing/2014/main" id="{8E1C7B04-9B2C-4313-81F1-E5FF4304D6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59675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0650" name="Shape 2769">
              <a:extLst>
                <a:ext uri="{FF2B5EF4-FFF2-40B4-BE49-F238E27FC236}">
                  <a16:creationId xmlns:a16="http://schemas.microsoft.com/office/drawing/2014/main" id="{2593DF7F-1D1B-41BC-B891-5AD530EA00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3433763"/>
              <a:ext cx="11113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651" name="Shape 2770">
              <a:extLst>
                <a:ext uri="{FF2B5EF4-FFF2-40B4-BE49-F238E27FC236}">
                  <a16:creationId xmlns:a16="http://schemas.microsoft.com/office/drawing/2014/main" id="{FAD7EF3A-FB05-40F1-B999-4672F350C0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5638" y="3738563"/>
              <a:ext cx="8159750" cy="111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652" name="Shape 2771">
              <a:extLst>
                <a:ext uri="{FF2B5EF4-FFF2-40B4-BE49-F238E27FC236}">
                  <a16:creationId xmlns:a16="http://schemas.microsoft.com/office/drawing/2014/main" id="{437CD643-F104-4973-8046-FCB051744A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6438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0653" name="Shape 2772">
              <a:extLst>
                <a:ext uri="{FF2B5EF4-FFF2-40B4-BE49-F238E27FC236}">
                  <a16:creationId xmlns:a16="http://schemas.microsoft.com/office/drawing/2014/main" id="{9410A04D-941B-47EA-9A83-A00CA6DBBE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8788" y="2214563"/>
              <a:ext cx="566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0 </a:t>
              </a:r>
            </a:p>
          </p:txBody>
        </p:sp>
        <p:sp>
          <p:nvSpPr>
            <p:cNvPr id="280654" name="Shape 2773">
              <a:extLst>
                <a:ext uri="{FF2B5EF4-FFF2-40B4-BE49-F238E27FC236}">
                  <a16:creationId xmlns:a16="http://schemas.microsoft.com/office/drawing/2014/main" id="{DF2A45D2-A02E-40B5-977D-2E01D256EE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63813" y="2214563"/>
              <a:ext cx="566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1 </a:t>
              </a:r>
            </a:p>
          </p:txBody>
        </p:sp>
        <p:sp>
          <p:nvSpPr>
            <p:cNvPr id="280655" name="Shape 2774">
              <a:extLst>
                <a:ext uri="{FF2B5EF4-FFF2-40B4-BE49-F238E27FC236}">
                  <a16:creationId xmlns:a16="http://schemas.microsoft.com/office/drawing/2014/main" id="{4E543982-2B02-4427-BAE2-0C0352E43D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1538" y="2173288"/>
              <a:ext cx="592137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280656" name="Shape 2775">
              <a:extLst>
                <a:ext uri="{FF2B5EF4-FFF2-40B4-BE49-F238E27FC236}">
                  <a16:creationId xmlns:a16="http://schemas.microsoft.com/office/drawing/2014/main" id="{4A85B568-ED23-409D-AEED-1B56C048BB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9413" y="2159000"/>
              <a:ext cx="592137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80657" name="Shape 2776">
              <a:extLst>
                <a:ext uri="{FF2B5EF4-FFF2-40B4-BE49-F238E27FC236}">
                  <a16:creationId xmlns:a16="http://schemas.microsoft.com/office/drawing/2014/main" id="{BA10C4BB-824A-4E7D-8272-A3F0CED382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8088" y="2159000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280658" name="Shape 2777">
              <a:extLst>
                <a:ext uri="{FF2B5EF4-FFF2-40B4-BE49-F238E27FC236}">
                  <a16:creationId xmlns:a16="http://schemas.microsoft.com/office/drawing/2014/main" id="{4FBF897C-DD79-4637-B69D-C6B1A4E738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73738" y="2159000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80659" name="Shape 2778">
              <a:extLst>
                <a:ext uri="{FF2B5EF4-FFF2-40B4-BE49-F238E27FC236}">
                  <a16:creationId xmlns:a16="http://schemas.microsoft.com/office/drawing/2014/main" id="{1CFF08A5-479C-46ED-9684-4F421D3C30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45263" y="217328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280660" name="Shape 2779">
              <a:extLst>
                <a:ext uri="{FF2B5EF4-FFF2-40B4-BE49-F238E27FC236}">
                  <a16:creationId xmlns:a16="http://schemas.microsoft.com/office/drawing/2014/main" id="{99F1B1F7-0A38-4D48-9A3D-EB5ECAE298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16788" y="2159000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80661" name="Shape 2780">
              <a:extLst>
                <a:ext uri="{FF2B5EF4-FFF2-40B4-BE49-F238E27FC236}">
                  <a16:creationId xmlns:a16="http://schemas.microsoft.com/office/drawing/2014/main" id="{9333E8A2-4263-4C2D-BC6E-F40C63A4AE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16888" y="21415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280662" name="Shape 2781">
              <a:extLst>
                <a:ext uri="{FF2B5EF4-FFF2-40B4-BE49-F238E27FC236}">
                  <a16:creationId xmlns:a16="http://schemas.microsoft.com/office/drawing/2014/main" id="{62095E14-9333-45C7-B7FA-AE3E2FB5B9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5638" y="1682750"/>
              <a:ext cx="8159750" cy="9525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280579" name="Shape 2782">
            <a:extLst>
              <a:ext uri="{FF2B5EF4-FFF2-40B4-BE49-F238E27FC236}">
                <a16:creationId xmlns:a16="http://schemas.microsoft.com/office/drawing/2014/main" id="{9231D70E-3448-453A-AA08-D45511B12EF8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0" y="34925"/>
            <a:ext cx="9144000" cy="754063"/>
          </a:xfrm>
        </p:spPr>
        <p:txBody>
          <a:bodyPr/>
          <a:lstStyle/>
          <a:p>
            <a:pPr algn="ctr" eaLnBrk="1" hangingPunct="1"/>
            <a:r>
              <a:rPr lang="en-US" altLang="en-US" sz="24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State Table</a:t>
            </a:r>
          </a:p>
        </p:txBody>
      </p:sp>
      <p:sp>
        <p:nvSpPr>
          <p:cNvPr id="280580" name="TextBox 125">
            <a:extLst>
              <a:ext uri="{FF2B5EF4-FFF2-40B4-BE49-F238E27FC236}">
                <a16:creationId xmlns:a16="http://schemas.microsoft.com/office/drawing/2014/main" id="{5BBF495B-544F-4A8E-8F2E-F94B0E144D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5838" y="6550025"/>
            <a:ext cx="30956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[ Figure 6.12 &amp; 6.13 from the textbook ]</a:t>
            </a:r>
          </a:p>
        </p:txBody>
      </p:sp>
      <p:sp>
        <p:nvSpPr>
          <p:cNvPr id="280581" name="Shape 2782">
            <a:extLst>
              <a:ext uri="{FF2B5EF4-FFF2-40B4-BE49-F238E27FC236}">
                <a16:creationId xmlns:a16="http://schemas.microsoft.com/office/drawing/2014/main" id="{5F0397DF-E52D-411C-8C70-DB2917E43076}"/>
              </a:ext>
            </a:extLst>
          </p:cNvPr>
          <p:cNvSpPr txBox="1">
            <a:spLocks/>
          </p:cNvSpPr>
          <p:nvPr/>
        </p:nvSpPr>
        <p:spPr bwMode="auto">
          <a:xfrm>
            <a:off x="0" y="3157538"/>
            <a:ext cx="9144000" cy="755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State Assigned Table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3BC7696D-04C9-4871-850E-E07F4F3BF634}"/>
                  </a:ext>
                </a:extLst>
              </p14:cNvPr>
              <p14:cNvContentPartPr/>
              <p14:nvPr/>
            </p14:nvContentPartPr>
            <p14:xfrm>
              <a:off x="3605760" y="3404520"/>
              <a:ext cx="5075280" cy="180432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3BC7696D-04C9-4871-850E-E07F4F3BF634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96400" y="3395160"/>
                <a:ext cx="5094000" cy="182304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625" name="Shape 2787">
            <a:extLst>
              <a:ext uri="{FF2B5EF4-FFF2-40B4-BE49-F238E27FC236}">
                <a16:creationId xmlns:a16="http://schemas.microsoft.com/office/drawing/2014/main" id="{68CBA757-023D-47BD-AA97-B67FE01244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342900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2626" name="Shape 2788">
            <a:extLst>
              <a:ext uri="{FF2B5EF4-FFF2-40B4-BE49-F238E27FC236}">
                <a16:creationId xmlns:a16="http://schemas.microsoft.com/office/drawing/2014/main" id="{504DAAE9-A01F-45DD-825C-6C7F2F62C4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342900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2627" name="Shape 2789">
            <a:extLst>
              <a:ext uri="{FF2B5EF4-FFF2-40B4-BE49-F238E27FC236}">
                <a16:creationId xmlns:a16="http://schemas.microsoft.com/office/drawing/2014/main" id="{64F89A15-00D7-4D61-A8E4-4CEBAF30B7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342900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2628" name="Shape 2790">
            <a:extLst>
              <a:ext uri="{FF2B5EF4-FFF2-40B4-BE49-F238E27FC236}">
                <a16:creationId xmlns:a16="http://schemas.microsoft.com/office/drawing/2014/main" id="{C3262C36-94F4-4CD7-852A-63EF6A5D88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0375" y="792163"/>
            <a:ext cx="1725613" cy="1111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2629" name="Shape 2791">
            <a:extLst>
              <a:ext uri="{FF2B5EF4-FFF2-40B4-BE49-F238E27FC236}">
                <a16:creationId xmlns:a16="http://schemas.microsoft.com/office/drawing/2014/main" id="{754E42A7-01F6-47A8-8487-C6D1A82446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752475"/>
            <a:ext cx="11113" cy="4143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2630" name="Shape 2792">
            <a:extLst>
              <a:ext uri="{FF2B5EF4-FFF2-40B4-BE49-F238E27FC236}">
                <a16:creationId xmlns:a16="http://schemas.microsoft.com/office/drawing/2014/main" id="{C7DF100D-49D4-4C9E-B76B-B834661AB0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752475"/>
            <a:ext cx="11113" cy="4143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2631" name="Shape 2793">
            <a:extLst>
              <a:ext uri="{FF2B5EF4-FFF2-40B4-BE49-F238E27FC236}">
                <a16:creationId xmlns:a16="http://schemas.microsoft.com/office/drawing/2014/main" id="{9BFAA953-8C72-4E7F-AE38-C3FA7D7E14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752475"/>
            <a:ext cx="11113" cy="4143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2632" name="Shape 2794">
            <a:extLst>
              <a:ext uri="{FF2B5EF4-FFF2-40B4-BE49-F238E27FC236}">
                <a16:creationId xmlns:a16="http://schemas.microsoft.com/office/drawing/2014/main" id="{4CA745B5-04DD-4CDB-A0B6-5F2E0DA048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1166813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2633" name="Shape 2795">
            <a:extLst>
              <a:ext uri="{FF2B5EF4-FFF2-40B4-BE49-F238E27FC236}">
                <a16:creationId xmlns:a16="http://schemas.microsoft.com/office/drawing/2014/main" id="{314C7B6F-FCC0-4ECC-8DA9-94AA9A2A77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1166813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2634" name="Shape 2796">
            <a:extLst>
              <a:ext uri="{FF2B5EF4-FFF2-40B4-BE49-F238E27FC236}">
                <a16:creationId xmlns:a16="http://schemas.microsoft.com/office/drawing/2014/main" id="{473C258A-214A-4FCE-B8B8-9B0524281E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1166813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2635" name="Shape 2797">
            <a:extLst>
              <a:ext uri="{FF2B5EF4-FFF2-40B4-BE49-F238E27FC236}">
                <a16:creationId xmlns:a16="http://schemas.microsoft.com/office/drawing/2014/main" id="{A196FED2-F82B-42BC-9080-4E41D79957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1582738"/>
            <a:ext cx="11113" cy="3619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2636" name="Shape 2798">
            <a:extLst>
              <a:ext uri="{FF2B5EF4-FFF2-40B4-BE49-F238E27FC236}">
                <a16:creationId xmlns:a16="http://schemas.microsoft.com/office/drawing/2014/main" id="{8096157F-9BA3-44F1-9321-9A5F7DCFC9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1582738"/>
            <a:ext cx="11113" cy="3619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2637" name="Shape 2799">
            <a:extLst>
              <a:ext uri="{FF2B5EF4-FFF2-40B4-BE49-F238E27FC236}">
                <a16:creationId xmlns:a16="http://schemas.microsoft.com/office/drawing/2014/main" id="{65709721-CDD4-4A31-B38D-DCDC86822B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1582738"/>
            <a:ext cx="11113" cy="3619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2638" name="Shape 2800">
            <a:extLst>
              <a:ext uri="{FF2B5EF4-FFF2-40B4-BE49-F238E27FC236}">
                <a16:creationId xmlns:a16="http://schemas.microsoft.com/office/drawing/2014/main" id="{3A4002E8-4BB1-4380-B37D-5EB1A32018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1944688"/>
            <a:ext cx="11113" cy="2746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2639" name="Shape 2801">
            <a:extLst>
              <a:ext uri="{FF2B5EF4-FFF2-40B4-BE49-F238E27FC236}">
                <a16:creationId xmlns:a16="http://schemas.microsoft.com/office/drawing/2014/main" id="{34794700-0D16-43AF-8CED-396DB2C576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1944688"/>
            <a:ext cx="11113" cy="2746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2640" name="Shape 2802">
            <a:extLst>
              <a:ext uri="{FF2B5EF4-FFF2-40B4-BE49-F238E27FC236}">
                <a16:creationId xmlns:a16="http://schemas.microsoft.com/office/drawing/2014/main" id="{566253E8-4AC3-4A44-8565-EAF107D44A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1944688"/>
            <a:ext cx="11113" cy="2746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2641" name="Shape 2803">
            <a:extLst>
              <a:ext uri="{FF2B5EF4-FFF2-40B4-BE49-F238E27FC236}">
                <a16:creationId xmlns:a16="http://schemas.microsoft.com/office/drawing/2014/main" id="{C95B11D7-D0C2-469D-A0FF-36E635D3A2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2197100"/>
            <a:ext cx="11113" cy="2746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2642" name="Shape 2804">
            <a:extLst>
              <a:ext uri="{FF2B5EF4-FFF2-40B4-BE49-F238E27FC236}">
                <a16:creationId xmlns:a16="http://schemas.microsoft.com/office/drawing/2014/main" id="{611DE80B-016A-450F-BA34-244FE46E70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2197100"/>
            <a:ext cx="11113" cy="2746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2643" name="Shape 2805">
            <a:extLst>
              <a:ext uri="{FF2B5EF4-FFF2-40B4-BE49-F238E27FC236}">
                <a16:creationId xmlns:a16="http://schemas.microsoft.com/office/drawing/2014/main" id="{B4947F7A-9FBD-4F83-9E6F-1C0E2A61CB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2197100"/>
            <a:ext cx="11113" cy="2746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2644" name="Shape 2806">
            <a:extLst>
              <a:ext uri="{FF2B5EF4-FFF2-40B4-BE49-F238E27FC236}">
                <a16:creationId xmlns:a16="http://schemas.microsoft.com/office/drawing/2014/main" id="{F2124646-EB46-4258-9AC2-A4BEC7C691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2476500"/>
            <a:ext cx="11113" cy="315913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2645" name="Shape 2807">
            <a:extLst>
              <a:ext uri="{FF2B5EF4-FFF2-40B4-BE49-F238E27FC236}">
                <a16:creationId xmlns:a16="http://schemas.microsoft.com/office/drawing/2014/main" id="{13280672-609C-40DA-A0E5-F13C38C502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2476500"/>
            <a:ext cx="11113" cy="315913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2646" name="Shape 2808">
            <a:extLst>
              <a:ext uri="{FF2B5EF4-FFF2-40B4-BE49-F238E27FC236}">
                <a16:creationId xmlns:a16="http://schemas.microsoft.com/office/drawing/2014/main" id="{E015DCA8-A2A0-4478-B057-C76813CF2B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2476500"/>
            <a:ext cx="11113" cy="315913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2647" name="Shape 2809">
            <a:extLst>
              <a:ext uri="{FF2B5EF4-FFF2-40B4-BE49-F238E27FC236}">
                <a16:creationId xmlns:a16="http://schemas.microsoft.com/office/drawing/2014/main" id="{ECFA602C-F135-48D9-B0B6-2A436C73A7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95688" y="1222375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R1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</a:t>
            </a:r>
          </a:p>
        </p:txBody>
      </p:sp>
      <p:sp>
        <p:nvSpPr>
          <p:cNvPr id="282648" name="Shape 2810">
            <a:extLst>
              <a:ext uri="{FF2B5EF4-FFF2-40B4-BE49-F238E27FC236}">
                <a16:creationId xmlns:a16="http://schemas.microsoft.com/office/drawing/2014/main" id="{1F74E8D1-13D6-47BD-9E6C-1863ACEB41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3563" y="1208088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R1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in</a:t>
            </a:r>
          </a:p>
        </p:txBody>
      </p:sp>
      <p:sp>
        <p:nvSpPr>
          <p:cNvPr id="282649" name="Shape 2811">
            <a:extLst>
              <a:ext uri="{FF2B5EF4-FFF2-40B4-BE49-F238E27FC236}">
                <a16:creationId xmlns:a16="http://schemas.microsoft.com/office/drawing/2014/main" id="{D320C3F0-EC5A-4F91-961B-0F8A00DB40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24450" y="1208088"/>
            <a:ext cx="5921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R2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</a:t>
            </a:r>
          </a:p>
        </p:txBody>
      </p:sp>
      <p:sp>
        <p:nvSpPr>
          <p:cNvPr id="282650" name="Shape 2812">
            <a:extLst>
              <a:ext uri="{FF2B5EF4-FFF2-40B4-BE49-F238E27FC236}">
                <a16:creationId xmlns:a16="http://schemas.microsoft.com/office/drawing/2014/main" id="{36486631-9A3D-4DA9-A8A7-C19EEC60AB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3900" y="1208088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R2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in</a:t>
            </a:r>
          </a:p>
        </p:txBody>
      </p:sp>
      <p:sp>
        <p:nvSpPr>
          <p:cNvPr id="282651" name="Shape 2813">
            <a:extLst>
              <a:ext uri="{FF2B5EF4-FFF2-40B4-BE49-F238E27FC236}">
                <a16:creationId xmlns:a16="http://schemas.microsoft.com/office/drawing/2014/main" id="{290EF760-41D0-4977-B28B-60D4FE3EA4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99225" y="1222375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R3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</a:t>
            </a:r>
          </a:p>
        </p:txBody>
      </p:sp>
      <p:sp>
        <p:nvSpPr>
          <p:cNvPr id="282652" name="Shape 2814">
            <a:extLst>
              <a:ext uri="{FF2B5EF4-FFF2-40B4-BE49-F238E27FC236}">
                <a16:creationId xmlns:a16="http://schemas.microsoft.com/office/drawing/2014/main" id="{EBF8602B-58F0-46C3-896E-4D7EB173BD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70750" y="1208088"/>
            <a:ext cx="5921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R3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in</a:t>
            </a:r>
          </a:p>
        </p:txBody>
      </p:sp>
      <p:sp>
        <p:nvSpPr>
          <p:cNvPr id="282653" name="Shape 2815">
            <a:extLst>
              <a:ext uri="{FF2B5EF4-FFF2-40B4-BE49-F238E27FC236}">
                <a16:creationId xmlns:a16="http://schemas.microsoft.com/office/drawing/2014/main" id="{B3E8848F-B3E3-4997-8996-AD4A026714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18450" y="1190625"/>
            <a:ext cx="5921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Done</a:t>
            </a:r>
          </a:p>
        </p:txBody>
      </p:sp>
      <p:sp>
        <p:nvSpPr>
          <p:cNvPr id="282654" name="Shape 2816">
            <a:extLst>
              <a:ext uri="{FF2B5EF4-FFF2-40B4-BE49-F238E27FC236}">
                <a16:creationId xmlns:a16="http://schemas.microsoft.com/office/drawing/2014/main" id="{938B13AE-66A9-4C37-B920-5C42F77EE8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4038" y="803275"/>
            <a:ext cx="650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w = </a:t>
            </a: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</a:t>
            </a:r>
          </a:p>
        </p:txBody>
      </p:sp>
      <p:sp>
        <p:nvSpPr>
          <p:cNvPr id="282655" name="Shape 2817">
            <a:extLst>
              <a:ext uri="{FF2B5EF4-FFF2-40B4-BE49-F238E27FC236}">
                <a16:creationId xmlns:a16="http://schemas.microsoft.com/office/drawing/2014/main" id="{AEDAF96C-8E83-46C2-A648-4586C71689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76525" y="803275"/>
            <a:ext cx="650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w = </a:t>
            </a: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</a:p>
        </p:txBody>
      </p:sp>
      <p:grpSp>
        <p:nvGrpSpPr>
          <p:cNvPr id="282656" name="Shape 2818">
            <a:extLst>
              <a:ext uri="{FF2B5EF4-FFF2-40B4-BE49-F238E27FC236}">
                <a16:creationId xmlns:a16="http://schemas.microsoft.com/office/drawing/2014/main" id="{B7554601-684D-416F-8DB6-E9B0EA7FA7F7}"/>
              </a:ext>
            </a:extLst>
          </p:cNvPr>
          <p:cNvGrpSpPr>
            <a:grpSpLocks/>
          </p:cNvGrpSpPr>
          <p:nvPr/>
        </p:nvGrpSpPr>
        <p:grpSpPr bwMode="auto">
          <a:xfrm>
            <a:off x="484188" y="320675"/>
            <a:ext cx="8167687" cy="2514600"/>
            <a:chOff x="603250" y="1414462"/>
            <a:chExt cx="8167586" cy="2514599"/>
          </a:xfrm>
        </p:grpSpPr>
        <p:sp>
          <p:nvSpPr>
            <p:cNvPr id="282723" name="Shape 2819">
              <a:extLst>
                <a:ext uri="{FF2B5EF4-FFF2-40B4-BE49-F238E27FC236}">
                  <a16:creationId xmlns:a16="http://schemas.microsoft.com/office/drawing/2014/main" id="{B0506E82-D969-468A-A8D3-D2B6744921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9637" y="1427162"/>
              <a:ext cx="7861199" cy="95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2724" name="Shape 2820">
              <a:extLst>
                <a:ext uri="{FF2B5EF4-FFF2-40B4-BE49-F238E27FC236}">
                  <a16:creationId xmlns:a16="http://schemas.microsoft.com/office/drawing/2014/main" id="{7A686E1B-926C-450F-8830-750810BB0D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1436687"/>
              <a:ext cx="11100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2725" name="Shape 2821">
              <a:extLst>
                <a:ext uri="{FF2B5EF4-FFF2-40B4-BE49-F238E27FC236}">
                  <a16:creationId xmlns:a16="http://schemas.microsoft.com/office/drawing/2014/main" id="{FD49D429-DECE-4589-9458-978D8C65A4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1436687"/>
              <a:ext cx="11100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2726" name="Shape 2822">
              <a:extLst>
                <a:ext uri="{FF2B5EF4-FFF2-40B4-BE49-F238E27FC236}">
                  <a16:creationId xmlns:a16="http://schemas.microsoft.com/office/drawing/2014/main" id="{30F2BF9E-66C6-4147-B260-1BAFD0D5D0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42987" y="1603375"/>
              <a:ext cx="73019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282727" name="Shape 2823">
              <a:extLst>
                <a:ext uri="{FF2B5EF4-FFF2-40B4-BE49-F238E27FC236}">
                  <a16:creationId xmlns:a16="http://schemas.microsoft.com/office/drawing/2014/main" id="{8BDED930-4BE0-4307-9479-F78AF28B0D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55836" y="1550987"/>
              <a:ext cx="9780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282728" name="Shape 2824">
              <a:extLst>
                <a:ext uri="{FF2B5EF4-FFF2-40B4-BE49-F238E27FC236}">
                  <a16:creationId xmlns:a16="http://schemas.microsoft.com/office/drawing/2014/main" id="{BA5746D6-D238-4218-9341-8B52358CDF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1846261"/>
              <a:ext cx="11100" cy="4142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2729" name="Shape 2825">
              <a:extLst>
                <a:ext uri="{FF2B5EF4-FFF2-40B4-BE49-F238E27FC236}">
                  <a16:creationId xmlns:a16="http://schemas.microsoft.com/office/drawing/2014/main" id="{60CDA3D7-FA2D-44DC-94F5-A797DE5B61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9987" y="1912936"/>
              <a:ext cx="4761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282730" name="Shape 2826">
              <a:extLst>
                <a:ext uri="{FF2B5EF4-FFF2-40B4-BE49-F238E27FC236}">
                  <a16:creationId xmlns:a16="http://schemas.microsoft.com/office/drawing/2014/main" id="{17F96435-56CD-4E09-804D-F79BE13DB4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2249486"/>
              <a:ext cx="6915000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2731" name="Shape 2827">
              <a:extLst>
                <a:ext uri="{FF2B5EF4-FFF2-40B4-BE49-F238E27FC236}">
                  <a16:creationId xmlns:a16="http://schemas.microsoft.com/office/drawing/2014/main" id="{DAAB4967-1984-481D-AF95-31162CB796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2260600"/>
              <a:ext cx="11100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2732" name="Shape 2828">
              <a:extLst>
                <a:ext uri="{FF2B5EF4-FFF2-40B4-BE49-F238E27FC236}">
                  <a16:creationId xmlns:a16="http://schemas.microsoft.com/office/drawing/2014/main" id="{0957C70E-F304-469A-AF45-6562C53BDB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9637" y="2662236"/>
              <a:ext cx="786119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2733" name="Shape 2829">
              <a:extLst>
                <a:ext uri="{FF2B5EF4-FFF2-40B4-BE49-F238E27FC236}">
                  <a16:creationId xmlns:a16="http://schemas.microsoft.com/office/drawing/2014/main" id="{BE889179-215C-4D3C-A26A-91723867E5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10250" y="1808161"/>
              <a:ext cx="7809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282734" name="Shape 2830">
              <a:extLst>
                <a:ext uri="{FF2B5EF4-FFF2-40B4-BE49-F238E27FC236}">
                  <a16:creationId xmlns:a16="http://schemas.microsoft.com/office/drawing/2014/main" id="{619D0F50-DB60-4390-93E8-D10A81B5B5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3250" y="2755900"/>
              <a:ext cx="222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282735" name="Shape 2831">
              <a:extLst>
                <a:ext uri="{FF2B5EF4-FFF2-40B4-BE49-F238E27FC236}">
                  <a16:creationId xmlns:a16="http://schemas.microsoft.com/office/drawing/2014/main" id="{28F6B066-FBAA-49F2-9DAD-998BC370E0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2676525"/>
              <a:ext cx="11100" cy="362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2736" name="Shape 2832">
              <a:extLst>
                <a:ext uri="{FF2B5EF4-FFF2-40B4-BE49-F238E27FC236}">
                  <a16:creationId xmlns:a16="http://schemas.microsoft.com/office/drawing/2014/main" id="{4D515DD0-ED10-4064-B74A-4333B48123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5075" y="2755900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282737" name="Shape 2833">
              <a:extLst>
                <a:ext uri="{FF2B5EF4-FFF2-40B4-BE49-F238E27FC236}">
                  <a16:creationId xmlns:a16="http://schemas.microsoft.com/office/drawing/2014/main" id="{5A4D0DDA-189F-4E3E-907D-52A10C8DAC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6775" y="2755900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282738" name="Shape 2834">
              <a:extLst>
                <a:ext uri="{FF2B5EF4-FFF2-40B4-BE49-F238E27FC236}">
                  <a16:creationId xmlns:a16="http://schemas.microsoft.com/office/drawing/2014/main" id="{D4895BA3-07D0-458B-A353-77463A41E9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4025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2739" name="Shape 2835">
              <a:extLst>
                <a:ext uri="{FF2B5EF4-FFF2-40B4-BE49-F238E27FC236}">
                  <a16:creationId xmlns:a16="http://schemas.microsoft.com/office/drawing/2014/main" id="{0EEF5D14-6077-44A4-92A7-15501C0ED2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061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2740" name="Shape 2836">
              <a:extLst>
                <a:ext uri="{FF2B5EF4-FFF2-40B4-BE49-F238E27FC236}">
                  <a16:creationId xmlns:a16="http://schemas.microsoft.com/office/drawing/2014/main" id="{F2B9FCD8-A685-43EC-B366-D0F83558AD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9062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2741" name="Shape 2837">
              <a:extLst>
                <a:ext uri="{FF2B5EF4-FFF2-40B4-BE49-F238E27FC236}">
                  <a16:creationId xmlns:a16="http://schemas.microsoft.com/office/drawing/2014/main" id="{7C59E5CF-35E4-4F87-8D4C-2FD7765BAE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6137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2742" name="Shape 2838">
              <a:extLst>
                <a:ext uri="{FF2B5EF4-FFF2-40B4-BE49-F238E27FC236}">
                  <a16:creationId xmlns:a16="http://schemas.microsoft.com/office/drawing/2014/main" id="{41C65D0E-DD02-40A9-866D-E839A4A6BF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3212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2743" name="Shape 2839">
              <a:extLst>
                <a:ext uri="{FF2B5EF4-FFF2-40B4-BE49-F238E27FC236}">
                  <a16:creationId xmlns:a16="http://schemas.microsoft.com/office/drawing/2014/main" id="{9DDB7749-E3BE-4162-97BC-29E7DDC801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1875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2744" name="Shape 2840">
              <a:extLst>
                <a:ext uri="{FF2B5EF4-FFF2-40B4-BE49-F238E27FC236}">
                  <a16:creationId xmlns:a16="http://schemas.microsoft.com/office/drawing/2014/main" id="{646C1602-F42A-4769-BE1A-AF8F5F5039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38950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2745" name="Shape 2841">
              <a:extLst>
                <a:ext uri="{FF2B5EF4-FFF2-40B4-BE49-F238E27FC236}">
                  <a16:creationId xmlns:a16="http://schemas.microsoft.com/office/drawing/2014/main" id="{AE573150-7406-4A88-BFE2-EDC0641EDE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4436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2746" name="Shape 2842">
              <a:extLst>
                <a:ext uri="{FF2B5EF4-FFF2-40B4-BE49-F238E27FC236}">
                  <a16:creationId xmlns:a16="http://schemas.microsoft.com/office/drawing/2014/main" id="{3AEBA113-4928-4822-93BF-825191C10D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1986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2747" name="Shape 2843">
              <a:extLst>
                <a:ext uri="{FF2B5EF4-FFF2-40B4-BE49-F238E27FC236}">
                  <a16:creationId xmlns:a16="http://schemas.microsoft.com/office/drawing/2014/main" id="{E39D0548-628A-44E1-A532-62E8728DBD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" y="3030536"/>
              <a:ext cx="20939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282748" name="Shape 2844">
              <a:extLst>
                <a:ext uri="{FF2B5EF4-FFF2-40B4-BE49-F238E27FC236}">
                  <a16:creationId xmlns:a16="http://schemas.microsoft.com/office/drawing/2014/main" id="{2E5FA95F-DC02-4A13-8837-FF30085730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3038475"/>
              <a:ext cx="11100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2749" name="Shape 2845">
              <a:extLst>
                <a:ext uri="{FF2B5EF4-FFF2-40B4-BE49-F238E27FC236}">
                  <a16:creationId xmlns:a16="http://schemas.microsoft.com/office/drawing/2014/main" id="{B3150917-A8A2-4B61-9C99-C982E32F5E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662" y="3030536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282750" name="Shape 2846">
              <a:extLst>
                <a:ext uri="{FF2B5EF4-FFF2-40B4-BE49-F238E27FC236}">
                  <a16:creationId xmlns:a16="http://schemas.microsoft.com/office/drawing/2014/main" id="{56F782E6-C6D6-4006-A476-36080D0C3E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8361" y="3030536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282751" name="Shape 2847">
              <a:extLst>
                <a:ext uri="{FF2B5EF4-FFF2-40B4-BE49-F238E27FC236}">
                  <a16:creationId xmlns:a16="http://schemas.microsoft.com/office/drawing/2014/main" id="{DD1BE59B-A295-48EA-826A-685EDDF410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5611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2752" name="Shape 2848">
              <a:extLst>
                <a:ext uri="{FF2B5EF4-FFF2-40B4-BE49-F238E27FC236}">
                  <a16:creationId xmlns:a16="http://schemas.microsoft.com/office/drawing/2014/main" id="{334B8B4E-7F04-40C3-A096-7183D429A1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061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2753" name="Shape 2849">
              <a:extLst>
                <a:ext uri="{FF2B5EF4-FFF2-40B4-BE49-F238E27FC236}">
                  <a16:creationId xmlns:a16="http://schemas.microsoft.com/office/drawing/2014/main" id="{F2A250BB-CD49-4CEE-B3AB-5B90E82EDB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650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2754" name="Shape 2850">
              <a:extLst>
                <a:ext uri="{FF2B5EF4-FFF2-40B4-BE49-F238E27FC236}">
                  <a16:creationId xmlns:a16="http://schemas.microsoft.com/office/drawing/2014/main" id="{5F7C55F0-997E-4B38-B425-F37953F909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7725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2755" name="Shape 2851">
              <a:extLst>
                <a:ext uri="{FF2B5EF4-FFF2-40B4-BE49-F238E27FC236}">
                  <a16:creationId xmlns:a16="http://schemas.microsoft.com/office/drawing/2014/main" id="{D1E558BA-E3A3-47C2-83E8-654AEE9BFB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4800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2756" name="Shape 2852">
              <a:extLst>
                <a:ext uri="{FF2B5EF4-FFF2-40B4-BE49-F238E27FC236}">
                  <a16:creationId xmlns:a16="http://schemas.microsoft.com/office/drawing/2014/main" id="{341CC8D5-D143-445D-B245-D003EFD462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1875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2757" name="Shape 2853">
              <a:extLst>
                <a:ext uri="{FF2B5EF4-FFF2-40B4-BE49-F238E27FC236}">
                  <a16:creationId xmlns:a16="http://schemas.microsoft.com/office/drawing/2014/main" id="{2C0D5C6E-CB6C-4B83-844F-A33A381F31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38950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2758" name="Shape 2854">
              <a:extLst>
                <a:ext uri="{FF2B5EF4-FFF2-40B4-BE49-F238E27FC236}">
                  <a16:creationId xmlns:a16="http://schemas.microsoft.com/office/drawing/2014/main" id="{3888A915-718C-4FBE-8BAA-68961556DE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6025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2759" name="Shape 2855">
              <a:extLst>
                <a:ext uri="{FF2B5EF4-FFF2-40B4-BE49-F238E27FC236}">
                  <a16:creationId xmlns:a16="http://schemas.microsoft.com/office/drawing/2014/main" id="{0A4A59FF-D64D-4EB1-8F9E-DA9A159D60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1986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2760" name="Shape 2856">
              <a:extLst>
                <a:ext uri="{FF2B5EF4-FFF2-40B4-BE49-F238E27FC236}">
                  <a16:creationId xmlns:a16="http://schemas.microsoft.com/office/drawing/2014/main" id="{0E624614-11ED-4529-B136-A2F19B198E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" y="3302000"/>
              <a:ext cx="20939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282761" name="Shape 2857">
              <a:extLst>
                <a:ext uri="{FF2B5EF4-FFF2-40B4-BE49-F238E27FC236}">
                  <a16:creationId xmlns:a16="http://schemas.microsoft.com/office/drawing/2014/main" id="{505B892A-5B44-44FD-886B-D7048C09A2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3290887"/>
              <a:ext cx="11100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2762" name="Shape 2858">
              <a:extLst>
                <a:ext uri="{FF2B5EF4-FFF2-40B4-BE49-F238E27FC236}">
                  <a16:creationId xmlns:a16="http://schemas.microsoft.com/office/drawing/2014/main" id="{88307D26-A40D-4066-888F-6D05FE271B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662" y="3302000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282763" name="Shape 2859">
              <a:extLst>
                <a:ext uri="{FF2B5EF4-FFF2-40B4-BE49-F238E27FC236}">
                  <a16:creationId xmlns:a16="http://schemas.microsoft.com/office/drawing/2014/main" id="{3EAE79D6-4BD1-4480-9613-4157C98171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8361" y="3302000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282764" name="Shape 2860">
              <a:extLst>
                <a:ext uri="{FF2B5EF4-FFF2-40B4-BE49-F238E27FC236}">
                  <a16:creationId xmlns:a16="http://schemas.microsoft.com/office/drawing/2014/main" id="{08B8BA08-27C3-42E3-8156-1AA4C0E316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5611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2765" name="Shape 2861">
              <a:extLst>
                <a:ext uri="{FF2B5EF4-FFF2-40B4-BE49-F238E27FC236}">
                  <a16:creationId xmlns:a16="http://schemas.microsoft.com/office/drawing/2014/main" id="{CFD8E11C-C565-407E-A095-08AF3BC28B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061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2766" name="Shape 2862">
              <a:extLst>
                <a:ext uri="{FF2B5EF4-FFF2-40B4-BE49-F238E27FC236}">
                  <a16:creationId xmlns:a16="http://schemas.microsoft.com/office/drawing/2014/main" id="{A22D5158-5E2F-4820-B3F3-81AA99A82C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650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2767" name="Shape 2863">
              <a:extLst>
                <a:ext uri="{FF2B5EF4-FFF2-40B4-BE49-F238E27FC236}">
                  <a16:creationId xmlns:a16="http://schemas.microsoft.com/office/drawing/2014/main" id="{99164AC8-33A2-4C0C-BDFD-114EF6DE6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7725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2768" name="Shape 2864">
              <a:extLst>
                <a:ext uri="{FF2B5EF4-FFF2-40B4-BE49-F238E27FC236}">
                  <a16:creationId xmlns:a16="http://schemas.microsoft.com/office/drawing/2014/main" id="{35B9355C-97AB-4D3E-83DC-DC1E8EBC20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4800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2769" name="Shape 2865">
              <a:extLst>
                <a:ext uri="{FF2B5EF4-FFF2-40B4-BE49-F238E27FC236}">
                  <a16:creationId xmlns:a16="http://schemas.microsoft.com/office/drawing/2014/main" id="{EEBD421C-20FD-415A-99EC-F3456BBD97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1875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2770" name="Shape 2866">
              <a:extLst>
                <a:ext uri="{FF2B5EF4-FFF2-40B4-BE49-F238E27FC236}">
                  <a16:creationId xmlns:a16="http://schemas.microsoft.com/office/drawing/2014/main" id="{67A88B59-B92C-48FF-8B91-67ECF1A320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38950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2771" name="Shape 2867">
              <a:extLst>
                <a:ext uri="{FF2B5EF4-FFF2-40B4-BE49-F238E27FC236}">
                  <a16:creationId xmlns:a16="http://schemas.microsoft.com/office/drawing/2014/main" id="{186D5DEF-3948-473D-AACA-29A166BC4D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6025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2772" name="Shape 2868">
              <a:extLst>
                <a:ext uri="{FF2B5EF4-FFF2-40B4-BE49-F238E27FC236}">
                  <a16:creationId xmlns:a16="http://schemas.microsoft.com/office/drawing/2014/main" id="{7D7ADCC7-1B93-423C-9226-BA0FAA8613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1986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2773" name="Shape 2869">
              <a:extLst>
                <a:ext uri="{FF2B5EF4-FFF2-40B4-BE49-F238E27FC236}">
                  <a16:creationId xmlns:a16="http://schemas.microsoft.com/office/drawing/2014/main" id="{27F900F0-2D3D-405E-B829-2DC9EB42BD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3250" y="3576637"/>
              <a:ext cx="222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282774" name="Shape 2870">
              <a:extLst>
                <a:ext uri="{FF2B5EF4-FFF2-40B4-BE49-F238E27FC236}">
                  <a16:creationId xmlns:a16="http://schemas.microsoft.com/office/drawing/2014/main" id="{4383885E-C0E4-4AF3-9311-88D513C0F1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3570287"/>
              <a:ext cx="11100" cy="315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2775" name="Shape 2871">
              <a:extLst>
                <a:ext uri="{FF2B5EF4-FFF2-40B4-BE49-F238E27FC236}">
                  <a16:creationId xmlns:a16="http://schemas.microsoft.com/office/drawing/2014/main" id="{36225D22-C65D-4ED0-9048-3590987728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5075" y="3576637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282776" name="Shape 2872">
              <a:extLst>
                <a:ext uri="{FF2B5EF4-FFF2-40B4-BE49-F238E27FC236}">
                  <a16:creationId xmlns:a16="http://schemas.microsoft.com/office/drawing/2014/main" id="{92CB8E4A-1A9B-4746-AB13-D147FBBC2A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6775" y="3576637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282777" name="Shape 2873">
              <a:extLst>
                <a:ext uri="{FF2B5EF4-FFF2-40B4-BE49-F238E27FC236}">
                  <a16:creationId xmlns:a16="http://schemas.microsoft.com/office/drawing/2014/main" id="{691106F9-EA44-4F79-80BF-F427E560E4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4025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2778" name="Shape 2874">
              <a:extLst>
                <a:ext uri="{FF2B5EF4-FFF2-40B4-BE49-F238E27FC236}">
                  <a16:creationId xmlns:a16="http://schemas.microsoft.com/office/drawing/2014/main" id="{26108B22-14CF-4FF4-BA33-50BD43C85F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061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2779" name="Shape 2875">
              <a:extLst>
                <a:ext uri="{FF2B5EF4-FFF2-40B4-BE49-F238E27FC236}">
                  <a16:creationId xmlns:a16="http://schemas.microsoft.com/office/drawing/2014/main" id="{121CC0CE-4DE1-4C2C-84C7-91EE8F3802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9062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2780" name="Shape 2876">
              <a:extLst>
                <a:ext uri="{FF2B5EF4-FFF2-40B4-BE49-F238E27FC236}">
                  <a16:creationId xmlns:a16="http://schemas.microsoft.com/office/drawing/2014/main" id="{334FB4DE-2208-4CFD-9091-170BD7F167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6137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2781" name="Shape 2877">
              <a:extLst>
                <a:ext uri="{FF2B5EF4-FFF2-40B4-BE49-F238E27FC236}">
                  <a16:creationId xmlns:a16="http://schemas.microsoft.com/office/drawing/2014/main" id="{06D7D0F0-DB15-401B-8AED-5691933896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3212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2782" name="Shape 2878">
              <a:extLst>
                <a:ext uri="{FF2B5EF4-FFF2-40B4-BE49-F238E27FC236}">
                  <a16:creationId xmlns:a16="http://schemas.microsoft.com/office/drawing/2014/main" id="{EFEB2DBE-2C4F-415A-BCC8-6D1C11DA64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1875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2783" name="Shape 2879">
              <a:extLst>
                <a:ext uri="{FF2B5EF4-FFF2-40B4-BE49-F238E27FC236}">
                  <a16:creationId xmlns:a16="http://schemas.microsoft.com/office/drawing/2014/main" id="{F2880FEC-DC33-4AAB-BCA7-E2F6E5B811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38950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2784" name="Shape 2880">
              <a:extLst>
                <a:ext uri="{FF2B5EF4-FFF2-40B4-BE49-F238E27FC236}">
                  <a16:creationId xmlns:a16="http://schemas.microsoft.com/office/drawing/2014/main" id="{B048D635-4EDC-46FF-AD60-C4F7BC6ABE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4436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2785" name="Shape 2881">
              <a:extLst>
                <a:ext uri="{FF2B5EF4-FFF2-40B4-BE49-F238E27FC236}">
                  <a16:creationId xmlns:a16="http://schemas.microsoft.com/office/drawing/2014/main" id="{93E95353-6AE5-489A-9BE7-6491F220CF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9637" y="3897312"/>
              <a:ext cx="786119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2786" name="Shape 2882">
              <a:extLst>
                <a:ext uri="{FF2B5EF4-FFF2-40B4-BE49-F238E27FC236}">
                  <a16:creationId xmlns:a16="http://schemas.microsoft.com/office/drawing/2014/main" id="{C1D5DD5A-1646-44BD-BD25-349E39FE79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1986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cxnSp>
          <p:nvCxnSpPr>
            <p:cNvPr id="282787" name="Shape 2883">
              <a:extLst>
                <a:ext uri="{FF2B5EF4-FFF2-40B4-BE49-F238E27FC236}">
                  <a16:creationId xmlns:a16="http://schemas.microsoft.com/office/drawing/2014/main" id="{4B9C0619-2050-40D0-B9E4-C634F9B5768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14400" y="1428750"/>
              <a:ext cx="0" cy="2471699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2788" name="Shape 2884">
              <a:extLst>
                <a:ext uri="{FF2B5EF4-FFF2-40B4-BE49-F238E27FC236}">
                  <a16:creationId xmlns:a16="http://schemas.microsoft.com/office/drawing/2014/main" id="{8CAEF9CB-AF9E-4356-A0AF-D6C115C7C5D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571875" y="1443037"/>
              <a:ext cx="0" cy="244320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2789" name="Shape 2885">
              <a:extLst>
                <a:ext uri="{FF2B5EF4-FFF2-40B4-BE49-F238E27FC236}">
                  <a16:creationId xmlns:a16="http://schemas.microsoft.com/office/drawing/2014/main" id="{92805479-2BF8-47D9-BC14-F43866F7962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3086" y="1885950"/>
              <a:ext cx="1728900" cy="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2790" name="Shape 2886">
              <a:extLst>
                <a:ext uri="{FF2B5EF4-FFF2-40B4-BE49-F238E27FC236}">
                  <a16:creationId xmlns:a16="http://schemas.microsoft.com/office/drawing/2014/main" id="{4F17AB66-1E4C-4129-B73E-6703CC58730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758236" y="1414462"/>
              <a:ext cx="0" cy="2514599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82657" name="Shape 2887">
            <a:extLst>
              <a:ext uri="{FF2B5EF4-FFF2-40B4-BE49-F238E27FC236}">
                <a16:creationId xmlns:a16="http://schemas.microsoft.com/office/drawing/2014/main" id="{F07AEC3C-1F77-45DF-9A4A-BDCBED37FC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0238" y="1190625"/>
            <a:ext cx="5127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</a:p>
        </p:txBody>
      </p:sp>
      <p:sp>
        <p:nvSpPr>
          <p:cNvPr id="282658" name="Shape 2888">
            <a:extLst>
              <a:ext uri="{FF2B5EF4-FFF2-40B4-BE49-F238E27FC236}">
                <a16:creationId xmlns:a16="http://schemas.microsoft.com/office/drawing/2014/main" id="{BC2C1898-B878-4671-9BE9-BFA1F7D25E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7963" y="1222375"/>
            <a:ext cx="5111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</a:p>
        </p:txBody>
      </p:sp>
      <p:sp>
        <p:nvSpPr>
          <p:cNvPr id="282659" name="Shape 2889">
            <a:extLst>
              <a:ext uri="{FF2B5EF4-FFF2-40B4-BE49-F238E27FC236}">
                <a16:creationId xmlns:a16="http://schemas.microsoft.com/office/drawing/2014/main" id="{93E4496A-EDC2-43A2-9682-0F9A4A7846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5363" y="1204913"/>
            <a:ext cx="5111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</a:p>
        </p:txBody>
      </p:sp>
      <p:graphicFrame>
        <p:nvGraphicFramePr>
          <p:cNvPr id="106" name="Shape 2890">
            <a:extLst>
              <a:ext uri="{FF2B5EF4-FFF2-40B4-BE49-F238E27FC236}">
                <a16:creationId xmlns:a16="http://schemas.microsoft.com/office/drawing/2014/main" id="{C70B9630-485E-6C4F-81DF-C771A8EC46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12687153"/>
              </p:ext>
            </p:extLst>
          </p:nvPr>
        </p:nvGraphicFramePr>
        <p:xfrm>
          <a:off x="5232324" y="2952750"/>
          <a:ext cx="2479675" cy="3571875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68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68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w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  <a:sym typeface="Times New Roman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282722" name="TextBox 1">
            <a:extLst>
              <a:ext uri="{FF2B5EF4-FFF2-40B4-BE49-F238E27FC236}">
                <a16:creationId xmlns:a16="http://schemas.microsoft.com/office/drawing/2014/main" id="{F1DEF8B3-36C6-4FCB-96BE-93BFC20129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0766" y="4038539"/>
            <a:ext cx="417830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Let's derive the next-state expressions.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6D4D458D-0428-40B1-AC56-1BB54DEE9FDF}"/>
                  </a:ext>
                </a:extLst>
              </p14:cNvPr>
              <p14:cNvContentPartPr/>
              <p14:nvPr/>
            </p14:nvContentPartPr>
            <p14:xfrm>
              <a:off x="1401480" y="1645200"/>
              <a:ext cx="6267960" cy="472572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6D4D458D-0428-40B1-AC56-1BB54DEE9FDF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1392120" y="1635840"/>
                <a:ext cx="6286680" cy="474444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673" name="Shape 2787">
            <a:extLst>
              <a:ext uri="{FF2B5EF4-FFF2-40B4-BE49-F238E27FC236}">
                <a16:creationId xmlns:a16="http://schemas.microsoft.com/office/drawing/2014/main" id="{37FA75BE-ECC0-4B8E-9B71-EFBCC94793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342900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4674" name="Shape 2788">
            <a:extLst>
              <a:ext uri="{FF2B5EF4-FFF2-40B4-BE49-F238E27FC236}">
                <a16:creationId xmlns:a16="http://schemas.microsoft.com/office/drawing/2014/main" id="{1A4B990D-835C-4598-9B36-BA5CE3E494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342900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4675" name="Shape 2789">
            <a:extLst>
              <a:ext uri="{FF2B5EF4-FFF2-40B4-BE49-F238E27FC236}">
                <a16:creationId xmlns:a16="http://schemas.microsoft.com/office/drawing/2014/main" id="{449D2CB3-059E-44FD-ACF9-EAF2C745F4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342900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4676" name="Shape 2790">
            <a:extLst>
              <a:ext uri="{FF2B5EF4-FFF2-40B4-BE49-F238E27FC236}">
                <a16:creationId xmlns:a16="http://schemas.microsoft.com/office/drawing/2014/main" id="{B87A1AFE-E238-4E31-9CE6-9454191470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0375" y="792163"/>
            <a:ext cx="1725613" cy="1111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4677" name="Shape 2791">
            <a:extLst>
              <a:ext uri="{FF2B5EF4-FFF2-40B4-BE49-F238E27FC236}">
                <a16:creationId xmlns:a16="http://schemas.microsoft.com/office/drawing/2014/main" id="{17AEBB33-AF18-4499-A6F3-ADE9DAAC06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752475"/>
            <a:ext cx="11113" cy="4143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4678" name="Shape 2792">
            <a:extLst>
              <a:ext uri="{FF2B5EF4-FFF2-40B4-BE49-F238E27FC236}">
                <a16:creationId xmlns:a16="http://schemas.microsoft.com/office/drawing/2014/main" id="{21CE4C7E-E965-4A38-BF73-0076D92C09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752475"/>
            <a:ext cx="11113" cy="4143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4679" name="Shape 2793">
            <a:extLst>
              <a:ext uri="{FF2B5EF4-FFF2-40B4-BE49-F238E27FC236}">
                <a16:creationId xmlns:a16="http://schemas.microsoft.com/office/drawing/2014/main" id="{D256199A-A6CD-4D9C-84EC-5D6DD13EC4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752475"/>
            <a:ext cx="11113" cy="4143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4680" name="Shape 2794">
            <a:extLst>
              <a:ext uri="{FF2B5EF4-FFF2-40B4-BE49-F238E27FC236}">
                <a16:creationId xmlns:a16="http://schemas.microsoft.com/office/drawing/2014/main" id="{3FA5CFFB-07D2-40B6-A4A9-52CB73C026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1166813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4681" name="Shape 2795">
            <a:extLst>
              <a:ext uri="{FF2B5EF4-FFF2-40B4-BE49-F238E27FC236}">
                <a16:creationId xmlns:a16="http://schemas.microsoft.com/office/drawing/2014/main" id="{A5D47ACF-24AF-4559-9420-93F78194FD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1166813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4682" name="Shape 2796">
            <a:extLst>
              <a:ext uri="{FF2B5EF4-FFF2-40B4-BE49-F238E27FC236}">
                <a16:creationId xmlns:a16="http://schemas.microsoft.com/office/drawing/2014/main" id="{54FEA97A-A578-4A84-AC3D-A51866CCE9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1166813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4683" name="Shape 2797">
            <a:extLst>
              <a:ext uri="{FF2B5EF4-FFF2-40B4-BE49-F238E27FC236}">
                <a16:creationId xmlns:a16="http://schemas.microsoft.com/office/drawing/2014/main" id="{7E83B983-3F72-409F-975D-1FAEF77444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1582738"/>
            <a:ext cx="11113" cy="3619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4684" name="Shape 2798">
            <a:extLst>
              <a:ext uri="{FF2B5EF4-FFF2-40B4-BE49-F238E27FC236}">
                <a16:creationId xmlns:a16="http://schemas.microsoft.com/office/drawing/2014/main" id="{BA3B93F8-59CB-42B3-8DCA-19195E425E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1582738"/>
            <a:ext cx="11113" cy="3619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4685" name="Shape 2799">
            <a:extLst>
              <a:ext uri="{FF2B5EF4-FFF2-40B4-BE49-F238E27FC236}">
                <a16:creationId xmlns:a16="http://schemas.microsoft.com/office/drawing/2014/main" id="{26160AF1-444D-4936-A825-5693D904B8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1582738"/>
            <a:ext cx="11113" cy="3619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4686" name="Shape 2800">
            <a:extLst>
              <a:ext uri="{FF2B5EF4-FFF2-40B4-BE49-F238E27FC236}">
                <a16:creationId xmlns:a16="http://schemas.microsoft.com/office/drawing/2014/main" id="{0A5D4B79-0DF8-4786-AEBD-6E56AA9D01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1944688"/>
            <a:ext cx="11113" cy="2746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4687" name="Shape 2801">
            <a:extLst>
              <a:ext uri="{FF2B5EF4-FFF2-40B4-BE49-F238E27FC236}">
                <a16:creationId xmlns:a16="http://schemas.microsoft.com/office/drawing/2014/main" id="{200C9841-94E4-4E32-B0BC-A5937A28A9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1944688"/>
            <a:ext cx="11113" cy="2746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4688" name="Shape 2802">
            <a:extLst>
              <a:ext uri="{FF2B5EF4-FFF2-40B4-BE49-F238E27FC236}">
                <a16:creationId xmlns:a16="http://schemas.microsoft.com/office/drawing/2014/main" id="{CFFF154B-CC2D-4207-A663-3BA20ACB70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1944688"/>
            <a:ext cx="11113" cy="2746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4689" name="Shape 2803">
            <a:extLst>
              <a:ext uri="{FF2B5EF4-FFF2-40B4-BE49-F238E27FC236}">
                <a16:creationId xmlns:a16="http://schemas.microsoft.com/office/drawing/2014/main" id="{50B23DB7-6815-428F-A00F-27E8EB6363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2197100"/>
            <a:ext cx="11113" cy="2746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4690" name="Shape 2804">
            <a:extLst>
              <a:ext uri="{FF2B5EF4-FFF2-40B4-BE49-F238E27FC236}">
                <a16:creationId xmlns:a16="http://schemas.microsoft.com/office/drawing/2014/main" id="{C1BFFDA5-5736-4AAB-A07C-58DAA20293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2197100"/>
            <a:ext cx="11113" cy="2746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4691" name="Shape 2805">
            <a:extLst>
              <a:ext uri="{FF2B5EF4-FFF2-40B4-BE49-F238E27FC236}">
                <a16:creationId xmlns:a16="http://schemas.microsoft.com/office/drawing/2014/main" id="{1700EF73-67DC-4B21-BB2C-5B9741F839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2197100"/>
            <a:ext cx="11113" cy="2746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4692" name="Shape 2806">
            <a:extLst>
              <a:ext uri="{FF2B5EF4-FFF2-40B4-BE49-F238E27FC236}">
                <a16:creationId xmlns:a16="http://schemas.microsoft.com/office/drawing/2014/main" id="{51D56776-7A71-4A9F-A343-F3B066046F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2476500"/>
            <a:ext cx="11113" cy="315913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4693" name="Shape 2807">
            <a:extLst>
              <a:ext uri="{FF2B5EF4-FFF2-40B4-BE49-F238E27FC236}">
                <a16:creationId xmlns:a16="http://schemas.microsoft.com/office/drawing/2014/main" id="{3FD99878-61CE-46B2-B983-14B1FE9170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2476500"/>
            <a:ext cx="11113" cy="315913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4694" name="Shape 2808">
            <a:extLst>
              <a:ext uri="{FF2B5EF4-FFF2-40B4-BE49-F238E27FC236}">
                <a16:creationId xmlns:a16="http://schemas.microsoft.com/office/drawing/2014/main" id="{CA6F32C1-BD0A-4284-89AA-BBCFDA343B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2476500"/>
            <a:ext cx="11113" cy="315913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4695" name="Shape 2809">
            <a:extLst>
              <a:ext uri="{FF2B5EF4-FFF2-40B4-BE49-F238E27FC236}">
                <a16:creationId xmlns:a16="http://schemas.microsoft.com/office/drawing/2014/main" id="{408FD6AD-15EC-4388-828A-CC3C73D9FE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95688" y="1222375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R1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</a:t>
            </a:r>
          </a:p>
        </p:txBody>
      </p:sp>
      <p:sp>
        <p:nvSpPr>
          <p:cNvPr id="284696" name="Shape 2810">
            <a:extLst>
              <a:ext uri="{FF2B5EF4-FFF2-40B4-BE49-F238E27FC236}">
                <a16:creationId xmlns:a16="http://schemas.microsoft.com/office/drawing/2014/main" id="{43FC7180-A860-4400-B01F-14F8FB2A16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3563" y="1208088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R1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in</a:t>
            </a:r>
          </a:p>
        </p:txBody>
      </p:sp>
      <p:sp>
        <p:nvSpPr>
          <p:cNvPr id="284697" name="Shape 2811">
            <a:extLst>
              <a:ext uri="{FF2B5EF4-FFF2-40B4-BE49-F238E27FC236}">
                <a16:creationId xmlns:a16="http://schemas.microsoft.com/office/drawing/2014/main" id="{0E133B1A-4DE4-4CDC-BB7D-04D452A847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24450" y="1208088"/>
            <a:ext cx="5921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R2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</a:t>
            </a:r>
          </a:p>
        </p:txBody>
      </p:sp>
      <p:sp>
        <p:nvSpPr>
          <p:cNvPr id="284698" name="Shape 2812">
            <a:extLst>
              <a:ext uri="{FF2B5EF4-FFF2-40B4-BE49-F238E27FC236}">
                <a16:creationId xmlns:a16="http://schemas.microsoft.com/office/drawing/2014/main" id="{0F114C72-4E0B-47DD-B745-77707F95D5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3900" y="1208088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R2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in</a:t>
            </a:r>
          </a:p>
        </p:txBody>
      </p:sp>
      <p:sp>
        <p:nvSpPr>
          <p:cNvPr id="284699" name="Shape 2813">
            <a:extLst>
              <a:ext uri="{FF2B5EF4-FFF2-40B4-BE49-F238E27FC236}">
                <a16:creationId xmlns:a16="http://schemas.microsoft.com/office/drawing/2014/main" id="{B6D1B8DD-8503-40D2-AB32-BEDB59CF7C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99225" y="1222375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R3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</a:t>
            </a:r>
          </a:p>
        </p:txBody>
      </p:sp>
      <p:sp>
        <p:nvSpPr>
          <p:cNvPr id="284700" name="Shape 2814">
            <a:extLst>
              <a:ext uri="{FF2B5EF4-FFF2-40B4-BE49-F238E27FC236}">
                <a16:creationId xmlns:a16="http://schemas.microsoft.com/office/drawing/2014/main" id="{0917C326-83F7-4666-BCD9-C17B1A91A7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70750" y="1208088"/>
            <a:ext cx="5921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R3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in</a:t>
            </a:r>
          </a:p>
        </p:txBody>
      </p:sp>
      <p:sp>
        <p:nvSpPr>
          <p:cNvPr id="284701" name="Shape 2815">
            <a:extLst>
              <a:ext uri="{FF2B5EF4-FFF2-40B4-BE49-F238E27FC236}">
                <a16:creationId xmlns:a16="http://schemas.microsoft.com/office/drawing/2014/main" id="{F8B08B6B-EF0A-40AA-8E4D-E67913FB01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18450" y="1190625"/>
            <a:ext cx="5921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Done</a:t>
            </a:r>
          </a:p>
        </p:txBody>
      </p:sp>
      <p:sp>
        <p:nvSpPr>
          <p:cNvPr id="284702" name="Shape 2816">
            <a:extLst>
              <a:ext uri="{FF2B5EF4-FFF2-40B4-BE49-F238E27FC236}">
                <a16:creationId xmlns:a16="http://schemas.microsoft.com/office/drawing/2014/main" id="{1282E1FB-478A-4851-827D-3314DDD1BB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4038" y="803275"/>
            <a:ext cx="650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w = </a:t>
            </a: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</a:t>
            </a:r>
          </a:p>
        </p:txBody>
      </p:sp>
      <p:sp>
        <p:nvSpPr>
          <p:cNvPr id="284703" name="Shape 2817">
            <a:extLst>
              <a:ext uri="{FF2B5EF4-FFF2-40B4-BE49-F238E27FC236}">
                <a16:creationId xmlns:a16="http://schemas.microsoft.com/office/drawing/2014/main" id="{6D8ECBDB-6CCC-4CF7-BF3E-28F705E761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76525" y="803275"/>
            <a:ext cx="650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w = </a:t>
            </a: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</a:p>
        </p:txBody>
      </p:sp>
      <p:grpSp>
        <p:nvGrpSpPr>
          <p:cNvPr id="284704" name="Shape 2818">
            <a:extLst>
              <a:ext uri="{FF2B5EF4-FFF2-40B4-BE49-F238E27FC236}">
                <a16:creationId xmlns:a16="http://schemas.microsoft.com/office/drawing/2014/main" id="{17315E71-46CD-4152-A0ED-1285139B4F41}"/>
              </a:ext>
            </a:extLst>
          </p:cNvPr>
          <p:cNvGrpSpPr>
            <a:grpSpLocks/>
          </p:cNvGrpSpPr>
          <p:nvPr/>
        </p:nvGrpSpPr>
        <p:grpSpPr bwMode="auto">
          <a:xfrm>
            <a:off x="484188" y="320675"/>
            <a:ext cx="8167687" cy="2514600"/>
            <a:chOff x="603250" y="1414462"/>
            <a:chExt cx="8167586" cy="2514599"/>
          </a:xfrm>
        </p:grpSpPr>
        <p:sp>
          <p:nvSpPr>
            <p:cNvPr id="284771" name="Shape 2819">
              <a:extLst>
                <a:ext uri="{FF2B5EF4-FFF2-40B4-BE49-F238E27FC236}">
                  <a16:creationId xmlns:a16="http://schemas.microsoft.com/office/drawing/2014/main" id="{AADD1FB2-BFF8-4DCC-AF44-158DCDA68D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9637" y="1427162"/>
              <a:ext cx="7861199" cy="95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4772" name="Shape 2820">
              <a:extLst>
                <a:ext uri="{FF2B5EF4-FFF2-40B4-BE49-F238E27FC236}">
                  <a16:creationId xmlns:a16="http://schemas.microsoft.com/office/drawing/2014/main" id="{05F3CC46-1436-452E-868F-59F29CFA93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1436687"/>
              <a:ext cx="11100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4773" name="Shape 2821">
              <a:extLst>
                <a:ext uri="{FF2B5EF4-FFF2-40B4-BE49-F238E27FC236}">
                  <a16:creationId xmlns:a16="http://schemas.microsoft.com/office/drawing/2014/main" id="{AB260F3D-B512-461C-853C-E9782B66E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1436687"/>
              <a:ext cx="11100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4774" name="Shape 2822">
              <a:extLst>
                <a:ext uri="{FF2B5EF4-FFF2-40B4-BE49-F238E27FC236}">
                  <a16:creationId xmlns:a16="http://schemas.microsoft.com/office/drawing/2014/main" id="{A9F947C9-3E18-45EB-A375-F95FF242E6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42987" y="1603375"/>
              <a:ext cx="73019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284775" name="Shape 2823">
              <a:extLst>
                <a:ext uri="{FF2B5EF4-FFF2-40B4-BE49-F238E27FC236}">
                  <a16:creationId xmlns:a16="http://schemas.microsoft.com/office/drawing/2014/main" id="{750EAFA9-97B3-4A21-BA81-7CAA24C0DA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55836" y="1550987"/>
              <a:ext cx="9780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284776" name="Shape 2824">
              <a:extLst>
                <a:ext uri="{FF2B5EF4-FFF2-40B4-BE49-F238E27FC236}">
                  <a16:creationId xmlns:a16="http://schemas.microsoft.com/office/drawing/2014/main" id="{8E1781FB-EF0D-4C2F-B26F-2B6DF8AA88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1846261"/>
              <a:ext cx="11100" cy="4142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4777" name="Shape 2825">
              <a:extLst>
                <a:ext uri="{FF2B5EF4-FFF2-40B4-BE49-F238E27FC236}">
                  <a16:creationId xmlns:a16="http://schemas.microsoft.com/office/drawing/2014/main" id="{456254B1-7EFD-4774-BFBE-DDFA29C896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9987" y="1912936"/>
              <a:ext cx="4761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284778" name="Shape 2826">
              <a:extLst>
                <a:ext uri="{FF2B5EF4-FFF2-40B4-BE49-F238E27FC236}">
                  <a16:creationId xmlns:a16="http://schemas.microsoft.com/office/drawing/2014/main" id="{4A99FDEB-8EB5-426C-90FF-0F0A1C19AE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2249486"/>
              <a:ext cx="6915000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4779" name="Shape 2827">
              <a:extLst>
                <a:ext uri="{FF2B5EF4-FFF2-40B4-BE49-F238E27FC236}">
                  <a16:creationId xmlns:a16="http://schemas.microsoft.com/office/drawing/2014/main" id="{9BD781A4-AC7A-488B-9CAF-8F5B46B9CA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2260600"/>
              <a:ext cx="11100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4780" name="Shape 2828">
              <a:extLst>
                <a:ext uri="{FF2B5EF4-FFF2-40B4-BE49-F238E27FC236}">
                  <a16:creationId xmlns:a16="http://schemas.microsoft.com/office/drawing/2014/main" id="{88388FB8-5A73-4C62-A487-1579452D4B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9637" y="2662236"/>
              <a:ext cx="786119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4781" name="Shape 2829">
              <a:extLst>
                <a:ext uri="{FF2B5EF4-FFF2-40B4-BE49-F238E27FC236}">
                  <a16:creationId xmlns:a16="http://schemas.microsoft.com/office/drawing/2014/main" id="{40E91517-A85A-4539-84C5-62BD9FC852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10250" y="1808161"/>
              <a:ext cx="7809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284782" name="Shape 2830">
              <a:extLst>
                <a:ext uri="{FF2B5EF4-FFF2-40B4-BE49-F238E27FC236}">
                  <a16:creationId xmlns:a16="http://schemas.microsoft.com/office/drawing/2014/main" id="{4F1D5EAC-E981-4A77-8BEE-DDBFC62938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3250" y="2755900"/>
              <a:ext cx="222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284783" name="Shape 2831">
              <a:extLst>
                <a:ext uri="{FF2B5EF4-FFF2-40B4-BE49-F238E27FC236}">
                  <a16:creationId xmlns:a16="http://schemas.microsoft.com/office/drawing/2014/main" id="{C5BF1812-EBCC-4AFC-AD90-80824833C6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2676525"/>
              <a:ext cx="11100" cy="362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4784" name="Shape 2832">
              <a:extLst>
                <a:ext uri="{FF2B5EF4-FFF2-40B4-BE49-F238E27FC236}">
                  <a16:creationId xmlns:a16="http://schemas.microsoft.com/office/drawing/2014/main" id="{23449D7F-DDFB-4002-9EB1-6ED71E84C0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5075" y="2755900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284785" name="Shape 2833">
              <a:extLst>
                <a:ext uri="{FF2B5EF4-FFF2-40B4-BE49-F238E27FC236}">
                  <a16:creationId xmlns:a16="http://schemas.microsoft.com/office/drawing/2014/main" id="{66D0997F-6714-44A9-8057-6366303E96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6775" y="2755900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284786" name="Shape 2834">
              <a:extLst>
                <a:ext uri="{FF2B5EF4-FFF2-40B4-BE49-F238E27FC236}">
                  <a16:creationId xmlns:a16="http://schemas.microsoft.com/office/drawing/2014/main" id="{02480122-8095-449A-A6EC-CEF4E9163D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4025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4787" name="Shape 2835">
              <a:extLst>
                <a:ext uri="{FF2B5EF4-FFF2-40B4-BE49-F238E27FC236}">
                  <a16:creationId xmlns:a16="http://schemas.microsoft.com/office/drawing/2014/main" id="{F9950D3A-06E0-40B3-B917-89F8F0EDA0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061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4788" name="Shape 2836">
              <a:extLst>
                <a:ext uri="{FF2B5EF4-FFF2-40B4-BE49-F238E27FC236}">
                  <a16:creationId xmlns:a16="http://schemas.microsoft.com/office/drawing/2014/main" id="{0F241F08-13F6-4B41-A454-1B0F1D29DE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9062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4789" name="Shape 2837">
              <a:extLst>
                <a:ext uri="{FF2B5EF4-FFF2-40B4-BE49-F238E27FC236}">
                  <a16:creationId xmlns:a16="http://schemas.microsoft.com/office/drawing/2014/main" id="{C98C67DD-97FA-44FA-9E6D-7F8362D645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6137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4790" name="Shape 2838">
              <a:extLst>
                <a:ext uri="{FF2B5EF4-FFF2-40B4-BE49-F238E27FC236}">
                  <a16:creationId xmlns:a16="http://schemas.microsoft.com/office/drawing/2014/main" id="{E16B49A9-845C-4FD9-BCE7-561920B57D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3212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4791" name="Shape 2839">
              <a:extLst>
                <a:ext uri="{FF2B5EF4-FFF2-40B4-BE49-F238E27FC236}">
                  <a16:creationId xmlns:a16="http://schemas.microsoft.com/office/drawing/2014/main" id="{C498DF2F-77A7-4403-9809-609D72E3D4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1875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4792" name="Shape 2840">
              <a:extLst>
                <a:ext uri="{FF2B5EF4-FFF2-40B4-BE49-F238E27FC236}">
                  <a16:creationId xmlns:a16="http://schemas.microsoft.com/office/drawing/2014/main" id="{5215AF0B-A2C6-4113-AFFE-A02287C6C5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38950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4793" name="Shape 2841">
              <a:extLst>
                <a:ext uri="{FF2B5EF4-FFF2-40B4-BE49-F238E27FC236}">
                  <a16:creationId xmlns:a16="http://schemas.microsoft.com/office/drawing/2014/main" id="{A0604C7C-9305-492D-9DBC-46BC0F9537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4436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4794" name="Shape 2842">
              <a:extLst>
                <a:ext uri="{FF2B5EF4-FFF2-40B4-BE49-F238E27FC236}">
                  <a16:creationId xmlns:a16="http://schemas.microsoft.com/office/drawing/2014/main" id="{DE74C900-52A8-46B6-BC4F-75878C3E56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1986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4795" name="Shape 2843">
              <a:extLst>
                <a:ext uri="{FF2B5EF4-FFF2-40B4-BE49-F238E27FC236}">
                  <a16:creationId xmlns:a16="http://schemas.microsoft.com/office/drawing/2014/main" id="{02D95C6B-7610-47A6-A71D-A61AE0176B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" y="3030536"/>
              <a:ext cx="20939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284796" name="Shape 2844">
              <a:extLst>
                <a:ext uri="{FF2B5EF4-FFF2-40B4-BE49-F238E27FC236}">
                  <a16:creationId xmlns:a16="http://schemas.microsoft.com/office/drawing/2014/main" id="{DDBFE4BE-7A5C-439D-BB7A-6C13A602E8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3038475"/>
              <a:ext cx="11100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4797" name="Shape 2845">
              <a:extLst>
                <a:ext uri="{FF2B5EF4-FFF2-40B4-BE49-F238E27FC236}">
                  <a16:creationId xmlns:a16="http://schemas.microsoft.com/office/drawing/2014/main" id="{16FBD0ED-2055-4EE7-9E94-8CC9EF348B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662" y="3030536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284798" name="Shape 2846">
              <a:extLst>
                <a:ext uri="{FF2B5EF4-FFF2-40B4-BE49-F238E27FC236}">
                  <a16:creationId xmlns:a16="http://schemas.microsoft.com/office/drawing/2014/main" id="{C72E2AAD-71E4-4DF3-B290-EE809E3AED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8361" y="3030536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284799" name="Shape 2847">
              <a:extLst>
                <a:ext uri="{FF2B5EF4-FFF2-40B4-BE49-F238E27FC236}">
                  <a16:creationId xmlns:a16="http://schemas.microsoft.com/office/drawing/2014/main" id="{EF02D894-8B1E-4294-8EB0-DBFC6FC88D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5611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4800" name="Shape 2848">
              <a:extLst>
                <a:ext uri="{FF2B5EF4-FFF2-40B4-BE49-F238E27FC236}">
                  <a16:creationId xmlns:a16="http://schemas.microsoft.com/office/drawing/2014/main" id="{51D8609A-8248-45CA-BC19-03CB7120A7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061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4801" name="Shape 2849">
              <a:extLst>
                <a:ext uri="{FF2B5EF4-FFF2-40B4-BE49-F238E27FC236}">
                  <a16:creationId xmlns:a16="http://schemas.microsoft.com/office/drawing/2014/main" id="{83E283D2-8D4F-478A-94D9-F50124B481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650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4802" name="Shape 2850">
              <a:extLst>
                <a:ext uri="{FF2B5EF4-FFF2-40B4-BE49-F238E27FC236}">
                  <a16:creationId xmlns:a16="http://schemas.microsoft.com/office/drawing/2014/main" id="{E515157B-8A4D-487D-ACDE-F6F57992FB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7725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4803" name="Shape 2851">
              <a:extLst>
                <a:ext uri="{FF2B5EF4-FFF2-40B4-BE49-F238E27FC236}">
                  <a16:creationId xmlns:a16="http://schemas.microsoft.com/office/drawing/2014/main" id="{3FC80F49-FC0E-4093-8EA0-56F0D81B6B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4800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4804" name="Shape 2852">
              <a:extLst>
                <a:ext uri="{FF2B5EF4-FFF2-40B4-BE49-F238E27FC236}">
                  <a16:creationId xmlns:a16="http://schemas.microsoft.com/office/drawing/2014/main" id="{FCA4D558-7337-4DFD-A91D-7D863144B6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1875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4805" name="Shape 2853">
              <a:extLst>
                <a:ext uri="{FF2B5EF4-FFF2-40B4-BE49-F238E27FC236}">
                  <a16:creationId xmlns:a16="http://schemas.microsoft.com/office/drawing/2014/main" id="{E0DDAD91-0B76-49EF-AF6D-6A60D0D6B9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38950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4806" name="Shape 2854">
              <a:extLst>
                <a:ext uri="{FF2B5EF4-FFF2-40B4-BE49-F238E27FC236}">
                  <a16:creationId xmlns:a16="http://schemas.microsoft.com/office/drawing/2014/main" id="{273EBED4-E23A-40DC-9EBD-441121176E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6025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4807" name="Shape 2855">
              <a:extLst>
                <a:ext uri="{FF2B5EF4-FFF2-40B4-BE49-F238E27FC236}">
                  <a16:creationId xmlns:a16="http://schemas.microsoft.com/office/drawing/2014/main" id="{DA1AD04A-5E5A-43AF-95B3-C8ECF0E4EE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1986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4808" name="Shape 2856">
              <a:extLst>
                <a:ext uri="{FF2B5EF4-FFF2-40B4-BE49-F238E27FC236}">
                  <a16:creationId xmlns:a16="http://schemas.microsoft.com/office/drawing/2014/main" id="{9746637F-CEDF-4231-A02F-F61E2CDE41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" y="3302000"/>
              <a:ext cx="20939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284809" name="Shape 2857">
              <a:extLst>
                <a:ext uri="{FF2B5EF4-FFF2-40B4-BE49-F238E27FC236}">
                  <a16:creationId xmlns:a16="http://schemas.microsoft.com/office/drawing/2014/main" id="{A7716421-7466-4EFF-B49E-0C6319822D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3290887"/>
              <a:ext cx="11100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4810" name="Shape 2858">
              <a:extLst>
                <a:ext uri="{FF2B5EF4-FFF2-40B4-BE49-F238E27FC236}">
                  <a16:creationId xmlns:a16="http://schemas.microsoft.com/office/drawing/2014/main" id="{E6536FEA-B751-4806-84AA-A410AE117F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662" y="3302000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284811" name="Shape 2859">
              <a:extLst>
                <a:ext uri="{FF2B5EF4-FFF2-40B4-BE49-F238E27FC236}">
                  <a16:creationId xmlns:a16="http://schemas.microsoft.com/office/drawing/2014/main" id="{8FC43953-F9C4-4193-864D-1A4D9B37B4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8361" y="3302000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284812" name="Shape 2860">
              <a:extLst>
                <a:ext uri="{FF2B5EF4-FFF2-40B4-BE49-F238E27FC236}">
                  <a16:creationId xmlns:a16="http://schemas.microsoft.com/office/drawing/2014/main" id="{92241B94-E52A-4661-8717-292B7430EE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5611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4813" name="Shape 2861">
              <a:extLst>
                <a:ext uri="{FF2B5EF4-FFF2-40B4-BE49-F238E27FC236}">
                  <a16:creationId xmlns:a16="http://schemas.microsoft.com/office/drawing/2014/main" id="{0FEAF4DF-4AAD-4256-814A-EC5EF2FBC6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061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4814" name="Shape 2862">
              <a:extLst>
                <a:ext uri="{FF2B5EF4-FFF2-40B4-BE49-F238E27FC236}">
                  <a16:creationId xmlns:a16="http://schemas.microsoft.com/office/drawing/2014/main" id="{D70109A4-CA7C-4126-AAE3-1D58E39070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650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4815" name="Shape 2863">
              <a:extLst>
                <a:ext uri="{FF2B5EF4-FFF2-40B4-BE49-F238E27FC236}">
                  <a16:creationId xmlns:a16="http://schemas.microsoft.com/office/drawing/2014/main" id="{18295BC3-33C7-4745-999B-56BD79132C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7725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4816" name="Shape 2864">
              <a:extLst>
                <a:ext uri="{FF2B5EF4-FFF2-40B4-BE49-F238E27FC236}">
                  <a16:creationId xmlns:a16="http://schemas.microsoft.com/office/drawing/2014/main" id="{57C9C6A3-0BE3-4214-8F91-3766908C4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4800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4817" name="Shape 2865">
              <a:extLst>
                <a:ext uri="{FF2B5EF4-FFF2-40B4-BE49-F238E27FC236}">
                  <a16:creationId xmlns:a16="http://schemas.microsoft.com/office/drawing/2014/main" id="{4D1DAD37-0AC2-420C-9660-F42F71D228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1875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4818" name="Shape 2866">
              <a:extLst>
                <a:ext uri="{FF2B5EF4-FFF2-40B4-BE49-F238E27FC236}">
                  <a16:creationId xmlns:a16="http://schemas.microsoft.com/office/drawing/2014/main" id="{AA650F3B-3BFE-4FCE-B14B-61BE38F3FA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38950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4819" name="Shape 2867">
              <a:extLst>
                <a:ext uri="{FF2B5EF4-FFF2-40B4-BE49-F238E27FC236}">
                  <a16:creationId xmlns:a16="http://schemas.microsoft.com/office/drawing/2014/main" id="{190D0563-F43F-479B-AB7C-E5FFD75721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6025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4820" name="Shape 2868">
              <a:extLst>
                <a:ext uri="{FF2B5EF4-FFF2-40B4-BE49-F238E27FC236}">
                  <a16:creationId xmlns:a16="http://schemas.microsoft.com/office/drawing/2014/main" id="{A07BA5C2-C572-4D66-ACA5-8D475349DF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1986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4821" name="Shape 2869">
              <a:extLst>
                <a:ext uri="{FF2B5EF4-FFF2-40B4-BE49-F238E27FC236}">
                  <a16:creationId xmlns:a16="http://schemas.microsoft.com/office/drawing/2014/main" id="{461F53F8-BC6C-4F5C-BD95-FDE88E9981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3250" y="3576637"/>
              <a:ext cx="222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284822" name="Shape 2870">
              <a:extLst>
                <a:ext uri="{FF2B5EF4-FFF2-40B4-BE49-F238E27FC236}">
                  <a16:creationId xmlns:a16="http://schemas.microsoft.com/office/drawing/2014/main" id="{CF14D1FB-7677-4287-BE56-0AA4756F0D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3570287"/>
              <a:ext cx="11100" cy="315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4823" name="Shape 2871">
              <a:extLst>
                <a:ext uri="{FF2B5EF4-FFF2-40B4-BE49-F238E27FC236}">
                  <a16:creationId xmlns:a16="http://schemas.microsoft.com/office/drawing/2014/main" id="{9E28F6D2-F9F3-4227-AB32-BC3941FA8E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5075" y="3576637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284824" name="Shape 2872">
              <a:extLst>
                <a:ext uri="{FF2B5EF4-FFF2-40B4-BE49-F238E27FC236}">
                  <a16:creationId xmlns:a16="http://schemas.microsoft.com/office/drawing/2014/main" id="{B94A08CC-221F-41B3-BD9F-FBFD7A3964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6775" y="3576637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284825" name="Shape 2873">
              <a:extLst>
                <a:ext uri="{FF2B5EF4-FFF2-40B4-BE49-F238E27FC236}">
                  <a16:creationId xmlns:a16="http://schemas.microsoft.com/office/drawing/2014/main" id="{63B0CCF2-9CB0-47D5-8BEC-AD91F92D55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4025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4826" name="Shape 2874">
              <a:extLst>
                <a:ext uri="{FF2B5EF4-FFF2-40B4-BE49-F238E27FC236}">
                  <a16:creationId xmlns:a16="http://schemas.microsoft.com/office/drawing/2014/main" id="{3AE432D8-73C5-4EA1-90DD-C98714B6D5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061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4827" name="Shape 2875">
              <a:extLst>
                <a:ext uri="{FF2B5EF4-FFF2-40B4-BE49-F238E27FC236}">
                  <a16:creationId xmlns:a16="http://schemas.microsoft.com/office/drawing/2014/main" id="{14E9A3AE-BF05-465A-8249-76B29A667F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9062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4828" name="Shape 2876">
              <a:extLst>
                <a:ext uri="{FF2B5EF4-FFF2-40B4-BE49-F238E27FC236}">
                  <a16:creationId xmlns:a16="http://schemas.microsoft.com/office/drawing/2014/main" id="{0BCA9C23-755A-4509-A1A0-2ECADB60A5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6137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4829" name="Shape 2877">
              <a:extLst>
                <a:ext uri="{FF2B5EF4-FFF2-40B4-BE49-F238E27FC236}">
                  <a16:creationId xmlns:a16="http://schemas.microsoft.com/office/drawing/2014/main" id="{062EF456-2825-402E-AF66-4F26FEB658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3212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4830" name="Shape 2878">
              <a:extLst>
                <a:ext uri="{FF2B5EF4-FFF2-40B4-BE49-F238E27FC236}">
                  <a16:creationId xmlns:a16="http://schemas.microsoft.com/office/drawing/2014/main" id="{59FAB34E-C041-4CAE-8C45-E5CD3EE307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1875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4831" name="Shape 2879">
              <a:extLst>
                <a:ext uri="{FF2B5EF4-FFF2-40B4-BE49-F238E27FC236}">
                  <a16:creationId xmlns:a16="http://schemas.microsoft.com/office/drawing/2014/main" id="{C5F357E7-07EB-4C4D-856E-55C8EE45D1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38950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4832" name="Shape 2880">
              <a:extLst>
                <a:ext uri="{FF2B5EF4-FFF2-40B4-BE49-F238E27FC236}">
                  <a16:creationId xmlns:a16="http://schemas.microsoft.com/office/drawing/2014/main" id="{733500B0-1933-4608-9E45-C4AD3A5CC7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4436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4833" name="Shape 2881">
              <a:extLst>
                <a:ext uri="{FF2B5EF4-FFF2-40B4-BE49-F238E27FC236}">
                  <a16:creationId xmlns:a16="http://schemas.microsoft.com/office/drawing/2014/main" id="{00E69478-4DA0-4577-A520-23DF36676F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9637" y="3897312"/>
              <a:ext cx="786119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4834" name="Shape 2882">
              <a:extLst>
                <a:ext uri="{FF2B5EF4-FFF2-40B4-BE49-F238E27FC236}">
                  <a16:creationId xmlns:a16="http://schemas.microsoft.com/office/drawing/2014/main" id="{80B903E4-0B41-4D97-BB81-3648181BAA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1986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cxnSp>
          <p:nvCxnSpPr>
            <p:cNvPr id="284835" name="Shape 2883">
              <a:extLst>
                <a:ext uri="{FF2B5EF4-FFF2-40B4-BE49-F238E27FC236}">
                  <a16:creationId xmlns:a16="http://schemas.microsoft.com/office/drawing/2014/main" id="{91540115-5864-4067-A946-1BA7E3F2051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14400" y="1428750"/>
              <a:ext cx="0" cy="2471699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4836" name="Shape 2884">
              <a:extLst>
                <a:ext uri="{FF2B5EF4-FFF2-40B4-BE49-F238E27FC236}">
                  <a16:creationId xmlns:a16="http://schemas.microsoft.com/office/drawing/2014/main" id="{A2CED5FD-5304-42F4-A035-24C1D6AD1F7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571875" y="1443037"/>
              <a:ext cx="0" cy="244320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4837" name="Shape 2885">
              <a:extLst>
                <a:ext uri="{FF2B5EF4-FFF2-40B4-BE49-F238E27FC236}">
                  <a16:creationId xmlns:a16="http://schemas.microsoft.com/office/drawing/2014/main" id="{A3C5EE01-D439-4CDA-B2DD-4699DAE40E6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3086" y="1885950"/>
              <a:ext cx="1728900" cy="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4838" name="Shape 2886">
              <a:extLst>
                <a:ext uri="{FF2B5EF4-FFF2-40B4-BE49-F238E27FC236}">
                  <a16:creationId xmlns:a16="http://schemas.microsoft.com/office/drawing/2014/main" id="{E7A7E793-17FA-43B4-AC10-FD83B0E3A96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758236" y="1414462"/>
              <a:ext cx="0" cy="2514599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84705" name="Shape 2887">
            <a:extLst>
              <a:ext uri="{FF2B5EF4-FFF2-40B4-BE49-F238E27FC236}">
                <a16:creationId xmlns:a16="http://schemas.microsoft.com/office/drawing/2014/main" id="{14426ACD-B1A4-4DD2-8106-0BCA0E32EB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0238" y="1190625"/>
            <a:ext cx="5127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</a:p>
        </p:txBody>
      </p:sp>
      <p:sp>
        <p:nvSpPr>
          <p:cNvPr id="284706" name="Shape 2888">
            <a:extLst>
              <a:ext uri="{FF2B5EF4-FFF2-40B4-BE49-F238E27FC236}">
                <a16:creationId xmlns:a16="http://schemas.microsoft.com/office/drawing/2014/main" id="{DAD89397-4EBC-4B72-88C7-98B4AE97B1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7963" y="1222375"/>
            <a:ext cx="5111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</a:p>
        </p:txBody>
      </p:sp>
      <p:sp>
        <p:nvSpPr>
          <p:cNvPr id="284707" name="Shape 2889">
            <a:extLst>
              <a:ext uri="{FF2B5EF4-FFF2-40B4-BE49-F238E27FC236}">
                <a16:creationId xmlns:a16="http://schemas.microsoft.com/office/drawing/2014/main" id="{923EEAFE-CC82-428E-B4A0-70AC6D4C30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5363" y="1204913"/>
            <a:ext cx="5111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</a:p>
        </p:txBody>
      </p:sp>
      <p:graphicFrame>
        <p:nvGraphicFramePr>
          <p:cNvPr id="2890" name="Shape 2890">
            <a:extLst>
              <a:ext uri="{FF2B5EF4-FFF2-40B4-BE49-F238E27FC236}">
                <a16:creationId xmlns:a16="http://schemas.microsoft.com/office/drawing/2014/main" id="{471B7CE8-3171-3C44-A841-5C81622F5D57}"/>
              </a:ext>
            </a:extLst>
          </p:cNvPr>
          <p:cNvGraphicFramePr>
            <a:graphicFrameLocks noGrp="1"/>
          </p:cNvGraphicFramePr>
          <p:nvPr/>
        </p:nvGraphicFramePr>
        <p:xfrm>
          <a:off x="779463" y="3067050"/>
          <a:ext cx="2479675" cy="3571875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68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68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w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  <a:sym typeface="Times New Roman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284770" name="TextBox 105">
            <a:extLst>
              <a:ext uri="{FF2B5EF4-FFF2-40B4-BE49-F238E27FC236}">
                <a16:creationId xmlns:a16="http://schemas.microsoft.com/office/drawing/2014/main" id="{2C6B2B9C-A2B5-47B7-A44E-F1FDD48F2D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40238" y="4232275"/>
            <a:ext cx="40195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Pay attention to the way the columns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of the truth table are labeled.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21" name="Shape 2787">
            <a:extLst>
              <a:ext uri="{FF2B5EF4-FFF2-40B4-BE49-F238E27FC236}">
                <a16:creationId xmlns:a16="http://schemas.microsoft.com/office/drawing/2014/main" id="{F836B85D-86B3-49E3-BD13-9710EF3294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342900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6722" name="Shape 2788">
            <a:extLst>
              <a:ext uri="{FF2B5EF4-FFF2-40B4-BE49-F238E27FC236}">
                <a16:creationId xmlns:a16="http://schemas.microsoft.com/office/drawing/2014/main" id="{6253857F-9F3D-4297-A953-A382016469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342900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6723" name="Shape 2789">
            <a:extLst>
              <a:ext uri="{FF2B5EF4-FFF2-40B4-BE49-F238E27FC236}">
                <a16:creationId xmlns:a16="http://schemas.microsoft.com/office/drawing/2014/main" id="{340D10BE-EA52-43AF-8C18-A9BDA7C020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342900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6724" name="Shape 2790">
            <a:extLst>
              <a:ext uri="{FF2B5EF4-FFF2-40B4-BE49-F238E27FC236}">
                <a16:creationId xmlns:a16="http://schemas.microsoft.com/office/drawing/2014/main" id="{ECA1D87A-6C58-4E8B-B3F0-33BF368EB3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0375" y="792163"/>
            <a:ext cx="1725613" cy="1111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6725" name="Shape 2791">
            <a:extLst>
              <a:ext uri="{FF2B5EF4-FFF2-40B4-BE49-F238E27FC236}">
                <a16:creationId xmlns:a16="http://schemas.microsoft.com/office/drawing/2014/main" id="{2A4AD43F-C037-45B7-95F5-52C8082786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752475"/>
            <a:ext cx="11113" cy="4143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6726" name="Shape 2792">
            <a:extLst>
              <a:ext uri="{FF2B5EF4-FFF2-40B4-BE49-F238E27FC236}">
                <a16:creationId xmlns:a16="http://schemas.microsoft.com/office/drawing/2014/main" id="{2D8171D6-0527-4AAB-9A8F-68987D9739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752475"/>
            <a:ext cx="11113" cy="4143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6727" name="Shape 2793">
            <a:extLst>
              <a:ext uri="{FF2B5EF4-FFF2-40B4-BE49-F238E27FC236}">
                <a16:creationId xmlns:a16="http://schemas.microsoft.com/office/drawing/2014/main" id="{7249302D-6F50-409F-B028-DBF2722626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752475"/>
            <a:ext cx="11113" cy="4143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6728" name="Shape 2794">
            <a:extLst>
              <a:ext uri="{FF2B5EF4-FFF2-40B4-BE49-F238E27FC236}">
                <a16:creationId xmlns:a16="http://schemas.microsoft.com/office/drawing/2014/main" id="{DC64C562-8B77-437F-AC9C-2F4CA1D393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1166813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6729" name="Shape 2795">
            <a:extLst>
              <a:ext uri="{FF2B5EF4-FFF2-40B4-BE49-F238E27FC236}">
                <a16:creationId xmlns:a16="http://schemas.microsoft.com/office/drawing/2014/main" id="{36152FA1-F34A-40B2-B461-A23182B660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1166813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6730" name="Shape 2796">
            <a:extLst>
              <a:ext uri="{FF2B5EF4-FFF2-40B4-BE49-F238E27FC236}">
                <a16:creationId xmlns:a16="http://schemas.microsoft.com/office/drawing/2014/main" id="{B288497B-F16B-406D-8694-3B4AB6438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1166813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6731" name="Shape 2797">
            <a:extLst>
              <a:ext uri="{FF2B5EF4-FFF2-40B4-BE49-F238E27FC236}">
                <a16:creationId xmlns:a16="http://schemas.microsoft.com/office/drawing/2014/main" id="{1D1D4DBF-9B15-437D-BFF4-8C1D35F018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1582738"/>
            <a:ext cx="11113" cy="3619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6732" name="Shape 2798">
            <a:extLst>
              <a:ext uri="{FF2B5EF4-FFF2-40B4-BE49-F238E27FC236}">
                <a16:creationId xmlns:a16="http://schemas.microsoft.com/office/drawing/2014/main" id="{023F350E-1FE4-47E3-B7D3-1DB4293E88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1582738"/>
            <a:ext cx="11113" cy="3619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6733" name="Shape 2799">
            <a:extLst>
              <a:ext uri="{FF2B5EF4-FFF2-40B4-BE49-F238E27FC236}">
                <a16:creationId xmlns:a16="http://schemas.microsoft.com/office/drawing/2014/main" id="{320943F6-EBE6-463D-B41B-0C4CE4DFC5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1582738"/>
            <a:ext cx="11113" cy="3619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6734" name="Shape 2800">
            <a:extLst>
              <a:ext uri="{FF2B5EF4-FFF2-40B4-BE49-F238E27FC236}">
                <a16:creationId xmlns:a16="http://schemas.microsoft.com/office/drawing/2014/main" id="{153FD5D6-4F06-4C8D-A0CC-46403E6726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1944688"/>
            <a:ext cx="11113" cy="2746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6735" name="Shape 2801">
            <a:extLst>
              <a:ext uri="{FF2B5EF4-FFF2-40B4-BE49-F238E27FC236}">
                <a16:creationId xmlns:a16="http://schemas.microsoft.com/office/drawing/2014/main" id="{4A1493C2-397A-4D19-BAB6-C5A16A2D97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1944688"/>
            <a:ext cx="11113" cy="2746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6736" name="Shape 2802">
            <a:extLst>
              <a:ext uri="{FF2B5EF4-FFF2-40B4-BE49-F238E27FC236}">
                <a16:creationId xmlns:a16="http://schemas.microsoft.com/office/drawing/2014/main" id="{2986DDEB-97FF-40C9-9291-B072A990C7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1944688"/>
            <a:ext cx="11113" cy="2746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6737" name="Shape 2803">
            <a:extLst>
              <a:ext uri="{FF2B5EF4-FFF2-40B4-BE49-F238E27FC236}">
                <a16:creationId xmlns:a16="http://schemas.microsoft.com/office/drawing/2014/main" id="{FF35B20B-9C65-4C56-8E53-AA04F5CB48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2197100"/>
            <a:ext cx="11113" cy="2746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6738" name="Shape 2804">
            <a:extLst>
              <a:ext uri="{FF2B5EF4-FFF2-40B4-BE49-F238E27FC236}">
                <a16:creationId xmlns:a16="http://schemas.microsoft.com/office/drawing/2014/main" id="{AA8B0713-4CB0-45B2-902B-88BA570057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2197100"/>
            <a:ext cx="11113" cy="2746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6739" name="Shape 2805">
            <a:extLst>
              <a:ext uri="{FF2B5EF4-FFF2-40B4-BE49-F238E27FC236}">
                <a16:creationId xmlns:a16="http://schemas.microsoft.com/office/drawing/2014/main" id="{D6C91AFA-1449-4F76-80D1-9B58EDE5B0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2197100"/>
            <a:ext cx="11113" cy="2746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6740" name="Shape 2806">
            <a:extLst>
              <a:ext uri="{FF2B5EF4-FFF2-40B4-BE49-F238E27FC236}">
                <a16:creationId xmlns:a16="http://schemas.microsoft.com/office/drawing/2014/main" id="{B6D54392-221E-4963-B3AE-74C977D479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2476500"/>
            <a:ext cx="11113" cy="315913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6741" name="Shape 2807">
            <a:extLst>
              <a:ext uri="{FF2B5EF4-FFF2-40B4-BE49-F238E27FC236}">
                <a16:creationId xmlns:a16="http://schemas.microsoft.com/office/drawing/2014/main" id="{6966F60C-2EB5-48BB-A830-39A9D352D6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2476500"/>
            <a:ext cx="11113" cy="315913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6742" name="Shape 2808">
            <a:extLst>
              <a:ext uri="{FF2B5EF4-FFF2-40B4-BE49-F238E27FC236}">
                <a16:creationId xmlns:a16="http://schemas.microsoft.com/office/drawing/2014/main" id="{C33E4564-DFEB-42F7-AF65-8561531DF1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2476500"/>
            <a:ext cx="11113" cy="315913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6743" name="Shape 2809">
            <a:extLst>
              <a:ext uri="{FF2B5EF4-FFF2-40B4-BE49-F238E27FC236}">
                <a16:creationId xmlns:a16="http://schemas.microsoft.com/office/drawing/2014/main" id="{2C7C02E6-11CE-4D37-BD5D-F7F14A238E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95688" y="1222375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R1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</a:t>
            </a:r>
          </a:p>
        </p:txBody>
      </p:sp>
      <p:sp>
        <p:nvSpPr>
          <p:cNvPr id="286744" name="Shape 2810">
            <a:extLst>
              <a:ext uri="{FF2B5EF4-FFF2-40B4-BE49-F238E27FC236}">
                <a16:creationId xmlns:a16="http://schemas.microsoft.com/office/drawing/2014/main" id="{492C71B3-6AE8-4D96-BA04-0BCA29E40B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3563" y="1208088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R1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in</a:t>
            </a:r>
          </a:p>
        </p:txBody>
      </p:sp>
      <p:sp>
        <p:nvSpPr>
          <p:cNvPr id="286745" name="Shape 2811">
            <a:extLst>
              <a:ext uri="{FF2B5EF4-FFF2-40B4-BE49-F238E27FC236}">
                <a16:creationId xmlns:a16="http://schemas.microsoft.com/office/drawing/2014/main" id="{755F8DE8-F3EA-4EB0-A64B-D4AB8594E7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24450" y="1208088"/>
            <a:ext cx="5921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R2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</a:t>
            </a:r>
          </a:p>
        </p:txBody>
      </p:sp>
      <p:sp>
        <p:nvSpPr>
          <p:cNvPr id="286746" name="Shape 2812">
            <a:extLst>
              <a:ext uri="{FF2B5EF4-FFF2-40B4-BE49-F238E27FC236}">
                <a16:creationId xmlns:a16="http://schemas.microsoft.com/office/drawing/2014/main" id="{F249C309-42A7-4DCE-AB08-2912855DB7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3900" y="1208088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R2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in</a:t>
            </a:r>
          </a:p>
        </p:txBody>
      </p:sp>
      <p:sp>
        <p:nvSpPr>
          <p:cNvPr id="286747" name="Shape 2813">
            <a:extLst>
              <a:ext uri="{FF2B5EF4-FFF2-40B4-BE49-F238E27FC236}">
                <a16:creationId xmlns:a16="http://schemas.microsoft.com/office/drawing/2014/main" id="{71917FF7-C97C-4DFD-9CC0-C11AEBC260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99225" y="1222375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R3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</a:t>
            </a:r>
          </a:p>
        </p:txBody>
      </p:sp>
      <p:sp>
        <p:nvSpPr>
          <p:cNvPr id="286748" name="Shape 2814">
            <a:extLst>
              <a:ext uri="{FF2B5EF4-FFF2-40B4-BE49-F238E27FC236}">
                <a16:creationId xmlns:a16="http://schemas.microsoft.com/office/drawing/2014/main" id="{F2B8B0CE-8722-483B-80F0-3812669BD4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70750" y="1208088"/>
            <a:ext cx="5921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R3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in</a:t>
            </a:r>
          </a:p>
        </p:txBody>
      </p:sp>
      <p:sp>
        <p:nvSpPr>
          <p:cNvPr id="286749" name="Shape 2815">
            <a:extLst>
              <a:ext uri="{FF2B5EF4-FFF2-40B4-BE49-F238E27FC236}">
                <a16:creationId xmlns:a16="http://schemas.microsoft.com/office/drawing/2014/main" id="{52ABA808-A0F7-4D39-9062-3A47B21A87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18450" y="1190625"/>
            <a:ext cx="5921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Done</a:t>
            </a:r>
          </a:p>
        </p:txBody>
      </p:sp>
      <p:sp>
        <p:nvSpPr>
          <p:cNvPr id="286750" name="Shape 2816">
            <a:extLst>
              <a:ext uri="{FF2B5EF4-FFF2-40B4-BE49-F238E27FC236}">
                <a16:creationId xmlns:a16="http://schemas.microsoft.com/office/drawing/2014/main" id="{631F1C58-5A55-4A97-B402-8C9A56D2E5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4038" y="803275"/>
            <a:ext cx="650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w = </a:t>
            </a: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</a:t>
            </a:r>
          </a:p>
        </p:txBody>
      </p:sp>
      <p:sp>
        <p:nvSpPr>
          <p:cNvPr id="286751" name="Shape 2817">
            <a:extLst>
              <a:ext uri="{FF2B5EF4-FFF2-40B4-BE49-F238E27FC236}">
                <a16:creationId xmlns:a16="http://schemas.microsoft.com/office/drawing/2014/main" id="{23CD4131-4F77-46E5-BB04-6A5E36746C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76525" y="803275"/>
            <a:ext cx="650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w = </a:t>
            </a: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</a:p>
        </p:txBody>
      </p:sp>
      <p:grpSp>
        <p:nvGrpSpPr>
          <p:cNvPr id="286752" name="Shape 2818">
            <a:extLst>
              <a:ext uri="{FF2B5EF4-FFF2-40B4-BE49-F238E27FC236}">
                <a16:creationId xmlns:a16="http://schemas.microsoft.com/office/drawing/2014/main" id="{4CEFD2F0-445D-4D6D-BFE0-7EA779F58855}"/>
              </a:ext>
            </a:extLst>
          </p:cNvPr>
          <p:cNvGrpSpPr>
            <a:grpSpLocks/>
          </p:cNvGrpSpPr>
          <p:nvPr/>
        </p:nvGrpSpPr>
        <p:grpSpPr bwMode="auto">
          <a:xfrm>
            <a:off x="484188" y="320675"/>
            <a:ext cx="8167687" cy="2514600"/>
            <a:chOff x="603250" y="1414462"/>
            <a:chExt cx="8167586" cy="2514599"/>
          </a:xfrm>
        </p:grpSpPr>
        <p:sp>
          <p:nvSpPr>
            <p:cNvPr id="286860" name="Shape 2819">
              <a:extLst>
                <a:ext uri="{FF2B5EF4-FFF2-40B4-BE49-F238E27FC236}">
                  <a16:creationId xmlns:a16="http://schemas.microsoft.com/office/drawing/2014/main" id="{49467669-3B18-4048-B96A-775DF2ADB5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9637" y="1427162"/>
              <a:ext cx="7861199" cy="95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6861" name="Shape 2820">
              <a:extLst>
                <a:ext uri="{FF2B5EF4-FFF2-40B4-BE49-F238E27FC236}">
                  <a16:creationId xmlns:a16="http://schemas.microsoft.com/office/drawing/2014/main" id="{CD7281D2-3E48-4DD8-ACEB-D613F8320E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1436687"/>
              <a:ext cx="11100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6862" name="Shape 2821">
              <a:extLst>
                <a:ext uri="{FF2B5EF4-FFF2-40B4-BE49-F238E27FC236}">
                  <a16:creationId xmlns:a16="http://schemas.microsoft.com/office/drawing/2014/main" id="{5C556726-5F54-42B7-9831-87DABC7AB8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1436687"/>
              <a:ext cx="11100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6863" name="Shape 2822">
              <a:extLst>
                <a:ext uri="{FF2B5EF4-FFF2-40B4-BE49-F238E27FC236}">
                  <a16:creationId xmlns:a16="http://schemas.microsoft.com/office/drawing/2014/main" id="{0E149F4A-4162-4259-A503-E05FD135CE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42987" y="1603375"/>
              <a:ext cx="73019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286864" name="Shape 2823">
              <a:extLst>
                <a:ext uri="{FF2B5EF4-FFF2-40B4-BE49-F238E27FC236}">
                  <a16:creationId xmlns:a16="http://schemas.microsoft.com/office/drawing/2014/main" id="{A0148546-6A1C-4C82-B6B1-6920273275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55836" y="1550987"/>
              <a:ext cx="9780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286865" name="Shape 2824">
              <a:extLst>
                <a:ext uri="{FF2B5EF4-FFF2-40B4-BE49-F238E27FC236}">
                  <a16:creationId xmlns:a16="http://schemas.microsoft.com/office/drawing/2014/main" id="{6045D465-3DAA-4A42-A698-1CF3EF1AEB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1846261"/>
              <a:ext cx="11100" cy="4142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6866" name="Shape 2825">
              <a:extLst>
                <a:ext uri="{FF2B5EF4-FFF2-40B4-BE49-F238E27FC236}">
                  <a16:creationId xmlns:a16="http://schemas.microsoft.com/office/drawing/2014/main" id="{AEB88590-35B5-4AC3-9AE2-D93A68891A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9987" y="1912936"/>
              <a:ext cx="4761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286867" name="Shape 2826">
              <a:extLst>
                <a:ext uri="{FF2B5EF4-FFF2-40B4-BE49-F238E27FC236}">
                  <a16:creationId xmlns:a16="http://schemas.microsoft.com/office/drawing/2014/main" id="{5B237924-B53E-4EDF-BF37-9BC24CA1A6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2249486"/>
              <a:ext cx="6915000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6868" name="Shape 2827">
              <a:extLst>
                <a:ext uri="{FF2B5EF4-FFF2-40B4-BE49-F238E27FC236}">
                  <a16:creationId xmlns:a16="http://schemas.microsoft.com/office/drawing/2014/main" id="{C916891C-4074-4769-A00B-05EB5A8C24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2260600"/>
              <a:ext cx="11100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6869" name="Shape 2828">
              <a:extLst>
                <a:ext uri="{FF2B5EF4-FFF2-40B4-BE49-F238E27FC236}">
                  <a16:creationId xmlns:a16="http://schemas.microsoft.com/office/drawing/2014/main" id="{CA83794D-EBD0-4CDD-B2E7-861F3C8FD8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9637" y="2662236"/>
              <a:ext cx="786119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6870" name="Shape 2829">
              <a:extLst>
                <a:ext uri="{FF2B5EF4-FFF2-40B4-BE49-F238E27FC236}">
                  <a16:creationId xmlns:a16="http://schemas.microsoft.com/office/drawing/2014/main" id="{550D2D2A-797D-434A-8018-52CFC2C1A7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10250" y="1808161"/>
              <a:ext cx="7809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286871" name="Shape 2830">
              <a:extLst>
                <a:ext uri="{FF2B5EF4-FFF2-40B4-BE49-F238E27FC236}">
                  <a16:creationId xmlns:a16="http://schemas.microsoft.com/office/drawing/2014/main" id="{F7B73E56-7F1E-47D9-931C-AC71190A59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3250" y="2755900"/>
              <a:ext cx="222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286872" name="Shape 2831">
              <a:extLst>
                <a:ext uri="{FF2B5EF4-FFF2-40B4-BE49-F238E27FC236}">
                  <a16:creationId xmlns:a16="http://schemas.microsoft.com/office/drawing/2014/main" id="{C9CCE8CB-7E07-49C3-B8DD-9BC630BB83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2676525"/>
              <a:ext cx="11100" cy="362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6873" name="Shape 2832">
              <a:extLst>
                <a:ext uri="{FF2B5EF4-FFF2-40B4-BE49-F238E27FC236}">
                  <a16:creationId xmlns:a16="http://schemas.microsoft.com/office/drawing/2014/main" id="{BD4CBBDF-CA48-4757-9A90-ED8742D42B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5075" y="2755900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286874" name="Shape 2833">
              <a:extLst>
                <a:ext uri="{FF2B5EF4-FFF2-40B4-BE49-F238E27FC236}">
                  <a16:creationId xmlns:a16="http://schemas.microsoft.com/office/drawing/2014/main" id="{34AA1156-A5DC-443C-84E0-F9260E4458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6775" y="2755900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286875" name="Shape 2834">
              <a:extLst>
                <a:ext uri="{FF2B5EF4-FFF2-40B4-BE49-F238E27FC236}">
                  <a16:creationId xmlns:a16="http://schemas.microsoft.com/office/drawing/2014/main" id="{817781B2-63FF-48D6-BEE8-A2FC878605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4025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6876" name="Shape 2835">
              <a:extLst>
                <a:ext uri="{FF2B5EF4-FFF2-40B4-BE49-F238E27FC236}">
                  <a16:creationId xmlns:a16="http://schemas.microsoft.com/office/drawing/2014/main" id="{1D91EFE2-B044-47F8-9AA9-D2A6DECC8E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061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6877" name="Shape 2836">
              <a:extLst>
                <a:ext uri="{FF2B5EF4-FFF2-40B4-BE49-F238E27FC236}">
                  <a16:creationId xmlns:a16="http://schemas.microsoft.com/office/drawing/2014/main" id="{26FC92B3-A7F2-436F-9E66-AFE2EAE485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9062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6878" name="Shape 2837">
              <a:extLst>
                <a:ext uri="{FF2B5EF4-FFF2-40B4-BE49-F238E27FC236}">
                  <a16:creationId xmlns:a16="http://schemas.microsoft.com/office/drawing/2014/main" id="{9A1BDAB6-965B-4B62-963C-4A6F2B220C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6137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6879" name="Shape 2838">
              <a:extLst>
                <a:ext uri="{FF2B5EF4-FFF2-40B4-BE49-F238E27FC236}">
                  <a16:creationId xmlns:a16="http://schemas.microsoft.com/office/drawing/2014/main" id="{D55F707A-E173-4C61-AB27-21E232643B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3212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6880" name="Shape 2839">
              <a:extLst>
                <a:ext uri="{FF2B5EF4-FFF2-40B4-BE49-F238E27FC236}">
                  <a16:creationId xmlns:a16="http://schemas.microsoft.com/office/drawing/2014/main" id="{C8F48CB5-066E-4941-8735-DA3B29BFBD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1875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6881" name="Shape 2840">
              <a:extLst>
                <a:ext uri="{FF2B5EF4-FFF2-40B4-BE49-F238E27FC236}">
                  <a16:creationId xmlns:a16="http://schemas.microsoft.com/office/drawing/2014/main" id="{5F57419C-B754-4AE6-9F01-8737204FA4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38950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6882" name="Shape 2841">
              <a:extLst>
                <a:ext uri="{FF2B5EF4-FFF2-40B4-BE49-F238E27FC236}">
                  <a16:creationId xmlns:a16="http://schemas.microsoft.com/office/drawing/2014/main" id="{C105EA02-CE75-4C85-A1DA-D83B846F44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4436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6883" name="Shape 2842">
              <a:extLst>
                <a:ext uri="{FF2B5EF4-FFF2-40B4-BE49-F238E27FC236}">
                  <a16:creationId xmlns:a16="http://schemas.microsoft.com/office/drawing/2014/main" id="{13008923-9151-467B-B6A0-A0B77C0D20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1986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6884" name="Shape 2843">
              <a:extLst>
                <a:ext uri="{FF2B5EF4-FFF2-40B4-BE49-F238E27FC236}">
                  <a16:creationId xmlns:a16="http://schemas.microsoft.com/office/drawing/2014/main" id="{21A1D13C-5974-4B65-9339-9705674497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" y="3030536"/>
              <a:ext cx="20939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286885" name="Shape 2844">
              <a:extLst>
                <a:ext uri="{FF2B5EF4-FFF2-40B4-BE49-F238E27FC236}">
                  <a16:creationId xmlns:a16="http://schemas.microsoft.com/office/drawing/2014/main" id="{D68EE01B-25BF-45C3-975B-79807246E4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3038475"/>
              <a:ext cx="11100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6886" name="Shape 2845">
              <a:extLst>
                <a:ext uri="{FF2B5EF4-FFF2-40B4-BE49-F238E27FC236}">
                  <a16:creationId xmlns:a16="http://schemas.microsoft.com/office/drawing/2014/main" id="{A2B7F2EC-DAE8-4909-B7A5-0DB5719144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662" y="3030536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286887" name="Shape 2846">
              <a:extLst>
                <a:ext uri="{FF2B5EF4-FFF2-40B4-BE49-F238E27FC236}">
                  <a16:creationId xmlns:a16="http://schemas.microsoft.com/office/drawing/2014/main" id="{9580815D-43B3-4322-80D1-9E2BB34E97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8361" y="3030536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286888" name="Shape 2847">
              <a:extLst>
                <a:ext uri="{FF2B5EF4-FFF2-40B4-BE49-F238E27FC236}">
                  <a16:creationId xmlns:a16="http://schemas.microsoft.com/office/drawing/2014/main" id="{49210F7F-655D-44A6-BBE4-AA34B7DCBE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5611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6889" name="Shape 2848">
              <a:extLst>
                <a:ext uri="{FF2B5EF4-FFF2-40B4-BE49-F238E27FC236}">
                  <a16:creationId xmlns:a16="http://schemas.microsoft.com/office/drawing/2014/main" id="{C704D2F8-AA47-422A-BEA5-B19BC686C6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061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6890" name="Shape 2849">
              <a:extLst>
                <a:ext uri="{FF2B5EF4-FFF2-40B4-BE49-F238E27FC236}">
                  <a16:creationId xmlns:a16="http://schemas.microsoft.com/office/drawing/2014/main" id="{F778014F-2508-47FE-AFC8-8A3BD4BB92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650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6891" name="Shape 2850">
              <a:extLst>
                <a:ext uri="{FF2B5EF4-FFF2-40B4-BE49-F238E27FC236}">
                  <a16:creationId xmlns:a16="http://schemas.microsoft.com/office/drawing/2014/main" id="{7FF3104A-F355-42A5-9FAD-6CCF5F9193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7725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6892" name="Shape 2851">
              <a:extLst>
                <a:ext uri="{FF2B5EF4-FFF2-40B4-BE49-F238E27FC236}">
                  <a16:creationId xmlns:a16="http://schemas.microsoft.com/office/drawing/2014/main" id="{DD27E560-705C-4FA6-8381-4AF822158C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4800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6893" name="Shape 2852">
              <a:extLst>
                <a:ext uri="{FF2B5EF4-FFF2-40B4-BE49-F238E27FC236}">
                  <a16:creationId xmlns:a16="http://schemas.microsoft.com/office/drawing/2014/main" id="{B2B37D3D-142E-4BC7-8EE1-9518D28D80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1875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6894" name="Shape 2853">
              <a:extLst>
                <a:ext uri="{FF2B5EF4-FFF2-40B4-BE49-F238E27FC236}">
                  <a16:creationId xmlns:a16="http://schemas.microsoft.com/office/drawing/2014/main" id="{26E9B603-1879-4F38-8BCF-8C5FE8A159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38950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6895" name="Shape 2854">
              <a:extLst>
                <a:ext uri="{FF2B5EF4-FFF2-40B4-BE49-F238E27FC236}">
                  <a16:creationId xmlns:a16="http://schemas.microsoft.com/office/drawing/2014/main" id="{FE455335-8537-4831-B615-4BB20C6AC8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6025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6896" name="Shape 2855">
              <a:extLst>
                <a:ext uri="{FF2B5EF4-FFF2-40B4-BE49-F238E27FC236}">
                  <a16:creationId xmlns:a16="http://schemas.microsoft.com/office/drawing/2014/main" id="{E16A998B-BE56-46F6-8C75-6452928E75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1986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6897" name="Shape 2856">
              <a:extLst>
                <a:ext uri="{FF2B5EF4-FFF2-40B4-BE49-F238E27FC236}">
                  <a16:creationId xmlns:a16="http://schemas.microsoft.com/office/drawing/2014/main" id="{FD132691-FFC8-4DA3-8BB3-CEE7158EBD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" y="3302000"/>
              <a:ext cx="20939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286898" name="Shape 2857">
              <a:extLst>
                <a:ext uri="{FF2B5EF4-FFF2-40B4-BE49-F238E27FC236}">
                  <a16:creationId xmlns:a16="http://schemas.microsoft.com/office/drawing/2014/main" id="{D4E7B435-43C4-40E3-B624-3A2731939D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3290887"/>
              <a:ext cx="11100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6899" name="Shape 2858">
              <a:extLst>
                <a:ext uri="{FF2B5EF4-FFF2-40B4-BE49-F238E27FC236}">
                  <a16:creationId xmlns:a16="http://schemas.microsoft.com/office/drawing/2014/main" id="{4592D313-B785-4058-8EAA-5535647AE4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662" y="3302000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286900" name="Shape 2859">
              <a:extLst>
                <a:ext uri="{FF2B5EF4-FFF2-40B4-BE49-F238E27FC236}">
                  <a16:creationId xmlns:a16="http://schemas.microsoft.com/office/drawing/2014/main" id="{21886668-22CD-4CE6-91FC-E3E8B1DCF0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8361" y="3302000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286901" name="Shape 2860">
              <a:extLst>
                <a:ext uri="{FF2B5EF4-FFF2-40B4-BE49-F238E27FC236}">
                  <a16:creationId xmlns:a16="http://schemas.microsoft.com/office/drawing/2014/main" id="{29B3AFCE-AA59-40E1-A367-1AE7621E20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5611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6902" name="Shape 2861">
              <a:extLst>
                <a:ext uri="{FF2B5EF4-FFF2-40B4-BE49-F238E27FC236}">
                  <a16:creationId xmlns:a16="http://schemas.microsoft.com/office/drawing/2014/main" id="{C60D6D08-A3BF-4D53-9A26-29CEA5B43E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061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6903" name="Shape 2862">
              <a:extLst>
                <a:ext uri="{FF2B5EF4-FFF2-40B4-BE49-F238E27FC236}">
                  <a16:creationId xmlns:a16="http://schemas.microsoft.com/office/drawing/2014/main" id="{A2402AD6-EC91-4637-A87F-38DDA5B966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650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6904" name="Shape 2863">
              <a:extLst>
                <a:ext uri="{FF2B5EF4-FFF2-40B4-BE49-F238E27FC236}">
                  <a16:creationId xmlns:a16="http://schemas.microsoft.com/office/drawing/2014/main" id="{A4712BD0-E0BF-4F1A-86AA-7B9EF1B4E6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7725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6905" name="Shape 2864">
              <a:extLst>
                <a:ext uri="{FF2B5EF4-FFF2-40B4-BE49-F238E27FC236}">
                  <a16:creationId xmlns:a16="http://schemas.microsoft.com/office/drawing/2014/main" id="{856D958A-1A50-47C5-A4AE-CE03ED6677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4800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6906" name="Shape 2865">
              <a:extLst>
                <a:ext uri="{FF2B5EF4-FFF2-40B4-BE49-F238E27FC236}">
                  <a16:creationId xmlns:a16="http://schemas.microsoft.com/office/drawing/2014/main" id="{E4C0EABA-2D3F-49C3-A585-06A1A664F0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1875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6907" name="Shape 2866">
              <a:extLst>
                <a:ext uri="{FF2B5EF4-FFF2-40B4-BE49-F238E27FC236}">
                  <a16:creationId xmlns:a16="http://schemas.microsoft.com/office/drawing/2014/main" id="{D9C1D8BE-0CC8-44ED-A245-6DF0309886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38950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6908" name="Shape 2867">
              <a:extLst>
                <a:ext uri="{FF2B5EF4-FFF2-40B4-BE49-F238E27FC236}">
                  <a16:creationId xmlns:a16="http://schemas.microsoft.com/office/drawing/2014/main" id="{5F5CB68F-EFC9-4845-B120-BE6DCE3BE8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6025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6909" name="Shape 2868">
              <a:extLst>
                <a:ext uri="{FF2B5EF4-FFF2-40B4-BE49-F238E27FC236}">
                  <a16:creationId xmlns:a16="http://schemas.microsoft.com/office/drawing/2014/main" id="{0D46F112-844B-4FD6-851A-8EDE214193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1986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6910" name="Shape 2869">
              <a:extLst>
                <a:ext uri="{FF2B5EF4-FFF2-40B4-BE49-F238E27FC236}">
                  <a16:creationId xmlns:a16="http://schemas.microsoft.com/office/drawing/2014/main" id="{C7AA8ACE-3CA3-41D6-BE49-0A5F32C756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3250" y="3576637"/>
              <a:ext cx="222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286911" name="Shape 2870">
              <a:extLst>
                <a:ext uri="{FF2B5EF4-FFF2-40B4-BE49-F238E27FC236}">
                  <a16:creationId xmlns:a16="http://schemas.microsoft.com/office/drawing/2014/main" id="{A73574E4-7F54-4CC6-85B9-7C31E3FD34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3570287"/>
              <a:ext cx="11100" cy="315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6912" name="Shape 2871">
              <a:extLst>
                <a:ext uri="{FF2B5EF4-FFF2-40B4-BE49-F238E27FC236}">
                  <a16:creationId xmlns:a16="http://schemas.microsoft.com/office/drawing/2014/main" id="{66A999C8-0A60-446E-8F84-16683005E7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5075" y="3576637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286913" name="Shape 2872">
              <a:extLst>
                <a:ext uri="{FF2B5EF4-FFF2-40B4-BE49-F238E27FC236}">
                  <a16:creationId xmlns:a16="http://schemas.microsoft.com/office/drawing/2014/main" id="{9C6FE9E7-B391-4770-BBF9-282A9F8EF3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6775" y="3576637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286914" name="Shape 2873">
              <a:extLst>
                <a:ext uri="{FF2B5EF4-FFF2-40B4-BE49-F238E27FC236}">
                  <a16:creationId xmlns:a16="http://schemas.microsoft.com/office/drawing/2014/main" id="{7C5F5136-4DF5-41F1-9E9C-8A63DDFC9C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4025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6915" name="Shape 2874">
              <a:extLst>
                <a:ext uri="{FF2B5EF4-FFF2-40B4-BE49-F238E27FC236}">
                  <a16:creationId xmlns:a16="http://schemas.microsoft.com/office/drawing/2014/main" id="{2092012E-0FB9-4CC3-8355-B39F0B7A05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061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6916" name="Shape 2875">
              <a:extLst>
                <a:ext uri="{FF2B5EF4-FFF2-40B4-BE49-F238E27FC236}">
                  <a16:creationId xmlns:a16="http://schemas.microsoft.com/office/drawing/2014/main" id="{BAFB7762-5BEC-44A8-9190-459FFC5414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9062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6917" name="Shape 2876">
              <a:extLst>
                <a:ext uri="{FF2B5EF4-FFF2-40B4-BE49-F238E27FC236}">
                  <a16:creationId xmlns:a16="http://schemas.microsoft.com/office/drawing/2014/main" id="{9DC064EF-6D0B-4EB6-977F-EC9384A113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6137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6918" name="Shape 2877">
              <a:extLst>
                <a:ext uri="{FF2B5EF4-FFF2-40B4-BE49-F238E27FC236}">
                  <a16:creationId xmlns:a16="http://schemas.microsoft.com/office/drawing/2014/main" id="{4F70CD95-753E-43D4-A5BC-0A4A147DB3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3212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6919" name="Shape 2878">
              <a:extLst>
                <a:ext uri="{FF2B5EF4-FFF2-40B4-BE49-F238E27FC236}">
                  <a16:creationId xmlns:a16="http://schemas.microsoft.com/office/drawing/2014/main" id="{4C433D4C-7787-4EA5-89F8-480DC9BD05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1875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6920" name="Shape 2879">
              <a:extLst>
                <a:ext uri="{FF2B5EF4-FFF2-40B4-BE49-F238E27FC236}">
                  <a16:creationId xmlns:a16="http://schemas.microsoft.com/office/drawing/2014/main" id="{62A57E90-DE25-47D5-AFA2-12B180824E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38950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6921" name="Shape 2880">
              <a:extLst>
                <a:ext uri="{FF2B5EF4-FFF2-40B4-BE49-F238E27FC236}">
                  <a16:creationId xmlns:a16="http://schemas.microsoft.com/office/drawing/2014/main" id="{DFFBF505-CBEC-4156-9B97-7250C50180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4436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6922" name="Shape 2881">
              <a:extLst>
                <a:ext uri="{FF2B5EF4-FFF2-40B4-BE49-F238E27FC236}">
                  <a16:creationId xmlns:a16="http://schemas.microsoft.com/office/drawing/2014/main" id="{68B4821A-68E0-49A9-B527-BA144EC6C3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9637" y="3897312"/>
              <a:ext cx="786119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6923" name="Shape 2882">
              <a:extLst>
                <a:ext uri="{FF2B5EF4-FFF2-40B4-BE49-F238E27FC236}">
                  <a16:creationId xmlns:a16="http://schemas.microsoft.com/office/drawing/2014/main" id="{00475E51-D11B-4BFD-B2A0-29581C5B40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1986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cxnSp>
          <p:nvCxnSpPr>
            <p:cNvPr id="286924" name="Shape 2883">
              <a:extLst>
                <a:ext uri="{FF2B5EF4-FFF2-40B4-BE49-F238E27FC236}">
                  <a16:creationId xmlns:a16="http://schemas.microsoft.com/office/drawing/2014/main" id="{B5A5A923-986A-4A16-80D8-8DA3A33C123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14400" y="1428750"/>
              <a:ext cx="0" cy="2471699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6925" name="Shape 2884">
              <a:extLst>
                <a:ext uri="{FF2B5EF4-FFF2-40B4-BE49-F238E27FC236}">
                  <a16:creationId xmlns:a16="http://schemas.microsoft.com/office/drawing/2014/main" id="{8F60B0CD-5BF6-4D31-9084-B02E0D08556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571875" y="1443037"/>
              <a:ext cx="0" cy="244320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6926" name="Shape 2885">
              <a:extLst>
                <a:ext uri="{FF2B5EF4-FFF2-40B4-BE49-F238E27FC236}">
                  <a16:creationId xmlns:a16="http://schemas.microsoft.com/office/drawing/2014/main" id="{7AF2D167-DA25-4794-8FA1-AFBFF4176F9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3086" y="1885950"/>
              <a:ext cx="1728900" cy="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6927" name="Shape 2886">
              <a:extLst>
                <a:ext uri="{FF2B5EF4-FFF2-40B4-BE49-F238E27FC236}">
                  <a16:creationId xmlns:a16="http://schemas.microsoft.com/office/drawing/2014/main" id="{40A80AD4-C9A1-47B0-8D53-A3817BD80A0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758236" y="1414462"/>
              <a:ext cx="0" cy="2514599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86753" name="Shape 2887">
            <a:extLst>
              <a:ext uri="{FF2B5EF4-FFF2-40B4-BE49-F238E27FC236}">
                <a16:creationId xmlns:a16="http://schemas.microsoft.com/office/drawing/2014/main" id="{901EF829-F2EB-4664-8ECE-FC02579266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0238" y="1190625"/>
            <a:ext cx="5127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</a:p>
        </p:txBody>
      </p:sp>
      <p:sp>
        <p:nvSpPr>
          <p:cNvPr id="286754" name="Shape 2888">
            <a:extLst>
              <a:ext uri="{FF2B5EF4-FFF2-40B4-BE49-F238E27FC236}">
                <a16:creationId xmlns:a16="http://schemas.microsoft.com/office/drawing/2014/main" id="{F82CCCE8-A28A-4C7B-8638-AFBF4D249A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7963" y="1222375"/>
            <a:ext cx="5111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</a:p>
        </p:txBody>
      </p:sp>
      <p:sp>
        <p:nvSpPr>
          <p:cNvPr id="286755" name="Shape 2889">
            <a:extLst>
              <a:ext uri="{FF2B5EF4-FFF2-40B4-BE49-F238E27FC236}">
                <a16:creationId xmlns:a16="http://schemas.microsoft.com/office/drawing/2014/main" id="{78CE15A8-F85D-4888-9006-EEAA73FFB5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5363" y="1204913"/>
            <a:ext cx="5111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</a:p>
        </p:txBody>
      </p:sp>
      <p:graphicFrame>
        <p:nvGraphicFramePr>
          <p:cNvPr id="2890" name="Shape 2890">
            <a:extLst>
              <a:ext uri="{FF2B5EF4-FFF2-40B4-BE49-F238E27FC236}">
                <a16:creationId xmlns:a16="http://schemas.microsoft.com/office/drawing/2014/main" id="{D8FC684C-3B22-6A45-8E49-C402C0EE8A8A}"/>
              </a:ext>
            </a:extLst>
          </p:cNvPr>
          <p:cNvGraphicFramePr>
            <a:graphicFrameLocks noGrp="1"/>
          </p:cNvGraphicFramePr>
          <p:nvPr/>
        </p:nvGraphicFramePr>
        <p:xfrm>
          <a:off x="779463" y="3067050"/>
          <a:ext cx="2479675" cy="3571875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68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68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w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  <a:sym typeface="Times New Roman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pSp>
        <p:nvGrpSpPr>
          <p:cNvPr id="286818" name="Group 105">
            <a:extLst>
              <a:ext uri="{FF2B5EF4-FFF2-40B4-BE49-F238E27FC236}">
                <a16:creationId xmlns:a16="http://schemas.microsoft.com/office/drawing/2014/main" id="{A4BFE5BD-CFF4-4AC8-9167-95F020A23916}"/>
              </a:ext>
            </a:extLst>
          </p:cNvPr>
          <p:cNvGrpSpPr>
            <a:grpSpLocks/>
          </p:cNvGrpSpPr>
          <p:nvPr/>
        </p:nvGrpSpPr>
        <p:grpSpPr bwMode="auto">
          <a:xfrm>
            <a:off x="3908425" y="2840038"/>
            <a:ext cx="2728913" cy="1778000"/>
            <a:chOff x="4851400" y="3867150"/>
            <a:chExt cx="2728913" cy="1778000"/>
          </a:xfrm>
        </p:grpSpPr>
        <p:sp>
          <p:nvSpPr>
            <p:cNvPr id="286840" name="Shape 3318">
              <a:extLst>
                <a:ext uri="{FF2B5EF4-FFF2-40B4-BE49-F238E27FC236}">
                  <a16:creationId xmlns:a16="http://schemas.microsoft.com/office/drawing/2014/main" id="{937B0D43-32CD-4C2C-A506-A881895F9C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5625" y="4660900"/>
              <a:ext cx="960438" cy="984250"/>
            </a:xfrm>
            <a:prstGeom prst="rect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cxnSp>
          <p:nvCxnSpPr>
            <p:cNvPr id="286841" name="Shape 3319">
              <a:extLst>
                <a:ext uri="{FF2B5EF4-FFF2-40B4-BE49-F238E27FC236}">
                  <a16:creationId xmlns:a16="http://schemas.microsoft.com/office/drawing/2014/main" id="{729B985A-FBD1-484E-9FD6-9B954FF9CC0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635625" y="5164138"/>
              <a:ext cx="960438" cy="1587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6842" name="Shape 3320">
              <a:extLst>
                <a:ext uri="{FF2B5EF4-FFF2-40B4-BE49-F238E27FC236}">
                  <a16:creationId xmlns:a16="http://schemas.microsoft.com/office/drawing/2014/main" id="{F985F248-0B4F-4C9B-8497-4DF9CE5A69A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6115050" y="4660900"/>
              <a:ext cx="1588" cy="984250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6843" name="Shape 3321">
              <a:extLst>
                <a:ext uri="{FF2B5EF4-FFF2-40B4-BE49-F238E27FC236}">
                  <a16:creationId xmlns:a16="http://schemas.microsoft.com/office/drawing/2014/main" id="{E031D51B-BB2A-48F0-AD97-4E986EDA64C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154613" y="4181475"/>
              <a:ext cx="481012" cy="479425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86844" name="Shape 3322">
              <a:extLst>
                <a:ext uri="{FF2B5EF4-FFF2-40B4-BE49-F238E27FC236}">
                  <a16:creationId xmlns:a16="http://schemas.microsoft.com/office/drawing/2014/main" id="{E8F5A784-EE8F-4F72-BDE0-4684BC0DE1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96063" y="4660900"/>
              <a:ext cx="984250" cy="984250"/>
            </a:xfrm>
            <a:prstGeom prst="rect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cxnSp>
          <p:nvCxnSpPr>
            <p:cNvPr id="286845" name="Shape 3323">
              <a:extLst>
                <a:ext uri="{FF2B5EF4-FFF2-40B4-BE49-F238E27FC236}">
                  <a16:creationId xmlns:a16="http://schemas.microsoft.com/office/drawing/2014/main" id="{F456AF52-9F73-4D7A-A6B1-20E5EF2E74D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596063" y="5164138"/>
              <a:ext cx="984250" cy="1587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6846" name="Shape 3324">
              <a:extLst>
                <a:ext uri="{FF2B5EF4-FFF2-40B4-BE49-F238E27FC236}">
                  <a16:creationId xmlns:a16="http://schemas.microsoft.com/office/drawing/2014/main" id="{C7E0C9B2-AD0A-4D08-AD8D-3DFFD1C83AC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7099300" y="4660900"/>
              <a:ext cx="1588" cy="984250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86847" name="Shape 3325">
              <a:extLst>
                <a:ext uri="{FF2B5EF4-FFF2-40B4-BE49-F238E27FC236}">
                  <a16:creationId xmlns:a16="http://schemas.microsoft.com/office/drawing/2014/main" id="{272CABCF-D722-45D2-865A-227956A796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38725" y="4273550"/>
              <a:ext cx="18573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86848" name="Shape 3326">
              <a:extLst>
                <a:ext uri="{FF2B5EF4-FFF2-40B4-BE49-F238E27FC236}">
                  <a16:creationId xmlns:a16="http://schemas.microsoft.com/office/drawing/2014/main" id="{5D028238-8B5E-45FF-9F1F-90B6BD34D4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70563" y="4400550"/>
              <a:ext cx="3206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286849" name="Shape 3327">
              <a:extLst>
                <a:ext uri="{FF2B5EF4-FFF2-40B4-BE49-F238E27FC236}">
                  <a16:creationId xmlns:a16="http://schemas.microsoft.com/office/drawing/2014/main" id="{D545BEB1-DA52-4528-A85F-7C27666557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56338" y="4400550"/>
              <a:ext cx="33972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286850" name="Shape 3328">
              <a:extLst>
                <a:ext uri="{FF2B5EF4-FFF2-40B4-BE49-F238E27FC236}">
                  <a16:creationId xmlns:a16="http://schemas.microsoft.com/office/drawing/2014/main" id="{E7F48F02-F98E-47AE-8A4A-C6D002431B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42113" y="4400550"/>
              <a:ext cx="33972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286851" name="Shape 3329">
              <a:extLst>
                <a:ext uri="{FF2B5EF4-FFF2-40B4-BE49-F238E27FC236}">
                  <a16:creationId xmlns:a16="http://schemas.microsoft.com/office/drawing/2014/main" id="{5A8F4132-5599-4D06-A4A1-BC5D250781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29475" y="4400550"/>
              <a:ext cx="3206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286852" name="Shape 3330">
              <a:extLst>
                <a:ext uri="{FF2B5EF4-FFF2-40B4-BE49-F238E27FC236}">
                  <a16:creationId xmlns:a16="http://schemas.microsoft.com/office/drawing/2014/main" id="{6F2F9D66-BB62-4B59-9EE9-0FAF6DA389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97500" y="4805363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6853" name="Shape 3331">
              <a:extLst>
                <a:ext uri="{FF2B5EF4-FFF2-40B4-BE49-F238E27FC236}">
                  <a16:creationId xmlns:a16="http://schemas.microsoft.com/office/drawing/2014/main" id="{C88C7337-FC24-4A45-BB86-96FDFD81E7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6388" y="5291138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6854" name="Shape 3332">
              <a:extLst>
                <a:ext uri="{FF2B5EF4-FFF2-40B4-BE49-F238E27FC236}">
                  <a16:creationId xmlns:a16="http://schemas.microsoft.com/office/drawing/2014/main" id="{242283E3-789A-41DC-922B-E984D46F66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21300" y="3990975"/>
              <a:ext cx="1412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286855" name="Shape 3333">
              <a:extLst>
                <a:ext uri="{FF2B5EF4-FFF2-40B4-BE49-F238E27FC236}">
                  <a16:creationId xmlns:a16="http://schemas.microsoft.com/office/drawing/2014/main" id="{F2E0E1A2-DF1A-43DE-9B72-0BC59BBD4C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21313" y="4094163"/>
              <a:ext cx="123825" cy="198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286856" name="Shape 3334">
              <a:extLst>
                <a:ext uri="{FF2B5EF4-FFF2-40B4-BE49-F238E27FC236}">
                  <a16:creationId xmlns:a16="http://schemas.microsoft.com/office/drawing/2014/main" id="{EA460057-CD43-412B-88A3-7DEFE02B71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8150" y="3990975"/>
              <a:ext cx="1412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286857" name="Shape 3335">
              <a:extLst>
                <a:ext uri="{FF2B5EF4-FFF2-40B4-BE49-F238E27FC236}">
                  <a16:creationId xmlns:a16="http://schemas.microsoft.com/office/drawing/2014/main" id="{86AD24CE-0668-4E4E-ACD8-83520440C0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18163" y="4094163"/>
              <a:ext cx="123825" cy="198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6858" name="Shape 3336">
              <a:extLst>
                <a:ext uri="{FF2B5EF4-FFF2-40B4-BE49-F238E27FC236}">
                  <a16:creationId xmlns:a16="http://schemas.microsoft.com/office/drawing/2014/main" id="{3DECDB93-774C-448D-BAFA-142E0DC3C5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1400" y="3867150"/>
              <a:ext cx="163513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286859" name="Shape 3337">
              <a:extLst>
                <a:ext uri="{FF2B5EF4-FFF2-40B4-BE49-F238E27FC236}">
                  <a16:creationId xmlns:a16="http://schemas.microsoft.com/office/drawing/2014/main" id="{854CAB5F-92B7-457F-8776-59C02C4705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89513" y="3971925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</p:grpSp>
      <p:grpSp>
        <p:nvGrpSpPr>
          <p:cNvPr id="286819" name="Group 161">
            <a:extLst>
              <a:ext uri="{FF2B5EF4-FFF2-40B4-BE49-F238E27FC236}">
                <a16:creationId xmlns:a16="http://schemas.microsoft.com/office/drawing/2014/main" id="{B73AACDC-9AC9-4CFA-9CA1-AA472076CE39}"/>
              </a:ext>
            </a:extLst>
          </p:cNvPr>
          <p:cNvGrpSpPr>
            <a:grpSpLocks/>
          </p:cNvGrpSpPr>
          <p:nvPr/>
        </p:nvGrpSpPr>
        <p:grpSpPr bwMode="auto">
          <a:xfrm>
            <a:off x="3871913" y="4876800"/>
            <a:ext cx="2728912" cy="1778000"/>
            <a:chOff x="4851400" y="3867150"/>
            <a:chExt cx="2728913" cy="1778000"/>
          </a:xfrm>
        </p:grpSpPr>
        <p:sp>
          <p:nvSpPr>
            <p:cNvPr id="286820" name="Shape 3318">
              <a:extLst>
                <a:ext uri="{FF2B5EF4-FFF2-40B4-BE49-F238E27FC236}">
                  <a16:creationId xmlns:a16="http://schemas.microsoft.com/office/drawing/2014/main" id="{BB3B330A-CD57-4587-B980-14C408C502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5625" y="4660900"/>
              <a:ext cx="960438" cy="984250"/>
            </a:xfrm>
            <a:prstGeom prst="rect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cxnSp>
          <p:nvCxnSpPr>
            <p:cNvPr id="286821" name="Shape 3319">
              <a:extLst>
                <a:ext uri="{FF2B5EF4-FFF2-40B4-BE49-F238E27FC236}">
                  <a16:creationId xmlns:a16="http://schemas.microsoft.com/office/drawing/2014/main" id="{5B378522-477C-4510-A721-EDCC3AAEFD7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635625" y="5164138"/>
              <a:ext cx="960438" cy="1587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6822" name="Shape 3320">
              <a:extLst>
                <a:ext uri="{FF2B5EF4-FFF2-40B4-BE49-F238E27FC236}">
                  <a16:creationId xmlns:a16="http://schemas.microsoft.com/office/drawing/2014/main" id="{8AA978AD-A39A-43B8-82C9-E9D77E749ED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6115050" y="4660900"/>
              <a:ext cx="1588" cy="984250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6823" name="Shape 3321">
              <a:extLst>
                <a:ext uri="{FF2B5EF4-FFF2-40B4-BE49-F238E27FC236}">
                  <a16:creationId xmlns:a16="http://schemas.microsoft.com/office/drawing/2014/main" id="{22707780-E9D0-48B9-B5DE-408BD884164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154613" y="4181475"/>
              <a:ext cx="481012" cy="479425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86824" name="Shape 3322">
              <a:extLst>
                <a:ext uri="{FF2B5EF4-FFF2-40B4-BE49-F238E27FC236}">
                  <a16:creationId xmlns:a16="http://schemas.microsoft.com/office/drawing/2014/main" id="{18A978B2-0549-4374-AF76-6711654494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96063" y="4660900"/>
              <a:ext cx="984250" cy="984250"/>
            </a:xfrm>
            <a:prstGeom prst="rect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cxnSp>
          <p:nvCxnSpPr>
            <p:cNvPr id="286825" name="Shape 3323">
              <a:extLst>
                <a:ext uri="{FF2B5EF4-FFF2-40B4-BE49-F238E27FC236}">
                  <a16:creationId xmlns:a16="http://schemas.microsoft.com/office/drawing/2014/main" id="{7C8ECFC2-89DE-4FB0-A6EA-1E621071A48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596063" y="5164138"/>
              <a:ext cx="984250" cy="1587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6826" name="Shape 3324">
              <a:extLst>
                <a:ext uri="{FF2B5EF4-FFF2-40B4-BE49-F238E27FC236}">
                  <a16:creationId xmlns:a16="http://schemas.microsoft.com/office/drawing/2014/main" id="{AFBB66B4-5F0F-4CE3-8C7A-FDB81555C7E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7099300" y="4660900"/>
              <a:ext cx="1588" cy="984250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86827" name="Shape 3325">
              <a:extLst>
                <a:ext uri="{FF2B5EF4-FFF2-40B4-BE49-F238E27FC236}">
                  <a16:creationId xmlns:a16="http://schemas.microsoft.com/office/drawing/2014/main" id="{07FF6FA6-E0AD-4A26-83B9-9F2CA9D1F3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38725" y="4273550"/>
              <a:ext cx="18573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286828" name="Shape 3326">
              <a:extLst>
                <a:ext uri="{FF2B5EF4-FFF2-40B4-BE49-F238E27FC236}">
                  <a16:creationId xmlns:a16="http://schemas.microsoft.com/office/drawing/2014/main" id="{E075F073-D1B0-4BF1-B4A5-D48FDDC1A6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70563" y="4400550"/>
              <a:ext cx="3206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286829" name="Shape 3327">
              <a:extLst>
                <a:ext uri="{FF2B5EF4-FFF2-40B4-BE49-F238E27FC236}">
                  <a16:creationId xmlns:a16="http://schemas.microsoft.com/office/drawing/2014/main" id="{29744AE9-70FE-4D84-AEF5-BBBDA5781C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56338" y="4400550"/>
              <a:ext cx="33972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286830" name="Shape 3328">
              <a:extLst>
                <a:ext uri="{FF2B5EF4-FFF2-40B4-BE49-F238E27FC236}">
                  <a16:creationId xmlns:a16="http://schemas.microsoft.com/office/drawing/2014/main" id="{9650DA92-2805-438B-82A8-7453F80479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42113" y="4400550"/>
              <a:ext cx="33972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286831" name="Shape 3329">
              <a:extLst>
                <a:ext uri="{FF2B5EF4-FFF2-40B4-BE49-F238E27FC236}">
                  <a16:creationId xmlns:a16="http://schemas.microsoft.com/office/drawing/2014/main" id="{EB339BD0-231E-4319-BFAD-28B9C300C3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29475" y="4400550"/>
              <a:ext cx="3206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286832" name="Shape 3330">
              <a:extLst>
                <a:ext uri="{FF2B5EF4-FFF2-40B4-BE49-F238E27FC236}">
                  <a16:creationId xmlns:a16="http://schemas.microsoft.com/office/drawing/2014/main" id="{DDAFF9A8-85AD-46B7-962A-1387B79F5D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97500" y="4805363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6833" name="Shape 3331">
              <a:extLst>
                <a:ext uri="{FF2B5EF4-FFF2-40B4-BE49-F238E27FC236}">
                  <a16:creationId xmlns:a16="http://schemas.microsoft.com/office/drawing/2014/main" id="{048A88F2-A346-4942-A5FF-393619E189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6388" y="5291138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6834" name="Shape 3332">
              <a:extLst>
                <a:ext uri="{FF2B5EF4-FFF2-40B4-BE49-F238E27FC236}">
                  <a16:creationId xmlns:a16="http://schemas.microsoft.com/office/drawing/2014/main" id="{CB39F2E2-957B-4313-90C4-B79BD212EC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21300" y="3990975"/>
              <a:ext cx="1412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286835" name="Shape 3333">
              <a:extLst>
                <a:ext uri="{FF2B5EF4-FFF2-40B4-BE49-F238E27FC236}">
                  <a16:creationId xmlns:a16="http://schemas.microsoft.com/office/drawing/2014/main" id="{3C5B9F55-C43F-45D6-8598-6EBBB846CE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21313" y="4094163"/>
              <a:ext cx="123825" cy="198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286836" name="Shape 3334">
              <a:extLst>
                <a:ext uri="{FF2B5EF4-FFF2-40B4-BE49-F238E27FC236}">
                  <a16:creationId xmlns:a16="http://schemas.microsoft.com/office/drawing/2014/main" id="{EB23A4CC-C64C-418E-AEA9-42EDFB6FBF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8150" y="3990975"/>
              <a:ext cx="1412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286837" name="Shape 3335">
              <a:extLst>
                <a:ext uri="{FF2B5EF4-FFF2-40B4-BE49-F238E27FC236}">
                  <a16:creationId xmlns:a16="http://schemas.microsoft.com/office/drawing/2014/main" id="{01AC5B02-B0B1-42FB-A023-F69267BCD0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18163" y="4094163"/>
              <a:ext cx="123825" cy="198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6838" name="Shape 3336">
              <a:extLst>
                <a:ext uri="{FF2B5EF4-FFF2-40B4-BE49-F238E27FC236}">
                  <a16:creationId xmlns:a16="http://schemas.microsoft.com/office/drawing/2014/main" id="{587F0110-99D0-474A-827C-D324CAEFFE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1400" y="3867150"/>
              <a:ext cx="163513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286839" name="Shape 3337">
              <a:extLst>
                <a:ext uri="{FF2B5EF4-FFF2-40B4-BE49-F238E27FC236}">
                  <a16:creationId xmlns:a16="http://schemas.microsoft.com/office/drawing/2014/main" id="{556E79C1-C988-49DA-B393-17F82821C1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89513" y="3971925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769" name="Shape 2787">
            <a:extLst>
              <a:ext uri="{FF2B5EF4-FFF2-40B4-BE49-F238E27FC236}">
                <a16:creationId xmlns:a16="http://schemas.microsoft.com/office/drawing/2014/main" id="{130B4EA8-2072-41AA-B6F2-377EAA3352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342900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8770" name="Shape 2788">
            <a:extLst>
              <a:ext uri="{FF2B5EF4-FFF2-40B4-BE49-F238E27FC236}">
                <a16:creationId xmlns:a16="http://schemas.microsoft.com/office/drawing/2014/main" id="{A5087807-106E-4B2E-97FB-B32A01B3AB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342900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8771" name="Shape 2789">
            <a:extLst>
              <a:ext uri="{FF2B5EF4-FFF2-40B4-BE49-F238E27FC236}">
                <a16:creationId xmlns:a16="http://schemas.microsoft.com/office/drawing/2014/main" id="{C9382B86-0AB0-4688-BB44-FBC989CC2B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342900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8772" name="Shape 2790">
            <a:extLst>
              <a:ext uri="{FF2B5EF4-FFF2-40B4-BE49-F238E27FC236}">
                <a16:creationId xmlns:a16="http://schemas.microsoft.com/office/drawing/2014/main" id="{63BB00E5-8F4E-4BF5-B2C6-642FB6CD4F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0375" y="792163"/>
            <a:ext cx="1725613" cy="1111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8773" name="Shape 2791">
            <a:extLst>
              <a:ext uri="{FF2B5EF4-FFF2-40B4-BE49-F238E27FC236}">
                <a16:creationId xmlns:a16="http://schemas.microsoft.com/office/drawing/2014/main" id="{767329BB-7198-473B-AA7A-B875D95F92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752475"/>
            <a:ext cx="11113" cy="4143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8774" name="Shape 2792">
            <a:extLst>
              <a:ext uri="{FF2B5EF4-FFF2-40B4-BE49-F238E27FC236}">
                <a16:creationId xmlns:a16="http://schemas.microsoft.com/office/drawing/2014/main" id="{4C91B033-B9E7-4B87-A4CB-437A681B59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752475"/>
            <a:ext cx="11113" cy="4143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8775" name="Shape 2793">
            <a:extLst>
              <a:ext uri="{FF2B5EF4-FFF2-40B4-BE49-F238E27FC236}">
                <a16:creationId xmlns:a16="http://schemas.microsoft.com/office/drawing/2014/main" id="{B39E9951-9D2D-401A-8827-001F31897C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752475"/>
            <a:ext cx="11113" cy="4143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8776" name="Shape 2794">
            <a:extLst>
              <a:ext uri="{FF2B5EF4-FFF2-40B4-BE49-F238E27FC236}">
                <a16:creationId xmlns:a16="http://schemas.microsoft.com/office/drawing/2014/main" id="{2325E54F-02F1-4C0E-A0B7-F5F8575695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1166813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8777" name="Shape 2795">
            <a:extLst>
              <a:ext uri="{FF2B5EF4-FFF2-40B4-BE49-F238E27FC236}">
                <a16:creationId xmlns:a16="http://schemas.microsoft.com/office/drawing/2014/main" id="{6D9E74E1-F149-43B1-8CC3-68A0A93ED3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1166813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8778" name="Shape 2796">
            <a:extLst>
              <a:ext uri="{FF2B5EF4-FFF2-40B4-BE49-F238E27FC236}">
                <a16:creationId xmlns:a16="http://schemas.microsoft.com/office/drawing/2014/main" id="{AC3A0D5B-8FA3-406C-8A68-F74FAF83DD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1166813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8779" name="Shape 2797">
            <a:extLst>
              <a:ext uri="{FF2B5EF4-FFF2-40B4-BE49-F238E27FC236}">
                <a16:creationId xmlns:a16="http://schemas.microsoft.com/office/drawing/2014/main" id="{C89DD8CE-99E2-46C1-84CE-07315EE680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1582738"/>
            <a:ext cx="11113" cy="3619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8780" name="Shape 2798">
            <a:extLst>
              <a:ext uri="{FF2B5EF4-FFF2-40B4-BE49-F238E27FC236}">
                <a16:creationId xmlns:a16="http://schemas.microsoft.com/office/drawing/2014/main" id="{18C3AB11-C02E-4048-85C6-29695935C7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1582738"/>
            <a:ext cx="11113" cy="3619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8781" name="Shape 2799">
            <a:extLst>
              <a:ext uri="{FF2B5EF4-FFF2-40B4-BE49-F238E27FC236}">
                <a16:creationId xmlns:a16="http://schemas.microsoft.com/office/drawing/2014/main" id="{4E7F9D83-0089-452B-90EB-5763167B0E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1582738"/>
            <a:ext cx="11113" cy="3619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8782" name="Shape 2800">
            <a:extLst>
              <a:ext uri="{FF2B5EF4-FFF2-40B4-BE49-F238E27FC236}">
                <a16:creationId xmlns:a16="http://schemas.microsoft.com/office/drawing/2014/main" id="{9DB8A3F7-EAA6-4985-8E6D-20C4F61E88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1944688"/>
            <a:ext cx="11113" cy="2746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8783" name="Shape 2801">
            <a:extLst>
              <a:ext uri="{FF2B5EF4-FFF2-40B4-BE49-F238E27FC236}">
                <a16:creationId xmlns:a16="http://schemas.microsoft.com/office/drawing/2014/main" id="{CFA01A79-75FC-4DAE-B2F7-2366437F93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1944688"/>
            <a:ext cx="11113" cy="2746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8784" name="Shape 2802">
            <a:extLst>
              <a:ext uri="{FF2B5EF4-FFF2-40B4-BE49-F238E27FC236}">
                <a16:creationId xmlns:a16="http://schemas.microsoft.com/office/drawing/2014/main" id="{C8FB0760-6104-49EA-AD89-7EEB34D394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1944688"/>
            <a:ext cx="11113" cy="2746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8785" name="Shape 2803">
            <a:extLst>
              <a:ext uri="{FF2B5EF4-FFF2-40B4-BE49-F238E27FC236}">
                <a16:creationId xmlns:a16="http://schemas.microsoft.com/office/drawing/2014/main" id="{6A57C19F-CFE9-4973-A934-D761DC8930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2197100"/>
            <a:ext cx="11113" cy="2746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8786" name="Shape 2804">
            <a:extLst>
              <a:ext uri="{FF2B5EF4-FFF2-40B4-BE49-F238E27FC236}">
                <a16:creationId xmlns:a16="http://schemas.microsoft.com/office/drawing/2014/main" id="{AA82D53C-E044-40B9-AAB6-8968410DE8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2197100"/>
            <a:ext cx="11113" cy="2746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8787" name="Shape 2805">
            <a:extLst>
              <a:ext uri="{FF2B5EF4-FFF2-40B4-BE49-F238E27FC236}">
                <a16:creationId xmlns:a16="http://schemas.microsoft.com/office/drawing/2014/main" id="{13BB1899-CE8E-4636-90AA-B6AA4337D8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2197100"/>
            <a:ext cx="11113" cy="2746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8788" name="Shape 2806">
            <a:extLst>
              <a:ext uri="{FF2B5EF4-FFF2-40B4-BE49-F238E27FC236}">
                <a16:creationId xmlns:a16="http://schemas.microsoft.com/office/drawing/2014/main" id="{5B501F86-D57C-41FF-8EBB-20E03ED246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2476500"/>
            <a:ext cx="11113" cy="315913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8789" name="Shape 2807">
            <a:extLst>
              <a:ext uri="{FF2B5EF4-FFF2-40B4-BE49-F238E27FC236}">
                <a16:creationId xmlns:a16="http://schemas.microsoft.com/office/drawing/2014/main" id="{ABDD88B3-98B0-45CC-987A-F75CD80923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2476500"/>
            <a:ext cx="11113" cy="315913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8790" name="Shape 2808">
            <a:extLst>
              <a:ext uri="{FF2B5EF4-FFF2-40B4-BE49-F238E27FC236}">
                <a16:creationId xmlns:a16="http://schemas.microsoft.com/office/drawing/2014/main" id="{1045AAE3-5C13-440A-9490-42D3564273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2476500"/>
            <a:ext cx="11113" cy="315913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88791" name="Shape 2809">
            <a:extLst>
              <a:ext uri="{FF2B5EF4-FFF2-40B4-BE49-F238E27FC236}">
                <a16:creationId xmlns:a16="http://schemas.microsoft.com/office/drawing/2014/main" id="{679545C5-366A-407A-97AB-7A33325A28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95688" y="1222375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R1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</a:t>
            </a:r>
          </a:p>
        </p:txBody>
      </p:sp>
      <p:sp>
        <p:nvSpPr>
          <p:cNvPr id="288792" name="Shape 2810">
            <a:extLst>
              <a:ext uri="{FF2B5EF4-FFF2-40B4-BE49-F238E27FC236}">
                <a16:creationId xmlns:a16="http://schemas.microsoft.com/office/drawing/2014/main" id="{1B17B2C8-4DA3-4D62-A8B5-B780C7CC85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3563" y="1208088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R1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in</a:t>
            </a:r>
          </a:p>
        </p:txBody>
      </p:sp>
      <p:sp>
        <p:nvSpPr>
          <p:cNvPr id="288793" name="Shape 2811">
            <a:extLst>
              <a:ext uri="{FF2B5EF4-FFF2-40B4-BE49-F238E27FC236}">
                <a16:creationId xmlns:a16="http://schemas.microsoft.com/office/drawing/2014/main" id="{BC110561-1EED-48B8-B257-6A097F9D44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24450" y="1208088"/>
            <a:ext cx="5921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R2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</a:t>
            </a:r>
          </a:p>
        </p:txBody>
      </p:sp>
      <p:sp>
        <p:nvSpPr>
          <p:cNvPr id="288794" name="Shape 2812">
            <a:extLst>
              <a:ext uri="{FF2B5EF4-FFF2-40B4-BE49-F238E27FC236}">
                <a16:creationId xmlns:a16="http://schemas.microsoft.com/office/drawing/2014/main" id="{DEDEC1E7-DD50-4526-9EBE-9AF39AE511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3900" y="1208088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R2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in</a:t>
            </a:r>
          </a:p>
        </p:txBody>
      </p:sp>
      <p:sp>
        <p:nvSpPr>
          <p:cNvPr id="288795" name="Shape 2813">
            <a:extLst>
              <a:ext uri="{FF2B5EF4-FFF2-40B4-BE49-F238E27FC236}">
                <a16:creationId xmlns:a16="http://schemas.microsoft.com/office/drawing/2014/main" id="{CF867E34-AEE7-4D5B-946D-009598F562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99225" y="1222375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R3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</a:t>
            </a:r>
          </a:p>
        </p:txBody>
      </p:sp>
      <p:sp>
        <p:nvSpPr>
          <p:cNvPr id="288796" name="Shape 2814">
            <a:extLst>
              <a:ext uri="{FF2B5EF4-FFF2-40B4-BE49-F238E27FC236}">
                <a16:creationId xmlns:a16="http://schemas.microsoft.com/office/drawing/2014/main" id="{0FAB9A4C-4063-4D59-BFD5-8F9CBE89DB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70750" y="1208088"/>
            <a:ext cx="5921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R3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in</a:t>
            </a:r>
          </a:p>
        </p:txBody>
      </p:sp>
      <p:sp>
        <p:nvSpPr>
          <p:cNvPr id="288797" name="Shape 2815">
            <a:extLst>
              <a:ext uri="{FF2B5EF4-FFF2-40B4-BE49-F238E27FC236}">
                <a16:creationId xmlns:a16="http://schemas.microsoft.com/office/drawing/2014/main" id="{953A9FB5-F1B1-4F9A-8C2F-7E63BC07BB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18450" y="1190625"/>
            <a:ext cx="5921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Done</a:t>
            </a:r>
          </a:p>
        </p:txBody>
      </p:sp>
      <p:sp>
        <p:nvSpPr>
          <p:cNvPr id="288798" name="Shape 2816">
            <a:extLst>
              <a:ext uri="{FF2B5EF4-FFF2-40B4-BE49-F238E27FC236}">
                <a16:creationId xmlns:a16="http://schemas.microsoft.com/office/drawing/2014/main" id="{CC1DEFE0-7F60-4D40-9D3F-F37E4240D2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4038" y="803275"/>
            <a:ext cx="650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w = </a:t>
            </a: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</a:t>
            </a:r>
          </a:p>
        </p:txBody>
      </p:sp>
      <p:sp>
        <p:nvSpPr>
          <p:cNvPr id="288799" name="Shape 2817">
            <a:extLst>
              <a:ext uri="{FF2B5EF4-FFF2-40B4-BE49-F238E27FC236}">
                <a16:creationId xmlns:a16="http://schemas.microsoft.com/office/drawing/2014/main" id="{31A9EC22-5FC7-4DBD-9244-3421705EA3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76525" y="803275"/>
            <a:ext cx="650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w = </a:t>
            </a: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</a:p>
        </p:txBody>
      </p:sp>
      <p:grpSp>
        <p:nvGrpSpPr>
          <p:cNvPr id="288800" name="Shape 2818">
            <a:extLst>
              <a:ext uri="{FF2B5EF4-FFF2-40B4-BE49-F238E27FC236}">
                <a16:creationId xmlns:a16="http://schemas.microsoft.com/office/drawing/2014/main" id="{EB1985A8-A00E-4AC9-A437-81F37A83F70D}"/>
              </a:ext>
            </a:extLst>
          </p:cNvPr>
          <p:cNvGrpSpPr>
            <a:grpSpLocks/>
          </p:cNvGrpSpPr>
          <p:nvPr/>
        </p:nvGrpSpPr>
        <p:grpSpPr bwMode="auto">
          <a:xfrm>
            <a:off x="484188" y="320675"/>
            <a:ext cx="8167687" cy="2514600"/>
            <a:chOff x="603250" y="1414462"/>
            <a:chExt cx="8167586" cy="2514599"/>
          </a:xfrm>
        </p:grpSpPr>
        <p:sp>
          <p:nvSpPr>
            <p:cNvPr id="288912" name="Shape 2819">
              <a:extLst>
                <a:ext uri="{FF2B5EF4-FFF2-40B4-BE49-F238E27FC236}">
                  <a16:creationId xmlns:a16="http://schemas.microsoft.com/office/drawing/2014/main" id="{8356AC1D-673B-4C8C-B99C-AD13831B86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9637" y="1427162"/>
              <a:ext cx="7861199" cy="95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8913" name="Shape 2820">
              <a:extLst>
                <a:ext uri="{FF2B5EF4-FFF2-40B4-BE49-F238E27FC236}">
                  <a16:creationId xmlns:a16="http://schemas.microsoft.com/office/drawing/2014/main" id="{09DBE2EF-32EC-47E1-9E95-AF60A8B806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1436687"/>
              <a:ext cx="11100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8914" name="Shape 2821">
              <a:extLst>
                <a:ext uri="{FF2B5EF4-FFF2-40B4-BE49-F238E27FC236}">
                  <a16:creationId xmlns:a16="http://schemas.microsoft.com/office/drawing/2014/main" id="{18DC4E41-89A1-4A6D-9D61-5EAF3002D4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1436687"/>
              <a:ext cx="11100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8915" name="Shape 2822">
              <a:extLst>
                <a:ext uri="{FF2B5EF4-FFF2-40B4-BE49-F238E27FC236}">
                  <a16:creationId xmlns:a16="http://schemas.microsoft.com/office/drawing/2014/main" id="{449E4717-1D69-4317-8900-97BA53ABE1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42987" y="1603375"/>
              <a:ext cx="73019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288916" name="Shape 2823">
              <a:extLst>
                <a:ext uri="{FF2B5EF4-FFF2-40B4-BE49-F238E27FC236}">
                  <a16:creationId xmlns:a16="http://schemas.microsoft.com/office/drawing/2014/main" id="{E1D572AF-37BF-47E6-9B71-1416C111B9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55836" y="1550987"/>
              <a:ext cx="9780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288917" name="Shape 2824">
              <a:extLst>
                <a:ext uri="{FF2B5EF4-FFF2-40B4-BE49-F238E27FC236}">
                  <a16:creationId xmlns:a16="http://schemas.microsoft.com/office/drawing/2014/main" id="{9EB0D818-C3DC-4456-A808-082DA816CB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1846261"/>
              <a:ext cx="11100" cy="4142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8918" name="Shape 2825">
              <a:extLst>
                <a:ext uri="{FF2B5EF4-FFF2-40B4-BE49-F238E27FC236}">
                  <a16:creationId xmlns:a16="http://schemas.microsoft.com/office/drawing/2014/main" id="{53B24886-4538-4F00-927E-E0EF78CB20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9987" y="1912936"/>
              <a:ext cx="4761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288919" name="Shape 2826">
              <a:extLst>
                <a:ext uri="{FF2B5EF4-FFF2-40B4-BE49-F238E27FC236}">
                  <a16:creationId xmlns:a16="http://schemas.microsoft.com/office/drawing/2014/main" id="{D2EC0C0B-AFCE-455C-98FF-FE0C934361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2249486"/>
              <a:ext cx="6915000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8920" name="Shape 2827">
              <a:extLst>
                <a:ext uri="{FF2B5EF4-FFF2-40B4-BE49-F238E27FC236}">
                  <a16:creationId xmlns:a16="http://schemas.microsoft.com/office/drawing/2014/main" id="{A249DE56-D1B6-41F0-ABFA-8FF7855C5A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2260600"/>
              <a:ext cx="11100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8921" name="Shape 2828">
              <a:extLst>
                <a:ext uri="{FF2B5EF4-FFF2-40B4-BE49-F238E27FC236}">
                  <a16:creationId xmlns:a16="http://schemas.microsoft.com/office/drawing/2014/main" id="{A8E22510-03EC-4194-B3EF-63C33DC53B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9637" y="2662236"/>
              <a:ext cx="786119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8922" name="Shape 2829">
              <a:extLst>
                <a:ext uri="{FF2B5EF4-FFF2-40B4-BE49-F238E27FC236}">
                  <a16:creationId xmlns:a16="http://schemas.microsoft.com/office/drawing/2014/main" id="{F218FA8C-CBD8-4EF1-AC61-826B96A89A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10250" y="1808161"/>
              <a:ext cx="7809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288923" name="Shape 2830">
              <a:extLst>
                <a:ext uri="{FF2B5EF4-FFF2-40B4-BE49-F238E27FC236}">
                  <a16:creationId xmlns:a16="http://schemas.microsoft.com/office/drawing/2014/main" id="{40EF0C08-2498-44B3-8210-EBDA5669A8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3250" y="2755900"/>
              <a:ext cx="222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288924" name="Shape 2831">
              <a:extLst>
                <a:ext uri="{FF2B5EF4-FFF2-40B4-BE49-F238E27FC236}">
                  <a16:creationId xmlns:a16="http://schemas.microsoft.com/office/drawing/2014/main" id="{BEF1BCB5-9780-40DB-AA01-4C7869E40C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2676525"/>
              <a:ext cx="11100" cy="362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8925" name="Shape 2832">
              <a:extLst>
                <a:ext uri="{FF2B5EF4-FFF2-40B4-BE49-F238E27FC236}">
                  <a16:creationId xmlns:a16="http://schemas.microsoft.com/office/drawing/2014/main" id="{EEC9DBD4-3DCF-48BB-8B97-AD13D0030C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5075" y="2755900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288926" name="Shape 2833">
              <a:extLst>
                <a:ext uri="{FF2B5EF4-FFF2-40B4-BE49-F238E27FC236}">
                  <a16:creationId xmlns:a16="http://schemas.microsoft.com/office/drawing/2014/main" id="{DE95DA30-D35D-45CA-B7CB-3E8120B313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6775" y="2755900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288927" name="Shape 2834">
              <a:extLst>
                <a:ext uri="{FF2B5EF4-FFF2-40B4-BE49-F238E27FC236}">
                  <a16:creationId xmlns:a16="http://schemas.microsoft.com/office/drawing/2014/main" id="{CB411F46-2F8D-4EA2-8D1B-FEA70A210B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4025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8928" name="Shape 2835">
              <a:extLst>
                <a:ext uri="{FF2B5EF4-FFF2-40B4-BE49-F238E27FC236}">
                  <a16:creationId xmlns:a16="http://schemas.microsoft.com/office/drawing/2014/main" id="{271A9AA6-2D33-41C0-9F4E-887C9B6291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061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8929" name="Shape 2836">
              <a:extLst>
                <a:ext uri="{FF2B5EF4-FFF2-40B4-BE49-F238E27FC236}">
                  <a16:creationId xmlns:a16="http://schemas.microsoft.com/office/drawing/2014/main" id="{CAD24633-0002-4D2D-8682-494921FAA1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9062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8930" name="Shape 2837">
              <a:extLst>
                <a:ext uri="{FF2B5EF4-FFF2-40B4-BE49-F238E27FC236}">
                  <a16:creationId xmlns:a16="http://schemas.microsoft.com/office/drawing/2014/main" id="{93B2D4D3-F0FD-43A2-89EB-D30EB50900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6137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8931" name="Shape 2838">
              <a:extLst>
                <a:ext uri="{FF2B5EF4-FFF2-40B4-BE49-F238E27FC236}">
                  <a16:creationId xmlns:a16="http://schemas.microsoft.com/office/drawing/2014/main" id="{38FAD97B-300C-44F9-942E-A32430D776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3212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8932" name="Shape 2839">
              <a:extLst>
                <a:ext uri="{FF2B5EF4-FFF2-40B4-BE49-F238E27FC236}">
                  <a16:creationId xmlns:a16="http://schemas.microsoft.com/office/drawing/2014/main" id="{2658A5AB-4C3A-4436-9ABF-45BBF4FD78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1875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8933" name="Shape 2840">
              <a:extLst>
                <a:ext uri="{FF2B5EF4-FFF2-40B4-BE49-F238E27FC236}">
                  <a16:creationId xmlns:a16="http://schemas.microsoft.com/office/drawing/2014/main" id="{D09E2CE0-74D3-43B7-B738-2A8C01070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38950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8934" name="Shape 2841">
              <a:extLst>
                <a:ext uri="{FF2B5EF4-FFF2-40B4-BE49-F238E27FC236}">
                  <a16:creationId xmlns:a16="http://schemas.microsoft.com/office/drawing/2014/main" id="{9DEFD6E3-4667-4985-B7AC-2182222049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4436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8935" name="Shape 2842">
              <a:extLst>
                <a:ext uri="{FF2B5EF4-FFF2-40B4-BE49-F238E27FC236}">
                  <a16:creationId xmlns:a16="http://schemas.microsoft.com/office/drawing/2014/main" id="{D09AE927-5B15-479F-BECE-8C722580BF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1986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8936" name="Shape 2843">
              <a:extLst>
                <a:ext uri="{FF2B5EF4-FFF2-40B4-BE49-F238E27FC236}">
                  <a16:creationId xmlns:a16="http://schemas.microsoft.com/office/drawing/2014/main" id="{A789D153-AA59-4807-A057-4E4B45E007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" y="3030536"/>
              <a:ext cx="20939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288937" name="Shape 2844">
              <a:extLst>
                <a:ext uri="{FF2B5EF4-FFF2-40B4-BE49-F238E27FC236}">
                  <a16:creationId xmlns:a16="http://schemas.microsoft.com/office/drawing/2014/main" id="{0327567E-D502-4E03-B624-F3F1364E0F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3038475"/>
              <a:ext cx="11100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8938" name="Shape 2845">
              <a:extLst>
                <a:ext uri="{FF2B5EF4-FFF2-40B4-BE49-F238E27FC236}">
                  <a16:creationId xmlns:a16="http://schemas.microsoft.com/office/drawing/2014/main" id="{904D6BA8-C99F-4F22-BB4C-9909529D2D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662" y="3030536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288939" name="Shape 2846">
              <a:extLst>
                <a:ext uri="{FF2B5EF4-FFF2-40B4-BE49-F238E27FC236}">
                  <a16:creationId xmlns:a16="http://schemas.microsoft.com/office/drawing/2014/main" id="{EF68C9F4-3BD1-4ABF-AFAD-ACC99A3218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8361" y="3030536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288940" name="Shape 2847">
              <a:extLst>
                <a:ext uri="{FF2B5EF4-FFF2-40B4-BE49-F238E27FC236}">
                  <a16:creationId xmlns:a16="http://schemas.microsoft.com/office/drawing/2014/main" id="{21BA6C20-6CE3-4857-B1AA-7CEC2A2DC7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5611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8941" name="Shape 2848">
              <a:extLst>
                <a:ext uri="{FF2B5EF4-FFF2-40B4-BE49-F238E27FC236}">
                  <a16:creationId xmlns:a16="http://schemas.microsoft.com/office/drawing/2014/main" id="{A2382376-0142-49AB-A73B-F868F5495F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061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8942" name="Shape 2849">
              <a:extLst>
                <a:ext uri="{FF2B5EF4-FFF2-40B4-BE49-F238E27FC236}">
                  <a16:creationId xmlns:a16="http://schemas.microsoft.com/office/drawing/2014/main" id="{2774D1D0-12BB-4F39-B723-CD27D3E231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650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8943" name="Shape 2850">
              <a:extLst>
                <a:ext uri="{FF2B5EF4-FFF2-40B4-BE49-F238E27FC236}">
                  <a16:creationId xmlns:a16="http://schemas.microsoft.com/office/drawing/2014/main" id="{0F0D86E3-B47B-44DC-B7B8-B54718BB23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7725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8944" name="Shape 2851">
              <a:extLst>
                <a:ext uri="{FF2B5EF4-FFF2-40B4-BE49-F238E27FC236}">
                  <a16:creationId xmlns:a16="http://schemas.microsoft.com/office/drawing/2014/main" id="{7660448E-8FFC-43A6-8625-DFC93C709C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4800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8945" name="Shape 2852">
              <a:extLst>
                <a:ext uri="{FF2B5EF4-FFF2-40B4-BE49-F238E27FC236}">
                  <a16:creationId xmlns:a16="http://schemas.microsoft.com/office/drawing/2014/main" id="{252729CA-8B23-442A-841D-DE08889742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1875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8946" name="Shape 2853">
              <a:extLst>
                <a:ext uri="{FF2B5EF4-FFF2-40B4-BE49-F238E27FC236}">
                  <a16:creationId xmlns:a16="http://schemas.microsoft.com/office/drawing/2014/main" id="{41128C7B-950D-4C19-86AF-AF58F784FC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38950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8947" name="Shape 2854">
              <a:extLst>
                <a:ext uri="{FF2B5EF4-FFF2-40B4-BE49-F238E27FC236}">
                  <a16:creationId xmlns:a16="http://schemas.microsoft.com/office/drawing/2014/main" id="{EB5A5E16-656A-43CE-A0C0-A15C86E24A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6025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8948" name="Shape 2855">
              <a:extLst>
                <a:ext uri="{FF2B5EF4-FFF2-40B4-BE49-F238E27FC236}">
                  <a16:creationId xmlns:a16="http://schemas.microsoft.com/office/drawing/2014/main" id="{BE9D63FE-5126-4402-91EB-17321502C7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1986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8949" name="Shape 2856">
              <a:extLst>
                <a:ext uri="{FF2B5EF4-FFF2-40B4-BE49-F238E27FC236}">
                  <a16:creationId xmlns:a16="http://schemas.microsoft.com/office/drawing/2014/main" id="{E9672C1B-4C10-45D1-85D8-A622695366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" y="3302000"/>
              <a:ext cx="20939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288950" name="Shape 2857">
              <a:extLst>
                <a:ext uri="{FF2B5EF4-FFF2-40B4-BE49-F238E27FC236}">
                  <a16:creationId xmlns:a16="http://schemas.microsoft.com/office/drawing/2014/main" id="{48E17083-83D5-4D34-82EB-5613992C28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3290887"/>
              <a:ext cx="11100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8951" name="Shape 2858">
              <a:extLst>
                <a:ext uri="{FF2B5EF4-FFF2-40B4-BE49-F238E27FC236}">
                  <a16:creationId xmlns:a16="http://schemas.microsoft.com/office/drawing/2014/main" id="{FA265E9F-F388-4197-B8D0-9CA005D05E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662" y="3302000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288952" name="Shape 2859">
              <a:extLst>
                <a:ext uri="{FF2B5EF4-FFF2-40B4-BE49-F238E27FC236}">
                  <a16:creationId xmlns:a16="http://schemas.microsoft.com/office/drawing/2014/main" id="{55345F6E-FABD-4DEA-8CEB-FA45D13CDC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8361" y="3302000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288953" name="Shape 2860">
              <a:extLst>
                <a:ext uri="{FF2B5EF4-FFF2-40B4-BE49-F238E27FC236}">
                  <a16:creationId xmlns:a16="http://schemas.microsoft.com/office/drawing/2014/main" id="{4A250FB7-C924-4E53-A030-FE7F3A6040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5611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8954" name="Shape 2861">
              <a:extLst>
                <a:ext uri="{FF2B5EF4-FFF2-40B4-BE49-F238E27FC236}">
                  <a16:creationId xmlns:a16="http://schemas.microsoft.com/office/drawing/2014/main" id="{C8015134-4CFE-4A66-A852-BAC5183754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061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8955" name="Shape 2862">
              <a:extLst>
                <a:ext uri="{FF2B5EF4-FFF2-40B4-BE49-F238E27FC236}">
                  <a16:creationId xmlns:a16="http://schemas.microsoft.com/office/drawing/2014/main" id="{C4C849F5-9D4E-4825-8BE2-DC7D7E75DA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650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8956" name="Shape 2863">
              <a:extLst>
                <a:ext uri="{FF2B5EF4-FFF2-40B4-BE49-F238E27FC236}">
                  <a16:creationId xmlns:a16="http://schemas.microsoft.com/office/drawing/2014/main" id="{A10CC1FE-8694-483C-BC2D-BBB419A6F9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7725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8957" name="Shape 2864">
              <a:extLst>
                <a:ext uri="{FF2B5EF4-FFF2-40B4-BE49-F238E27FC236}">
                  <a16:creationId xmlns:a16="http://schemas.microsoft.com/office/drawing/2014/main" id="{8506CA3C-F6BB-4A02-8EDA-38B0D42839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4800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8958" name="Shape 2865">
              <a:extLst>
                <a:ext uri="{FF2B5EF4-FFF2-40B4-BE49-F238E27FC236}">
                  <a16:creationId xmlns:a16="http://schemas.microsoft.com/office/drawing/2014/main" id="{B1014F0A-4937-415A-AB3B-6BF87FF573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1875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8959" name="Shape 2866">
              <a:extLst>
                <a:ext uri="{FF2B5EF4-FFF2-40B4-BE49-F238E27FC236}">
                  <a16:creationId xmlns:a16="http://schemas.microsoft.com/office/drawing/2014/main" id="{B3D316CF-C655-4F12-BB02-1239451FA2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38950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8960" name="Shape 2867">
              <a:extLst>
                <a:ext uri="{FF2B5EF4-FFF2-40B4-BE49-F238E27FC236}">
                  <a16:creationId xmlns:a16="http://schemas.microsoft.com/office/drawing/2014/main" id="{8EA82164-373E-4E9D-8BFF-9D95A21D3B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6025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8961" name="Shape 2868">
              <a:extLst>
                <a:ext uri="{FF2B5EF4-FFF2-40B4-BE49-F238E27FC236}">
                  <a16:creationId xmlns:a16="http://schemas.microsoft.com/office/drawing/2014/main" id="{475EFB5C-706D-4AED-A985-58965F068B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1986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8962" name="Shape 2869">
              <a:extLst>
                <a:ext uri="{FF2B5EF4-FFF2-40B4-BE49-F238E27FC236}">
                  <a16:creationId xmlns:a16="http://schemas.microsoft.com/office/drawing/2014/main" id="{6D88A770-7457-4245-B6F6-466AA8FCE5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3250" y="3576637"/>
              <a:ext cx="222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288963" name="Shape 2870">
              <a:extLst>
                <a:ext uri="{FF2B5EF4-FFF2-40B4-BE49-F238E27FC236}">
                  <a16:creationId xmlns:a16="http://schemas.microsoft.com/office/drawing/2014/main" id="{3FFE5B12-C86D-4D8E-A099-C0FD9C5E83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3570287"/>
              <a:ext cx="11100" cy="315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8964" name="Shape 2871">
              <a:extLst>
                <a:ext uri="{FF2B5EF4-FFF2-40B4-BE49-F238E27FC236}">
                  <a16:creationId xmlns:a16="http://schemas.microsoft.com/office/drawing/2014/main" id="{9C2F7E95-E776-49A6-A7A3-E5577AC53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5075" y="3576637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288965" name="Shape 2872">
              <a:extLst>
                <a:ext uri="{FF2B5EF4-FFF2-40B4-BE49-F238E27FC236}">
                  <a16:creationId xmlns:a16="http://schemas.microsoft.com/office/drawing/2014/main" id="{00758517-A4AB-461D-B0A1-E5EFB55ECA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6775" y="3576637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288966" name="Shape 2873">
              <a:extLst>
                <a:ext uri="{FF2B5EF4-FFF2-40B4-BE49-F238E27FC236}">
                  <a16:creationId xmlns:a16="http://schemas.microsoft.com/office/drawing/2014/main" id="{ADEED330-F889-4D27-B4F0-EF9758B064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4025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8967" name="Shape 2874">
              <a:extLst>
                <a:ext uri="{FF2B5EF4-FFF2-40B4-BE49-F238E27FC236}">
                  <a16:creationId xmlns:a16="http://schemas.microsoft.com/office/drawing/2014/main" id="{DDA03778-9BB0-4274-B951-1B6FD4BD92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061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8968" name="Shape 2875">
              <a:extLst>
                <a:ext uri="{FF2B5EF4-FFF2-40B4-BE49-F238E27FC236}">
                  <a16:creationId xmlns:a16="http://schemas.microsoft.com/office/drawing/2014/main" id="{CCD65A9D-8167-430E-8899-8F79A64B88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9062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8969" name="Shape 2876">
              <a:extLst>
                <a:ext uri="{FF2B5EF4-FFF2-40B4-BE49-F238E27FC236}">
                  <a16:creationId xmlns:a16="http://schemas.microsoft.com/office/drawing/2014/main" id="{EDA1BA7C-D161-4364-B9D8-09EE478832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6137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8970" name="Shape 2877">
              <a:extLst>
                <a:ext uri="{FF2B5EF4-FFF2-40B4-BE49-F238E27FC236}">
                  <a16:creationId xmlns:a16="http://schemas.microsoft.com/office/drawing/2014/main" id="{19716D5F-66DF-4DD4-9056-A1D1A25690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3212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8971" name="Shape 2878">
              <a:extLst>
                <a:ext uri="{FF2B5EF4-FFF2-40B4-BE49-F238E27FC236}">
                  <a16:creationId xmlns:a16="http://schemas.microsoft.com/office/drawing/2014/main" id="{A92EFCA1-5C61-4526-B674-B8CFEE5189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1875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8972" name="Shape 2879">
              <a:extLst>
                <a:ext uri="{FF2B5EF4-FFF2-40B4-BE49-F238E27FC236}">
                  <a16:creationId xmlns:a16="http://schemas.microsoft.com/office/drawing/2014/main" id="{29B1D884-6B43-4D07-989E-40C0C1F42B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38950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88973" name="Shape 2880">
              <a:extLst>
                <a:ext uri="{FF2B5EF4-FFF2-40B4-BE49-F238E27FC236}">
                  <a16:creationId xmlns:a16="http://schemas.microsoft.com/office/drawing/2014/main" id="{219CFC1E-2C33-463D-8FB0-9BF07F3C42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4436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88974" name="Shape 2881">
              <a:extLst>
                <a:ext uri="{FF2B5EF4-FFF2-40B4-BE49-F238E27FC236}">
                  <a16:creationId xmlns:a16="http://schemas.microsoft.com/office/drawing/2014/main" id="{5A332896-1705-4ECF-B447-C6907636C8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9637" y="3897312"/>
              <a:ext cx="786119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8975" name="Shape 2882">
              <a:extLst>
                <a:ext uri="{FF2B5EF4-FFF2-40B4-BE49-F238E27FC236}">
                  <a16:creationId xmlns:a16="http://schemas.microsoft.com/office/drawing/2014/main" id="{94779072-1634-418A-A8CE-9614BC5E81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1986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cxnSp>
          <p:nvCxnSpPr>
            <p:cNvPr id="288976" name="Shape 2883">
              <a:extLst>
                <a:ext uri="{FF2B5EF4-FFF2-40B4-BE49-F238E27FC236}">
                  <a16:creationId xmlns:a16="http://schemas.microsoft.com/office/drawing/2014/main" id="{F3B8F3F4-D483-4253-A5EE-D73E41494A6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14400" y="1428750"/>
              <a:ext cx="0" cy="2471699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8977" name="Shape 2884">
              <a:extLst>
                <a:ext uri="{FF2B5EF4-FFF2-40B4-BE49-F238E27FC236}">
                  <a16:creationId xmlns:a16="http://schemas.microsoft.com/office/drawing/2014/main" id="{BFE24B40-74A4-4D25-ADE1-039203475C8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571875" y="1443037"/>
              <a:ext cx="0" cy="244320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8978" name="Shape 2885">
              <a:extLst>
                <a:ext uri="{FF2B5EF4-FFF2-40B4-BE49-F238E27FC236}">
                  <a16:creationId xmlns:a16="http://schemas.microsoft.com/office/drawing/2014/main" id="{B8C56A9D-8203-4C73-B90E-5FBD3562C51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3086" y="1885950"/>
              <a:ext cx="1728900" cy="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8979" name="Shape 2886">
              <a:extLst>
                <a:ext uri="{FF2B5EF4-FFF2-40B4-BE49-F238E27FC236}">
                  <a16:creationId xmlns:a16="http://schemas.microsoft.com/office/drawing/2014/main" id="{0FCCE04D-8616-4561-98CE-50AD9C62639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758236" y="1414462"/>
              <a:ext cx="0" cy="2514599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88801" name="Shape 2887">
            <a:extLst>
              <a:ext uri="{FF2B5EF4-FFF2-40B4-BE49-F238E27FC236}">
                <a16:creationId xmlns:a16="http://schemas.microsoft.com/office/drawing/2014/main" id="{05593128-78AA-46C2-A8CF-4F011D14FE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0238" y="1190625"/>
            <a:ext cx="5127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</a:p>
        </p:txBody>
      </p:sp>
      <p:sp>
        <p:nvSpPr>
          <p:cNvPr id="288802" name="Shape 2888">
            <a:extLst>
              <a:ext uri="{FF2B5EF4-FFF2-40B4-BE49-F238E27FC236}">
                <a16:creationId xmlns:a16="http://schemas.microsoft.com/office/drawing/2014/main" id="{F9DE062C-A338-41B5-B964-8D1F1689A9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7963" y="1222375"/>
            <a:ext cx="5111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</a:p>
        </p:txBody>
      </p:sp>
      <p:sp>
        <p:nvSpPr>
          <p:cNvPr id="288803" name="Shape 2889">
            <a:extLst>
              <a:ext uri="{FF2B5EF4-FFF2-40B4-BE49-F238E27FC236}">
                <a16:creationId xmlns:a16="http://schemas.microsoft.com/office/drawing/2014/main" id="{2002D035-D7FC-4318-A3B6-6C57F54079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5363" y="1204913"/>
            <a:ext cx="5111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</a:p>
        </p:txBody>
      </p:sp>
      <p:graphicFrame>
        <p:nvGraphicFramePr>
          <p:cNvPr id="2890" name="Shape 2890">
            <a:extLst>
              <a:ext uri="{FF2B5EF4-FFF2-40B4-BE49-F238E27FC236}">
                <a16:creationId xmlns:a16="http://schemas.microsoft.com/office/drawing/2014/main" id="{4C993E26-7869-5248-B5C4-2C5412807C71}"/>
              </a:ext>
            </a:extLst>
          </p:cNvPr>
          <p:cNvGraphicFramePr>
            <a:graphicFrameLocks noGrp="1"/>
          </p:cNvGraphicFramePr>
          <p:nvPr/>
        </p:nvGraphicFramePr>
        <p:xfrm>
          <a:off x="779463" y="3067050"/>
          <a:ext cx="2479675" cy="3571875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68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68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w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  <a:sym typeface="Times New Roman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pSp>
        <p:nvGrpSpPr>
          <p:cNvPr id="288866" name="Group 2">
            <a:extLst>
              <a:ext uri="{FF2B5EF4-FFF2-40B4-BE49-F238E27FC236}">
                <a16:creationId xmlns:a16="http://schemas.microsoft.com/office/drawing/2014/main" id="{85724670-D6C5-4E55-A156-3DB67B74CD99}"/>
              </a:ext>
            </a:extLst>
          </p:cNvPr>
          <p:cNvGrpSpPr>
            <a:grpSpLocks/>
          </p:cNvGrpSpPr>
          <p:nvPr/>
        </p:nvGrpSpPr>
        <p:grpSpPr bwMode="auto">
          <a:xfrm>
            <a:off x="3908425" y="2840038"/>
            <a:ext cx="2728913" cy="1778000"/>
            <a:chOff x="4970811" y="2889713"/>
            <a:chExt cx="2728913" cy="1778000"/>
          </a:xfrm>
        </p:grpSpPr>
        <p:grpSp>
          <p:nvGrpSpPr>
            <p:cNvPr id="288890" name="Group 105">
              <a:extLst>
                <a:ext uri="{FF2B5EF4-FFF2-40B4-BE49-F238E27FC236}">
                  <a16:creationId xmlns:a16="http://schemas.microsoft.com/office/drawing/2014/main" id="{84C81925-7E55-448A-B23C-4C03A9433D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70811" y="2889713"/>
              <a:ext cx="2728913" cy="1778000"/>
              <a:chOff x="4851400" y="3867150"/>
              <a:chExt cx="2728913" cy="1778000"/>
            </a:xfrm>
          </p:grpSpPr>
          <p:sp>
            <p:nvSpPr>
              <p:cNvPr id="288892" name="Shape 3318">
                <a:extLst>
                  <a:ext uri="{FF2B5EF4-FFF2-40B4-BE49-F238E27FC236}">
                    <a16:creationId xmlns:a16="http://schemas.microsoft.com/office/drawing/2014/main" id="{F79F7289-2BDF-40E6-B87A-3B78FBB670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35625" y="4660900"/>
                <a:ext cx="960438" cy="984250"/>
              </a:xfrm>
              <a:prstGeom prst="rect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cxnSp>
            <p:nvCxnSpPr>
              <p:cNvPr id="288893" name="Shape 3319">
                <a:extLst>
                  <a:ext uri="{FF2B5EF4-FFF2-40B4-BE49-F238E27FC236}">
                    <a16:creationId xmlns:a16="http://schemas.microsoft.com/office/drawing/2014/main" id="{A66C034D-47D6-4115-8EE0-4CB20FF4639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5635625" y="5164138"/>
                <a:ext cx="960438" cy="1587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88894" name="Shape 3320">
                <a:extLst>
                  <a:ext uri="{FF2B5EF4-FFF2-40B4-BE49-F238E27FC236}">
                    <a16:creationId xmlns:a16="http://schemas.microsoft.com/office/drawing/2014/main" id="{D9B06D66-4301-4124-A898-247D25569E7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rot="10800000" flipH="1">
                <a:off x="6115050" y="4660900"/>
                <a:ext cx="1588" cy="984250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88895" name="Shape 3321">
                <a:extLst>
                  <a:ext uri="{FF2B5EF4-FFF2-40B4-BE49-F238E27FC236}">
                    <a16:creationId xmlns:a16="http://schemas.microsoft.com/office/drawing/2014/main" id="{E47862F1-F360-40B7-9616-AEB5A995703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5154613" y="4181475"/>
                <a:ext cx="481012" cy="479425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288896" name="Shape 3322">
                <a:extLst>
                  <a:ext uri="{FF2B5EF4-FFF2-40B4-BE49-F238E27FC236}">
                    <a16:creationId xmlns:a16="http://schemas.microsoft.com/office/drawing/2014/main" id="{1F6E9EBA-A5C0-4772-BAB5-7005CCF1544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96063" y="4660900"/>
                <a:ext cx="984250" cy="984250"/>
              </a:xfrm>
              <a:prstGeom prst="rect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cxnSp>
            <p:nvCxnSpPr>
              <p:cNvPr id="288897" name="Shape 3323">
                <a:extLst>
                  <a:ext uri="{FF2B5EF4-FFF2-40B4-BE49-F238E27FC236}">
                    <a16:creationId xmlns:a16="http://schemas.microsoft.com/office/drawing/2014/main" id="{C83C88AF-A8D5-49F5-A39D-400461849CCF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6596063" y="5164138"/>
                <a:ext cx="984250" cy="1587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88898" name="Shape 3324">
                <a:extLst>
                  <a:ext uri="{FF2B5EF4-FFF2-40B4-BE49-F238E27FC236}">
                    <a16:creationId xmlns:a16="http://schemas.microsoft.com/office/drawing/2014/main" id="{68B73C9C-61EA-48BB-B5E6-7F9F3F2FE5D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rot="10800000" flipH="1">
                <a:off x="7099300" y="4660900"/>
                <a:ext cx="1588" cy="984250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288899" name="Shape 3325">
                <a:extLst>
                  <a:ext uri="{FF2B5EF4-FFF2-40B4-BE49-F238E27FC236}">
                    <a16:creationId xmlns:a16="http://schemas.microsoft.com/office/drawing/2014/main" id="{7D070CBD-4106-424E-B8A0-8028227C2A3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38725" y="4273550"/>
                <a:ext cx="185738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w </a:t>
                </a:r>
              </a:p>
            </p:txBody>
          </p:sp>
          <p:sp>
            <p:nvSpPr>
              <p:cNvPr id="288900" name="Shape 3326">
                <a:extLst>
                  <a:ext uri="{FF2B5EF4-FFF2-40B4-BE49-F238E27FC236}">
                    <a16:creationId xmlns:a16="http://schemas.microsoft.com/office/drawing/2014/main" id="{AFF51393-673E-4AE9-B449-65836C81B8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70563" y="4400550"/>
                <a:ext cx="32067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00</a:t>
                </a:r>
              </a:p>
            </p:txBody>
          </p:sp>
          <p:sp>
            <p:nvSpPr>
              <p:cNvPr id="288901" name="Shape 3327">
                <a:extLst>
                  <a:ext uri="{FF2B5EF4-FFF2-40B4-BE49-F238E27FC236}">
                    <a16:creationId xmlns:a16="http://schemas.microsoft.com/office/drawing/2014/main" id="{DB6402FF-E438-4DBD-9403-6C30DFAA66C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56338" y="4400550"/>
                <a:ext cx="33972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01</a:t>
                </a:r>
              </a:p>
            </p:txBody>
          </p:sp>
          <p:sp>
            <p:nvSpPr>
              <p:cNvPr id="288902" name="Shape 3328">
                <a:extLst>
                  <a:ext uri="{FF2B5EF4-FFF2-40B4-BE49-F238E27FC236}">
                    <a16:creationId xmlns:a16="http://schemas.microsoft.com/office/drawing/2014/main" id="{447D8796-587E-4364-90F5-1DDCEA44A6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42113" y="4400550"/>
                <a:ext cx="33972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11</a:t>
                </a:r>
              </a:p>
            </p:txBody>
          </p:sp>
          <p:sp>
            <p:nvSpPr>
              <p:cNvPr id="288903" name="Shape 3329">
                <a:extLst>
                  <a:ext uri="{FF2B5EF4-FFF2-40B4-BE49-F238E27FC236}">
                    <a16:creationId xmlns:a16="http://schemas.microsoft.com/office/drawing/2014/main" id="{C8BE1081-CFCE-405E-8B06-7B54F4F8B12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29475" y="4400550"/>
                <a:ext cx="32067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10</a:t>
                </a:r>
              </a:p>
            </p:txBody>
          </p:sp>
          <p:sp>
            <p:nvSpPr>
              <p:cNvPr id="288904" name="Shape 3330">
                <a:extLst>
                  <a:ext uri="{FF2B5EF4-FFF2-40B4-BE49-F238E27FC236}">
                    <a16:creationId xmlns:a16="http://schemas.microsoft.com/office/drawing/2014/main" id="{F2DB007A-CC31-4AD1-A048-F24C68D73D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97500" y="4805363"/>
                <a:ext cx="152400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288905" name="Shape 3331">
                <a:extLst>
                  <a:ext uri="{FF2B5EF4-FFF2-40B4-BE49-F238E27FC236}">
                    <a16:creationId xmlns:a16="http://schemas.microsoft.com/office/drawing/2014/main" id="{EFDB87DF-8BFA-4620-8B61-4B30F03B9C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86388" y="5291138"/>
                <a:ext cx="152400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288906" name="Shape 3332">
                <a:extLst>
                  <a:ext uri="{FF2B5EF4-FFF2-40B4-BE49-F238E27FC236}">
                    <a16:creationId xmlns:a16="http://schemas.microsoft.com/office/drawing/2014/main" id="{0BF49F9C-A0C7-43A0-867D-5F57BADA66F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21300" y="3990975"/>
                <a:ext cx="141288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y </a:t>
                </a:r>
              </a:p>
            </p:txBody>
          </p:sp>
          <p:sp>
            <p:nvSpPr>
              <p:cNvPr id="288907" name="Shape 3333">
                <a:extLst>
                  <a:ext uri="{FF2B5EF4-FFF2-40B4-BE49-F238E27FC236}">
                    <a16:creationId xmlns:a16="http://schemas.microsoft.com/office/drawing/2014/main" id="{339961A8-BC87-44F5-B2C1-7E40927AD68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21313" y="4094163"/>
                <a:ext cx="123825" cy="1984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2 </a:t>
                </a:r>
              </a:p>
            </p:txBody>
          </p:sp>
          <p:sp>
            <p:nvSpPr>
              <p:cNvPr id="288908" name="Shape 3334">
                <a:extLst>
                  <a:ext uri="{FF2B5EF4-FFF2-40B4-BE49-F238E27FC236}">
                    <a16:creationId xmlns:a16="http://schemas.microsoft.com/office/drawing/2014/main" id="{E79B2E7D-F787-46FC-8082-F0C35850486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18150" y="3990975"/>
                <a:ext cx="141288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y </a:t>
                </a:r>
              </a:p>
            </p:txBody>
          </p:sp>
          <p:sp>
            <p:nvSpPr>
              <p:cNvPr id="288909" name="Shape 3335">
                <a:extLst>
                  <a:ext uri="{FF2B5EF4-FFF2-40B4-BE49-F238E27FC236}">
                    <a16:creationId xmlns:a16="http://schemas.microsoft.com/office/drawing/2014/main" id="{486B6512-E907-442F-B907-E4FBDB6892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18163" y="4094163"/>
                <a:ext cx="123825" cy="1984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288910" name="Shape 3336">
                <a:extLst>
                  <a:ext uri="{FF2B5EF4-FFF2-40B4-BE49-F238E27FC236}">
                    <a16:creationId xmlns:a16="http://schemas.microsoft.com/office/drawing/2014/main" id="{B20F3544-D775-406E-B9AC-4F9ABD2539C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51400" y="3867150"/>
                <a:ext cx="163513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Y </a:t>
                </a:r>
              </a:p>
            </p:txBody>
          </p:sp>
          <p:sp>
            <p:nvSpPr>
              <p:cNvPr id="288911" name="Shape 3337">
                <a:extLst>
                  <a:ext uri="{FF2B5EF4-FFF2-40B4-BE49-F238E27FC236}">
                    <a16:creationId xmlns:a16="http://schemas.microsoft.com/office/drawing/2014/main" id="{FAC254C8-F3C5-4F3A-894B-A59269D8856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89513" y="3971925"/>
                <a:ext cx="123825" cy="198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</p:grpSp>
        <p:sp>
          <p:nvSpPr>
            <p:cNvPr id="288891" name="TextBox 1">
              <a:extLst>
                <a:ext uri="{FF2B5EF4-FFF2-40B4-BE49-F238E27FC236}">
                  <a16:creationId xmlns:a16="http://schemas.microsoft.com/office/drawing/2014/main" id="{6C73C82E-94DF-4104-8DD9-6BFB07497C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5602" y="3707705"/>
              <a:ext cx="1895471" cy="954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0    0    0    1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1    0    0    1</a:t>
              </a:r>
            </a:p>
          </p:txBody>
        </p:sp>
      </p:grpSp>
      <p:grpSp>
        <p:nvGrpSpPr>
          <p:cNvPr id="288867" name="Group 160">
            <a:extLst>
              <a:ext uri="{FF2B5EF4-FFF2-40B4-BE49-F238E27FC236}">
                <a16:creationId xmlns:a16="http://schemas.microsoft.com/office/drawing/2014/main" id="{CF942AF8-8078-46FF-ACAB-87A1A45EBE1A}"/>
              </a:ext>
            </a:extLst>
          </p:cNvPr>
          <p:cNvGrpSpPr>
            <a:grpSpLocks/>
          </p:cNvGrpSpPr>
          <p:nvPr/>
        </p:nvGrpSpPr>
        <p:grpSpPr bwMode="auto">
          <a:xfrm>
            <a:off x="3871913" y="4876800"/>
            <a:ext cx="2728912" cy="1778000"/>
            <a:chOff x="4970811" y="2889713"/>
            <a:chExt cx="2728913" cy="1778000"/>
          </a:xfrm>
        </p:grpSpPr>
        <p:grpSp>
          <p:nvGrpSpPr>
            <p:cNvPr id="288868" name="Group 161">
              <a:extLst>
                <a:ext uri="{FF2B5EF4-FFF2-40B4-BE49-F238E27FC236}">
                  <a16:creationId xmlns:a16="http://schemas.microsoft.com/office/drawing/2014/main" id="{913B2A16-71F7-476E-A6AA-01E768DC83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70811" y="2889713"/>
              <a:ext cx="2728913" cy="1778000"/>
              <a:chOff x="4851400" y="3867150"/>
              <a:chExt cx="2728913" cy="1778000"/>
            </a:xfrm>
          </p:grpSpPr>
          <p:sp>
            <p:nvSpPr>
              <p:cNvPr id="288870" name="Shape 3318">
                <a:extLst>
                  <a:ext uri="{FF2B5EF4-FFF2-40B4-BE49-F238E27FC236}">
                    <a16:creationId xmlns:a16="http://schemas.microsoft.com/office/drawing/2014/main" id="{6F2D3713-7C68-4F92-AFDB-B66F6BEBE9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35625" y="4660900"/>
                <a:ext cx="960438" cy="984250"/>
              </a:xfrm>
              <a:prstGeom prst="rect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cxnSp>
            <p:nvCxnSpPr>
              <p:cNvPr id="288871" name="Shape 3319">
                <a:extLst>
                  <a:ext uri="{FF2B5EF4-FFF2-40B4-BE49-F238E27FC236}">
                    <a16:creationId xmlns:a16="http://schemas.microsoft.com/office/drawing/2014/main" id="{6F3A14F6-C55B-4FF4-ADF0-8E55B8429D6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5635625" y="5164138"/>
                <a:ext cx="960438" cy="1587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88872" name="Shape 3320">
                <a:extLst>
                  <a:ext uri="{FF2B5EF4-FFF2-40B4-BE49-F238E27FC236}">
                    <a16:creationId xmlns:a16="http://schemas.microsoft.com/office/drawing/2014/main" id="{2828338D-B81D-4921-BE5B-FD92B572915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rot="10800000" flipH="1">
                <a:off x="6115050" y="4660900"/>
                <a:ext cx="1588" cy="984250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88873" name="Shape 3321">
                <a:extLst>
                  <a:ext uri="{FF2B5EF4-FFF2-40B4-BE49-F238E27FC236}">
                    <a16:creationId xmlns:a16="http://schemas.microsoft.com/office/drawing/2014/main" id="{A5C4ABF4-AD35-45FF-A614-2B79D9A51B5C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5154613" y="4181475"/>
                <a:ext cx="481012" cy="479425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288874" name="Shape 3322">
                <a:extLst>
                  <a:ext uri="{FF2B5EF4-FFF2-40B4-BE49-F238E27FC236}">
                    <a16:creationId xmlns:a16="http://schemas.microsoft.com/office/drawing/2014/main" id="{BAD9AEEC-1F23-4240-8885-91B7B0C57A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96063" y="4660900"/>
                <a:ext cx="984250" cy="984250"/>
              </a:xfrm>
              <a:prstGeom prst="rect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cxnSp>
            <p:nvCxnSpPr>
              <p:cNvPr id="288875" name="Shape 3323">
                <a:extLst>
                  <a:ext uri="{FF2B5EF4-FFF2-40B4-BE49-F238E27FC236}">
                    <a16:creationId xmlns:a16="http://schemas.microsoft.com/office/drawing/2014/main" id="{6537C496-C8C5-41C2-B092-8C3C1EB2FA4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6596063" y="5164138"/>
                <a:ext cx="984250" cy="1587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88876" name="Shape 3324">
                <a:extLst>
                  <a:ext uri="{FF2B5EF4-FFF2-40B4-BE49-F238E27FC236}">
                    <a16:creationId xmlns:a16="http://schemas.microsoft.com/office/drawing/2014/main" id="{03AAA6A7-B0B9-41AC-AE01-FF8C317813FF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rot="10800000" flipH="1">
                <a:off x="7099300" y="4660900"/>
                <a:ext cx="1588" cy="984250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288877" name="Shape 3325">
                <a:extLst>
                  <a:ext uri="{FF2B5EF4-FFF2-40B4-BE49-F238E27FC236}">
                    <a16:creationId xmlns:a16="http://schemas.microsoft.com/office/drawing/2014/main" id="{A8CBFEFB-B42C-4135-803E-FABA4554D7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38725" y="4273550"/>
                <a:ext cx="185738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w </a:t>
                </a:r>
              </a:p>
            </p:txBody>
          </p:sp>
          <p:sp>
            <p:nvSpPr>
              <p:cNvPr id="288878" name="Shape 3326">
                <a:extLst>
                  <a:ext uri="{FF2B5EF4-FFF2-40B4-BE49-F238E27FC236}">
                    <a16:creationId xmlns:a16="http://schemas.microsoft.com/office/drawing/2014/main" id="{B1CAC99A-B8F9-4D73-B0E3-59926ED9F1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70563" y="4400550"/>
                <a:ext cx="32067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00</a:t>
                </a:r>
              </a:p>
            </p:txBody>
          </p:sp>
          <p:sp>
            <p:nvSpPr>
              <p:cNvPr id="288879" name="Shape 3327">
                <a:extLst>
                  <a:ext uri="{FF2B5EF4-FFF2-40B4-BE49-F238E27FC236}">
                    <a16:creationId xmlns:a16="http://schemas.microsoft.com/office/drawing/2014/main" id="{54917FBE-4A0A-4EA4-A6D2-FBDDFFB8AE1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56338" y="4400550"/>
                <a:ext cx="33972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01</a:t>
                </a:r>
              </a:p>
            </p:txBody>
          </p:sp>
          <p:sp>
            <p:nvSpPr>
              <p:cNvPr id="288880" name="Shape 3328">
                <a:extLst>
                  <a:ext uri="{FF2B5EF4-FFF2-40B4-BE49-F238E27FC236}">
                    <a16:creationId xmlns:a16="http://schemas.microsoft.com/office/drawing/2014/main" id="{E299EFBB-F116-4B04-8468-8B4524FE88A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42113" y="4400550"/>
                <a:ext cx="33972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11</a:t>
                </a:r>
              </a:p>
            </p:txBody>
          </p:sp>
          <p:sp>
            <p:nvSpPr>
              <p:cNvPr id="288881" name="Shape 3329">
                <a:extLst>
                  <a:ext uri="{FF2B5EF4-FFF2-40B4-BE49-F238E27FC236}">
                    <a16:creationId xmlns:a16="http://schemas.microsoft.com/office/drawing/2014/main" id="{E07D489A-D4C8-4B8A-AD18-399B31D4450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29475" y="4400550"/>
                <a:ext cx="32067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10</a:t>
                </a:r>
              </a:p>
            </p:txBody>
          </p:sp>
          <p:sp>
            <p:nvSpPr>
              <p:cNvPr id="288882" name="Shape 3330">
                <a:extLst>
                  <a:ext uri="{FF2B5EF4-FFF2-40B4-BE49-F238E27FC236}">
                    <a16:creationId xmlns:a16="http://schemas.microsoft.com/office/drawing/2014/main" id="{1F143679-7927-43A0-91D7-55EF8A6DEA7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97500" y="4805363"/>
                <a:ext cx="152400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288883" name="Shape 3331">
                <a:extLst>
                  <a:ext uri="{FF2B5EF4-FFF2-40B4-BE49-F238E27FC236}">
                    <a16:creationId xmlns:a16="http://schemas.microsoft.com/office/drawing/2014/main" id="{5DBB6080-6FBC-4BAD-991C-B4182C68630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86388" y="5291138"/>
                <a:ext cx="152400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288884" name="Shape 3332">
                <a:extLst>
                  <a:ext uri="{FF2B5EF4-FFF2-40B4-BE49-F238E27FC236}">
                    <a16:creationId xmlns:a16="http://schemas.microsoft.com/office/drawing/2014/main" id="{CECF4224-A96B-4B88-8D4C-CAD16FC85F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21300" y="3990975"/>
                <a:ext cx="141288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y </a:t>
                </a:r>
              </a:p>
            </p:txBody>
          </p:sp>
          <p:sp>
            <p:nvSpPr>
              <p:cNvPr id="288885" name="Shape 3333">
                <a:extLst>
                  <a:ext uri="{FF2B5EF4-FFF2-40B4-BE49-F238E27FC236}">
                    <a16:creationId xmlns:a16="http://schemas.microsoft.com/office/drawing/2014/main" id="{344504B8-44F7-4E3D-81E5-5BA0AD730D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21313" y="4094163"/>
                <a:ext cx="123825" cy="1984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2 </a:t>
                </a:r>
              </a:p>
            </p:txBody>
          </p:sp>
          <p:sp>
            <p:nvSpPr>
              <p:cNvPr id="288886" name="Shape 3334">
                <a:extLst>
                  <a:ext uri="{FF2B5EF4-FFF2-40B4-BE49-F238E27FC236}">
                    <a16:creationId xmlns:a16="http://schemas.microsoft.com/office/drawing/2014/main" id="{55D42D0D-52BC-4841-BC3E-A3D8261105D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18150" y="3990975"/>
                <a:ext cx="141288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y </a:t>
                </a:r>
              </a:p>
            </p:txBody>
          </p:sp>
          <p:sp>
            <p:nvSpPr>
              <p:cNvPr id="288887" name="Shape 3335">
                <a:extLst>
                  <a:ext uri="{FF2B5EF4-FFF2-40B4-BE49-F238E27FC236}">
                    <a16:creationId xmlns:a16="http://schemas.microsoft.com/office/drawing/2014/main" id="{10A85A65-7C6A-4ACE-9951-E42F9EFF09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18163" y="4094163"/>
                <a:ext cx="123825" cy="1984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288888" name="Shape 3336">
                <a:extLst>
                  <a:ext uri="{FF2B5EF4-FFF2-40B4-BE49-F238E27FC236}">
                    <a16:creationId xmlns:a16="http://schemas.microsoft.com/office/drawing/2014/main" id="{835F17F9-18A7-422B-B1EA-53F5A50F7A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51400" y="3867150"/>
                <a:ext cx="163513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Y </a:t>
                </a:r>
              </a:p>
            </p:txBody>
          </p:sp>
          <p:sp>
            <p:nvSpPr>
              <p:cNvPr id="288889" name="Shape 3337">
                <a:extLst>
                  <a:ext uri="{FF2B5EF4-FFF2-40B4-BE49-F238E27FC236}">
                    <a16:creationId xmlns:a16="http://schemas.microsoft.com/office/drawing/2014/main" id="{F7EB687B-C0F9-4426-92C6-13620A6CBC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89513" y="3971925"/>
                <a:ext cx="123825" cy="198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2 </a:t>
                </a:r>
              </a:p>
            </p:txBody>
          </p:sp>
        </p:grpSp>
        <p:sp>
          <p:nvSpPr>
            <p:cNvPr id="288869" name="TextBox 162">
              <a:extLst>
                <a:ext uri="{FF2B5EF4-FFF2-40B4-BE49-F238E27FC236}">
                  <a16:creationId xmlns:a16="http://schemas.microsoft.com/office/drawing/2014/main" id="{934ABE87-323F-404C-B6B0-4562A6193F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5602" y="3707705"/>
              <a:ext cx="1895471" cy="954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0    1    0    1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0    1    0    1</a:t>
              </a:r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865" name="Shape 2787">
            <a:extLst>
              <a:ext uri="{FF2B5EF4-FFF2-40B4-BE49-F238E27FC236}">
                <a16:creationId xmlns:a16="http://schemas.microsoft.com/office/drawing/2014/main" id="{92638BC4-1FAA-4D01-99B5-9E2A5DB1FD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342900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2866" name="Shape 2788">
            <a:extLst>
              <a:ext uri="{FF2B5EF4-FFF2-40B4-BE49-F238E27FC236}">
                <a16:creationId xmlns:a16="http://schemas.microsoft.com/office/drawing/2014/main" id="{2A91294C-9D1F-4AAA-B28D-5C81795CBB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342900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2867" name="Shape 2789">
            <a:extLst>
              <a:ext uri="{FF2B5EF4-FFF2-40B4-BE49-F238E27FC236}">
                <a16:creationId xmlns:a16="http://schemas.microsoft.com/office/drawing/2014/main" id="{E9FDAA3C-7B27-4030-AE44-ED94A858E3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342900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2868" name="Shape 2790">
            <a:extLst>
              <a:ext uri="{FF2B5EF4-FFF2-40B4-BE49-F238E27FC236}">
                <a16:creationId xmlns:a16="http://schemas.microsoft.com/office/drawing/2014/main" id="{830C9802-16A7-4494-BB31-75F5A1A68F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0375" y="792163"/>
            <a:ext cx="1725613" cy="1111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2869" name="Shape 2791">
            <a:extLst>
              <a:ext uri="{FF2B5EF4-FFF2-40B4-BE49-F238E27FC236}">
                <a16:creationId xmlns:a16="http://schemas.microsoft.com/office/drawing/2014/main" id="{E921C24E-ACA2-4F3D-8C22-4E5C0B808D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752475"/>
            <a:ext cx="11113" cy="4143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2870" name="Shape 2792">
            <a:extLst>
              <a:ext uri="{FF2B5EF4-FFF2-40B4-BE49-F238E27FC236}">
                <a16:creationId xmlns:a16="http://schemas.microsoft.com/office/drawing/2014/main" id="{5FB01DBB-BB80-4D9D-AA03-06F3D62B22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752475"/>
            <a:ext cx="11113" cy="4143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2871" name="Shape 2793">
            <a:extLst>
              <a:ext uri="{FF2B5EF4-FFF2-40B4-BE49-F238E27FC236}">
                <a16:creationId xmlns:a16="http://schemas.microsoft.com/office/drawing/2014/main" id="{911736B5-F3D1-4716-9D16-2E72841070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752475"/>
            <a:ext cx="11113" cy="4143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2872" name="Shape 2794">
            <a:extLst>
              <a:ext uri="{FF2B5EF4-FFF2-40B4-BE49-F238E27FC236}">
                <a16:creationId xmlns:a16="http://schemas.microsoft.com/office/drawing/2014/main" id="{74855B35-78A3-4316-817B-7F38E70E66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1166813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2873" name="Shape 2795">
            <a:extLst>
              <a:ext uri="{FF2B5EF4-FFF2-40B4-BE49-F238E27FC236}">
                <a16:creationId xmlns:a16="http://schemas.microsoft.com/office/drawing/2014/main" id="{0768D16B-95F1-41EB-9BA4-73E78DF93E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1166813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2874" name="Shape 2796">
            <a:extLst>
              <a:ext uri="{FF2B5EF4-FFF2-40B4-BE49-F238E27FC236}">
                <a16:creationId xmlns:a16="http://schemas.microsoft.com/office/drawing/2014/main" id="{5E58266F-F12A-4049-ABCC-E6E55E2122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1166813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2875" name="Shape 2797">
            <a:extLst>
              <a:ext uri="{FF2B5EF4-FFF2-40B4-BE49-F238E27FC236}">
                <a16:creationId xmlns:a16="http://schemas.microsoft.com/office/drawing/2014/main" id="{5200506C-8D10-41FE-A20B-21691801B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1582738"/>
            <a:ext cx="11113" cy="3619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2876" name="Shape 2798">
            <a:extLst>
              <a:ext uri="{FF2B5EF4-FFF2-40B4-BE49-F238E27FC236}">
                <a16:creationId xmlns:a16="http://schemas.microsoft.com/office/drawing/2014/main" id="{47BA1103-1214-4B6B-B818-62727A826C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1582738"/>
            <a:ext cx="11113" cy="3619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2877" name="Shape 2799">
            <a:extLst>
              <a:ext uri="{FF2B5EF4-FFF2-40B4-BE49-F238E27FC236}">
                <a16:creationId xmlns:a16="http://schemas.microsoft.com/office/drawing/2014/main" id="{5C5725D9-CE7A-482D-8A1F-701D99EC02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1582738"/>
            <a:ext cx="11113" cy="3619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2878" name="Shape 2800">
            <a:extLst>
              <a:ext uri="{FF2B5EF4-FFF2-40B4-BE49-F238E27FC236}">
                <a16:creationId xmlns:a16="http://schemas.microsoft.com/office/drawing/2014/main" id="{D78CD0D1-2D09-4294-89F4-E20F39E52B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1944688"/>
            <a:ext cx="11113" cy="2746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2879" name="Shape 2801">
            <a:extLst>
              <a:ext uri="{FF2B5EF4-FFF2-40B4-BE49-F238E27FC236}">
                <a16:creationId xmlns:a16="http://schemas.microsoft.com/office/drawing/2014/main" id="{FE9628C1-BC48-4524-A4AA-2CFEA650F7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1944688"/>
            <a:ext cx="11113" cy="2746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2880" name="Shape 2802">
            <a:extLst>
              <a:ext uri="{FF2B5EF4-FFF2-40B4-BE49-F238E27FC236}">
                <a16:creationId xmlns:a16="http://schemas.microsoft.com/office/drawing/2014/main" id="{44DFBD04-4BC2-4C68-9742-942764C3F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1944688"/>
            <a:ext cx="11113" cy="2746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2881" name="Shape 2803">
            <a:extLst>
              <a:ext uri="{FF2B5EF4-FFF2-40B4-BE49-F238E27FC236}">
                <a16:creationId xmlns:a16="http://schemas.microsoft.com/office/drawing/2014/main" id="{9C7D76F2-B348-4CCC-8F99-05BFC45906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2197100"/>
            <a:ext cx="11113" cy="2746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2882" name="Shape 2804">
            <a:extLst>
              <a:ext uri="{FF2B5EF4-FFF2-40B4-BE49-F238E27FC236}">
                <a16:creationId xmlns:a16="http://schemas.microsoft.com/office/drawing/2014/main" id="{7CBAF58E-2941-425D-B232-2B937E9088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2197100"/>
            <a:ext cx="11113" cy="2746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2883" name="Shape 2805">
            <a:extLst>
              <a:ext uri="{FF2B5EF4-FFF2-40B4-BE49-F238E27FC236}">
                <a16:creationId xmlns:a16="http://schemas.microsoft.com/office/drawing/2014/main" id="{04AEAB67-7D08-41EC-AE20-3624CBD71D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2197100"/>
            <a:ext cx="11113" cy="2746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2884" name="Shape 2806">
            <a:extLst>
              <a:ext uri="{FF2B5EF4-FFF2-40B4-BE49-F238E27FC236}">
                <a16:creationId xmlns:a16="http://schemas.microsoft.com/office/drawing/2014/main" id="{6EB47BEA-8CAE-40B8-B5AF-7452A64CC5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2476500"/>
            <a:ext cx="11113" cy="315913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2885" name="Shape 2807">
            <a:extLst>
              <a:ext uri="{FF2B5EF4-FFF2-40B4-BE49-F238E27FC236}">
                <a16:creationId xmlns:a16="http://schemas.microsoft.com/office/drawing/2014/main" id="{329384D8-503E-4A29-BCA2-B6DCFCF8E2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2476500"/>
            <a:ext cx="11113" cy="315913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2886" name="Shape 2808">
            <a:extLst>
              <a:ext uri="{FF2B5EF4-FFF2-40B4-BE49-F238E27FC236}">
                <a16:creationId xmlns:a16="http://schemas.microsoft.com/office/drawing/2014/main" id="{B9983B33-5E74-4B94-A070-381474F9FC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2476500"/>
            <a:ext cx="11113" cy="315913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2887" name="Shape 2809">
            <a:extLst>
              <a:ext uri="{FF2B5EF4-FFF2-40B4-BE49-F238E27FC236}">
                <a16:creationId xmlns:a16="http://schemas.microsoft.com/office/drawing/2014/main" id="{6444387A-33CE-40F5-B6E0-D31E75CFEA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95688" y="1222375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R1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</a:t>
            </a:r>
          </a:p>
        </p:txBody>
      </p:sp>
      <p:sp>
        <p:nvSpPr>
          <p:cNvPr id="292888" name="Shape 2810">
            <a:extLst>
              <a:ext uri="{FF2B5EF4-FFF2-40B4-BE49-F238E27FC236}">
                <a16:creationId xmlns:a16="http://schemas.microsoft.com/office/drawing/2014/main" id="{CAA5D887-3EE2-4F90-A5D4-CDC4531F72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3563" y="1208088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R1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in</a:t>
            </a:r>
          </a:p>
        </p:txBody>
      </p:sp>
      <p:sp>
        <p:nvSpPr>
          <p:cNvPr id="292889" name="Shape 2811">
            <a:extLst>
              <a:ext uri="{FF2B5EF4-FFF2-40B4-BE49-F238E27FC236}">
                <a16:creationId xmlns:a16="http://schemas.microsoft.com/office/drawing/2014/main" id="{7901FCD2-45F0-46D2-AE4D-63763B2827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24450" y="1208088"/>
            <a:ext cx="5921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R2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</a:t>
            </a:r>
          </a:p>
        </p:txBody>
      </p:sp>
      <p:sp>
        <p:nvSpPr>
          <p:cNvPr id="292890" name="Shape 2812">
            <a:extLst>
              <a:ext uri="{FF2B5EF4-FFF2-40B4-BE49-F238E27FC236}">
                <a16:creationId xmlns:a16="http://schemas.microsoft.com/office/drawing/2014/main" id="{998ECFD6-5107-48DD-938A-7438800922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3900" y="1208088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R2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in</a:t>
            </a:r>
          </a:p>
        </p:txBody>
      </p:sp>
      <p:sp>
        <p:nvSpPr>
          <p:cNvPr id="292891" name="Shape 2813">
            <a:extLst>
              <a:ext uri="{FF2B5EF4-FFF2-40B4-BE49-F238E27FC236}">
                <a16:creationId xmlns:a16="http://schemas.microsoft.com/office/drawing/2014/main" id="{1EFAEB28-B380-40E1-9B46-B27B495091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99225" y="1222375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R3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</a:t>
            </a:r>
          </a:p>
        </p:txBody>
      </p:sp>
      <p:sp>
        <p:nvSpPr>
          <p:cNvPr id="292892" name="Shape 2814">
            <a:extLst>
              <a:ext uri="{FF2B5EF4-FFF2-40B4-BE49-F238E27FC236}">
                <a16:creationId xmlns:a16="http://schemas.microsoft.com/office/drawing/2014/main" id="{916DE8AF-032A-4DF7-B7E4-B05632588E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70750" y="1208088"/>
            <a:ext cx="5921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R3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in</a:t>
            </a:r>
          </a:p>
        </p:txBody>
      </p:sp>
      <p:sp>
        <p:nvSpPr>
          <p:cNvPr id="292893" name="Shape 2815">
            <a:extLst>
              <a:ext uri="{FF2B5EF4-FFF2-40B4-BE49-F238E27FC236}">
                <a16:creationId xmlns:a16="http://schemas.microsoft.com/office/drawing/2014/main" id="{A65DB10D-96B0-4C16-AD5B-67F535CB9F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18450" y="1190625"/>
            <a:ext cx="5921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Done</a:t>
            </a:r>
          </a:p>
        </p:txBody>
      </p:sp>
      <p:sp>
        <p:nvSpPr>
          <p:cNvPr id="292894" name="Shape 2816">
            <a:extLst>
              <a:ext uri="{FF2B5EF4-FFF2-40B4-BE49-F238E27FC236}">
                <a16:creationId xmlns:a16="http://schemas.microsoft.com/office/drawing/2014/main" id="{7FDD1205-65F4-42EC-A61F-06B9A62FB0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4038" y="803275"/>
            <a:ext cx="650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w = </a:t>
            </a: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</a:t>
            </a:r>
          </a:p>
        </p:txBody>
      </p:sp>
      <p:sp>
        <p:nvSpPr>
          <p:cNvPr id="292895" name="Shape 2817">
            <a:extLst>
              <a:ext uri="{FF2B5EF4-FFF2-40B4-BE49-F238E27FC236}">
                <a16:creationId xmlns:a16="http://schemas.microsoft.com/office/drawing/2014/main" id="{CB61EB90-871C-4E0F-A425-AD32CF3536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76525" y="803275"/>
            <a:ext cx="650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w = </a:t>
            </a: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</a:p>
        </p:txBody>
      </p:sp>
      <p:grpSp>
        <p:nvGrpSpPr>
          <p:cNvPr id="292896" name="Shape 2818">
            <a:extLst>
              <a:ext uri="{FF2B5EF4-FFF2-40B4-BE49-F238E27FC236}">
                <a16:creationId xmlns:a16="http://schemas.microsoft.com/office/drawing/2014/main" id="{CECA81D1-E5CC-4291-B9C7-1F9B35E94BAC}"/>
              </a:ext>
            </a:extLst>
          </p:cNvPr>
          <p:cNvGrpSpPr>
            <a:grpSpLocks/>
          </p:cNvGrpSpPr>
          <p:nvPr/>
        </p:nvGrpSpPr>
        <p:grpSpPr bwMode="auto">
          <a:xfrm>
            <a:off x="484188" y="320675"/>
            <a:ext cx="8167687" cy="2514600"/>
            <a:chOff x="603250" y="1414462"/>
            <a:chExt cx="8167586" cy="2514599"/>
          </a:xfrm>
        </p:grpSpPr>
        <p:sp>
          <p:nvSpPr>
            <p:cNvPr id="293027" name="Shape 2819">
              <a:extLst>
                <a:ext uri="{FF2B5EF4-FFF2-40B4-BE49-F238E27FC236}">
                  <a16:creationId xmlns:a16="http://schemas.microsoft.com/office/drawing/2014/main" id="{2BB6B263-D97D-4DA3-9DED-F89586863E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9637" y="1427162"/>
              <a:ext cx="7861199" cy="95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3028" name="Shape 2820">
              <a:extLst>
                <a:ext uri="{FF2B5EF4-FFF2-40B4-BE49-F238E27FC236}">
                  <a16:creationId xmlns:a16="http://schemas.microsoft.com/office/drawing/2014/main" id="{B074282C-2732-47CC-9E1F-E5EAC34CB8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1436687"/>
              <a:ext cx="11100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3029" name="Shape 2821">
              <a:extLst>
                <a:ext uri="{FF2B5EF4-FFF2-40B4-BE49-F238E27FC236}">
                  <a16:creationId xmlns:a16="http://schemas.microsoft.com/office/drawing/2014/main" id="{9C546D5A-F513-47A3-800B-3C1A5982F2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1436687"/>
              <a:ext cx="11100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3030" name="Shape 2822">
              <a:extLst>
                <a:ext uri="{FF2B5EF4-FFF2-40B4-BE49-F238E27FC236}">
                  <a16:creationId xmlns:a16="http://schemas.microsoft.com/office/drawing/2014/main" id="{C2041A4F-2099-407E-80D0-C891917127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42987" y="1603375"/>
              <a:ext cx="73019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293031" name="Shape 2823">
              <a:extLst>
                <a:ext uri="{FF2B5EF4-FFF2-40B4-BE49-F238E27FC236}">
                  <a16:creationId xmlns:a16="http://schemas.microsoft.com/office/drawing/2014/main" id="{E73229DB-7CEA-467E-8081-275543BA0A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55836" y="1550987"/>
              <a:ext cx="9780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293032" name="Shape 2824">
              <a:extLst>
                <a:ext uri="{FF2B5EF4-FFF2-40B4-BE49-F238E27FC236}">
                  <a16:creationId xmlns:a16="http://schemas.microsoft.com/office/drawing/2014/main" id="{33EE9175-5082-4F7D-B03E-D174FCD544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1846261"/>
              <a:ext cx="11100" cy="4142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3033" name="Shape 2825">
              <a:extLst>
                <a:ext uri="{FF2B5EF4-FFF2-40B4-BE49-F238E27FC236}">
                  <a16:creationId xmlns:a16="http://schemas.microsoft.com/office/drawing/2014/main" id="{5DFE95A7-8D89-4C2B-A44D-E829D9CAA4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9987" y="1912936"/>
              <a:ext cx="4761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293034" name="Shape 2826">
              <a:extLst>
                <a:ext uri="{FF2B5EF4-FFF2-40B4-BE49-F238E27FC236}">
                  <a16:creationId xmlns:a16="http://schemas.microsoft.com/office/drawing/2014/main" id="{FEE49B71-ACD4-452A-9045-A00622B55A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2249486"/>
              <a:ext cx="6915000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3035" name="Shape 2827">
              <a:extLst>
                <a:ext uri="{FF2B5EF4-FFF2-40B4-BE49-F238E27FC236}">
                  <a16:creationId xmlns:a16="http://schemas.microsoft.com/office/drawing/2014/main" id="{450E9CF8-5F18-447B-83AE-26F989C0EA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2260600"/>
              <a:ext cx="11100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3036" name="Shape 2828">
              <a:extLst>
                <a:ext uri="{FF2B5EF4-FFF2-40B4-BE49-F238E27FC236}">
                  <a16:creationId xmlns:a16="http://schemas.microsoft.com/office/drawing/2014/main" id="{340660AB-B3C1-4CF8-B7C9-8164829AF3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9637" y="2662236"/>
              <a:ext cx="786119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3037" name="Shape 2829">
              <a:extLst>
                <a:ext uri="{FF2B5EF4-FFF2-40B4-BE49-F238E27FC236}">
                  <a16:creationId xmlns:a16="http://schemas.microsoft.com/office/drawing/2014/main" id="{0534D4F0-FED6-45FA-A402-5A7ABB1E29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10250" y="1808161"/>
              <a:ext cx="7809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293038" name="Shape 2830">
              <a:extLst>
                <a:ext uri="{FF2B5EF4-FFF2-40B4-BE49-F238E27FC236}">
                  <a16:creationId xmlns:a16="http://schemas.microsoft.com/office/drawing/2014/main" id="{31B85053-8D36-420E-A713-7737B8189F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3250" y="2755900"/>
              <a:ext cx="222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293039" name="Shape 2831">
              <a:extLst>
                <a:ext uri="{FF2B5EF4-FFF2-40B4-BE49-F238E27FC236}">
                  <a16:creationId xmlns:a16="http://schemas.microsoft.com/office/drawing/2014/main" id="{D2D4B3E7-F2F0-4FBE-9365-43F56DB093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2676525"/>
              <a:ext cx="11100" cy="362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3040" name="Shape 2832">
              <a:extLst>
                <a:ext uri="{FF2B5EF4-FFF2-40B4-BE49-F238E27FC236}">
                  <a16:creationId xmlns:a16="http://schemas.microsoft.com/office/drawing/2014/main" id="{4F7498C9-1F81-49B0-8DF5-BAB8E2A7D5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5075" y="2755900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293041" name="Shape 2833">
              <a:extLst>
                <a:ext uri="{FF2B5EF4-FFF2-40B4-BE49-F238E27FC236}">
                  <a16:creationId xmlns:a16="http://schemas.microsoft.com/office/drawing/2014/main" id="{577EC591-BDA0-4BD3-A808-94A8F4D90E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6775" y="2755900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293042" name="Shape 2834">
              <a:extLst>
                <a:ext uri="{FF2B5EF4-FFF2-40B4-BE49-F238E27FC236}">
                  <a16:creationId xmlns:a16="http://schemas.microsoft.com/office/drawing/2014/main" id="{349E1712-8CAE-4D4E-85A2-1710D8419A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4025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3043" name="Shape 2835">
              <a:extLst>
                <a:ext uri="{FF2B5EF4-FFF2-40B4-BE49-F238E27FC236}">
                  <a16:creationId xmlns:a16="http://schemas.microsoft.com/office/drawing/2014/main" id="{32F45BCB-C6B3-45A8-9D94-B1E38FB6DB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061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93044" name="Shape 2836">
              <a:extLst>
                <a:ext uri="{FF2B5EF4-FFF2-40B4-BE49-F238E27FC236}">
                  <a16:creationId xmlns:a16="http://schemas.microsoft.com/office/drawing/2014/main" id="{A3DEF0AA-615F-4B87-BDD9-2E206D8140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9062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3045" name="Shape 2837">
              <a:extLst>
                <a:ext uri="{FF2B5EF4-FFF2-40B4-BE49-F238E27FC236}">
                  <a16:creationId xmlns:a16="http://schemas.microsoft.com/office/drawing/2014/main" id="{58DBA398-F615-45D5-9463-CB33D2F6E2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6137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3046" name="Shape 2838">
              <a:extLst>
                <a:ext uri="{FF2B5EF4-FFF2-40B4-BE49-F238E27FC236}">
                  <a16:creationId xmlns:a16="http://schemas.microsoft.com/office/drawing/2014/main" id="{46811FCB-726D-45CA-9784-E93B732B44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3212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3047" name="Shape 2839">
              <a:extLst>
                <a:ext uri="{FF2B5EF4-FFF2-40B4-BE49-F238E27FC236}">
                  <a16:creationId xmlns:a16="http://schemas.microsoft.com/office/drawing/2014/main" id="{67AF7272-A944-4349-9CBB-A6315EB03F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1875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3048" name="Shape 2840">
              <a:extLst>
                <a:ext uri="{FF2B5EF4-FFF2-40B4-BE49-F238E27FC236}">
                  <a16:creationId xmlns:a16="http://schemas.microsoft.com/office/drawing/2014/main" id="{6623350A-6FEE-431C-A647-E85E8E5DDB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38950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3049" name="Shape 2841">
              <a:extLst>
                <a:ext uri="{FF2B5EF4-FFF2-40B4-BE49-F238E27FC236}">
                  <a16:creationId xmlns:a16="http://schemas.microsoft.com/office/drawing/2014/main" id="{EDB3436F-5F78-4144-ACBB-32BAB26A1A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4436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3050" name="Shape 2842">
              <a:extLst>
                <a:ext uri="{FF2B5EF4-FFF2-40B4-BE49-F238E27FC236}">
                  <a16:creationId xmlns:a16="http://schemas.microsoft.com/office/drawing/2014/main" id="{B99A9684-3E73-4148-8955-77827AD275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1986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3051" name="Shape 2843">
              <a:extLst>
                <a:ext uri="{FF2B5EF4-FFF2-40B4-BE49-F238E27FC236}">
                  <a16:creationId xmlns:a16="http://schemas.microsoft.com/office/drawing/2014/main" id="{42FD0FBA-4ECB-49D9-8798-2AC41823CB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" y="3030536"/>
              <a:ext cx="20939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293052" name="Shape 2844">
              <a:extLst>
                <a:ext uri="{FF2B5EF4-FFF2-40B4-BE49-F238E27FC236}">
                  <a16:creationId xmlns:a16="http://schemas.microsoft.com/office/drawing/2014/main" id="{690C9CE7-8356-480A-84DD-CDD5D58B7B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3038475"/>
              <a:ext cx="11100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3053" name="Shape 2845">
              <a:extLst>
                <a:ext uri="{FF2B5EF4-FFF2-40B4-BE49-F238E27FC236}">
                  <a16:creationId xmlns:a16="http://schemas.microsoft.com/office/drawing/2014/main" id="{4A558833-2839-45D1-BEA7-321FE51885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662" y="3030536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293054" name="Shape 2846">
              <a:extLst>
                <a:ext uri="{FF2B5EF4-FFF2-40B4-BE49-F238E27FC236}">
                  <a16:creationId xmlns:a16="http://schemas.microsoft.com/office/drawing/2014/main" id="{1BDA144F-F741-44FF-A0DE-2D94022965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8361" y="3030536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293055" name="Shape 2847">
              <a:extLst>
                <a:ext uri="{FF2B5EF4-FFF2-40B4-BE49-F238E27FC236}">
                  <a16:creationId xmlns:a16="http://schemas.microsoft.com/office/drawing/2014/main" id="{D49F246F-10A2-4269-9230-FAC5344E3F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5611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93056" name="Shape 2848">
              <a:extLst>
                <a:ext uri="{FF2B5EF4-FFF2-40B4-BE49-F238E27FC236}">
                  <a16:creationId xmlns:a16="http://schemas.microsoft.com/office/drawing/2014/main" id="{9A51A2E2-B5BB-44BC-9AA5-02D9711691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061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3057" name="Shape 2849">
              <a:extLst>
                <a:ext uri="{FF2B5EF4-FFF2-40B4-BE49-F238E27FC236}">
                  <a16:creationId xmlns:a16="http://schemas.microsoft.com/office/drawing/2014/main" id="{37B58048-D6AA-484E-A1A5-13A159D3F3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650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3058" name="Shape 2850">
              <a:extLst>
                <a:ext uri="{FF2B5EF4-FFF2-40B4-BE49-F238E27FC236}">
                  <a16:creationId xmlns:a16="http://schemas.microsoft.com/office/drawing/2014/main" id="{1B76343D-23CA-4151-BB2A-8DCB92094A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7725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3059" name="Shape 2851">
              <a:extLst>
                <a:ext uri="{FF2B5EF4-FFF2-40B4-BE49-F238E27FC236}">
                  <a16:creationId xmlns:a16="http://schemas.microsoft.com/office/drawing/2014/main" id="{8994AD41-38CC-43B7-96EA-9317AEAE4F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4800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93060" name="Shape 2852">
              <a:extLst>
                <a:ext uri="{FF2B5EF4-FFF2-40B4-BE49-F238E27FC236}">
                  <a16:creationId xmlns:a16="http://schemas.microsoft.com/office/drawing/2014/main" id="{654D8548-0929-46CC-9AA1-CF35A1431D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1875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3061" name="Shape 2853">
              <a:extLst>
                <a:ext uri="{FF2B5EF4-FFF2-40B4-BE49-F238E27FC236}">
                  <a16:creationId xmlns:a16="http://schemas.microsoft.com/office/drawing/2014/main" id="{537D7C12-6C7A-4950-AF8C-C3FEC66027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38950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3062" name="Shape 2854">
              <a:extLst>
                <a:ext uri="{FF2B5EF4-FFF2-40B4-BE49-F238E27FC236}">
                  <a16:creationId xmlns:a16="http://schemas.microsoft.com/office/drawing/2014/main" id="{BCA93F7D-CF35-45EF-BC16-33027F48A7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6025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93063" name="Shape 2855">
              <a:extLst>
                <a:ext uri="{FF2B5EF4-FFF2-40B4-BE49-F238E27FC236}">
                  <a16:creationId xmlns:a16="http://schemas.microsoft.com/office/drawing/2014/main" id="{5131B853-6939-4AA6-AA8D-8992D70F4D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1986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3064" name="Shape 2856">
              <a:extLst>
                <a:ext uri="{FF2B5EF4-FFF2-40B4-BE49-F238E27FC236}">
                  <a16:creationId xmlns:a16="http://schemas.microsoft.com/office/drawing/2014/main" id="{2B826A03-F5E4-42C8-A4ED-481AB04E96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" y="3302000"/>
              <a:ext cx="20939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293065" name="Shape 2857">
              <a:extLst>
                <a:ext uri="{FF2B5EF4-FFF2-40B4-BE49-F238E27FC236}">
                  <a16:creationId xmlns:a16="http://schemas.microsoft.com/office/drawing/2014/main" id="{F5565FB5-F170-4E1D-B56B-15C8A2D264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3290887"/>
              <a:ext cx="11100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3066" name="Shape 2858">
              <a:extLst>
                <a:ext uri="{FF2B5EF4-FFF2-40B4-BE49-F238E27FC236}">
                  <a16:creationId xmlns:a16="http://schemas.microsoft.com/office/drawing/2014/main" id="{A24982F4-7EF4-4559-B049-BF7D8B936C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662" y="3302000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293067" name="Shape 2859">
              <a:extLst>
                <a:ext uri="{FF2B5EF4-FFF2-40B4-BE49-F238E27FC236}">
                  <a16:creationId xmlns:a16="http://schemas.microsoft.com/office/drawing/2014/main" id="{27067E28-DDF9-4639-8639-E0F9194BAF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8361" y="3302000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293068" name="Shape 2860">
              <a:extLst>
                <a:ext uri="{FF2B5EF4-FFF2-40B4-BE49-F238E27FC236}">
                  <a16:creationId xmlns:a16="http://schemas.microsoft.com/office/drawing/2014/main" id="{E6FDBF50-E282-45FA-A641-8EDA0D4EA0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5611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93069" name="Shape 2861">
              <a:extLst>
                <a:ext uri="{FF2B5EF4-FFF2-40B4-BE49-F238E27FC236}">
                  <a16:creationId xmlns:a16="http://schemas.microsoft.com/office/drawing/2014/main" id="{67CED359-B669-4F44-8B04-BD9DA2A3F9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061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93070" name="Shape 2862">
              <a:extLst>
                <a:ext uri="{FF2B5EF4-FFF2-40B4-BE49-F238E27FC236}">
                  <a16:creationId xmlns:a16="http://schemas.microsoft.com/office/drawing/2014/main" id="{52FBA03D-5F46-496B-98EE-FC56B8B9DB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650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93071" name="Shape 2863">
              <a:extLst>
                <a:ext uri="{FF2B5EF4-FFF2-40B4-BE49-F238E27FC236}">
                  <a16:creationId xmlns:a16="http://schemas.microsoft.com/office/drawing/2014/main" id="{A2E69671-9D5B-4172-86EF-726920A112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7725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3072" name="Shape 2864">
              <a:extLst>
                <a:ext uri="{FF2B5EF4-FFF2-40B4-BE49-F238E27FC236}">
                  <a16:creationId xmlns:a16="http://schemas.microsoft.com/office/drawing/2014/main" id="{E092B284-6108-420C-9630-6F0E08185B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4800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3073" name="Shape 2865">
              <a:extLst>
                <a:ext uri="{FF2B5EF4-FFF2-40B4-BE49-F238E27FC236}">
                  <a16:creationId xmlns:a16="http://schemas.microsoft.com/office/drawing/2014/main" id="{0D61DA25-710F-41B1-82C5-D13B248B6B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1875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93074" name="Shape 2866">
              <a:extLst>
                <a:ext uri="{FF2B5EF4-FFF2-40B4-BE49-F238E27FC236}">
                  <a16:creationId xmlns:a16="http://schemas.microsoft.com/office/drawing/2014/main" id="{FE784BD0-A25F-4BEF-B5FB-2755F52F44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38950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3075" name="Shape 2867">
              <a:extLst>
                <a:ext uri="{FF2B5EF4-FFF2-40B4-BE49-F238E27FC236}">
                  <a16:creationId xmlns:a16="http://schemas.microsoft.com/office/drawing/2014/main" id="{497AE994-3A25-4411-8A30-00446C8D6E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6025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3076" name="Shape 2868">
              <a:extLst>
                <a:ext uri="{FF2B5EF4-FFF2-40B4-BE49-F238E27FC236}">
                  <a16:creationId xmlns:a16="http://schemas.microsoft.com/office/drawing/2014/main" id="{2AF0A6BD-21B1-4D6A-985C-2B59036D98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1986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3077" name="Shape 2869">
              <a:extLst>
                <a:ext uri="{FF2B5EF4-FFF2-40B4-BE49-F238E27FC236}">
                  <a16:creationId xmlns:a16="http://schemas.microsoft.com/office/drawing/2014/main" id="{7B517199-85A5-4702-93EE-80A46AD4D8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3250" y="3576637"/>
              <a:ext cx="222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293078" name="Shape 2870">
              <a:extLst>
                <a:ext uri="{FF2B5EF4-FFF2-40B4-BE49-F238E27FC236}">
                  <a16:creationId xmlns:a16="http://schemas.microsoft.com/office/drawing/2014/main" id="{19259BF3-A979-4261-BC0E-DF6EC8ED5C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3570287"/>
              <a:ext cx="11100" cy="315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3079" name="Shape 2871">
              <a:extLst>
                <a:ext uri="{FF2B5EF4-FFF2-40B4-BE49-F238E27FC236}">
                  <a16:creationId xmlns:a16="http://schemas.microsoft.com/office/drawing/2014/main" id="{820A3678-7F4F-47C8-907F-B336A5191A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5075" y="3576637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293080" name="Shape 2872">
              <a:extLst>
                <a:ext uri="{FF2B5EF4-FFF2-40B4-BE49-F238E27FC236}">
                  <a16:creationId xmlns:a16="http://schemas.microsoft.com/office/drawing/2014/main" id="{E3C48334-334F-4F29-9190-84D3B970AF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6775" y="3576637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293081" name="Shape 2873">
              <a:extLst>
                <a:ext uri="{FF2B5EF4-FFF2-40B4-BE49-F238E27FC236}">
                  <a16:creationId xmlns:a16="http://schemas.microsoft.com/office/drawing/2014/main" id="{D4570F4D-A374-4A6A-B31B-7CCDF72A49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4025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3082" name="Shape 2874">
              <a:extLst>
                <a:ext uri="{FF2B5EF4-FFF2-40B4-BE49-F238E27FC236}">
                  <a16:creationId xmlns:a16="http://schemas.microsoft.com/office/drawing/2014/main" id="{056953A8-A01D-4D65-8222-1DEDD3BC34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061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3083" name="Shape 2875">
              <a:extLst>
                <a:ext uri="{FF2B5EF4-FFF2-40B4-BE49-F238E27FC236}">
                  <a16:creationId xmlns:a16="http://schemas.microsoft.com/office/drawing/2014/main" id="{AC83D1E2-BB56-4337-BFD5-23ABADECBA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9062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3084" name="Shape 2876">
              <a:extLst>
                <a:ext uri="{FF2B5EF4-FFF2-40B4-BE49-F238E27FC236}">
                  <a16:creationId xmlns:a16="http://schemas.microsoft.com/office/drawing/2014/main" id="{2593165B-D002-4820-BD31-85FB2B9A6F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6137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93085" name="Shape 2877">
              <a:extLst>
                <a:ext uri="{FF2B5EF4-FFF2-40B4-BE49-F238E27FC236}">
                  <a16:creationId xmlns:a16="http://schemas.microsoft.com/office/drawing/2014/main" id="{4917694F-8221-4612-8E3A-AF2A900115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3212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3086" name="Shape 2878">
              <a:extLst>
                <a:ext uri="{FF2B5EF4-FFF2-40B4-BE49-F238E27FC236}">
                  <a16:creationId xmlns:a16="http://schemas.microsoft.com/office/drawing/2014/main" id="{BF9E0DB0-3FDC-44E5-93CB-0C55F054C6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1875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3087" name="Shape 2879">
              <a:extLst>
                <a:ext uri="{FF2B5EF4-FFF2-40B4-BE49-F238E27FC236}">
                  <a16:creationId xmlns:a16="http://schemas.microsoft.com/office/drawing/2014/main" id="{404349E9-60B1-4DDE-BAC0-0FBBBADE0D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38950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93088" name="Shape 2880">
              <a:extLst>
                <a:ext uri="{FF2B5EF4-FFF2-40B4-BE49-F238E27FC236}">
                  <a16:creationId xmlns:a16="http://schemas.microsoft.com/office/drawing/2014/main" id="{A29FBF6E-7421-4E3D-86A3-7233C74415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4436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3089" name="Shape 2881">
              <a:extLst>
                <a:ext uri="{FF2B5EF4-FFF2-40B4-BE49-F238E27FC236}">
                  <a16:creationId xmlns:a16="http://schemas.microsoft.com/office/drawing/2014/main" id="{B45792FB-9E76-4002-B84F-C0228A7550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9637" y="3897312"/>
              <a:ext cx="786119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3090" name="Shape 2882">
              <a:extLst>
                <a:ext uri="{FF2B5EF4-FFF2-40B4-BE49-F238E27FC236}">
                  <a16:creationId xmlns:a16="http://schemas.microsoft.com/office/drawing/2014/main" id="{7D0B10D2-49FD-4D12-8663-24185EA0D0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1986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cxnSp>
          <p:nvCxnSpPr>
            <p:cNvPr id="293091" name="Shape 2883">
              <a:extLst>
                <a:ext uri="{FF2B5EF4-FFF2-40B4-BE49-F238E27FC236}">
                  <a16:creationId xmlns:a16="http://schemas.microsoft.com/office/drawing/2014/main" id="{E4B53019-2ED7-4378-A0DA-2CBB0D14163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14400" y="1428750"/>
              <a:ext cx="0" cy="2471699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3092" name="Shape 2884">
              <a:extLst>
                <a:ext uri="{FF2B5EF4-FFF2-40B4-BE49-F238E27FC236}">
                  <a16:creationId xmlns:a16="http://schemas.microsoft.com/office/drawing/2014/main" id="{C00C9329-CF91-4FFC-A55F-686FCE95E63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571875" y="1443037"/>
              <a:ext cx="0" cy="244320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3093" name="Shape 2885">
              <a:extLst>
                <a:ext uri="{FF2B5EF4-FFF2-40B4-BE49-F238E27FC236}">
                  <a16:creationId xmlns:a16="http://schemas.microsoft.com/office/drawing/2014/main" id="{2B27F4EF-1D19-4930-9161-ED187B2489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3086" y="1885950"/>
              <a:ext cx="1728900" cy="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3094" name="Shape 2886">
              <a:extLst>
                <a:ext uri="{FF2B5EF4-FFF2-40B4-BE49-F238E27FC236}">
                  <a16:creationId xmlns:a16="http://schemas.microsoft.com/office/drawing/2014/main" id="{19AA1B9B-840B-412C-899E-CE4B2224088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758236" y="1414462"/>
              <a:ext cx="0" cy="2514599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92897" name="Shape 2887">
            <a:extLst>
              <a:ext uri="{FF2B5EF4-FFF2-40B4-BE49-F238E27FC236}">
                <a16:creationId xmlns:a16="http://schemas.microsoft.com/office/drawing/2014/main" id="{A032C586-5053-4E78-B24C-30540DAA1A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0238" y="1190625"/>
            <a:ext cx="5127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</a:p>
        </p:txBody>
      </p:sp>
      <p:sp>
        <p:nvSpPr>
          <p:cNvPr id="292898" name="Shape 2888">
            <a:extLst>
              <a:ext uri="{FF2B5EF4-FFF2-40B4-BE49-F238E27FC236}">
                <a16:creationId xmlns:a16="http://schemas.microsoft.com/office/drawing/2014/main" id="{B76404CB-49B7-4851-864F-F30B85E269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7963" y="1222375"/>
            <a:ext cx="5111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</a:p>
        </p:txBody>
      </p:sp>
      <p:sp>
        <p:nvSpPr>
          <p:cNvPr id="292899" name="Shape 2889">
            <a:extLst>
              <a:ext uri="{FF2B5EF4-FFF2-40B4-BE49-F238E27FC236}">
                <a16:creationId xmlns:a16="http://schemas.microsoft.com/office/drawing/2014/main" id="{8616CA33-9336-413F-BCFC-7C01D258FB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5363" y="1204913"/>
            <a:ext cx="5111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</a:p>
        </p:txBody>
      </p:sp>
      <p:graphicFrame>
        <p:nvGraphicFramePr>
          <p:cNvPr id="2890" name="Shape 2890">
            <a:extLst>
              <a:ext uri="{FF2B5EF4-FFF2-40B4-BE49-F238E27FC236}">
                <a16:creationId xmlns:a16="http://schemas.microsoft.com/office/drawing/2014/main" id="{963FD28A-2A74-414F-B4EE-EC1D230B742E}"/>
              </a:ext>
            </a:extLst>
          </p:cNvPr>
          <p:cNvGraphicFramePr>
            <a:graphicFrameLocks noGrp="1"/>
          </p:cNvGraphicFramePr>
          <p:nvPr/>
        </p:nvGraphicFramePr>
        <p:xfrm>
          <a:off x="779463" y="3067050"/>
          <a:ext cx="2479675" cy="3571875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68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68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w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  <a:sym typeface="Times New Roman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pSp>
        <p:nvGrpSpPr>
          <p:cNvPr id="292962" name="Group 2">
            <a:extLst>
              <a:ext uri="{FF2B5EF4-FFF2-40B4-BE49-F238E27FC236}">
                <a16:creationId xmlns:a16="http://schemas.microsoft.com/office/drawing/2014/main" id="{4619DD5B-862A-445C-BF0B-D10C61AA3419}"/>
              </a:ext>
            </a:extLst>
          </p:cNvPr>
          <p:cNvGrpSpPr>
            <a:grpSpLocks/>
          </p:cNvGrpSpPr>
          <p:nvPr/>
        </p:nvGrpSpPr>
        <p:grpSpPr bwMode="auto">
          <a:xfrm>
            <a:off x="3908425" y="2840038"/>
            <a:ext cx="2728913" cy="1778000"/>
            <a:chOff x="4970811" y="2889713"/>
            <a:chExt cx="2728913" cy="1778000"/>
          </a:xfrm>
        </p:grpSpPr>
        <p:grpSp>
          <p:nvGrpSpPr>
            <p:cNvPr id="293005" name="Group 105">
              <a:extLst>
                <a:ext uri="{FF2B5EF4-FFF2-40B4-BE49-F238E27FC236}">
                  <a16:creationId xmlns:a16="http://schemas.microsoft.com/office/drawing/2014/main" id="{303E0291-2449-4872-9B95-4BDFC25F57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70811" y="2889713"/>
              <a:ext cx="2728913" cy="1778000"/>
              <a:chOff x="4851400" y="3867150"/>
              <a:chExt cx="2728913" cy="1778000"/>
            </a:xfrm>
          </p:grpSpPr>
          <p:sp>
            <p:nvSpPr>
              <p:cNvPr id="293007" name="Shape 3318">
                <a:extLst>
                  <a:ext uri="{FF2B5EF4-FFF2-40B4-BE49-F238E27FC236}">
                    <a16:creationId xmlns:a16="http://schemas.microsoft.com/office/drawing/2014/main" id="{26EF4C91-A44A-44A7-8309-31CC7D31631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35625" y="4660900"/>
                <a:ext cx="960438" cy="984250"/>
              </a:xfrm>
              <a:prstGeom prst="rect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cxnSp>
            <p:nvCxnSpPr>
              <p:cNvPr id="293008" name="Shape 3319">
                <a:extLst>
                  <a:ext uri="{FF2B5EF4-FFF2-40B4-BE49-F238E27FC236}">
                    <a16:creationId xmlns:a16="http://schemas.microsoft.com/office/drawing/2014/main" id="{9F42E6D5-ACF1-428A-BF44-F8798BB4E81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5635625" y="5164138"/>
                <a:ext cx="960438" cy="1587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93009" name="Shape 3320">
                <a:extLst>
                  <a:ext uri="{FF2B5EF4-FFF2-40B4-BE49-F238E27FC236}">
                    <a16:creationId xmlns:a16="http://schemas.microsoft.com/office/drawing/2014/main" id="{64D9C6F7-3A99-4BC1-B0AD-649CD5C101B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rot="10800000" flipH="1">
                <a:off x="6115050" y="4660900"/>
                <a:ext cx="1588" cy="984250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93010" name="Shape 3321">
                <a:extLst>
                  <a:ext uri="{FF2B5EF4-FFF2-40B4-BE49-F238E27FC236}">
                    <a16:creationId xmlns:a16="http://schemas.microsoft.com/office/drawing/2014/main" id="{61AB7E25-E1B5-41FE-AA34-40C8DBF0781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5154613" y="4181475"/>
                <a:ext cx="481012" cy="479425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293011" name="Shape 3322">
                <a:extLst>
                  <a:ext uri="{FF2B5EF4-FFF2-40B4-BE49-F238E27FC236}">
                    <a16:creationId xmlns:a16="http://schemas.microsoft.com/office/drawing/2014/main" id="{951F83C0-EC6D-4E10-90FF-896A039A304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96063" y="4660900"/>
                <a:ext cx="984250" cy="984250"/>
              </a:xfrm>
              <a:prstGeom prst="rect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cxnSp>
            <p:nvCxnSpPr>
              <p:cNvPr id="293012" name="Shape 3323">
                <a:extLst>
                  <a:ext uri="{FF2B5EF4-FFF2-40B4-BE49-F238E27FC236}">
                    <a16:creationId xmlns:a16="http://schemas.microsoft.com/office/drawing/2014/main" id="{1BD94F90-48BD-451F-B25B-3C34C0333FB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6596063" y="5164138"/>
                <a:ext cx="984250" cy="1587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93013" name="Shape 3324">
                <a:extLst>
                  <a:ext uri="{FF2B5EF4-FFF2-40B4-BE49-F238E27FC236}">
                    <a16:creationId xmlns:a16="http://schemas.microsoft.com/office/drawing/2014/main" id="{51D3FDD0-CAC7-4E74-81F1-9A13D97041B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rot="10800000" flipH="1">
                <a:off x="7099300" y="4660900"/>
                <a:ext cx="1588" cy="984250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293014" name="Shape 3325">
                <a:extLst>
                  <a:ext uri="{FF2B5EF4-FFF2-40B4-BE49-F238E27FC236}">
                    <a16:creationId xmlns:a16="http://schemas.microsoft.com/office/drawing/2014/main" id="{0FC03F0E-2372-45E3-B031-3C785A9C66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38725" y="4273550"/>
                <a:ext cx="185738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w </a:t>
                </a:r>
              </a:p>
            </p:txBody>
          </p:sp>
          <p:sp>
            <p:nvSpPr>
              <p:cNvPr id="293015" name="Shape 3326">
                <a:extLst>
                  <a:ext uri="{FF2B5EF4-FFF2-40B4-BE49-F238E27FC236}">
                    <a16:creationId xmlns:a16="http://schemas.microsoft.com/office/drawing/2014/main" id="{3D5A8FB8-BD08-41C1-8BA0-7ACEDC24119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70563" y="4400550"/>
                <a:ext cx="32067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00</a:t>
                </a:r>
              </a:p>
            </p:txBody>
          </p:sp>
          <p:sp>
            <p:nvSpPr>
              <p:cNvPr id="293016" name="Shape 3327">
                <a:extLst>
                  <a:ext uri="{FF2B5EF4-FFF2-40B4-BE49-F238E27FC236}">
                    <a16:creationId xmlns:a16="http://schemas.microsoft.com/office/drawing/2014/main" id="{F28CF165-6278-48E4-AE04-FCA2B01439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56338" y="4400550"/>
                <a:ext cx="33972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01</a:t>
                </a:r>
              </a:p>
            </p:txBody>
          </p:sp>
          <p:sp>
            <p:nvSpPr>
              <p:cNvPr id="293017" name="Shape 3328">
                <a:extLst>
                  <a:ext uri="{FF2B5EF4-FFF2-40B4-BE49-F238E27FC236}">
                    <a16:creationId xmlns:a16="http://schemas.microsoft.com/office/drawing/2014/main" id="{DC56AF9E-493C-4D28-A9BE-B20A0FE44B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42113" y="4400550"/>
                <a:ext cx="33972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11</a:t>
                </a:r>
              </a:p>
            </p:txBody>
          </p:sp>
          <p:sp>
            <p:nvSpPr>
              <p:cNvPr id="293018" name="Shape 3329">
                <a:extLst>
                  <a:ext uri="{FF2B5EF4-FFF2-40B4-BE49-F238E27FC236}">
                    <a16:creationId xmlns:a16="http://schemas.microsoft.com/office/drawing/2014/main" id="{05DABE30-7361-4356-9703-93CBD53712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29475" y="4400550"/>
                <a:ext cx="32067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10</a:t>
                </a:r>
              </a:p>
            </p:txBody>
          </p:sp>
          <p:sp>
            <p:nvSpPr>
              <p:cNvPr id="293019" name="Shape 3330">
                <a:extLst>
                  <a:ext uri="{FF2B5EF4-FFF2-40B4-BE49-F238E27FC236}">
                    <a16:creationId xmlns:a16="http://schemas.microsoft.com/office/drawing/2014/main" id="{DC1D56B1-BB58-4C3B-99BC-B6183BA296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97500" y="4805363"/>
                <a:ext cx="152400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293020" name="Shape 3331">
                <a:extLst>
                  <a:ext uri="{FF2B5EF4-FFF2-40B4-BE49-F238E27FC236}">
                    <a16:creationId xmlns:a16="http://schemas.microsoft.com/office/drawing/2014/main" id="{A80E7A6B-89DD-4ACA-B8E0-98E5EE9658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86388" y="5291138"/>
                <a:ext cx="152400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293021" name="Shape 3332">
                <a:extLst>
                  <a:ext uri="{FF2B5EF4-FFF2-40B4-BE49-F238E27FC236}">
                    <a16:creationId xmlns:a16="http://schemas.microsoft.com/office/drawing/2014/main" id="{115BF983-C00B-45F6-B45B-CCCDCD79E9F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21300" y="3990975"/>
                <a:ext cx="141288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y </a:t>
                </a:r>
              </a:p>
            </p:txBody>
          </p:sp>
          <p:sp>
            <p:nvSpPr>
              <p:cNvPr id="293022" name="Shape 3333">
                <a:extLst>
                  <a:ext uri="{FF2B5EF4-FFF2-40B4-BE49-F238E27FC236}">
                    <a16:creationId xmlns:a16="http://schemas.microsoft.com/office/drawing/2014/main" id="{7679F7D2-9F15-4327-A531-9114A3AA66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21313" y="4094163"/>
                <a:ext cx="123825" cy="1984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2 </a:t>
                </a:r>
              </a:p>
            </p:txBody>
          </p:sp>
          <p:sp>
            <p:nvSpPr>
              <p:cNvPr id="293023" name="Shape 3334">
                <a:extLst>
                  <a:ext uri="{FF2B5EF4-FFF2-40B4-BE49-F238E27FC236}">
                    <a16:creationId xmlns:a16="http://schemas.microsoft.com/office/drawing/2014/main" id="{8B2481B1-BBBE-4719-BA4E-0CF931B697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18150" y="3990975"/>
                <a:ext cx="141288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y </a:t>
                </a:r>
              </a:p>
            </p:txBody>
          </p:sp>
          <p:sp>
            <p:nvSpPr>
              <p:cNvPr id="293024" name="Shape 3335">
                <a:extLst>
                  <a:ext uri="{FF2B5EF4-FFF2-40B4-BE49-F238E27FC236}">
                    <a16:creationId xmlns:a16="http://schemas.microsoft.com/office/drawing/2014/main" id="{C74D6ED1-F519-4B85-9C33-B0E7C9948A1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18163" y="4094163"/>
                <a:ext cx="123825" cy="1984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293025" name="Shape 3336">
                <a:extLst>
                  <a:ext uri="{FF2B5EF4-FFF2-40B4-BE49-F238E27FC236}">
                    <a16:creationId xmlns:a16="http://schemas.microsoft.com/office/drawing/2014/main" id="{4E51AB3A-E39A-4F2E-BEC9-D81425D2C3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51400" y="3867150"/>
                <a:ext cx="163513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Y </a:t>
                </a:r>
              </a:p>
            </p:txBody>
          </p:sp>
          <p:sp>
            <p:nvSpPr>
              <p:cNvPr id="293026" name="Shape 3337">
                <a:extLst>
                  <a:ext uri="{FF2B5EF4-FFF2-40B4-BE49-F238E27FC236}">
                    <a16:creationId xmlns:a16="http://schemas.microsoft.com/office/drawing/2014/main" id="{38F7F990-8C0E-436E-AF02-FCD882157D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89513" y="3971925"/>
                <a:ext cx="123825" cy="198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</p:grpSp>
        <p:sp>
          <p:nvSpPr>
            <p:cNvPr id="293006" name="TextBox 1">
              <a:extLst>
                <a:ext uri="{FF2B5EF4-FFF2-40B4-BE49-F238E27FC236}">
                  <a16:creationId xmlns:a16="http://schemas.microsoft.com/office/drawing/2014/main" id="{9B1BF7A5-9C43-42B6-B9FA-F50419025F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5602" y="3707705"/>
              <a:ext cx="1895471" cy="954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0    0    0    1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1    0    0    1</a:t>
              </a:r>
            </a:p>
          </p:txBody>
        </p:sp>
      </p:grpSp>
      <p:grpSp>
        <p:nvGrpSpPr>
          <p:cNvPr id="292963" name="Group 160">
            <a:extLst>
              <a:ext uri="{FF2B5EF4-FFF2-40B4-BE49-F238E27FC236}">
                <a16:creationId xmlns:a16="http://schemas.microsoft.com/office/drawing/2014/main" id="{A0E7E4DB-7F08-4B45-BBAF-C017C74307DF}"/>
              </a:ext>
            </a:extLst>
          </p:cNvPr>
          <p:cNvGrpSpPr>
            <a:grpSpLocks/>
          </p:cNvGrpSpPr>
          <p:nvPr/>
        </p:nvGrpSpPr>
        <p:grpSpPr bwMode="auto">
          <a:xfrm>
            <a:off x="3871913" y="4876800"/>
            <a:ext cx="2728912" cy="1778000"/>
            <a:chOff x="4970811" y="2889713"/>
            <a:chExt cx="2728913" cy="1778000"/>
          </a:xfrm>
        </p:grpSpPr>
        <p:grpSp>
          <p:nvGrpSpPr>
            <p:cNvPr id="292983" name="Group 161">
              <a:extLst>
                <a:ext uri="{FF2B5EF4-FFF2-40B4-BE49-F238E27FC236}">
                  <a16:creationId xmlns:a16="http://schemas.microsoft.com/office/drawing/2014/main" id="{EB46F7F5-A532-4765-874E-ED7D987BCF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70811" y="2889713"/>
              <a:ext cx="2728913" cy="1778000"/>
              <a:chOff x="4851400" y="3867150"/>
              <a:chExt cx="2728913" cy="1778000"/>
            </a:xfrm>
          </p:grpSpPr>
          <p:sp>
            <p:nvSpPr>
              <p:cNvPr id="292985" name="Shape 3318">
                <a:extLst>
                  <a:ext uri="{FF2B5EF4-FFF2-40B4-BE49-F238E27FC236}">
                    <a16:creationId xmlns:a16="http://schemas.microsoft.com/office/drawing/2014/main" id="{E6AA7D3D-C495-496F-9920-F0127530F52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35625" y="4660900"/>
                <a:ext cx="960438" cy="984250"/>
              </a:xfrm>
              <a:prstGeom prst="rect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cxnSp>
            <p:nvCxnSpPr>
              <p:cNvPr id="292986" name="Shape 3319">
                <a:extLst>
                  <a:ext uri="{FF2B5EF4-FFF2-40B4-BE49-F238E27FC236}">
                    <a16:creationId xmlns:a16="http://schemas.microsoft.com/office/drawing/2014/main" id="{0D53CEE8-071E-48DE-B601-4ABFE717297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5635625" y="5164138"/>
                <a:ext cx="960438" cy="1587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92987" name="Shape 3320">
                <a:extLst>
                  <a:ext uri="{FF2B5EF4-FFF2-40B4-BE49-F238E27FC236}">
                    <a16:creationId xmlns:a16="http://schemas.microsoft.com/office/drawing/2014/main" id="{426851A3-EA6D-4C30-8D8A-4DAA8BE67AC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rot="10800000" flipH="1">
                <a:off x="6115050" y="4660900"/>
                <a:ext cx="1588" cy="984250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92988" name="Shape 3321">
                <a:extLst>
                  <a:ext uri="{FF2B5EF4-FFF2-40B4-BE49-F238E27FC236}">
                    <a16:creationId xmlns:a16="http://schemas.microsoft.com/office/drawing/2014/main" id="{6F20D64D-DF8A-426D-8067-B2CD2A12EEF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5154613" y="4181475"/>
                <a:ext cx="481012" cy="479425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292989" name="Shape 3322">
                <a:extLst>
                  <a:ext uri="{FF2B5EF4-FFF2-40B4-BE49-F238E27FC236}">
                    <a16:creationId xmlns:a16="http://schemas.microsoft.com/office/drawing/2014/main" id="{6567FDA8-9E2A-49C5-B9BE-112857BE5D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96063" y="4660900"/>
                <a:ext cx="984250" cy="984250"/>
              </a:xfrm>
              <a:prstGeom prst="rect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cxnSp>
            <p:nvCxnSpPr>
              <p:cNvPr id="292990" name="Shape 3323">
                <a:extLst>
                  <a:ext uri="{FF2B5EF4-FFF2-40B4-BE49-F238E27FC236}">
                    <a16:creationId xmlns:a16="http://schemas.microsoft.com/office/drawing/2014/main" id="{2191F067-3C4F-40B8-AEC0-5BD41B8F2EA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6596063" y="5164138"/>
                <a:ext cx="984250" cy="1587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92991" name="Shape 3324">
                <a:extLst>
                  <a:ext uri="{FF2B5EF4-FFF2-40B4-BE49-F238E27FC236}">
                    <a16:creationId xmlns:a16="http://schemas.microsoft.com/office/drawing/2014/main" id="{89EA83C6-FF3D-47A2-BFE1-001D7A41AD9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rot="10800000" flipH="1">
                <a:off x="7099300" y="4660900"/>
                <a:ext cx="1588" cy="984250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292992" name="Shape 3325">
                <a:extLst>
                  <a:ext uri="{FF2B5EF4-FFF2-40B4-BE49-F238E27FC236}">
                    <a16:creationId xmlns:a16="http://schemas.microsoft.com/office/drawing/2014/main" id="{37EB8AED-051C-42B5-9545-51188986DB4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38725" y="4273550"/>
                <a:ext cx="185738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w </a:t>
                </a:r>
              </a:p>
            </p:txBody>
          </p:sp>
          <p:sp>
            <p:nvSpPr>
              <p:cNvPr id="292993" name="Shape 3326">
                <a:extLst>
                  <a:ext uri="{FF2B5EF4-FFF2-40B4-BE49-F238E27FC236}">
                    <a16:creationId xmlns:a16="http://schemas.microsoft.com/office/drawing/2014/main" id="{5BF10AB5-01F0-4FA5-92F4-12411229BB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70563" y="4400550"/>
                <a:ext cx="32067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00</a:t>
                </a:r>
              </a:p>
            </p:txBody>
          </p:sp>
          <p:sp>
            <p:nvSpPr>
              <p:cNvPr id="292994" name="Shape 3327">
                <a:extLst>
                  <a:ext uri="{FF2B5EF4-FFF2-40B4-BE49-F238E27FC236}">
                    <a16:creationId xmlns:a16="http://schemas.microsoft.com/office/drawing/2014/main" id="{790FA1B8-B907-46CF-A0BF-CD5DEC9B759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56338" y="4400550"/>
                <a:ext cx="33972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01</a:t>
                </a:r>
              </a:p>
            </p:txBody>
          </p:sp>
          <p:sp>
            <p:nvSpPr>
              <p:cNvPr id="292995" name="Shape 3328">
                <a:extLst>
                  <a:ext uri="{FF2B5EF4-FFF2-40B4-BE49-F238E27FC236}">
                    <a16:creationId xmlns:a16="http://schemas.microsoft.com/office/drawing/2014/main" id="{40D99763-F949-4375-8677-B7978E53A8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42113" y="4400550"/>
                <a:ext cx="33972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11</a:t>
                </a:r>
              </a:p>
            </p:txBody>
          </p:sp>
          <p:sp>
            <p:nvSpPr>
              <p:cNvPr id="292996" name="Shape 3329">
                <a:extLst>
                  <a:ext uri="{FF2B5EF4-FFF2-40B4-BE49-F238E27FC236}">
                    <a16:creationId xmlns:a16="http://schemas.microsoft.com/office/drawing/2014/main" id="{B1538128-6762-4A4C-9877-3593888C954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29475" y="4400550"/>
                <a:ext cx="32067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10</a:t>
                </a:r>
              </a:p>
            </p:txBody>
          </p:sp>
          <p:sp>
            <p:nvSpPr>
              <p:cNvPr id="292997" name="Shape 3330">
                <a:extLst>
                  <a:ext uri="{FF2B5EF4-FFF2-40B4-BE49-F238E27FC236}">
                    <a16:creationId xmlns:a16="http://schemas.microsoft.com/office/drawing/2014/main" id="{092010ED-4EF0-4248-BD2D-09A2A5EE08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97500" y="4805363"/>
                <a:ext cx="152400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292998" name="Shape 3331">
                <a:extLst>
                  <a:ext uri="{FF2B5EF4-FFF2-40B4-BE49-F238E27FC236}">
                    <a16:creationId xmlns:a16="http://schemas.microsoft.com/office/drawing/2014/main" id="{118F1B9E-24C8-4588-A1DB-DB0A2D4431D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86388" y="5291138"/>
                <a:ext cx="152400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292999" name="Shape 3332">
                <a:extLst>
                  <a:ext uri="{FF2B5EF4-FFF2-40B4-BE49-F238E27FC236}">
                    <a16:creationId xmlns:a16="http://schemas.microsoft.com/office/drawing/2014/main" id="{BE0974C5-178A-4633-9C7C-108F216193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21300" y="3990975"/>
                <a:ext cx="141288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y </a:t>
                </a:r>
              </a:p>
            </p:txBody>
          </p:sp>
          <p:sp>
            <p:nvSpPr>
              <p:cNvPr id="293000" name="Shape 3333">
                <a:extLst>
                  <a:ext uri="{FF2B5EF4-FFF2-40B4-BE49-F238E27FC236}">
                    <a16:creationId xmlns:a16="http://schemas.microsoft.com/office/drawing/2014/main" id="{B11F57D6-EC19-4F09-8CDB-D8BC46A4B94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21313" y="4094163"/>
                <a:ext cx="123825" cy="1984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2 </a:t>
                </a:r>
              </a:p>
            </p:txBody>
          </p:sp>
          <p:sp>
            <p:nvSpPr>
              <p:cNvPr id="293001" name="Shape 3334">
                <a:extLst>
                  <a:ext uri="{FF2B5EF4-FFF2-40B4-BE49-F238E27FC236}">
                    <a16:creationId xmlns:a16="http://schemas.microsoft.com/office/drawing/2014/main" id="{C0FE08AE-5088-46F2-A4C5-3613344699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18150" y="3990975"/>
                <a:ext cx="141288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y </a:t>
                </a:r>
              </a:p>
            </p:txBody>
          </p:sp>
          <p:sp>
            <p:nvSpPr>
              <p:cNvPr id="293002" name="Shape 3335">
                <a:extLst>
                  <a:ext uri="{FF2B5EF4-FFF2-40B4-BE49-F238E27FC236}">
                    <a16:creationId xmlns:a16="http://schemas.microsoft.com/office/drawing/2014/main" id="{9FDF562D-16FC-4822-9D74-CB8323E0BE9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18163" y="4094163"/>
                <a:ext cx="123825" cy="1984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293003" name="Shape 3336">
                <a:extLst>
                  <a:ext uri="{FF2B5EF4-FFF2-40B4-BE49-F238E27FC236}">
                    <a16:creationId xmlns:a16="http://schemas.microsoft.com/office/drawing/2014/main" id="{D76E0D3E-8D88-4CFA-8ABD-AC2007EF376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51400" y="3867150"/>
                <a:ext cx="163513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Y </a:t>
                </a:r>
              </a:p>
            </p:txBody>
          </p:sp>
          <p:sp>
            <p:nvSpPr>
              <p:cNvPr id="293004" name="Shape 3337">
                <a:extLst>
                  <a:ext uri="{FF2B5EF4-FFF2-40B4-BE49-F238E27FC236}">
                    <a16:creationId xmlns:a16="http://schemas.microsoft.com/office/drawing/2014/main" id="{267476EF-8379-4D1F-844A-F314B68B2F6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89513" y="3971925"/>
                <a:ext cx="123825" cy="198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2 </a:t>
                </a:r>
              </a:p>
            </p:txBody>
          </p:sp>
        </p:grpSp>
        <p:sp>
          <p:nvSpPr>
            <p:cNvPr id="292984" name="TextBox 162">
              <a:extLst>
                <a:ext uri="{FF2B5EF4-FFF2-40B4-BE49-F238E27FC236}">
                  <a16:creationId xmlns:a16="http://schemas.microsoft.com/office/drawing/2014/main" id="{59DF73AD-6875-4D49-87DF-E3591ACE9E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5602" y="3707705"/>
              <a:ext cx="1895471" cy="954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0    1    0    1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0    1    0    1</a:t>
              </a:r>
            </a:p>
          </p:txBody>
        </p:sp>
      </p:grpSp>
      <p:pic>
        <p:nvPicPr>
          <p:cNvPr id="292964" name="Picture 3" descr="Screen shot 2014-04-07 at 3.54.33 PM.png">
            <a:extLst>
              <a:ext uri="{FF2B5EF4-FFF2-40B4-BE49-F238E27FC236}">
                <a16:creationId xmlns:a16="http://schemas.microsoft.com/office/drawing/2014/main" id="{F518E0E8-53FF-477D-967B-2E6B4321EDF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32613" y="3765550"/>
            <a:ext cx="1971675" cy="514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2965" name="Picture 4" descr="Screen shot 2014-04-07 at 3.54.42 PM.png">
            <a:extLst>
              <a:ext uri="{FF2B5EF4-FFF2-40B4-BE49-F238E27FC236}">
                <a16:creationId xmlns:a16="http://schemas.microsoft.com/office/drawing/2014/main" id="{3146739F-FE5A-4AB9-8391-1BA33799897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75463" y="5815013"/>
            <a:ext cx="2119312" cy="620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2966" name="Freeform 50">
            <a:extLst>
              <a:ext uri="{FF2B5EF4-FFF2-40B4-BE49-F238E27FC236}">
                <a16:creationId xmlns:a16="http://schemas.microsoft.com/office/drawing/2014/main" id="{74E8BB47-EAEB-4F10-AC21-0D1755282BA6}"/>
              </a:ext>
            </a:extLst>
          </p:cNvPr>
          <p:cNvSpPr>
            <a:spLocks/>
          </p:cNvSpPr>
          <p:nvPr/>
        </p:nvSpPr>
        <p:spPr bwMode="auto">
          <a:xfrm rot="-5400000">
            <a:off x="5950745" y="3952081"/>
            <a:ext cx="893762" cy="346075"/>
          </a:xfrm>
          <a:custGeom>
            <a:avLst/>
            <a:gdLst>
              <a:gd name="T0" fmla="*/ 0 w 1249"/>
              <a:gd name="T1" fmla="*/ 2147483646 h 545"/>
              <a:gd name="T2" fmla="*/ 2147483646 w 1249"/>
              <a:gd name="T3" fmla="*/ 2147483646 h 545"/>
              <a:gd name="T4" fmla="*/ 2147483646 w 1249"/>
              <a:gd name="T5" fmla="*/ 2147483646 h 545"/>
              <a:gd name="T6" fmla="*/ 2147483646 w 1249"/>
              <a:gd name="T7" fmla="*/ 2147483646 h 545"/>
              <a:gd name="T8" fmla="*/ 2147483646 w 1249"/>
              <a:gd name="T9" fmla="*/ 2147483646 h 545"/>
              <a:gd name="T10" fmla="*/ 2147483646 w 1249"/>
              <a:gd name="T11" fmla="*/ 2147483646 h 545"/>
              <a:gd name="T12" fmla="*/ 2147483646 w 1249"/>
              <a:gd name="T13" fmla="*/ 2147483646 h 545"/>
              <a:gd name="T14" fmla="*/ 2147483646 w 1249"/>
              <a:gd name="T15" fmla="*/ 2147483646 h 545"/>
              <a:gd name="T16" fmla="*/ 2147483646 w 1249"/>
              <a:gd name="T17" fmla="*/ 2147483646 h 545"/>
              <a:gd name="T18" fmla="*/ 2147483646 w 1249"/>
              <a:gd name="T19" fmla="*/ 2147483646 h 545"/>
              <a:gd name="T20" fmla="*/ 2147483646 w 1249"/>
              <a:gd name="T21" fmla="*/ 0 h 545"/>
              <a:gd name="T22" fmla="*/ 2147483646 w 1249"/>
              <a:gd name="T23" fmla="*/ 0 h 545"/>
              <a:gd name="T24" fmla="*/ 2147483646 w 1249"/>
              <a:gd name="T25" fmla="*/ 2147483646 h 545"/>
              <a:gd name="T26" fmla="*/ 2147483646 w 1249"/>
              <a:gd name="T27" fmla="*/ 2147483646 h 545"/>
              <a:gd name="T28" fmla="*/ 2147483646 w 1249"/>
              <a:gd name="T29" fmla="*/ 2147483646 h 545"/>
              <a:gd name="T30" fmla="*/ 2147483646 w 1249"/>
              <a:gd name="T31" fmla="*/ 2147483646 h 545"/>
              <a:gd name="T32" fmla="*/ 2147483646 w 1249"/>
              <a:gd name="T33" fmla="*/ 2147483646 h 545"/>
              <a:gd name="T34" fmla="*/ 2147483646 w 1249"/>
              <a:gd name="T35" fmla="*/ 2147483646 h 545"/>
              <a:gd name="T36" fmla="*/ 2147483646 w 1249"/>
              <a:gd name="T37" fmla="*/ 2147483646 h 545"/>
              <a:gd name="T38" fmla="*/ 2147483646 w 1249"/>
              <a:gd name="T39" fmla="*/ 2147483646 h 545"/>
              <a:gd name="T40" fmla="*/ 2147483646 w 1249"/>
              <a:gd name="T41" fmla="*/ 2147483646 h 545"/>
              <a:gd name="T42" fmla="*/ 2147483646 w 1249"/>
              <a:gd name="T43" fmla="*/ 2147483646 h 545"/>
              <a:gd name="T44" fmla="*/ 2147483646 w 1249"/>
              <a:gd name="T45" fmla="*/ 2147483646 h 545"/>
              <a:gd name="T46" fmla="*/ 2147483646 w 1249"/>
              <a:gd name="T47" fmla="*/ 2147483646 h 545"/>
              <a:gd name="T48" fmla="*/ 2147483646 w 1249"/>
              <a:gd name="T49" fmla="*/ 2147483646 h 545"/>
              <a:gd name="T50" fmla="*/ 2147483646 w 1249"/>
              <a:gd name="T51" fmla="*/ 2147483646 h 545"/>
              <a:gd name="T52" fmla="*/ 2147483646 w 1249"/>
              <a:gd name="T53" fmla="*/ 2147483646 h 545"/>
              <a:gd name="T54" fmla="*/ 2147483646 w 1249"/>
              <a:gd name="T55" fmla="*/ 2147483646 h 545"/>
              <a:gd name="T56" fmla="*/ 2147483646 w 1249"/>
              <a:gd name="T57" fmla="*/ 2147483646 h 545"/>
              <a:gd name="T58" fmla="*/ 2147483646 w 1249"/>
              <a:gd name="T59" fmla="*/ 2147483646 h 545"/>
              <a:gd name="T60" fmla="*/ 2147483646 w 1249"/>
              <a:gd name="T61" fmla="*/ 2147483646 h 545"/>
              <a:gd name="T62" fmla="*/ 2147483646 w 1249"/>
              <a:gd name="T63" fmla="*/ 2147483646 h 545"/>
              <a:gd name="T64" fmla="*/ 2147483646 w 1249"/>
              <a:gd name="T65" fmla="*/ 2147483646 h 545"/>
              <a:gd name="T66" fmla="*/ 2147483646 w 1249"/>
              <a:gd name="T67" fmla="*/ 2147483646 h 545"/>
              <a:gd name="T68" fmla="*/ 2147483646 w 1249"/>
              <a:gd name="T69" fmla="*/ 2147483646 h 545"/>
              <a:gd name="T70" fmla="*/ 2147483646 w 1249"/>
              <a:gd name="T71" fmla="*/ 2147483646 h 545"/>
              <a:gd name="T72" fmla="*/ 2147483646 w 1249"/>
              <a:gd name="T73" fmla="*/ 2147483646 h 545"/>
              <a:gd name="T74" fmla="*/ 2147483646 w 1249"/>
              <a:gd name="T75" fmla="*/ 2147483646 h 545"/>
              <a:gd name="T76" fmla="*/ 2147483646 w 1249"/>
              <a:gd name="T77" fmla="*/ 2147483646 h 545"/>
              <a:gd name="T78" fmla="*/ 2147483646 w 1249"/>
              <a:gd name="T79" fmla="*/ 2147483646 h 545"/>
              <a:gd name="T80" fmla="*/ 2147483646 w 1249"/>
              <a:gd name="T81" fmla="*/ 2147483646 h 545"/>
              <a:gd name="T82" fmla="*/ 2147483646 w 1249"/>
              <a:gd name="T83" fmla="*/ 2147483646 h 545"/>
              <a:gd name="T84" fmla="*/ 2147483646 w 1249"/>
              <a:gd name="T85" fmla="*/ 2147483646 h 545"/>
              <a:gd name="T86" fmla="*/ 2147483646 w 1249"/>
              <a:gd name="T87" fmla="*/ 2147483646 h 545"/>
              <a:gd name="T88" fmla="*/ 0 w 1249"/>
              <a:gd name="T89" fmla="*/ 2147483646 h 545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249" h="545">
                <a:moveTo>
                  <a:pt x="0" y="271"/>
                </a:moveTo>
                <a:lnTo>
                  <a:pt x="0" y="272"/>
                </a:lnTo>
                <a:lnTo>
                  <a:pt x="0" y="258"/>
                </a:lnTo>
                <a:lnTo>
                  <a:pt x="2" y="244"/>
                </a:lnTo>
                <a:lnTo>
                  <a:pt x="3" y="231"/>
                </a:lnTo>
                <a:lnTo>
                  <a:pt x="5" y="218"/>
                </a:lnTo>
                <a:lnTo>
                  <a:pt x="8" y="204"/>
                </a:lnTo>
                <a:lnTo>
                  <a:pt x="13" y="191"/>
                </a:lnTo>
                <a:lnTo>
                  <a:pt x="16" y="178"/>
                </a:lnTo>
                <a:lnTo>
                  <a:pt x="21" y="167"/>
                </a:lnTo>
                <a:lnTo>
                  <a:pt x="27" y="154"/>
                </a:lnTo>
                <a:lnTo>
                  <a:pt x="32" y="143"/>
                </a:lnTo>
                <a:lnTo>
                  <a:pt x="40" y="132"/>
                </a:lnTo>
                <a:lnTo>
                  <a:pt x="47" y="120"/>
                </a:lnTo>
                <a:lnTo>
                  <a:pt x="55" y="109"/>
                </a:lnTo>
                <a:lnTo>
                  <a:pt x="63" y="100"/>
                </a:lnTo>
                <a:lnTo>
                  <a:pt x="71" y="88"/>
                </a:lnTo>
                <a:lnTo>
                  <a:pt x="80" y="79"/>
                </a:lnTo>
                <a:lnTo>
                  <a:pt x="90" y="71"/>
                </a:lnTo>
                <a:lnTo>
                  <a:pt x="99" y="63"/>
                </a:lnTo>
                <a:lnTo>
                  <a:pt x="109" y="53"/>
                </a:lnTo>
                <a:lnTo>
                  <a:pt x="120" y="47"/>
                </a:lnTo>
                <a:lnTo>
                  <a:pt x="131" y="39"/>
                </a:lnTo>
                <a:lnTo>
                  <a:pt x="143" y="32"/>
                </a:lnTo>
                <a:lnTo>
                  <a:pt x="154" y="26"/>
                </a:lnTo>
                <a:lnTo>
                  <a:pt x="167" y="21"/>
                </a:lnTo>
                <a:lnTo>
                  <a:pt x="179" y="16"/>
                </a:lnTo>
                <a:lnTo>
                  <a:pt x="191" y="12"/>
                </a:lnTo>
                <a:lnTo>
                  <a:pt x="205" y="8"/>
                </a:lnTo>
                <a:lnTo>
                  <a:pt x="218" y="5"/>
                </a:lnTo>
                <a:lnTo>
                  <a:pt x="231" y="4"/>
                </a:lnTo>
                <a:lnTo>
                  <a:pt x="245" y="2"/>
                </a:lnTo>
                <a:lnTo>
                  <a:pt x="258" y="0"/>
                </a:lnTo>
                <a:lnTo>
                  <a:pt x="272" y="0"/>
                </a:lnTo>
                <a:lnTo>
                  <a:pt x="977" y="0"/>
                </a:lnTo>
                <a:lnTo>
                  <a:pt x="989" y="0"/>
                </a:lnTo>
                <a:lnTo>
                  <a:pt x="1004" y="2"/>
                </a:lnTo>
                <a:lnTo>
                  <a:pt x="1018" y="4"/>
                </a:lnTo>
                <a:lnTo>
                  <a:pt x="1031" y="5"/>
                </a:lnTo>
                <a:lnTo>
                  <a:pt x="1044" y="8"/>
                </a:lnTo>
                <a:lnTo>
                  <a:pt x="1057" y="12"/>
                </a:lnTo>
                <a:lnTo>
                  <a:pt x="1069" y="16"/>
                </a:lnTo>
                <a:lnTo>
                  <a:pt x="1082" y="21"/>
                </a:lnTo>
                <a:lnTo>
                  <a:pt x="1093" y="26"/>
                </a:lnTo>
                <a:lnTo>
                  <a:pt x="1106" y="32"/>
                </a:lnTo>
                <a:lnTo>
                  <a:pt x="1117" y="39"/>
                </a:lnTo>
                <a:lnTo>
                  <a:pt x="1129" y="47"/>
                </a:lnTo>
                <a:lnTo>
                  <a:pt x="1140" y="53"/>
                </a:lnTo>
                <a:lnTo>
                  <a:pt x="1149" y="63"/>
                </a:lnTo>
                <a:lnTo>
                  <a:pt x="1159" y="71"/>
                </a:lnTo>
                <a:lnTo>
                  <a:pt x="1169" y="79"/>
                </a:lnTo>
                <a:lnTo>
                  <a:pt x="1178" y="88"/>
                </a:lnTo>
                <a:lnTo>
                  <a:pt x="1186" y="100"/>
                </a:lnTo>
                <a:lnTo>
                  <a:pt x="1194" y="109"/>
                </a:lnTo>
                <a:lnTo>
                  <a:pt x="1202" y="120"/>
                </a:lnTo>
                <a:lnTo>
                  <a:pt x="1209" y="132"/>
                </a:lnTo>
                <a:lnTo>
                  <a:pt x="1215" y="143"/>
                </a:lnTo>
                <a:lnTo>
                  <a:pt x="1221" y="154"/>
                </a:lnTo>
                <a:lnTo>
                  <a:pt x="1228" y="167"/>
                </a:lnTo>
                <a:lnTo>
                  <a:pt x="1233" y="178"/>
                </a:lnTo>
                <a:lnTo>
                  <a:pt x="1236" y="191"/>
                </a:lnTo>
                <a:lnTo>
                  <a:pt x="1241" y="204"/>
                </a:lnTo>
                <a:lnTo>
                  <a:pt x="1242" y="218"/>
                </a:lnTo>
                <a:lnTo>
                  <a:pt x="1246" y="231"/>
                </a:lnTo>
                <a:lnTo>
                  <a:pt x="1247" y="244"/>
                </a:lnTo>
                <a:lnTo>
                  <a:pt x="1249" y="258"/>
                </a:lnTo>
                <a:lnTo>
                  <a:pt x="1249" y="272"/>
                </a:lnTo>
                <a:lnTo>
                  <a:pt x="1249" y="271"/>
                </a:lnTo>
                <a:lnTo>
                  <a:pt x="1249" y="285"/>
                </a:lnTo>
                <a:lnTo>
                  <a:pt x="1247" y="300"/>
                </a:lnTo>
                <a:lnTo>
                  <a:pt x="1246" y="312"/>
                </a:lnTo>
                <a:lnTo>
                  <a:pt x="1242" y="327"/>
                </a:lnTo>
                <a:lnTo>
                  <a:pt x="1241" y="340"/>
                </a:lnTo>
                <a:lnTo>
                  <a:pt x="1236" y="353"/>
                </a:lnTo>
                <a:lnTo>
                  <a:pt x="1233" y="365"/>
                </a:lnTo>
                <a:lnTo>
                  <a:pt x="1228" y="378"/>
                </a:lnTo>
                <a:lnTo>
                  <a:pt x="1221" y="389"/>
                </a:lnTo>
                <a:lnTo>
                  <a:pt x="1215" y="402"/>
                </a:lnTo>
                <a:lnTo>
                  <a:pt x="1209" y="413"/>
                </a:lnTo>
                <a:lnTo>
                  <a:pt x="1202" y="425"/>
                </a:lnTo>
                <a:lnTo>
                  <a:pt x="1194" y="434"/>
                </a:lnTo>
                <a:lnTo>
                  <a:pt x="1186" y="445"/>
                </a:lnTo>
                <a:lnTo>
                  <a:pt x="1178" y="455"/>
                </a:lnTo>
                <a:lnTo>
                  <a:pt x="1169" y="465"/>
                </a:lnTo>
                <a:lnTo>
                  <a:pt x="1159" y="473"/>
                </a:lnTo>
                <a:lnTo>
                  <a:pt x="1149" y="482"/>
                </a:lnTo>
                <a:lnTo>
                  <a:pt x="1140" y="490"/>
                </a:lnTo>
                <a:lnTo>
                  <a:pt x="1129" y="498"/>
                </a:lnTo>
                <a:lnTo>
                  <a:pt x="1117" y="505"/>
                </a:lnTo>
                <a:lnTo>
                  <a:pt x="1106" y="511"/>
                </a:lnTo>
                <a:lnTo>
                  <a:pt x="1093" y="517"/>
                </a:lnTo>
                <a:lnTo>
                  <a:pt x="1082" y="522"/>
                </a:lnTo>
                <a:lnTo>
                  <a:pt x="1069" y="527"/>
                </a:lnTo>
                <a:lnTo>
                  <a:pt x="1057" y="532"/>
                </a:lnTo>
                <a:lnTo>
                  <a:pt x="1044" y="535"/>
                </a:lnTo>
                <a:lnTo>
                  <a:pt x="1031" y="538"/>
                </a:lnTo>
                <a:lnTo>
                  <a:pt x="1018" y="541"/>
                </a:lnTo>
                <a:lnTo>
                  <a:pt x="1004" y="543"/>
                </a:lnTo>
                <a:lnTo>
                  <a:pt x="989" y="543"/>
                </a:lnTo>
                <a:lnTo>
                  <a:pt x="977" y="545"/>
                </a:lnTo>
                <a:lnTo>
                  <a:pt x="272" y="545"/>
                </a:lnTo>
                <a:lnTo>
                  <a:pt x="258" y="543"/>
                </a:lnTo>
                <a:lnTo>
                  <a:pt x="245" y="543"/>
                </a:lnTo>
                <a:lnTo>
                  <a:pt x="231" y="541"/>
                </a:lnTo>
                <a:lnTo>
                  <a:pt x="218" y="538"/>
                </a:lnTo>
                <a:lnTo>
                  <a:pt x="205" y="535"/>
                </a:lnTo>
                <a:lnTo>
                  <a:pt x="191" y="532"/>
                </a:lnTo>
                <a:lnTo>
                  <a:pt x="179" y="527"/>
                </a:lnTo>
                <a:lnTo>
                  <a:pt x="167" y="522"/>
                </a:lnTo>
                <a:lnTo>
                  <a:pt x="154" y="517"/>
                </a:lnTo>
                <a:lnTo>
                  <a:pt x="143" y="511"/>
                </a:lnTo>
                <a:lnTo>
                  <a:pt x="131" y="505"/>
                </a:lnTo>
                <a:lnTo>
                  <a:pt x="120" y="498"/>
                </a:lnTo>
                <a:lnTo>
                  <a:pt x="109" y="490"/>
                </a:lnTo>
                <a:lnTo>
                  <a:pt x="99" y="482"/>
                </a:lnTo>
                <a:lnTo>
                  <a:pt x="90" y="473"/>
                </a:lnTo>
                <a:lnTo>
                  <a:pt x="80" y="465"/>
                </a:lnTo>
                <a:lnTo>
                  <a:pt x="71" y="455"/>
                </a:lnTo>
                <a:lnTo>
                  <a:pt x="63" y="445"/>
                </a:lnTo>
                <a:lnTo>
                  <a:pt x="55" y="434"/>
                </a:lnTo>
                <a:lnTo>
                  <a:pt x="47" y="425"/>
                </a:lnTo>
                <a:lnTo>
                  <a:pt x="40" y="413"/>
                </a:lnTo>
                <a:lnTo>
                  <a:pt x="32" y="402"/>
                </a:lnTo>
                <a:lnTo>
                  <a:pt x="27" y="389"/>
                </a:lnTo>
                <a:lnTo>
                  <a:pt x="21" y="378"/>
                </a:lnTo>
                <a:lnTo>
                  <a:pt x="16" y="365"/>
                </a:lnTo>
                <a:lnTo>
                  <a:pt x="13" y="353"/>
                </a:lnTo>
                <a:lnTo>
                  <a:pt x="8" y="340"/>
                </a:lnTo>
                <a:lnTo>
                  <a:pt x="5" y="327"/>
                </a:lnTo>
                <a:lnTo>
                  <a:pt x="3" y="312"/>
                </a:lnTo>
                <a:lnTo>
                  <a:pt x="2" y="300"/>
                </a:lnTo>
                <a:lnTo>
                  <a:pt x="0" y="285"/>
                </a:lnTo>
                <a:lnTo>
                  <a:pt x="0" y="271"/>
                </a:lnTo>
                <a:close/>
              </a:path>
            </a:pathLst>
          </a:custGeom>
          <a:noFill/>
          <a:ln w="23813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92967" name="Freeform 50">
            <a:extLst>
              <a:ext uri="{FF2B5EF4-FFF2-40B4-BE49-F238E27FC236}">
                <a16:creationId xmlns:a16="http://schemas.microsoft.com/office/drawing/2014/main" id="{A222FE82-2311-48FB-A846-0A99BB42DC51}"/>
              </a:ext>
            </a:extLst>
          </p:cNvPr>
          <p:cNvSpPr>
            <a:spLocks/>
          </p:cNvSpPr>
          <p:nvPr/>
        </p:nvSpPr>
        <p:spPr bwMode="auto">
          <a:xfrm rot="-5400000">
            <a:off x="4926012" y="5988051"/>
            <a:ext cx="893763" cy="347662"/>
          </a:xfrm>
          <a:custGeom>
            <a:avLst/>
            <a:gdLst>
              <a:gd name="T0" fmla="*/ 0 w 1249"/>
              <a:gd name="T1" fmla="*/ 2147483646 h 545"/>
              <a:gd name="T2" fmla="*/ 2147483646 w 1249"/>
              <a:gd name="T3" fmla="*/ 2147483646 h 545"/>
              <a:gd name="T4" fmla="*/ 2147483646 w 1249"/>
              <a:gd name="T5" fmla="*/ 2147483646 h 545"/>
              <a:gd name="T6" fmla="*/ 2147483646 w 1249"/>
              <a:gd name="T7" fmla="*/ 2147483646 h 545"/>
              <a:gd name="T8" fmla="*/ 2147483646 w 1249"/>
              <a:gd name="T9" fmla="*/ 2147483646 h 545"/>
              <a:gd name="T10" fmla="*/ 2147483646 w 1249"/>
              <a:gd name="T11" fmla="*/ 2147483646 h 545"/>
              <a:gd name="T12" fmla="*/ 2147483646 w 1249"/>
              <a:gd name="T13" fmla="*/ 2147483646 h 545"/>
              <a:gd name="T14" fmla="*/ 2147483646 w 1249"/>
              <a:gd name="T15" fmla="*/ 2147483646 h 545"/>
              <a:gd name="T16" fmla="*/ 2147483646 w 1249"/>
              <a:gd name="T17" fmla="*/ 2147483646 h 545"/>
              <a:gd name="T18" fmla="*/ 2147483646 w 1249"/>
              <a:gd name="T19" fmla="*/ 2147483646 h 545"/>
              <a:gd name="T20" fmla="*/ 2147483646 w 1249"/>
              <a:gd name="T21" fmla="*/ 0 h 545"/>
              <a:gd name="T22" fmla="*/ 2147483646 w 1249"/>
              <a:gd name="T23" fmla="*/ 0 h 545"/>
              <a:gd name="T24" fmla="*/ 2147483646 w 1249"/>
              <a:gd name="T25" fmla="*/ 2147483646 h 545"/>
              <a:gd name="T26" fmla="*/ 2147483646 w 1249"/>
              <a:gd name="T27" fmla="*/ 2147483646 h 545"/>
              <a:gd name="T28" fmla="*/ 2147483646 w 1249"/>
              <a:gd name="T29" fmla="*/ 2147483646 h 545"/>
              <a:gd name="T30" fmla="*/ 2147483646 w 1249"/>
              <a:gd name="T31" fmla="*/ 2147483646 h 545"/>
              <a:gd name="T32" fmla="*/ 2147483646 w 1249"/>
              <a:gd name="T33" fmla="*/ 2147483646 h 545"/>
              <a:gd name="T34" fmla="*/ 2147483646 w 1249"/>
              <a:gd name="T35" fmla="*/ 2147483646 h 545"/>
              <a:gd name="T36" fmla="*/ 2147483646 w 1249"/>
              <a:gd name="T37" fmla="*/ 2147483646 h 545"/>
              <a:gd name="T38" fmla="*/ 2147483646 w 1249"/>
              <a:gd name="T39" fmla="*/ 2147483646 h 545"/>
              <a:gd name="T40" fmla="*/ 2147483646 w 1249"/>
              <a:gd name="T41" fmla="*/ 2147483646 h 545"/>
              <a:gd name="T42" fmla="*/ 2147483646 w 1249"/>
              <a:gd name="T43" fmla="*/ 2147483646 h 545"/>
              <a:gd name="T44" fmla="*/ 2147483646 w 1249"/>
              <a:gd name="T45" fmla="*/ 2147483646 h 545"/>
              <a:gd name="T46" fmla="*/ 2147483646 w 1249"/>
              <a:gd name="T47" fmla="*/ 2147483646 h 545"/>
              <a:gd name="T48" fmla="*/ 2147483646 w 1249"/>
              <a:gd name="T49" fmla="*/ 2147483646 h 545"/>
              <a:gd name="T50" fmla="*/ 2147483646 w 1249"/>
              <a:gd name="T51" fmla="*/ 2147483646 h 545"/>
              <a:gd name="T52" fmla="*/ 2147483646 w 1249"/>
              <a:gd name="T53" fmla="*/ 2147483646 h 545"/>
              <a:gd name="T54" fmla="*/ 2147483646 w 1249"/>
              <a:gd name="T55" fmla="*/ 2147483646 h 545"/>
              <a:gd name="T56" fmla="*/ 2147483646 w 1249"/>
              <a:gd name="T57" fmla="*/ 2147483646 h 545"/>
              <a:gd name="T58" fmla="*/ 2147483646 w 1249"/>
              <a:gd name="T59" fmla="*/ 2147483646 h 545"/>
              <a:gd name="T60" fmla="*/ 2147483646 w 1249"/>
              <a:gd name="T61" fmla="*/ 2147483646 h 545"/>
              <a:gd name="T62" fmla="*/ 2147483646 w 1249"/>
              <a:gd name="T63" fmla="*/ 2147483646 h 545"/>
              <a:gd name="T64" fmla="*/ 2147483646 w 1249"/>
              <a:gd name="T65" fmla="*/ 2147483646 h 545"/>
              <a:gd name="T66" fmla="*/ 2147483646 w 1249"/>
              <a:gd name="T67" fmla="*/ 2147483646 h 545"/>
              <a:gd name="T68" fmla="*/ 2147483646 w 1249"/>
              <a:gd name="T69" fmla="*/ 2147483646 h 545"/>
              <a:gd name="T70" fmla="*/ 2147483646 w 1249"/>
              <a:gd name="T71" fmla="*/ 2147483646 h 545"/>
              <a:gd name="T72" fmla="*/ 2147483646 w 1249"/>
              <a:gd name="T73" fmla="*/ 2147483646 h 545"/>
              <a:gd name="T74" fmla="*/ 2147483646 w 1249"/>
              <a:gd name="T75" fmla="*/ 2147483646 h 545"/>
              <a:gd name="T76" fmla="*/ 2147483646 w 1249"/>
              <a:gd name="T77" fmla="*/ 2147483646 h 545"/>
              <a:gd name="T78" fmla="*/ 2147483646 w 1249"/>
              <a:gd name="T79" fmla="*/ 2147483646 h 545"/>
              <a:gd name="T80" fmla="*/ 2147483646 w 1249"/>
              <a:gd name="T81" fmla="*/ 2147483646 h 545"/>
              <a:gd name="T82" fmla="*/ 2147483646 w 1249"/>
              <a:gd name="T83" fmla="*/ 2147483646 h 545"/>
              <a:gd name="T84" fmla="*/ 2147483646 w 1249"/>
              <a:gd name="T85" fmla="*/ 2147483646 h 545"/>
              <a:gd name="T86" fmla="*/ 2147483646 w 1249"/>
              <a:gd name="T87" fmla="*/ 2147483646 h 545"/>
              <a:gd name="T88" fmla="*/ 0 w 1249"/>
              <a:gd name="T89" fmla="*/ 2147483646 h 545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249" h="545">
                <a:moveTo>
                  <a:pt x="0" y="271"/>
                </a:moveTo>
                <a:lnTo>
                  <a:pt x="0" y="272"/>
                </a:lnTo>
                <a:lnTo>
                  <a:pt x="0" y="258"/>
                </a:lnTo>
                <a:lnTo>
                  <a:pt x="2" y="244"/>
                </a:lnTo>
                <a:lnTo>
                  <a:pt x="3" y="231"/>
                </a:lnTo>
                <a:lnTo>
                  <a:pt x="5" y="218"/>
                </a:lnTo>
                <a:lnTo>
                  <a:pt x="8" y="204"/>
                </a:lnTo>
                <a:lnTo>
                  <a:pt x="13" y="191"/>
                </a:lnTo>
                <a:lnTo>
                  <a:pt x="16" y="178"/>
                </a:lnTo>
                <a:lnTo>
                  <a:pt x="21" y="167"/>
                </a:lnTo>
                <a:lnTo>
                  <a:pt x="27" y="154"/>
                </a:lnTo>
                <a:lnTo>
                  <a:pt x="32" y="143"/>
                </a:lnTo>
                <a:lnTo>
                  <a:pt x="40" y="132"/>
                </a:lnTo>
                <a:lnTo>
                  <a:pt x="47" y="120"/>
                </a:lnTo>
                <a:lnTo>
                  <a:pt x="55" y="109"/>
                </a:lnTo>
                <a:lnTo>
                  <a:pt x="63" y="100"/>
                </a:lnTo>
                <a:lnTo>
                  <a:pt x="71" y="88"/>
                </a:lnTo>
                <a:lnTo>
                  <a:pt x="80" y="79"/>
                </a:lnTo>
                <a:lnTo>
                  <a:pt x="90" y="71"/>
                </a:lnTo>
                <a:lnTo>
                  <a:pt x="99" y="63"/>
                </a:lnTo>
                <a:lnTo>
                  <a:pt x="109" y="53"/>
                </a:lnTo>
                <a:lnTo>
                  <a:pt x="120" y="47"/>
                </a:lnTo>
                <a:lnTo>
                  <a:pt x="131" y="39"/>
                </a:lnTo>
                <a:lnTo>
                  <a:pt x="143" y="32"/>
                </a:lnTo>
                <a:lnTo>
                  <a:pt x="154" y="26"/>
                </a:lnTo>
                <a:lnTo>
                  <a:pt x="167" y="21"/>
                </a:lnTo>
                <a:lnTo>
                  <a:pt x="179" y="16"/>
                </a:lnTo>
                <a:lnTo>
                  <a:pt x="191" y="12"/>
                </a:lnTo>
                <a:lnTo>
                  <a:pt x="205" y="8"/>
                </a:lnTo>
                <a:lnTo>
                  <a:pt x="218" y="5"/>
                </a:lnTo>
                <a:lnTo>
                  <a:pt x="231" y="4"/>
                </a:lnTo>
                <a:lnTo>
                  <a:pt x="245" y="2"/>
                </a:lnTo>
                <a:lnTo>
                  <a:pt x="258" y="0"/>
                </a:lnTo>
                <a:lnTo>
                  <a:pt x="272" y="0"/>
                </a:lnTo>
                <a:lnTo>
                  <a:pt x="977" y="0"/>
                </a:lnTo>
                <a:lnTo>
                  <a:pt x="989" y="0"/>
                </a:lnTo>
                <a:lnTo>
                  <a:pt x="1004" y="2"/>
                </a:lnTo>
                <a:lnTo>
                  <a:pt x="1018" y="4"/>
                </a:lnTo>
                <a:lnTo>
                  <a:pt x="1031" y="5"/>
                </a:lnTo>
                <a:lnTo>
                  <a:pt x="1044" y="8"/>
                </a:lnTo>
                <a:lnTo>
                  <a:pt x="1057" y="12"/>
                </a:lnTo>
                <a:lnTo>
                  <a:pt x="1069" y="16"/>
                </a:lnTo>
                <a:lnTo>
                  <a:pt x="1082" y="21"/>
                </a:lnTo>
                <a:lnTo>
                  <a:pt x="1093" y="26"/>
                </a:lnTo>
                <a:lnTo>
                  <a:pt x="1106" y="32"/>
                </a:lnTo>
                <a:lnTo>
                  <a:pt x="1117" y="39"/>
                </a:lnTo>
                <a:lnTo>
                  <a:pt x="1129" y="47"/>
                </a:lnTo>
                <a:lnTo>
                  <a:pt x="1140" y="53"/>
                </a:lnTo>
                <a:lnTo>
                  <a:pt x="1149" y="63"/>
                </a:lnTo>
                <a:lnTo>
                  <a:pt x="1159" y="71"/>
                </a:lnTo>
                <a:lnTo>
                  <a:pt x="1169" y="79"/>
                </a:lnTo>
                <a:lnTo>
                  <a:pt x="1178" y="88"/>
                </a:lnTo>
                <a:lnTo>
                  <a:pt x="1186" y="100"/>
                </a:lnTo>
                <a:lnTo>
                  <a:pt x="1194" y="109"/>
                </a:lnTo>
                <a:lnTo>
                  <a:pt x="1202" y="120"/>
                </a:lnTo>
                <a:lnTo>
                  <a:pt x="1209" y="132"/>
                </a:lnTo>
                <a:lnTo>
                  <a:pt x="1215" y="143"/>
                </a:lnTo>
                <a:lnTo>
                  <a:pt x="1221" y="154"/>
                </a:lnTo>
                <a:lnTo>
                  <a:pt x="1228" y="167"/>
                </a:lnTo>
                <a:lnTo>
                  <a:pt x="1233" y="178"/>
                </a:lnTo>
                <a:lnTo>
                  <a:pt x="1236" y="191"/>
                </a:lnTo>
                <a:lnTo>
                  <a:pt x="1241" y="204"/>
                </a:lnTo>
                <a:lnTo>
                  <a:pt x="1242" y="218"/>
                </a:lnTo>
                <a:lnTo>
                  <a:pt x="1246" y="231"/>
                </a:lnTo>
                <a:lnTo>
                  <a:pt x="1247" y="244"/>
                </a:lnTo>
                <a:lnTo>
                  <a:pt x="1249" y="258"/>
                </a:lnTo>
                <a:lnTo>
                  <a:pt x="1249" y="272"/>
                </a:lnTo>
                <a:lnTo>
                  <a:pt x="1249" y="271"/>
                </a:lnTo>
                <a:lnTo>
                  <a:pt x="1249" y="285"/>
                </a:lnTo>
                <a:lnTo>
                  <a:pt x="1247" y="300"/>
                </a:lnTo>
                <a:lnTo>
                  <a:pt x="1246" y="312"/>
                </a:lnTo>
                <a:lnTo>
                  <a:pt x="1242" y="327"/>
                </a:lnTo>
                <a:lnTo>
                  <a:pt x="1241" y="340"/>
                </a:lnTo>
                <a:lnTo>
                  <a:pt x="1236" y="353"/>
                </a:lnTo>
                <a:lnTo>
                  <a:pt x="1233" y="365"/>
                </a:lnTo>
                <a:lnTo>
                  <a:pt x="1228" y="378"/>
                </a:lnTo>
                <a:lnTo>
                  <a:pt x="1221" y="389"/>
                </a:lnTo>
                <a:lnTo>
                  <a:pt x="1215" y="402"/>
                </a:lnTo>
                <a:lnTo>
                  <a:pt x="1209" y="413"/>
                </a:lnTo>
                <a:lnTo>
                  <a:pt x="1202" y="425"/>
                </a:lnTo>
                <a:lnTo>
                  <a:pt x="1194" y="434"/>
                </a:lnTo>
                <a:lnTo>
                  <a:pt x="1186" y="445"/>
                </a:lnTo>
                <a:lnTo>
                  <a:pt x="1178" y="455"/>
                </a:lnTo>
                <a:lnTo>
                  <a:pt x="1169" y="465"/>
                </a:lnTo>
                <a:lnTo>
                  <a:pt x="1159" y="473"/>
                </a:lnTo>
                <a:lnTo>
                  <a:pt x="1149" y="482"/>
                </a:lnTo>
                <a:lnTo>
                  <a:pt x="1140" y="490"/>
                </a:lnTo>
                <a:lnTo>
                  <a:pt x="1129" y="498"/>
                </a:lnTo>
                <a:lnTo>
                  <a:pt x="1117" y="505"/>
                </a:lnTo>
                <a:lnTo>
                  <a:pt x="1106" y="511"/>
                </a:lnTo>
                <a:lnTo>
                  <a:pt x="1093" y="517"/>
                </a:lnTo>
                <a:lnTo>
                  <a:pt x="1082" y="522"/>
                </a:lnTo>
                <a:lnTo>
                  <a:pt x="1069" y="527"/>
                </a:lnTo>
                <a:lnTo>
                  <a:pt x="1057" y="532"/>
                </a:lnTo>
                <a:lnTo>
                  <a:pt x="1044" y="535"/>
                </a:lnTo>
                <a:lnTo>
                  <a:pt x="1031" y="538"/>
                </a:lnTo>
                <a:lnTo>
                  <a:pt x="1018" y="541"/>
                </a:lnTo>
                <a:lnTo>
                  <a:pt x="1004" y="543"/>
                </a:lnTo>
                <a:lnTo>
                  <a:pt x="989" y="543"/>
                </a:lnTo>
                <a:lnTo>
                  <a:pt x="977" y="545"/>
                </a:lnTo>
                <a:lnTo>
                  <a:pt x="272" y="545"/>
                </a:lnTo>
                <a:lnTo>
                  <a:pt x="258" y="543"/>
                </a:lnTo>
                <a:lnTo>
                  <a:pt x="245" y="543"/>
                </a:lnTo>
                <a:lnTo>
                  <a:pt x="231" y="541"/>
                </a:lnTo>
                <a:lnTo>
                  <a:pt x="218" y="538"/>
                </a:lnTo>
                <a:lnTo>
                  <a:pt x="205" y="535"/>
                </a:lnTo>
                <a:lnTo>
                  <a:pt x="191" y="532"/>
                </a:lnTo>
                <a:lnTo>
                  <a:pt x="179" y="527"/>
                </a:lnTo>
                <a:lnTo>
                  <a:pt x="167" y="522"/>
                </a:lnTo>
                <a:lnTo>
                  <a:pt x="154" y="517"/>
                </a:lnTo>
                <a:lnTo>
                  <a:pt x="143" y="511"/>
                </a:lnTo>
                <a:lnTo>
                  <a:pt x="131" y="505"/>
                </a:lnTo>
                <a:lnTo>
                  <a:pt x="120" y="498"/>
                </a:lnTo>
                <a:lnTo>
                  <a:pt x="109" y="490"/>
                </a:lnTo>
                <a:lnTo>
                  <a:pt x="99" y="482"/>
                </a:lnTo>
                <a:lnTo>
                  <a:pt x="90" y="473"/>
                </a:lnTo>
                <a:lnTo>
                  <a:pt x="80" y="465"/>
                </a:lnTo>
                <a:lnTo>
                  <a:pt x="71" y="455"/>
                </a:lnTo>
                <a:lnTo>
                  <a:pt x="63" y="445"/>
                </a:lnTo>
                <a:lnTo>
                  <a:pt x="55" y="434"/>
                </a:lnTo>
                <a:lnTo>
                  <a:pt x="47" y="425"/>
                </a:lnTo>
                <a:lnTo>
                  <a:pt x="40" y="413"/>
                </a:lnTo>
                <a:lnTo>
                  <a:pt x="32" y="402"/>
                </a:lnTo>
                <a:lnTo>
                  <a:pt x="27" y="389"/>
                </a:lnTo>
                <a:lnTo>
                  <a:pt x="21" y="378"/>
                </a:lnTo>
                <a:lnTo>
                  <a:pt x="16" y="365"/>
                </a:lnTo>
                <a:lnTo>
                  <a:pt x="13" y="353"/>
                </a:lnTo>
                <a:lnTo>
                  <a:pt x="8" y="340"/>
                </a:lnTo>
                <a:lnTo>
                  <a:pt x="5" y="327"/>
                </a:lnTo>
                <a:lnTo>
                  <a:pt x="3" y="312"/>
                </a:lnTo>
                <a:lnTo>
                  <a:pt x="2" y="300"/>
                </a:lnTo>
                <a:lnTo>
                  <a:pt x="0" y="285"/>
                </a:lnTo>
                <a:lnTo>
                  <a:pt x="0" y="271"/>
                </a:lnTo>
                <a:close/>
              </a:path>
            </a:pathLst>
          </a:custGeom>
          <a:noFill/>
          <a:ln w="23813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92968" name="Freeform 50">
            <a:extLst>
              <a:ext uri="{FF2B5EF4-FFF2-40B4-BE49-F238E27FC236}">
                <a16:creationId xmlns:a16="http://schemas.microsoft.com/office/drawing/2014/main" id="{D6B2F85A-158B-439E-B626-9514CFF60DEE}"/>
              </a:ext>
            </a:extLst>
          </p:cNvPr>
          <p:cNvSpPr>
            <a:spLocks/>
          </p:cNvSpPr>
          <p:nvPr/>
        </p:nvSpPr>
        <p:spPr bwMode="auto">
          <a:xfrm rot="-5400000">
            <a:off x="5926137" y="5988051"/>
            <a:ext cx="893763" cy="347662"/>
          </a:xfrm>
          <a:custGeom>
            <a:avLst/>
            <a:gdLst>
              <a:gd name="T0" fmla="*/ 0 w 1249"/>
              <a:gd name="T1" fmla="*/ 2147483646 h 545"/>
              <a:gd name="T2" fmla="*/ 2147483646 w 1249"/>
              <a:gd name="T3" fmla="*/ 2147483646 h 545"/>
              <a:gd name="T4" fmla="*/ 2147483646 w 1249"/>
              <a:gd name="T5" fmla="*/ 2147483646 h 545"/>
              <a:gd name="T6" fmla="*/ 2147483646 w 1249"/>
              <a:gd name="T7" fmla="*/ 2147483646 h 545"/>
              <a:gd name="T8" fmla="*/ 2147483646 w 1249"/>
              <a:gd name="T9" fmla="*/ 2147483646 h 545"/>
              <a:gd name="T10" fmla="*/ 2147483646 w 1249"/>
              <a:gd name="T11" fmla="*/ 2147483646 h 545"/>
              <a:gd name="T12" fmla="*/ 2147483646 w 1249"/>
              <a:gd name="T13" fmla="*/ 2147483646 h 545"/>
              <a:gd name="T14" fmla="*/ 2147483646 w 1249"/>
              <a:gd name="T15" fmla="*/ 2147483646 h 545"/>
              <a:gd name="T16" fmla="*/ 2147483646 w 1249"/>
              <a:gd name="T17" fmla="*/ 2147483646 h 545"/>
              <a:gd name="T18" fmla="*/ 2147483646 w 1249"/>
              <a:gd name="T19" fmla="*/ 2147483646 h 545"/>
              <a:gd name="T20" fmla="*/ 2147483646 w 1249"/>
              <a:gd name="T21" fmla="*/ 0 h 545"/>
              <a:gd name="T22" fmla="*/ 2147483646 w 1249"/>
              <a:gd name="T23" fmla="*/ 0 h 545"/>
              <a:gd name="T24" fmla="*/ 2147483646 w 1249"/>
              <a:gd name="T25" fmla="*/ 2147483646 h 545"/>
              <a:gd name="T26" fmla="*/ 2147483646 w 1249"/>
              <a:gd name="T27" fmla="*/ 2147483646 h 545"/>
              <a:gd name="T28" fmla="*/ 2147483646 w 1249"/>
              <a:gd name="T29" fmla="*/ 2147483646 h 545"/>
              <a:gd name="T30" fmla="*/ 2147483646 w 1249"/>
              <a:gd name="T31" fmla="*/ 2147483646 h 545"/>
              <a:gd name="T32" fmla="*/ 2147483646 w 1249"/>
              <a:gd name="T33" fmla="*/ 2147483646 h 545"/>
              <a:gd name="T34" fmla="*/ 2147483646 w 1249"/>
              <a:gd name="T35" fmla="*/ 2147483646 h 545"/>
              <a:gd name="T36" fmla="*/ 2147483646 w 1249"/>
              <a:gd name="T37" fmla="*/ 2147483646 h 545"/>
              <a:gd name="T38" fmla="*/ 2147483646 w 1249"/>
              <a:gd name="T39" fmla="*/ 2147483646 h 545"/>
              <a:gd name="T40" fmla="*/ 2147483646 w 1249"/>
              <a:gd name="T41" fmla="*/ 2147483646 h 545"/>
              <a:gd name="T42" fmla="*/ 2147483646 w 1249"/>
              <a:gd name="T43" fmla="*/ 2147483646 h 545"/>
              <a:gd name="T44" fmla="*/ 2147483646 w 1249"/>
              <a:gd name="T45" fmla="*/ 2147483646 h 545"/>
              <a:gd name="T46" fmla="*/ 2147483646 w 1249"/>
              <a:gd name="T47" fmla="*/ 2147483646 h 545"/>
              <a:gd name="T48" fmla="*/ 2147483646 w 1249"/>
              <a:gd name="T49" fmla="*/ 2147483646 h 545"/>
              <a:gd name="T50" fmla="*/ 2147483646 w 1249"/>
              <a:gd name="T51" fmla="*/ 2147483646 h 545"/>
              <a:gd name="T52" fmla="*/ 2147483646 w 1249"/>
              <a:gd name="T53" fmla="*/ 2147483646 h 545"/>
              <a:gd name="T54" fmla="*/ 2147483646 w 1249"/>
              <a:gd name="T55" fmla="*/ 2147483646 h 545"/>
              <a:gd name="T56" fmla="*/ 2147483646 w 1249"/>
              <a:gd name="T57" fmla="*/ 2147483646 h 545"/>
              <a:gd name="T58" fmla="*/ 2147483646 w 1249"/>
              <a:gd name="T59" fmla="*/ 2147483646 h 545"/>
              <a:gd name="T60" fmla="*/ 2147483646 w 1249"/>
              <a:gd name="T61" fmla="*/ 2147483646 h 545"/>
              <a:gd name="T62" fmla="*/ 2147483646 w 1249"/>
              <a:gd name="T63" fmla="*/ 2147483646 h 545"/>
              <a:gd name="T64" fmla="*/ 2147483646 w 1249"/>
              <a:gd name="T65" fmla="*/ 2147483646 h 545"/>
              <a:gd name="T66" fmla="*/ 2147483646 w 1249"/>
              <a:gd name="T67" fmla="*/ 2147483646 h 545"/>
              <a:gd name="T68" fmla="*/ 2147483646 w 1249"/>
              <a:gd name="T69" fmla="*/ 2147483646 h 545"/>
              <a:gd name="T70" fmla="*/ 2147483646 w 1249"/>
              <a:gd name="T71" fmla="*/ 2147483646 h 545"/>
              <a:gd name="T72" fmla="*/ 2147483646 w 1249"/>
              <a:gd name="T73" fmla="*/ 2147483646 h 545"/>
              <a:gd name="T74" fmla="*/ 2147483646 w 1249"/>
              <a:gd name="T75" fmla="*/ 2147483646 h 545"/>
              <a:gd name="T76" fmla="*/ 2147483646 w 1249"/>
              <a:gd name="T77" fmla="*/ 2147483646 h 545"/>
              <a:gd name="T78" fmla="*/ 2147483646 w 1249"/>
              <a:gd name="T79" fmla="*/ 2147483646 h 545"/>
              <a:gd name="T80" fmla="*/ 2147483646 w 1249"/>
              <a:gd name="T81" fmla="*/ 2147483646 h 545"/>
              <a:gd name="T82" fmla="*/ 2147483646 w 1249"/>
              <a:gd name="T83" fmla="*/ 2147483646 h 545"/>
              <a:gd name="T84" fmla="*/ 2147483646 w 1249"/>
              <a:gd name="T85" fmla="*/ 2147483646 h 545"/>
              <a:gd name="T86" fmla="*/ 2147483646 w 1249"/>
              <a:gd name="T87" fmla="*/ 2147483646 h 545"/>
              <a:gd name="T88" fmla="*/ 0 w 1249"/>
              <a:gd name="T89" fmla="*/ 2147483646 h 545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249" h="545">
                <a:moveTo>
                  <a:pt x="0" y="271"/>
                </a:moveTo>
                <a:lnTo>
                  <a:pt x="0" y="272"/>
                </a:lnTo>
                <a:lnTo>
                  <a:pt x="0" y="258"/>
                </a:lnTo>
                <a:lnTo>
                  <a:pt x="2" y="244"/>
                </a:lnTo>
                <a:lnTo>
                  <a:pt x="3" y="231"/>
                </a:lnTo>
                <a:lnTo>
                  <a:pt x="5" y="218"/>
                </a:lnTo>
                <a:lnTo>
                  <a:pt x="8" y="204"/>
                </a:lnTo>
                <a:lnTo>
                  <a:pt x="13" y="191"/>
                </a:lnTo>
                <a:lnTo>
                  <a:pt x="16" y="178"/>
                </a:lnTo>
                <a:lnTo>
                  <a:pt x="21" y="167"/>
                </a:lnTo>
                <a:lnTo>
                  <a:pt x="27" y="154"/>
                </a:lnTo>
                <a:lnTo>
                  <a:pt x="32" y="143"/>
                </a:lnTo>
                <a:lnTo>
                  <a:pt x="40" y="132"/>
                </a:lnTo>
                <a:lnTo>
                  <a:pt x="47" y="120"/>
                </a:lnTo>
                <a:lnTo>
                  <a:pt x="55" y="109"/>
                </a:lnTo>
                <a:lnTo>
                  <a:pt x="63" y="100"/>
                </a:lnTo>
                <a:lnTo>
                  <a:pt x="71" y="88"/>
                </a:lnTo>
                <a:lnTo>
                  <a:pt x="80" y="79"/>
                </a:lnTo>
                <a:lnTo>
                  <a:pt x="90" y="71"/>
                </a:lnTo>
                <a:lnTo>
                  <a:pt x="99" y="63"/>
                </a:lnTo>
                <a:lnTo>
                  <a:pt x="109" y="53"/>
                </a:lnTo>
                <a:lnTo>
                  <a:pt x="120" y="47"/>
                </a:lnTo>
                <a:lnTo>
                  <a:pt x="131" y="39"/>
                </a:lnTo>
                <a:lnTo>
                  <a:pt x="143" y="32"/>
                </a:lnTo>
                <a:lnTo>
                  <a:pt x="154" y="26"/>
                </a:lnTo>
                <a:lnTo>
                  <a:pt x="167" y="21"/>
                </a:lnTo>
                <a:lnTo>
                  <a:pt x="179" y="16"/>
                </a:lnTo>
                <a:lnTo>
                  <a:pt x="191" y="12"/>
                </a:lnTo>
                <a:lnTo>
                  <a:pt x="205" y="8"/>
                </a:lnTo>
                <a:lnTo>
                  <a:pt x="218" y="5"/>
                </a:lnTo>
                <a:lnTo>
                  <a:pt x="231" y="4"/>
                </a:lnTo>
                <a:lnTo>
                  <a:pt x="245" y="2"/>
                </a:lnTo>
                <a:lnTo>
                  <a:pt x="258" y="0"/>
                </a:lnTo>
                <a:lnTo>
                  <a:pt x="272" y="0"/>
                </a:lnTo>
                <a:lnTo>
                  <a:pt x="977" y="0"/>
                </a:lnTo>
                <a:lnTo>
                  <a:pt x="989" y="0"/>
                </a:lnTo>
                <a:lnTo>
                  <a:pt x="1004" y="2"/>
                </a:lnTo>
                <a:lnTo>
                  <a:pt x="1018" y="4"/>
                </a:lnTo>
                <a:lnTo>
                  <a:pt x="1031" y="5"/>
                </a:lnTo>
                <a:lnTo>
                  <a:pt x="1044" y="8"/>
                </a:lnTo>
                <a:lnTo>
                  <a:pt x="1057" y="12"/>
                </a:lnTo>
                <a:lnTo>
                  <a:pt x="1069" y="16"/>
                </a:lnTo>
                <a:lnTo>
                  <a:pt x="1082" y="21"/>
                </a:lnTo>
                <a:lnTo>
                  <a:pt x="1093" y="26"/>
                </a:lnTo>
                <a:lnTo>
                  <a:pt x="1106" y="32"/>
                </a:lnTo>
                <a:lnTo>
                  <a:pt x="1117" y="39"/>
                </a:lnTo>
                <a:lnTo>
                  <a:pt x="1129" y="47"/>
                </a:lnTo>
                <a:lnTo>
                  <a:pt x="1140" y="53"/>
                </a:lnTo>
                <a:lnTo>
                  <a:pt x="1149" y="63"/>
                </a:lnTo>
                <a:lnTo>
                  <a:pt x="1159" y="71"/>
                </a:lnTo>
                <a:lnTo>
                  <a:pt x="1169" y="79"/>
                </a:lnTo>
                <a:lnTo>
                  <a:pt x="1178" y="88"/>
                </a:lnTo>
                <a:lnTo>
                  <a:pt x="1186" y="100"/>
                </a:lnTo>
                <a:lnTo>
                  <a:pt x="1194" y="109"/>
                </a:lnTo>
                <a:lnTo>
                  <a:pt x="1202" y="120"/>
                </a:lnTo>
                <a:lnTo>
                  <a:pt x="1209" y="132"/>
                </a:lnTo>
                <a:lnTo>
                  <a:pt x="1215" y="143"/>
                </a:lnTo>
                <a:lnTo>
                  <a:pt x="1221" y="154"/>
                </a:lnTo>
                <a:lnTo>
                  <a:pt x="1228" y="167"/>
                </a:lnTo>
                <a:lnTo>
                  <a:pt x="1233" y="178"/>
                </a:lnTo>
                <a:lnTo>
                  <a:pt x="1236" y="191"/>
                </a:lnTo>
                <a:lnTo>
                  <a:pt x="1241" y="204"/>
                </a:lnTo>
                <a:lnTo>
                  <a:pt x="1242" y="218"/>
                </a:lnTo>
                <a:lnTo>
                  <a:pt x="1246" y="231"/>
                </a:lnTo>
                <a:lnTo>
                  <a:pt x="1247" y="244"/>
                </a:lnTo>
                <a:lnTo>
                  <a:pt x="1249" y="258"/>
                </a:lnTo>
                <a:lnTo>
                  <a:pt x="1249" y="272"/>
                </a:lnTo>
                <a:lnTo>
                  <a:pt x="1249" y="271"/>
                </a:lnTo>
                <a:lnTo>
                  <a:pt x="1249" y="285"/>
                </a:lnTo>
                <a:lnTo>
                  <a:pt x="1247" y="300"/>
                </a:lnTo>
                <a:lnTo>
                  <a:pt x="1246" y="312"/>
                </a:lnTo>
                <a:lnTo>
                  <a:pt x="1242" y="327"/>
                </a:lnTo>
                <a:lnTo>
                  <a:pt x="1241" y="340"/>
                </a:lnTo>
                <a:lnTo>
                  <a:pt x="1236" y="353"/>
                </a:lnTo>
                <a:lnTo>
                  <a:pt x="1233" y="365"/>
                </a:lnTo>
                <a:lnTo>
                  <a:pt x="1228" y="378"/>
                </a:lnTo>
                <a:lnTo>
                  <a:pt x="1221" y="389"/>
                </a:lnTo>
                <a:lnTo>
                  <a:pt x="1215" y="402"/>
                </a:lnTo>
                <a:lnTo>
                  <a:pt x="1209" y="413"/>
                </a:lnTo>
                <a:lnTo>
                  <a:pt x="1202" y="425"/>
                </a:lnTo>
                <a:lnTo>
                  <a:pt x="1194" y="434"/>
                </a:lnTo>
                <a:lnTo>
                  <a:pt x="1186" y="445"/>
                </a:lnTo>
                <a:lnTo>
                  <a:pt x="1178" y="455"/>
                </a:lnTo>
                <a:lnTo>
                  <a:pt x="1169" y="465"/>
                </a:lnTo>
                <a:lnTo>
                  <a:pt x="1159" y="473"/>
                </a:lnTo>
                <a:lnTo>
                  <a:pt x="1149" y="482"/>
                </a:lnTo>
                <a:lnTo>
                  <a:pt x="1140" y="490"/>
                </a:lnTo>
                <a:lnTo>
                  <a:pt x="1129" y="498"/>
                </a:lnTo>
                <a:lnTo>
                  <a:pt x="1117" y="505"/>
                </a:lnTo>
                <a:lnTo>
                  <a:pt x="1106" y="511"/>
                </a:lnTo>
                <a:lnTo>
                  <a:pt x="1093" y="517"/>
                </a:lnTo>
                <a:lnTo>
                  <a:pt x="1082" y="522"/>
                </a:lnTo>
                <a:lnTo>
                  <a:pt x="1069" y="527"/>
                </a:lnTo>
                <a:lnTo>
                  <a:pt x="1057" y="532"/>
                </a:lnTo>
                <a:lnTo>
                  <a:pt x="1044" y="535"/>
                </a:lnTo>
                <a:lnTo>
                  <a:pt x="1031" y="538"/>
                </a:lnTo>
                <a:lnTo>
                  <a:pt x="1018" y="541"/>
                </a:lnTo>
                <a:lnTo>
                  <a:pt x="1004" y="543"/>
                </a:lnTo>
                <a:lnTo>
                  <a:pt x="989" y="543"/>
                </a:lnTo>
                <a:lnTo>
                  <a:pt x="977" y="545"/>
                </a:lnTo>
                <a:lnTo>
                  <a:pt x="272" y="545"/>
                </a:lnTo>
                <a:lnTo>
                  <a:pt x="258" y="543"/>
                </a:lnTo>
                <a:lnTo>
                  <a:pt x="245" y="543"/>
                </a:lnTo>
                <a:lnTo>
                  <a:pt x="231" y="541"/>
                </a:lnTo>
                <a:lnTo>
                  <a:pt x="218" y="538"/>
                </a:lnTo>
                <a:lnTo>
                  <a:pt x="205" y="535"/>
                </a:lnTo>
                <a:lnTo>
                  <a:pt x="191" y="532"/>
                </a:lnTo>
                <a:lnTo>
                  <a:pt x="179" y="527"/>
                </a:lnTo>
                <a:lnTo>
                  <a:pt x="167" y="522"/>
                </a:lnTo>
                <a:lnTo>
                  <a:pt x="154" y="517"/>
                </a:lnTo>
                <a:lnTo>
                  <a:pt x="143" y="511"/>
                </a:lnTo>
                <a:lnTo>
                  <a:pt x="131" y="505"/>
                </a:lnTo>
                <a:lnTo>
                  <a:pt x="120" y="498"/>
                </a:lnTo>
                <a:lnTo>
                  <a:pt x="109" y="490"/>
                </a:lnTo>
                <a:lnTo>
                  <a:pt x="99" y="482"/>
                </a:lnTo>
                <a:lnTo>
                  <a:pt x="90" y="473"/>
                </a:lnTo>
                <a:lnTo>
                  <a:pt x="80" y="465"/>
                </a:lnTo>
                <a:lnTo>
                  <a:pt x="71" y="455"/>
                </a:lnTo>
                <a:lnTo>
                  <a:pt x="63" y="445"/>
                </a:lnTo>
                <a:lnTo>
                  <a:pt x="55" y="434"/>
                </a:lnTo>
                <a:lnTo>
                  <a:pt x="47" y="425"/>
                </a:lnTo>
                <a:lnTo>
                  <a:pt x="40" y="413"/>
                </a:lnTo>
                <a:lnTo>
                  <a:pt x="32" y="402"/>
                </a:lnTo>
                <a:lnTo>
                  <a:pt x="27" y="389"/>
                </a:lnTo>
                <a:lnTo>
                  <a:pt x="21" y="378"/>
                </a:lnTo>
                <a:lnTo>
                  <a:pt x="16" y="365"/>
                </a:lnTo>
                <a:lnTo>
                  <a:pt x="13" y="353"/>
                </a:lnTo>
                <a:lnTo>
                  <a:pt x="8" y="340"/>
                </a:lnTo>
                <a:lnTo>
                  <a:pt x="5" y="327"/>
                </a:lnTo>
                <a:lnTo>
                  <a:pt x="3" y="312"/>
                </a:lnTo>
                <a:lnTo>
                  <a:pt x="2" y="300"/>
                </a:lnTo>
                <a:lnTo>
                  <a:pt x="0" y="285"/>
                </a:lnTo>
                <a:lnTo>
                  <a:pt x="0" y="271"/>
                </a:lnTo>
                <a:close/>
              </a:path>
            </a:pathLst>
          </a:custGeom>
          <a:noFill/>
          <a:ln w="23813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292969" name="Group 3">
            <a:extLst>
              <a:ext uri="{FF2B5EF4-FFF2-40B4-BE49-F238E27FC236}">
                <a16:creationId xmlns:a16="http://schemas.microsoft.com/office/drawing/2014/main" id="{7FDC1DAE-69A9-422F-9A3D-6A5535EF2FB3}"/>
              </a:ext>
            </a:extLst>
          </p:cNvPr>
          <p:cNvGrpSpPr>
            <a:grpSpLocks/>
          </p:cNvGrpSpPr>
          <p:nvPr/>
        </p:nvGrpSpPr>
        <p:grpSpPr bwMode="auto">
          <a:xfrm>
            <a:off x="4572000" y="4191000"/>
            <a:ext cx="2168525" cy="387350"/>
            <a:chOff x="2801938" y="2224088"/>
            <a:chExt cx="2381250" cy="387350"/>
          </a:xfrm>
        </p:grpSpPr>
        <p:sp>
          <p:nvSpPr>
            <p:cNvPr id="292970" name="Line 61">
              <a:extLst>
                <a:ext uri="{FF2B5EF4-FFF2-40B4-BE49-F238E27FC236}">
                  <a16:creationId xmlns:a16="http://schemas.microsoft.com/office/drawing/2014/main" id="{DE245A45-FB64-4761-B987-56192D4168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79762" y="2609850"/>
              <a:ext cx="1644650" cy="1588"/>
            </a:xfrm>
            <a:prstGeom prst="line">
              <a:avLst/>
            </a:prstGeom>
            <a:noFill/>
            <a:ln w="23813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292971" name="Group 104">
              <a:extLst>
                <a:ext uri="{FF2B5EF4-FFF2-40B4-BE49-F238E27FC236}">
                  <a16:creationId xmlns:a16="http://schemas.microsoft.com/office/drawing/2014/main" id="{5532C600-38D6-4F51-B34D-B94F42044B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01938" y="2224088"/>
              <a:ext cx="541337" cy="387350"/>
              <a:chOff x="1750" y="1241"/>
              <a:chExt cx="341" cy="244"/>
            </a:xfrm>
          </p:grpSpPr>
          <p:grpSp>
            <p:nvGrpSpPr>
              <p:cNvPr id="292978" name="Group 105">
                <a:extLst>
                  <a:ext uri="{FF2B5EF4-FFF2-40B4-BE49-F238E27FC236}">
                    <a16:creationId xmlns:a16="http://schemas.microsoft.com/office/drawing/2014/main" id="{54BA9BFC-134E-4848-AF59-45D80A0FB80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1950" y="1242"/>
                <a:ext cx="141" cy="243"/>
                <a:chOff x="1039" y="1647"/>
                <a:chExt cx="141" cy="270"/>
              </a:xfrm>
            </p:grpSpPr>
            <p:sp>
              <p:nvSpPr>
                <p:cNvPr id="292981" name="Arc 106">
                  <a:extLst>
                    <a:ext uri="{FF2B5EF4-FFF2-40B4-BE49-F238E27FC236}">
                      <a16:creationId xmlns:a16="http://schemas.microsoft.com/office/drawing/2014/main" id="{F1AA9F0C-B4DF-4DD3-A350-4B8F88D445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1039" y="1647"/>
                  <a:ext cx="141" cy="135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600" h="21600" fill="none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</a:path>
                    <a:path w="21600" h="21600" stroke="0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0000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92982" name="Arc 107">
                  <a:extLst>
                    <a:ext uri="{FF2B5EF4-FFF2-40B4-BE49-F238E27FC236}">
                      <a16:creationId xmlns:a16="http://schemas.microsoft.com/office/drawing/2014/main" id="{B7D047FC-F5A0-4CA5-A2F1-61EE696FC4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 flipV="1">
                  <a:off x="1039" y="1782"/>
                  <a:ext cx="141" cy="135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600" h="21600" fill="none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</a:path>
                    <a:path w="21600" h="21600" stroke="0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0000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92979" name="Line 108">
                <a:extLst>
                  <a:ext uri="{FF2B5EF4-FFF2-40B4-BE49-F238E27FC236}">
                    <a16:creationId xmlns:a16="http://schemas.microsoft.com/office/drawing/2014/main" id="{E6BFF15C-EF1E-4EA7-915C-CB5535037A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750" y="1241"/>
                <a:ext cx="200" cy="1"/>
              </a:xfrm>
              <a:prstGeom prst="line">
                <a:avLst/>
              </a:prstGeom>
              <a:noFill/>
              <a:ln w="28575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92980" name="Line 109">
                <a:extLst>
                  <a:ext uri="{FF2B5EF4-FFF2-40B4-BE49-F238E27FC236}">
                    <a16:creationId xmlns:a16="http://schemas.microsoft.com/office/drawing/2014/main" id="{3487491A-921D-4F1E-BA8E-B2B24AC0F1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753" y="1483"/>
                <a:ext cx="200" cy="1"/>
              </a:xfrm>
              <a:prstGeom prst="line">
                <a:avLst/>
              </a:prstGeom>
              <a:noFill/>
              <a:ln w="28575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92972" name="Group 110">
              <a:extLst>
                <a:ext uri="{FF2B5EF4-FFF2-40B4-BE49-F238E27FC236}">
                  <a16:creationId xmlns:a16="http://schemas.microsoft.com/office/drawing/2014/main" id="{94F68145-4995-4DD0-915E-6A3303E6C850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641850" y="2224088"/>
              <a:ext cx="541338" cy="387350"/>
              <a:chOff x="1750" y="1241"/>
              <a:chExt cx="341" cy="244"/>
            </a:xfrm>
          </p:grpSpPr>
          <p:grpSp>
            <p:nvGrpSpPr>
              <p:cNvPr id="292973" name="Group 111">
                <a:extLst>
                  <a:ext uri="{FF2B5EF4-FFF2-40B4-BE49-F238E27FC236}">
                    <a16:creationId xmlns:a16="http://schemas.microsoft.com/office/drawing/2014/main" id="{2EF4F590-5E9F-46B3-846A-09F99392D47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1950" y="1242"/>
                <a:ext cx="141" cy="243"/>
                <a:chOff x="1039" y="1647"/>
                <a:chExt cx="141" cy="270"/>
              </a:xfrm>
            </p:grpSpPr>
            <p:sp>
              <p:nvSpPr>
                <p:cNvPr id="292976" name="Arc 112">
                  <a:extLst>
                    <a:ext uri="{FF2B5EF4-FFF2-40B4-BE49-F238E27FC236}">
                      <a16:creationId xmlns:a16="http://schemas.microsoft.com/office/drawing/2014/main" id="{5F2CA9B7-9CAA-4B98-874D-2954B4F2FA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1039" y="1647"/>
                  <a:ext cx="141" cy="135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600" h="21600" fill="none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</a:path>
                    <a:path w="21600" h="21600" stroke="0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0000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92977" name="Arc 113">
                  <a:extLst>
                    <a:ext uri="{FF2B5EF4-FFF2-40B4-BE49-F238E27FC236}">
                      <a16:creationId xmlns:a16="http://schemas.microsoft.com/office/drawing/2014/main" id="{9532A1BC-E089-4ED5-8EF5-6A0BC97BED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 flipV="1">
                  <a:off x="1039" y="1782"/>
                  <a:ext cx="141" cy="135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600" h="21600" fill="none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</a:path>
                    <a:path w="21600" h="21600" stroke="0" extrusionOk="0">
                      <a:moveTo>
                        <a:pt x="0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  <a:lnTo>
                        <a:pt x="0" y="21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0000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92974" name="Line 114">
                <a:extLst>
                  <a:ext uri="{FF2B5EF4-FFF2-40B4-BE49-F238E27FC236}">
                    <a16:creationId xmlns:a16="http://schemas.microsoft.com/office/drawing/2014/main" id="{A2346A81-08D2-47D8-8D22-07C42A0669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750" y="1241"/>
                <a:ext cx="200" cy="1"/>
              </a:xfrm>
              <a:prstGeom prst="line">
                <a:avLst/>
              </a:prstGeom>
              <a:noFill/>
              <a:ln w="28575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92975" name="Line 115">
                <a:extLst>
                  <a:ext uri="{FF2B5EF4-FFF2-40B4-BE49-F238E27FC236}">
                    <a16:creationId xmlns:a16="http://schemas.microsoft.com/office/drawing/2014/main" id="{3D294E4E-4D52-4F74-9358-C6B140AD0D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753" y="1483"/>
                <a:ext cx="200" cy="1"/>
              </a:xfrm>
              <a:prstGeom prst="line">
                <a:avLst/>
              </a:prstGeom>
              <a:noFill/>
              <a:ln w="28575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913" name="Shape 2787">
            <a:extLst>
              <a:ext uri="{FF2B5EF4-FFF2-40B4-BE49-F238E27FC236}">
                <a16:creationId xmlns:a16="http://schemas.microsoft.com/office/drawing/2014/main" id="{25EB2B5C-C49D-4E61-81D1-7A44B17346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342900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4914" name="Shape 2788">
            <a:extLst>
              <a:ext uri="{FF2B5EF4-FFF2-40B4-BE49-F238E27FC236}">
                <a16:creationId xmlns:a16="http://schemas.microsoft.com/office/drawing/2014/main" id="{E8DF2A6E-32CD-4BB8-8AD5-FADA8993B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342900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4915" name="Shape 2789">
            <a:extLst>
              <a:ext uri="{FF2B5EF4-FFF2-40B4-BE49-F238E27FC236}">
                <a16:creationId xmlns:a16="http://schemas.microsoft.com/office/drawing/2014/main" id="{49A1F4E9-27C8-47A4-B258-424B4E668A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342900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4916" name="Shape 2790">
            <a:extLst>
              <a:ext uri="{FF2B5EF4-FFF2-40B4-BE49-F238E27FC236}">
                <a16:creationId xmlns:a16="http://schemas.microsoft.com/office/drawing/2014/main" id="{88A84CE3-09C2-4FFC-A8B0-F1D6004BC0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0375" y="792163"/>
            <a:ext cx="1725613" cy="1111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4917" name="Shape 2791">
            <a:extLst>
              <a:ext uri="{FF2B5EF4-FFF2-40B4-BE49-F238E27FC236}">
                <a16:creationId xmlns:a16="http://schemas.microsoft.com/office/drawing/2014/main" id="{B51A7AC4-2D3D-46E4-87CC-A603CA4A12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752475"/>
            <a:ext cx="11113" cy="4143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4918" name="Shape 2792">
            <a:extLst>
              <a:ext uri="{FF2B5EF4-FFF2-40B4-BE49-F238E27FC236}">
                <a16:creationId xmlns:a16="http://schemas.microsoft.com/office/drawing/2014/main" id="{D743031E-8667-462C-B586-CB8500A1B8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752475"/>
            <a:ext cx="11113" cy="4143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4919" name="Shape 2793">
            <a:extLst>
              <a:ext uri="{FF2B5EF4-FFF2-40B4-BE49-F238E27FC236}">
                <a16:creationId xmlns:a16="http://schemas.microsoft.com/office/drawing/2014/main" id="{C30FAACE-3F73-4ADC-8F83-C3CABD95DB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752475"/>
            <a:ext cx="11113" cy="4143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4920" name="Shape 2794">
            <a:extLst>
              <a:ext uri="{FF2B5EF4-FFF2-40B4-BE49-F238E27FC236}">
                <a16:creationId xmlns:a16="http://schemas.microsoft.com/office/drawing/2014/main" id="{8AC381A2-61EA-4E1F-8155-4EDEDE209D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1166813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4921" name="Shape 2795">
            <a:extLst>
              <a:ext uri="{FF2B5EF4-FFF2-40B4-BE49-F238E27FC236}">
                <a16:creationId xmlns:a16="http://schemas.microsoft.com/office/drawing/2014/main" id="{E6BC5F6D-699A-4BCB-9794-A43881E6F2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1166813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4922" name="Shape 2796">
            <a:extLst>
              <a:ext uri="{FF2B5EF4-FFF2-40B4-BE49-F238E27FC236}">
                <a16:creationId xmlns:a16="http://schemas.microsoft.com/office/drawing/2014/main" id="{D079DE39-E08F-4761-BFFD-F3EBF13BDC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1166813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4923" name="Shape 2797">
            <a:extLst>
              <a:ext uri="{FF2B5EF4-FFF2-40B4-BE49-F238E27FC236}">
                <a16:creationId xmlns:a16="http://schemas.microsoft.com/office/drawing/2014/main" id="{5D6B48F4-E92A-4BDE-AA7F-E08C49EF7E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1582738"/>
            <a:ext cx="11113" cy="3619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4924" name="Shape 2798">
            <a:extLst>
              <a:ext uri="{FF2B5EF4-FFF2-40B4-BE49-F238E27FC236}">
                <a16:creationId xmlns:a16="http://schemas.microsoft.com/office/drawing/2014/main" id="{0E60ED18-1366-4B56-B069-8795314124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1582738"/>
            <a:ext cx="11113" cy="3619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4925" name="Shape 2799">
            <a:extLst>
              <a:ext uri="{FF2B5EF4-FFF2-40B4-BE49-F238E27FC236}">
                <a16:creationId xmlns:a16="http://schemas.microsoft.com/office/drawing/2014/main" id="{D8A47BAD-4CDE-4636-9880-D02333AB9D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1582738"/>
            <a:ext cx="11113" cy="3619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4926" name="Shape 2800">
            <a:extLst>
              <a:ext uri="{FF2B5EF4-FFF2-40B4-BE49-F238E27FC236}">
                <a16:creationId xmlns:a16="http://schemas.microsoft.com/office/drawing/2014/main" id="{71983055-E9F6-4D77-9A56-0DA9C03DB6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1944688"/>
            <a:ext cx="11113" cy="2746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4927" name="Shape 2801">
            <a:extLst>
              <a:ext uri="{FF2B5EF4-FFF2-40B4-BE49-F238E27FC236}">
                <a16:creationId xmlns:a16="http://schemas.microsoft.com/office/drawing/2014/main" id="{DBEEA0AF-2089-411B-9F2D-1CE11583E8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1944688"/>
            <a:ext cx="11113" cy="2746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4928" name="Shape 2802">
            <a:extLst>
              <a:ext uri="{FF2B5EF4-FFF2-40B4-BE49-F238E27FC236}">
                <a16:creationId xmlns:a16="http://schemas.microsoft.com/office/drawing/2014/main" id="{14DDEF8B-C772-40CA-89C6-82EFA810F4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1944688"/>
            <a:ext cx="11113" cy="2746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4929" name="Shape 2803">
            <a:extLst>
              <a:ext uri="{FF2B5EF4-FFF2-40B4-BE49-F238E27FC236}">
                <a16:creationId xmlns:a16="http://schemas.microsoft.com/office/drawing/2014/main" id="{FEF4CCD8-4E42-42A8-A31D-DF28A91CFA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2197100"/>
            <a:ext cx="11113" cy="2746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4930" name="Shape 2804">
            <a:extLst>
              <a:ext uri="{FF2B5EF4-FFF2-40B4-BE49-F238E27FC236}">
                <a16:creationId xmlns:a16="http://schemas.microsoft.com/office/drawing/2014/main" id="{38C630E6-067D-4A3D-AD15-151009A507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2197100"/>
            <a:ext cx="11113" cy="2746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4931" name="Shape 2805">
            <a:extLst>
              <a:ext uri="{FF2B5EF4-FFF2-40B4-BE49-F238E27FC236}">
                <a16:creationId xmlns:a16="http://schemas.microsoft.com/office/drawing/2014/main" id="{2A6601AC-F9ED-43C4-BA15-F99AE57BF1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2197100"/>
            <a:ext cx="11113" cy="2746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4932" name="Shape 2806">
            <a:extLst>
              <a:ext uri="{FF2B5EF4-FFF2-40B4-BE49-F238E27FC236}">
                <a16:creationId xmlns:a16="http://schemas.microsoft.com/office/drawing/2014/main" id="{93335C11-A9CF-44BE-9787-4CC46ADA53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2476500"/>
            <a:ext cx="11113" cy="315913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4933" name="Shape 2807">
            <a:extLst>
              <a:ext uri="{FF2B5EF4-FFF2-40B4-BE49-F238E27FC236}">
                <a16:creationId xmlns:a16="http://schemas.microsoft.com/office/drawing/2014/main" id="{CEC140B6-4955-4DE4-8C2D-B5FE05C94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2476500"/>
            <a:ext cx="11113" cy="315913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4934" name="Shape 2808">
            <a:extLst>
              <a:ext uri="{FF2B5EF4-FFF2-40B4-BE49-F238E27FC236}">
                <a16:creationId xmlns:a16="http://schemas.microsoft.com/office/drawing/2014/main" id="{DF298290-9D8A-4EAD-BDA4-B2F4EC8CD4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2476500"/>
            <a:ext cx="11113" cy="315913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4935" name="Shape 2809">
            <a:extLst>
              <a:ext uri="{FF2B5EF4-FFF2-40B4-BE49-F238E27FC236}">
                <a16:creationId xmlns:a16="http://schemas.microsoft.com/office/drawing/2014/main" id="{AAA304A2-8D20-4B40-BF96-E05E552C0F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95688" y="1222375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R1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</a:t>
            </a:r>
          </a:p>
        </p:txBody>
      </p:sp>
      <p:sp>
        <p:nvSpPr>
          <p:cNvPr id="294936" name="Shape 2810">
            <a:extLst>
              <a:ext uri="{FF2B5EF4-FFF2-40B4-BE49-F238E27FC236}">
                <a16:creationId xmlns:a16="http://schemas.microsoft.com/office/drawing/2014/main" id="{6C19B78C-64D8-4868-B537-76FFFA0EB6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3563" y="1208088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R1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in</a:t>
            </a:r>
          </a:p>
        </p:txBody>
      </p:sp>
      <p:sp>
        <p:nvSpPr>
          <p:cNvPr id="294937" name="Shape 2811">
            <a:extLst>
              <a:ext uri="{FF2B5EF4-FFF2-40B4-BE49-F238E27FC236}">
                <a16:creationId xmlns:a16="http://schemas.microsoft.com/office/drawing/2014/main" id="{55B901B3-27F0-4DB8-BB7A-0F241D4BB2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24450" y="1208088"/>
            <a:ext cx="5921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R2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</a:t>
            </a:r>
          </a:p>
        </p:txBody>
      </p:sp>
      <p:sp>
        <p:nvSpPr>
          <p:cNvPr id="294938" name="Shape 2812">
            <a:extLst>
              <a:ext uri="{FF2B5EF4-FFF2-40B4-BE49-F238E27FC236}">
                <a16:creationId xmlns:a16="http://schemas.microsoft.com/office/drawing/2014/main" id="{FC5917E0-8261-4E22-9617-E779F114BC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3900" y="1208088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R2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in</a:t>
            </a:r>
          </a:p>
        </p:txBody>
      </p:sp>
      <p:sp>
        <p:nvSpPr>
          <p:cNvPr id="294939" name="Shape 2813">
            <a:extLst>
              <a:ext uri="{FF2B5EF4-FFF2-40B4-BE49-F238E27FC236}">
                <a16:creationId xmlns:a16="http://schemas.microsoft.com/office/drawing/2014/main" id="{664CB6F9-497D-4313-A64E-36F9B4D6B7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99225" y="1222375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R3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</a:t>
            </a:r>
          </a:p>
        </p:txBody>
      </p:sp>
      <p:sp>
        <p:nvSpPr>
          <p:cNvPr id="294940" name="Shape 2814">
            <a:extLst>
              <a:ext uri="{FF2B5EF4-FFF2-40B4-BE49-F238E27FC236}">
                <a16:creationId xmlns:a16="http://schemas.microsoft.com/office/drawing/2014/main" id="{FE8BEBA4-EB47-40AD-A397-DC22A2CD6E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70750" y="1208088"/>
            <a:ext cx="5921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R3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in</a:t>
            </a:r>
          </a:p>
        </p:txBody>
      </p:sp>
      <p:sp>
        <p:nvSpPr>
          <p:cNvPr id="294941" name="Shape 2815">
            <a:extLst>
              <a:ext uri="{FF2B5EF4-FFF2-40B4-BE49-F238E27FC236}">
                <a16:creationId xmlns:a16="http://schemas.microsoft.com/office/drawing/2014/main" id="{298CB235-FF2B-438A-AC05-FBE97DD1B5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18450" y="1190625"/>
            <a:ext cx="5921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Done</a:t>
            </a:r>
          </a:p>
        </p:txBody>
      </p:sp>
      <p:sp>
        <p:nvSpPr>
          <p:cNvPr id="294942" name="Shape 2816">
            <a:extLst>
              <a:ext uri="{FF2B5EF4-FFF2-40B4-BE49-F238E27FC236}">
                <a16:creationId xmlns:a16="http://schemas.microsoft.com/office/drawing/2014/main" id="{88386238-401D-4641-937A-205C939435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4038" y="803275"/>
            <a:ext cx="650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w = </a:t>
            </a: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</a:t>
            </a:r>
          </a:p>
        </p:txBody>
      </p:sp>
      <p:sp>
        <p:nvSpPr>
          <p:cNvPr id="294943" name="Shape 2817">
            <a:extLst>
              <a:ext uri="{FF2B5EF4-FFF2-40B4-BE49-F238E27FC236}">
                <a16:creationId xmlns:a16="http://schemas.microsoft.com/office/drawing/2014/main" id="{4D9D0A12-41AB-43C9-A0DC-8C0EE846E7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76525" y="803275"/>
            <a:ext cx="650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w = </a:t>
            </a: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</a:p>
        </p:txBody>
      </p:sp>
      <p:grpSp>
        <p:nvGrpSpPr>
          <p:cNvPr id="294944" name="Shape 2818">
            <a:extLst>
              <a:ext uri="{FF2B5EF4-FFF2-40B4-BE49-F238E27FC236}">
                <a16:creationId xmlns:a16="http://schemas.microsoft.com/office/drawing/2014/main" id="{81AB520C-496E-4797-A5B6-F2D42DFAEC79}"/>
              </a:ext>
            </a:extLst>
          </p:cNvPr>
          <p:cNvGrpSpPr>
            <a:grpSpLocks/>
          </p:cNvGrpSpPr>
          <p:nvPr/>
        </p:nvGrpSpPr>
        <p:grpSpPr bwMode="auto">
          <a:xfrm>
            <a:off x="484188" y="320675"/>
            <a:ext cx="8167687" cy="2514600"/>
            <a:chOff x="603250" y="1414462"/>
            <a:chExt cx="8167586" cy="2514599"/>
          </a:xfrm>
        </p:grpSpPr>
        <p:sp>
          <p:nvSpPr>
            <p:cNvPr id="294987" name="Shape 2819">
              <a:extLst>
                <a:ext uri="{FF2B5EF4-FFF2-40B4-BE49-F238E27FC236}">
                  <a16:creationId xmlns:a16="http://schemas.microsoft.com/office/drawing/2014/main" id="{BC73974A-C436-4954-A30A-B5E85224B1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9637" y="1427162"/>
              <a:ext cx="7861199" cy="95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4988" name="Shape 2820">
              <a:extLst>
                <a:ext uri="{FF2B5EF4-FFF2-40B4-BE49-F238E27FC236}">
                  <a16:creationId xmlns:a16="http://schemas.microsoft.com/office/drawing/2014/main" id="{07F57590-A202-4890-BEE4-015E7F1991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1436687"/>
              <a:ext cx="11100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4989" name="Shape 2821">
              <a:extLst>
                <a:ext uri="{FF2B5EF4-FFF2-40B4-BE49-F238E27FC236}">
                  <a16:creationId xmlns:a16="http://schemas.microsoft.com/office/drawing/2014/main" id="{698DBFA8-3034-47F6-BFC0-F12DAF852F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1436687"/>
              <a:ext cx="11100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4990" name="Shape 2822">
              <a:extLst>
                <a:ext uri="{FF2B5EF4-FFF2-40B4-BE49-F238E27FC236}">
                  <a16:creationId xmlns:a16="http://schemas.microsoft.com/office/drawing/2014/main" id="{D0D3C701-78A0-4889-9696-564A489775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42987" y="1603375"/>
              <a:ext cx="73019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294991" name="Shape 2823">
              <a:extLst>
                <a:ext uri="{FF2B5EF4-FFF2-40B4-BE49-F238E27FC236}">
                  <a16:creationId xmlns:a16="http://schemas.microsoft.com/office/drawing/2014/main" id="{147FA584-CAC2-410A-9738-A7CC65FADD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55836" y="1550987"/>
              <a:ext cx="9780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294992" name="Shape 2824">
              <a:extLst>
                <a:ext uri="{FF2B5EF4-FFF2-40B4-BE49-F238E27FC236}">
                  <a16:creationId xmlns:a16="http://schemas.microsoft.com/office/drawing/2014/main" id="{E7F6219E-533F-4882-AE3B-F85153275E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1846261"/>
              <a:ext cx="11100" cy="4142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4993" name="Shape 2825">
              <a:extLst>
                <a:ext uri="{FF2B5EF4-FFF2-40B4-BE49-F238E27FC236}">
                  <a16:creationId xmlns:a16="http://schemas.microsoft.com/office/drawing/2014/main" id="{A5897DE7-82AF-4D9D-A4E2-4AF24B5AFB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9987" y="1912936"/>
              <a:ext cx="4761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294994" name="Shape 2826">
              <a:extLst>
                <a:ext uri="{FF2B5EF4-FFF2-40B4-BE49-F238E27FC236}">
                  <a16:creationId xmlns:a16="http://schemas.microsoft.com/office/drawing/2014/main" id="{602C6655-4576-4A8E-B6A1-AE5282D942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2249486"/>
              <a:ext cx="6915000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4995" name="Shape 2827">
              <a:extLst>
                <a:ext uri="{FF2B5EF4-FFF2-40B4-BE49-F238E27FC236}">
                  <a16:creationId xmlns:a16="http://schemas.microsoft.com/office/drawing/2014/main" id="{7E75769F-23EA-4023-B405-C043C32A8D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2260600"/>
              <a:ext cx="11100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4996" name="Shape 2828">
              <a:extLst>
                <a:ext uri="{FF2B5EF4-FFF2-40B4-BE49-F238E27FC236}">
                  <a16:creationId xmlns:a16="http://schemas.microsoft.com/office/drawing/2014/main" id="{6868239C-5E70-4CC4-B087-6D727DDF0C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9637" y="2662236"/>
              <a:ext cx="786119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4997" name="Shape 2829">
              <a:extLst>
                <a:ext uri="{FF2B5EF4-FFF2-40B4-BE49-F238E27FC236}">
                  <a16:creationId xmlns:a16="http://schemas.microsoft.com/office/drawing/2014/main" id="{9CB66835-9722-48D9-8CA1-55961B82F6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10250" y="1808161"/>
              <a:ext cx="7809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294998" name="Shape 2830">
              <a:extLst>
                <a:ext uri="{FF2B5EF4-FFF2-40B4-BE49-F238E27FC236}">
                  <a16:creationId xmlns:a16="http://schemas.microsoft.com/office/drawing/2014/main" id="{83E83BCB-84FA-4E94-91F3-B3F68C9AC2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3250" y="2755900"/>
              <a:ext cx="222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294999" name="Shape 2831">
              <a:extLst>
                <a:ext uri="{FF2B5EF4-FFF2-40B4-BE49-F238E27FC236}">
                  <a16:creationId xmlns:a16="http://schemas.microsoft.com/office/drawing/2014/main" id="{7F584693-71A0-4141-A2AD-2421D92C0E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2676525"/>
              <a:ext cx="11100" cy="362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5000" name="Shape 2832">
              <a:extLst>
                <a:ext uri="{FF2B5EF4-FFF2-40B4-BE49-F238E27FC236}">
                  <a16:creationId xmlns:a16="http://schemas.microsoft.com/office/drawing/2014/main" id="{B43E8FC9-0880-4C16-A74C-54BC70E3CD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5075" y="2755900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295001" name="Shape 2833">
              <a:extLst>
                <a:ext uri="{FF2B5EF4-FFF2-40B4-BE49-F238E27FC236}">
                  <a16:creationId xmlns:a16="http://schemas.microsoft.com/office/drawing/2014/main" id="{3F915B1F-E1EE-4B6C-812F-9F8594E3C9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6775" y="2755900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295002" name="Shape 2834">
              <a:extLst>
                <a:ext uri="{FF2B5EF4-FFF2-40B4-BE49-F238E27FC236}">
                  <a16:creationId xmlns:a16="http://schemas.microsoft.com/office/drawing/2014/main" id="{767B142F-19FA-487B-BEFB-37E0243720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4025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5003" name="Shape 2835">
              <a:extLst>
                <a:ext uri="{FF2B5EF4-FFF2-40B4-BE49-F238E27FC236}">
                  <a16:creationId xmlns:a16="http://schemas.microsoft.com/office/drawing/2014/main" id="{03FFCFF3-6D15-49C9-9251-FCB40AA771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061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95004" name="Shape 2836">
              <a:extLst>
                <a:ext uri="{FF2B5EF4-FFF2-40B4-BE49-F238E27FC236}">
                  <a16:creationId xmlns:a16="http://schemas.microsoft.com/office/drawing/2014/main" id="{3ECCE4DE-3D06-4DFC-B62B-D3F4582176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9062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5005" name="Shape 2837">
              <a:extLst>
                <a:ext uri="{FF2B5EF4-FFF2-40B4-BE49-F238E27FC236}">
                  <a16:creationId xmlns:a16="http://schemas.microsoft.com/office/drawing/2014/main" id="{65E9DEDC-F09E-43CB-89B7-7DC4EBBD25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6137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5006" name="Shape 2838">
              <a:extLst>
                <a:ext uri="{FF2B5EF4-FFF2-40B4-BE49-F238E27FC236}">
                  <a16:creationId xmlns:a16="http://schemas.microsoft.com/office/drawing/2014/main" id="{FB4B9D86-8E4D-4AB5-8504-3F6E0767B3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3212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5007" name="Shape 2839">
              <a:extLst>
                <a:ext uri="{FF2B5EF4-FFF2-40B4-BE49-F238E27FC236}">
                  <a16:creationId xmlns:a16="http://schemas.microsoft.com/office/drawing/2014/main" id="{95158D86-7E9A-4057-A673-279D107DF0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1875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5008" name="Shape 2840">
              <a:extLst>
                <a:ext uri="{FF2B5EF4-FFF2-40B4-BE49-F238E27FC236}">
                  <a16:creationId xmlns:a16="http://schemas.microsoft.com/office/drawing/2014/main" id="{B5400552-714E-4AA6-B0D1-BDB8830111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38950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5009" name="Shape 2841">
              <a:extLst>
                <a:ext uri="{FF2B5EF4-FFF2-40B4-BE49-F238E27FC236}">
                  <a16:creationId xmlns:a16="http://schemas.microsoft.com/office/drawing/2014/main" id="{16309845-E894-47C9-AF79-BD40CC92AE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4436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5010" name="Shape 2842">
              <a:extLst>
                <a:ext uri="{FF2B5EF4-FFF2-40B4-BE49-F238E27FC236}">
                  <a16:creationId xmlns:a16="http://schemas.microsoft.com/office/drawing/2014/main" id="{8733F094-80B0-47AA-8B56-230387811C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1986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5011" name="Shape 2843">
              <a:extLst>
                <a:ext uri="{FF2B5EF4-FFF2-40B4-BE49-F238E27FC236}">
                  <a16:creationId xmlns:a16="http://schemas.microsoft.com/office/drawing/2014/main" id="{9C69AD3E-EE6A-4716-A33A-83804644D9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" y="3030536"/>
              <a:ext cx="20939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295012" name="Shape 2844">
              <a:extLst>
                <a:ext uri="{FF2B5EF4-FFF2-40B4-BE49-F238E27FC236}">
                  <a16:creationId xmlns:a16="http://schemas.microsoft.com/office/drawing/2014/main" id="{CEA11C4F-F361-43E4-945D-056B9A6B93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3038475"/>
              <a:ext cx="11100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5013" name="Shape 2845">
              <a:extLst>
                <a:ext uri="{FF2B5EF4-FFF2-40B4-BE49-F238E27FC236}">
                  <a16:creationId xmlns:a16="http://schemas.microsoft.com/office/drawing/2014/main" id="{7D6E4B74-4C0A-411A-9C2C-D4AF503524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662" y="3030536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295014" name="Shape 2846">
              <a:extLst>
                <a:ext uri="{FF2B5EF4-FFF2-40B4-BE49-F238E27FC236}">
                  <a16:creationId xmlns:a16="http://schemas.microsoft.com/office/drawing/2014/main" id="{D5F8B1C2-BF47-4EAB-9AB0-5397A22875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8361" y="3030536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295015" name="Shape 2847">
              <a:extLst>
                <a:ext uri="{FF2B5EF4-FFF2-40B4-BE49-F238E27FC236}">
                  <a16:creationId xmlns:a16="http://schemas.microsoft.com/office/drawing/2014/main" id="{69537A6F-7DF2-4320-8D6E-23B599D103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5611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95016" name="Shape 2848">
              <a:extLst>
                <a:ext uri="{FF2B5EF4-FFF2-40B4-BE49-F238E27FC236}">
                  <a16:creationId xmlns:a16="http://schemas.microsoft.com/office/drawing/2014/main" id="{C8D5A8B9-3F40-42A5-82E3-0E0F3CF36D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061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5017" name="Shape 2849">
              <a:extLst>
                <a:ext uri="{FF2B5EF4-FFF2-40B4-BE49-F238E27FC236}">
                  <a16:creationId xmlns:a16="http://schemas.microsoft.com/office/drawing/2014/main" id="{58D6292E-85D6-4E7D-B0BC-356CC15391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650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5018" name="Shape 2850">
              <a:extLst>
                <a:ext uri="{FF2B5EF4-FFF2-40B4-BE49-F238E27FC236}">
                  <a16:creationId xmlns:a16="http://schemas.microsoft.com/office/drawing/2014/main" id="{A8B47954-FBEE-417B-8E54-3CFE2C3578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7725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5019" name="Shape 2851">
              <a:extLst>
                <a:ext uri="{FF2B5EF4-FFF2-40B4-BE49-F238E27FC236}">
                  <a16:creationId xmlns:a16="http://schemas.microsoft.com/office/drawing/2014/main" id="{FBD87AF2-F0E5-49F9-B276-AFEF6D4B3D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4800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95020" name="Shape 2852">
              <a:extLst>
                <a:ext uri="{FF2B5EF4-FFF2-40B4-BE49-F238E27FC236}">
                  <a16:creationId xmlns:a16="http://schemas.microsoft.com/office/drawing/2014/main" id="{87AB547C-8120-4848-A228-06E394640A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1875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5021" name="Shape 2853">
              <a:extLst>
                <a:ext uri="{FF2B5EF4-FFF2-40B4-BE49-F238E27FC236}">
                  <a16:creationId xmlns:a16="http://schemas.microsoft.com/office/drawing/2014/main" id="{958F3D22-A86B-434D-94D4-C61F214760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38950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5022" name="Shape 2854">
              <a:extLst>
                <a:ext uri="{FF2B5EF4-FFF2-40B4-BE49-F238E27FC236}">
                  <a16:creationId xmlns:a16="http://schemas.microsoft.com/office/drawing/2014/main" id="{6D5F1C2E-3422-4784-8698-10DA5BF247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6025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95023" name="Shape 2855">
              <a:extLst>
                <a:ext uri="{FF2B5EF4-FFF2-40B4-BE49-F238E27FC236}">
                  <a16:creationId xmlns:a16="http://schemas.microsoft.com/office/drawing/2014/main" id="{487557E9-3985-4A52-8446-6891A8F350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1986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5024" name="Shape 2856">
              <a:extLst>
                <a:ext uri="{FF2B5EF4-FFF2-40B4-BE49-F238E27FC236}">
                  <a16:creationId xmlns:a16="http://schemas.microsoft.com/office/drawing/2014/main" id="{56D604A6-0CC3-4216-AE41-CAE6B3B7DA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" y="3302000"/>
              <a:ext cx="20939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295025" name="Shape 2857">
              <a:extLst>
                <a:ext uri="{FF2B5EF4-FFF2-40B4-BE49-F238E27FC236}">
                  <a16:creationId xmlns:a16="http://schemas.microsoft.com/office/drawing/2014/main" id="{1F5378B9-2105-45F2-80A4-7DB4B3FE9F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3290887"/>
              <a:ext cx="11100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5026" name="Shape 2858">
              <a:extLst>
                <a:ext uri="{FF2B5EF4-FFF2-40B4-BE49-F238E27FC236}">
                  <a16:creationId xmlns:a16="http://schemas.microsoft.com/office/drawing/2014/main" id="{083D42B6-8F96-465E-9309-3470A41802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662" y="3302000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295027" name="Shape 2859">
              <a:extLst>
                <a:ext uri="{FF2B5EF4-FFF2-40B4-BE49-F238E27FC236}">
                  <a16:creationId xmlns:a16="http://schemas.microsoft.com/office/drawing/2014/main" id="{8ADF84F1-CD5E-49A9-B820-D4F5CEE7BC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8361" y="3302000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295028" name="Shape 2860">
              <a:extLst>
                <a:ext uri="{FF2B5EF4-FFF2-40B4-BE49-F238E27FC236}">
                  <a16:creationId xmlns:a16="http://schemas.microsoft.com/office/drawing/2014/main" id="{442B1747-D650-4F93-A2D5-C164FE06B2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5611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95029" name="Shape 2861">
              <a:extLst>
                <a:ext uri="{FF2B5EF4-FFF2-40B4-BE49-F238E27FC236}">
                  <a16:creationId xmlns:a16="http://schemas.microsoft.com/office/drawing/2014/main" id="{9042C0FD-8D03-4CE4-B830-CB24AC5EBF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061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95030" name="Shape 2862">
              <a:extLst>
                <a:ext uri="{FF2B5EF4-FFF2-40B4-BE49-F238E27FC236}">
                  <a16:creationId xmlns:a16="http://schemas.microsoft.com/office/drawing/2014/main" id="{1857B13D-D938-470C-8F1B-74EF146A73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650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95031" name="Shape 2863">
              <a:extLst>
                <a:ext uri="{FF2B5EF4-FFF2-40B4-BE49-F238E27FC236}">
                  <a16:creationId xmlns:a16="http://schemas.microsoft.com/office/drawing/2014/main" id="{75D1B945-5D36-4B62-BDF4-AFEE152472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7725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5032" name="Shape 2864">
              <a:extLst>
                <a:ext uri="{FF2B5EF4-FFF2-40B4-BE49-F238E27FC236}">
                  <a16:creationId xmlns:a16="http://schemas.microsoft.com/office/drawing/2014/main" id="{81724EAF-BD62-430D-BF90-651BCA7283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4800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5033" name="Shape 2865">
              <a:extLst>
                <a:ext uri="{FF2B5EF4-FFF2-40B4-BE49-F238E27FC236}">
                  <a16:creationId xmlns:a16="http://schemas.microsoft.com/office/drawing/2014/main" id="{FBCD8895-11C0-4C16-9B34-89C381F985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1875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95034" name="Shape 2866">
              <a:extLst>
                <a:ext uri="{FF2B5EF4-FFF2-40B4-BE49-F238E27FC236}">
                  <a16:creationId xmlns:a16="http://schemas.microsoft.com/office/drawing/2014/main" id="{96D325E1-5D04-46FE-A1CA-EA6533E47A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38950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5035" name="Shape 2867">
              <a:extLst>
                <a:ext uri="{FF2B5EF4-FFF2-40B4-BE49-F238E27FC236}">
                  <a16:creationId xmlns:a16="http://schemas.microsoft.com/office/drawing/2014/main" id="{3167930E-4FD0-4B4F-B3E1-443D180534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6025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5036" name="Shape 2868">
              <a:extLst>
                <a:ext uri="{FF2B5EF4-FFF2-40B4-BE49-F238E27FC236}">
                  <a16:creationId xmlns:a16="http://schemas.microsoft.com/office/drawing/2014/main" id="{11A44CCC-B8DC-4F7A-8BE8-5A6EEAE69D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1986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5037" name="Shape 2869">
              <a:extLst>
                <a:ext uri="{FF2B5EF4-FFF2-40B4-BE49-F238E27FC236}">
                  <a16:creationId xmlns:a16="http://schemas.microsoft.com/office/drawing/2014/main" id="{EC8EA313-0067-4A62-88A4-F572BC718D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3250" y="3576637"/>
              <a:ext cx="222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295038" name="Shape 2870">
              <a:extLst>
                <a:ext uri="{FF2B5EF4-FFF2-40B4-BE49-F238E27FC236}">
                  <a16:creationId xmlns:a16="http://schemas.microsoft.com/office/drawing/2014/main" id="{A98C5543-79EA-4B4F-9EDF-63C61DF602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3570287"/>
              <a:ext cx="11100" cy="315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5039" name="Shape 2871">
              <a:extLst>
                <a:ext uri="{FF2B5EF4-FFF2-40B4-BE49-F238E27FC236}">
                  <a16:creationId xmlns:a16="http://schemas.microsoft.com/office/drawing/2014/main" id="{B6D07339-0D13-4FB0-9BA0-8FE2107714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5075" y="3576637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295040" name="Shape 2872">
              <a:extLst>
                <a:ext uri="{FF2B5EF4-FFF2-40B4-BE49-F238E27FC236}">
                  <a16:creationId xmlns:a16="http://schemas.microsoft.com/office/drawing/2014/main" id="{6AF0CED3-EEEA-4DEC-81B5-1D0D3A96AF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6775" y="3576637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295041" name="Shape 2873">
              <a:extLst>
                <a:ext uri="{FF2B5EF4-FFF2-40B4-BE49-F238E27FC236}">
                  <a16:creationId xmlns:a16="http://schemas.microsoft.com/office/drawing/2014/main" id="{81199382-D377-4DA5-8ABF-1838128479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4025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5042" name="Shape 2874">
              <a:extLst>
                <a:ext uri="{FF2B5EF4-FFF2-40B4-BE49-F238E27FC236}">
                  <a16:creationId xmlns:a16="http://schemas.microsoft.com/office/drawing/2014/main" id="{8A2B85E1-2417-4807-B10E-F31C1A5FCE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061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5043" name="Shape 2875">
              <a:extLst>
                <a:ext uri="{FF2B5EF4-FFF2-40B4-BE49-F238E27FC236}">
                  <a16:creationId xmlns:a16="http://schemas.microsoft.com/office/drawing/2014/main" id="{E958CAA4-55B8-4B3D-B969-C20715AC2D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9062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5044" name="Shape 2876">
              <a:extLst>
                <a:ext uri="{FF2B5EF4-FFF2-40B4-BE49-F238E27FC236}">
                  <a16:creationId xmlns:a16="http://schemas.microsoft.com/office/drawing/2014/main" id="{40B9A6EE-7CE1-4C21-A57F-C15AFB4B2A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6137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95045" name="Shape 2877">
              <a:extLst>
                <a:ext uri="{FF2B5EF4-FFF2-40B4-BE49-F238E27FC236}">
                  <a16:creationId xmlns:a16="http://schemas.microsoft.com/office/drawing/2014/main" id="{427AFF74-69AF-441E-B1F8-B1C2AEA8DD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3212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5046" name="Shape 2878">
              <a:extLst>
                <a:ext uri="{FF2B5EF4-FFF2-40B4-BE49-F238E27FC236}">
                  <a16:creationId xmlns:a16="http://schemas.microsoft.com/office/drawing/2014/main" id="{692236E9-4877-4607-8B5A-D08F804E15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1875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5047" name="Shape 2879">
              <a:extLst>
                <a:ext uri="{FF2B5EF4-FFF2-40B4-BE49-F238E27FC236}">
                  <a16:creationId xmlns:a16="http://schemas.microsoft.com/office/drawing/2014/main" id="{AECB9E31-4EFB-4B55-85FB-8B8969DC1B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38950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95048" name="Shape 2880">
              <a:extLst>
                <a:ext uri="{FF2B5EF4-FFF2-40B4-BE49-F238E27FC236}">
                  <a16:creationId xmlns:a16="http://schemas.microsoft.com/office/drawing/2014/main" id="{2020462C-7EF5-4D97-AE53-33DD76FC4C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4436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5049" name="Shape 2881">
              <a:extLst>
                <a:ext uri="{FF2B5EF4-FFF2-40B4-BE49-F238E27FC236}">
                  <a16:creationId xmlns:a16="http://schemas.microsoft.com/office/drawing/2014/main" id="{E29EBAE3-9880-4525-B263-E7E8924ED5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9637" y="3897312"/>
              <a:ext cx="786119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5050" name="Shape 2882">
              <a:extLst>
                <a:ext uri="{FF2B5EF4-FFF2-40B4-BE49-F238E27FC236}">
                  <a16:creationId xmlns:a16="http://schemas.microsoft.com/office/drawing/2014/main" id="{E851B101-2F4B-4817-9DB5-DB9DAC83EB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1986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cxnSp>
          <p:nvCxnSpPr>
            <p:cNvPr id="295051" name="Shape 2883">
              <a:extLst>
                <a:ext uri="{FF2B5EF4-FFF2-40B4-BE49-F238E27FC236}">
                  <a16:creationId xmlns:a16="http://schemas.microsoft.com/office/drawing/2014/main" id="{07894379-B9CE-4535-AA2C-2A18BE1910F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14400" y="1428750"/>
              <a:ext cx="0" cy="2471699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5052" name="Shape 2884">
              <a:extLst>
                <a:ext uri="{FF2B5EF4-FFF2-40B4-BE49-F238E27FC236}">
                  <a16:creationId xmlns:a16="http://schemas.microsoft.com/office/drawing/2014/main" id="{6424F7AB-740C-42EA-9214-66B0B619492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571875" y="1443037"/>
              <a:ext cx="0" cy="244320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5053" name="Shape 2885">
              <a:extLst>
                <a:ext uri="{FF2B5EF4-FFF2-40B4-BE49-F238E27FC236}">
                  <a16:creationId xmlns:a16="http://schemas.microsoft.com/office/drawing/2014/main" id="{AF3E1CC2-AF51-43AA-A8F9-57D3C2DA13E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3086" y="1885950"/>
              <a:ext cx="1728900" cy="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5054" name="Shape 2886">
              <a:extLst>
                <a:ext uri="{FF2B5EF4-FFF2-40B4-BE49-F238E27FC236}">
                  <a16:creationId xmlns:a16="http://schemas.microsoft.com/office/drawing/2014/main" id="{82648A50-1BA5-478B-A82A-16716B0FCA8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758236" y="1414462"/>
              <a:ext cx="0" cy="2514599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94945" name="Shape 2887">
            <a:extLst>
              <a:ext uri="{FF2B5EF4-FFF2-40B4-BE49-F238E27FC236}">
                <a16:creationId xmlns:a16="http://schemas.microsoft.com/office/drawing/2014/main" id="{ED9E0D94-0FE0-431A-962D-7066CADB37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0238" y="1190625"/>
            <a:ext cx="5127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</a:p>
        </p:txBody>
      </p:sp>
      <p:sp>
        <p:nvSpPr>
          <p:cNvPr id="294946" name="Shape 2888">
            <a:extLst>
              <a:ext uri="{FF2B5EF4-FFF2-40B4-BE49-F238E27FC236}">
                <a16:creationId xmlns:a16="http://schemas.microsoft.com/office/drawing/2014/main" id="{59C2CE7E-1704-4790-B2A3-B08D7B9F48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7963" y="1222375"/>
            <a:ext cx="5111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</a:p>
        </p:txBody>
      </p:sp>
      <p:sp>
        <p:nvSpPr>
          <p:cNvPr id="294947" name="Shape 2889">
            <a:extLst>
              <a:ext uri="{FF2B5EF4-FFF2-40B4-BE49-F238E27FC236}">
                <a16:creationId xmlns:a16="http://schemas.microsoft.com/office/drawing/2014/main" id="{5024B42B-5E90-4DFB-AC92-774118B29B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5363" y="1204913"/>
            <a:ext cx="5111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</a:p>
        </p:txBody>
      </p:sp>
      <p:graphicFrame>
        <p:nvGraphicFramePr>
          <p:cNvPr id="106" name="Shape 2890">
            <a:extLst>
              <a:ext uri="{FF2B5EF4-FFF2-40B4-BE49-F238E27FC236}">
                <a16:creationId xmlns:a16="http://schemas.microsoft.com/office/drawing/2014/main" id="{A340E021-C710-4342-846E-A5E0C132AB8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4248037"/>
              </p:ext>
            </p:extLst>
          </p:nvPr>
        </p:nvGraphicFramePr>
        <p:xfrm>
          <a:off x="2971800" y="3028951"/>
          <a:ext cx="2479675" cy="1984375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68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68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2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R1</a:t>
                      </a:r>
                      <a:r>
                        <a:rPr kumimoji="0" lang="en-US" altLang="en-US" sz="12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out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2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R1</a:t>
                      </a:r>
                      <a:r>
                        <a:rPr kumimoji="0" lang="en-US" altLang="en-US" sz="12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in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2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R2</a:t>
                      </a:r>
                      <a:r>
                        <a:rPr kumimoji="0" lang="en-US" altLang="en-US" sz="12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out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  <a:sym typeface="Times New Roman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  <a:sym typeface="Times New Roman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  <a:sym typeface="Times New Roman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  <a:sym typeface="Times New Roman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94986" name="TextBox 1">
            <a:extLst>
              <a:ext uri="{FF2B5EF4-FFF2-40B4-BE49-F238E27FC236}">
                <a16:creationId xmlns:a16="http://schemas.microsoft.com/office/drawing/2014/main" id="{352EAB4E-7111-4181-827D-1AD441A4C3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5102" y="5921375"/>
            <a:ext cx="3743325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Let's derive the output expressions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376AB75F-B39B-4DC5-8D5B-EAC85A12FA5E}"/>
                  </a:ext>
                </a:extLst>
              </p14:cNvPr>
              <p14:cNvContentPartPr/>
              <p14:nvPr/>
            </p14:nvContentPartPr>
            <p14:xfrm>
              <a:off x="3690360" y="888840"/>
              <a:ext cx="5047560" cy="406116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376AB75F-B39B-4DC5-8D5B-EAC85A12FA5E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681000" y="879480"/>
                <a:ext cx="5066280" cy="407988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61" name="Shape 2787">
            <a:extLst>
              <a:ext uri="{FF2B5EF4-FFF2-40B4-BE49-F238E27FC236}">
                <a16:creationId xmlns:a16="http://schemas.microsoft.com/office/drawing/2014/main" id="{0149F712-2B44-457F-99F8-A1BA04E066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342900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6962" name="Shape 2788">
            <a:extLst>
              <a:ext uri="{FF2B5EF4-FFF2-40B4-BE49-F238E27FC236}">
                <a16:creationId xmlns:a16="http://schemas.microsoft.com/office/drawing/2014/main" id="{828459E4-BCEB-4F53-80F3-6C0A83DC58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342900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6963" name="Shape 2789">
            <a:extLst>
              <a:ext uri="{FF2B5EF4-FFF2-40B4-BE49-F238E27FC236}">
                <a16:creationId xmlns:a16="http://schemas.microsoft.com/office/drawing/2014/main" id="{0B7A9C1B-725B-4FD7-A275-0CF8C4E64E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342900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6964" name="Shape 2790">
            <a:extLst>
              <a:ext uri="{FF2B5EF4-FFF2-40B4-BE49-F238E27FC236}">
                <a16:creationId xmlns:a16="http://schemas.microsoft.com/office/drawing/2014/main" id="{F76FB015-09E0-463C-AD9B-44DB6B28EE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0375" y="792163"/>
            <a:ext cx="1725613" cy="1111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6965" name="Shape 2791">
            <a:extLst>
              <a:ext uri="{FF2B5EF4-FFF2-40B4-BE49-F238E27FC236}">
                <a16:creationId xmlns:a16="http://schemas.microsoft.com/office/drawing/2014/main" id="{328AFB5C-9A15-423C-9619-FAE9A4C391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752475"/>
            <a:ext cx="11113" cy="4143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6966" name="Shape 2792">
            <a:extLst>
              <a:ext uri="{FF2B5EF4-FFF2-40B4-BE49-F238E27FC236}">
                <a16:creationId xmlns:a16="http://schemas.microsoft.com/office/drawing/2014/main" id="{11554E0D-C9B1-4290-A6A7-7B73046C74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752475"/>
            <a:ext cx="11113" cy="4143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6967" name="Shape 2793">
            <a:extLst>
              <a:ext uri="{FF2B5EF4-FFF2-40B4-BE49-F238E27FC236}">
                <a16:creationId xmlns:a16="http://schemas.microsoft.com/office/drawing/2014/main" id="{2A1B7356-EBAC-4342-94BA-FC3FFBB937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752475"/>
            <a:ext cx="11113" cy="4143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6968" name="Shape 2794">
            <a:extLst>
              <a:ext uri="{FF2B5EF4-FFF2-40B4-BE49-F238E27FC236}">
                <a16:creationId xmlns:a16="http://schemas.microsoft.com/office/drawing/2014/main" id="{641A9157-BE83-4FAE-8A06-9A86423514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1166813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6969" name="Shape 2795">
            <a:extLst>
              <a:ext uri="{FF2B5EF4-FFF2-40B4-BE49-F238E27FC236}">
                <a16:creationId xmlns:a16="http://schemas.microsoft.com/office/drawing/2014/main" id="{058C3D5D-D280-4C24-9BB4-136637517C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1166813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6970" name="Shape 2796">
            <a:extLst>
              <a:ext uri="{FF2B5EF4-FFF2-40B4-BE49-F238E27FC236}">
                <a16:creationId xmlns:a16="http://schemas.microsoft.com/office/drawing/2014/main" id="{65DCB78A-A9E0-46A0-912C-35FF5D3B7F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1166813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6971" name="Shape 2797">
            <a:extLst>
              <a:ext uri="{FF2B5EF4-FFF2-40B4-BE49-F238E27FC236}">
                <a16:creationId xmlns:a16="http://schemas.microsoft.com/office/drawing/2014/main" id="{2C12DC30-9E3E-4232-95E7-03A20EE6D8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1582738"/>
            <a:ext cx="11113" cy="3619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6972" name="Shape 2798">
            <a:extLst>
              <a:ext uri="{FF2B5EF4-FFF2-40B4-BE49-F238E27FC236}">
                <a16:creationId xmlns:a16="http://schemas.microsoft.com/office/drawing/2014/main" id="{D603B158-B2AD-4742-8BA4-029F18041B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1582738"/>
            <a:ext cx="11113" cy="3619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6973" name="Shape 2799">
            <a:extLst>
              <a:ext uri="{FF2B5EF4-FFF2-40B4-BE49-F238E27FC236}">
                <a16:creationId xmlns:a16="http://schemas.microsoft.com/office/drawing/2014/main" id="{0D4C0A2A-3C27-46AA-B2A6-D88CD58FC9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1582738"/>
            <a:ext cx="11113" cy="3619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6974" name="Shape 2800">
            <a:extLst>
              <a:ext uri="{FF2B5EF4-FFF2-40B4-BE49-F238E27FC236}">
                <a16:creationId xmlns:a16="http://schemas.microsoft.com/office/drawing/2014/main" id="{7E63DA64-C2B8-4A6E-A688-4BA686F70C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1944688"/>
            <a:ext cx="11113" cy="2746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6975" name="Shape 2801">
            <a:extLst>
              <a:ext uri="{FF2B5EF4-FFF2-40B4-BE49-F238E27FC236}">
                <a16:creationId xmlns:a16="http://schemas.microsoft.com/office/drawing/2014/main" id="{8C8B23C0-F44D-409A-8BEE-D431A5B5D3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1944688"/>
            <a:ext cx="11113" cy="2746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6976" name="Shape 2802">
            <a:extLst>
              <a:ext uri="{FF2B5EF4-FFF2-40B4-BE49-F238E27FC236}">
                <a16:creationId xmlns:a16="http://schemas.microsoft.com/office/drawing/2014/main" id="{1BCA64FF-23E4-427E-9F70-4AB84F378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1944688"/>
            <a:ext cx="11113" cy="2746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6977" name="Shape 2803">
            <a:extLst>
              <a:ext uri="{FF2B5EF4-FFF2-40B4-BE49-F238E27FC236}">
                <a16:creationId xmlns:a16="http://schemas.microsoft.com/office/drawing/2014/main" id="{44AA82AD-69C2-4E05-B1DF-FF4258A8A5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2197100"/>
            <a:ext cx="11113" cy="2746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6978" name="Shape 2804">
            <a:extLst>
              <a:ext uri="{FF2B5EF4-FFF2-40B4-BE49-F238E27FC236}">
                <a16:creationId xmlns:a16="http://schemas.microsoft.com/office/drawing/2014/main" id="{93D97043-C3D5-41DF-A267-498143F0B3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2197100"/>
            <a:ext cx="11113" cy="2746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6979" name="Shape 2805">
            <a:extLst>
              <a:ext uri="{FF2B5EF4-FFF2-40B4-BE49-F238E27FC236}">
                <a16:creationId xmlns:a16="http://schemas.microsoft.com/office/drawing/2014/main" id="{16E237FA-7E4F-4304-9471-CF2015AD50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2197100"/>
            <a:ext cx="11113" cy="2746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6980" name="Shape 2806">
            <a:extLst>
              <a:ext uri="{FF2B5EF4-FFF2-40B4-BE49-F238E27FC236}">
                <a16:creationId xmlns:a16="http://schemas.microsoft.com/office/drawing/2014/main" id="{DDC63E1B-523C-4869-96B7-56252DD429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2476500"/>
            <a:ext cx="11113" cy="315913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6981" name="Shape 2807">
            <a:extLst>
              <a:ext uri="{FF2B5EF4-FFF2-40B4-BE49-F238E27FC236}">
                <a16:creationId xmlns:a16="http://schemas.microsoft.com/office/drawing/2014/main" id="{B574AF07-28A3-4660-92A8-A6EAD68173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2476500"/>
            <a:ext cx="11113" cy="315913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6982" name="Shape 2808">
            <a:extLst>
              <a:ext uri="{FF2B5EF4-FFF2-40B4-BE49-F238E27FC236}">
                <a16:creationId xmlns:a16="http://schemas.microsoft.com/office/drawing/2014/main" id="{431B6F0F-BD8B-411B-88A5-9261D89522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2476500"/>
            <a:ext cx="11113" cy="315913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96983" name="Shape 2809">
            <a:extLst>
              <a:ext uri="{FF2B5EF4-FFF2-40B4-BE49-F238E27FC236}">
                <a16:creationId xmlns:a16="http://schemas.microsoft.com/office/drawing/2014/main" id="{C7DDFD33-FC05-47F8-B1F5-0B4A27B961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95688" y="1222375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R1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</a:t>
            </a:r>
          </a:p>
        </p:txBody>
      </p:sp>
      <p:sp>
        <p:nvSpPr>
          <p:cNvPr id="296984" name="Shape 2810">
            <a:extLst>
              <a:ext uri="{FF2B5EF4-FFF2-40B4-BE49-F238E27FC236}">
                <a16:creationId xmlns:a16="http://schemas.microsoft.com/office/drawing/2014/main" id="{6291AFE0-089E-4C32-9A23-CAE06D5B0A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3563" y="1208088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R1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in</a:t>
            </a:r>
          </a:p>
        </p:txBody>
      </p:sp>
      <p:sp>
        <p:nvSpPr>
          <p:cNvPr id="296985" name="Shape 2811">
            <a:extLst>
              <a:ext uri="{FF2B5EF4-FFF2-40B4-BE49-F238E27FC236}">
                <a16:creationId xmlns:a16="http://schemas.microsoft.com/office/drawing/2014/main" id="{D4CC9648-27D8-4E36-908A-6A2CDE5955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24450" y="1208088"/>
            <a:ext cx="5921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R2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</a:t>
            </a:r>
          </a:p>
        </p:txBody>
      </p:sp>
      <p:sp>
        <p:nvSpPr>
          <p:cNvPr id="296986" name="Shape 2812">
            <a:extLst>
              <a:ext uri="{FF2B5EF4-FFF2-40B4-BE49-F238E27FC236}">
                <a16:creationId xmlns:a16="http://schemas.microsoft.com/office/drawing/2014/main" id="{DC16D7C9-6CEB-40E2-B742-93F49FC100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3900" y="1208088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R2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in</a:t>
            </a:r>
          </a:p>
        </p:txBody>
      </p:sp>
      <p:sp>
        <p:nvSpPr>
          <p:cNvPr id="296987" name="Shape 2813">
            <a:extLst>
              <a:ext uri="{FF2B5EF4-FFF2-40B4-BE49-F238E27FC236}">
                <a16:creationId xmlns:a16="http://schemas.microsoft.com/office/drawing/2014/main" id="{33653874-05EA-4D24-9EF4-3EBAE89A07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99225" y="1222375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R3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</a:t>
            </a:r>
          </a:p>
        </p:txBody>
      </p:sp>
      <p:sp>
        <p:nvSpPr>
          <p:cNvPr id="296988" name="Shape 2814">
            <a:extLst>
              <a:ext uri="{FF2B5EF4-FFF2-40B4-BE49-F238E27FC236}">
                <a16:creationId xmlns:a16="http://schemas.microsoft.com/office/drawing/2014/main" id="{672B2B0B-6DA6-4ADC-A052-ED0B6DD7D1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70750" y="1208088"/>
            <a:ext cx="5921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R3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in</a:t>
            </a:r>
          </a:p>
        </p:txBody>
      </p:sp>
      <p:sp>
        <p:nvSpPr>
          <p:cNvPr id="296989" name="Shape 2815">
            <a:extLst>
              <a:ext uri="{FF2B5EF4-FFF2-40B4-BE49-F238E27FC236}">
                <a16:creationId xmlns:a16="http://schemas.microsoft.com/office/drawing/2014/main" id="{653E6ECF-5B85-4278-B0D7-EAE0DD2A6D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18450" y="1190625"/>
            <a:ext cx="5921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Done</a:t>
            </a:r>
          </a:p>
        </p:txBody>
      </p:sp>
      <p:sp>
        <p:nvSpPr>
          <p:cNvPr id="296990" name="Shape 2816">
            <a:extLst>
              <a:ext uri="{FF2B5EF4-FFF2-40B4-BE49-F238E27FC236}">
                <a16:creationId xmlns:a16="http://schemas.microsoft.com/office/drawing/2014/main" id="{2EDDFFBF-0D53-408A-846C-AAC78B80B1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4038" y="803275"/>
            <a:ext cx="650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w = </a:t>
            </a: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</a:t>
            </a:r>
          </a:p>
        </p:txBody>
      </p:sp>
      <p:sp>
        <p:nvSpPr>
          <p:cNvPr id="296991" name="Shape 2817">
            <a:extLst>
              <a:ext uri="{FF2B5EF4-FFF2-40B4-BE49-F238E27FC236}">
                <a16:creationId xmlns:a16="http://schemas.microsoft.com/office/drawing/2014/main" id="{531EA0AA-A372-4D9D-8698-9220BA91CD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76525" y="803275"/>
            <a:ext cx="650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w = </a:t>
            </a: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</a:p>
        </p:txBody>
      </p:sp>
      <p:grpSp>
        <p:nvGrpSpPr>
          <p:cNvPr id="296992" name="Shape 2818">
            <a:extLst>
              <a:ext uri="{FF2B5EF4-FFF2-40B4-BE49-F238E27FC236}">
                <a16:creationId xmlns:a16="http://schemas.microsoft.com/office/drawing/2014/main" id="{0DEC2969-51AB-4F06-B763-E1A80981A8EB}"/>
              </a:ext>
            </a:extLst>
          </p:cNvPr>
          <p:cNvGrpSpPr>
            <a:grpSpLocks/>
          </p:cNvGrpSpPr>
          <p:nvPr/>
        </p:nvGrpSpPr>
        <p:grpSpPr bwMode="auto">
          <a:xfrm>
            <a:off x="484188" y="320675"/>
            <a:ext cx="8167687" cy="2514600"/>
            <a:chOff x="603250" y="1414462"/>
            <a:chExt cx="8167586" cy="2514599"/>
          </a:xfrm>
        </p:grpSpPr>
        <p:sp>
          <p:nvSpPr>
            <p:cNvPr id="297042" name="Shape 2819">
              <a:extLst>
                <a:ext uri="{FF2B5EF4-FFF2-40B4-BE49-F238E27FC236}">
                  <a16:creationId xmlns:a16="http://schemas.microsoft.com/office/drawing/2014/main" id="{7725673C-CF40-498B-A7E3-A7609AD003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9637" y="1427162"/>
              <a:ext cx="7861199" cy="95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7043" name="Shape 2820">
              <a:extLst>
                <a:ext uri="{FF2B5EF4-FFF2-40B4-BE49-F238E27FC236}">
                  <a16:creationId xmlns:a16="http://schemas.microsoft.com/office/drawing/2014/main" id="{0C221C1B-C465-4EC5-96FD-ABC4301D18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1436687"/>
              <a:ext cx="11100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7044" name="Shape 2821">
              <a:extLst>
                <a:ext uri="{FF2B5EF4-FFF2-40B4-BE49-F238E27FC236}">
                  <a16:creationId xmlns:a16="http://schemas.microsoft.com/office/drawing/2014/main" id="{2A718E60-8DAC-443D-8177-2F8E7AC037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1436687"/>
              <a:ext cx="11100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7045" name="Shape 2822">
              <a:extLst>
                <a:ext uri="{FF2B5EF4-FFF2-40B4-BE49-F238E27FC236}">
                  <a16:creationId xmlns:a16="http://schemas.microsoft.com/office/drawing/2014/main" id="{AF947CFE-6990-4BD1-A4FD-2D9ACDA410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42987" y="1603375"/>
              <a:ext cx="73019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297046" name="Shape 2823">
              <a:extLst>
                <a:ext uri="{FF2B5EF4-FFF2-40B4-BE49-F238E27FC236}">
                  <a16:creationId xmlns:a16="http://schemas.microsoft.com/office/drawing/2014/main" id="{AE2E44AD-3570-4BD1-BB02-80A7E4CDC7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55836" y="1550987"/>
              <a:ext cx="9780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297047" name="Shape 2824">
              <a:extLst>
                <a:ext uri="{FF2B5EF4-FFF2-40B4-BE49-F238E27FC236}">
                  <a16:creationId xmlns:a16="http://schemas.microsoft.com/office/drawing/2014/main" id="{AFB89FDC-4038-4FB7-9FF6-2EDA15B7D8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1846261"/>
              <a:ext cx="11100" cy="4142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7048" name="Shape 2825">
              <a:extLst>
                <a:ext uri="{FF2B5EF4-FFF2-40B4-BE49-F238E27FC236}">
                  <a16:creationId xmlns:a16="http://schemas.microsoft.com/office/drawing/2014/main" id="{FA10CA1C-51A8-4933-9A09-C55BD9C29A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9987" y="1912936"/>
              <a:ext cx="4761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297049" name="Shape 2826">
              <a:extLst>
                <a:ext uri="{FF2B5EF4-FFF2-40B4-BE49-F238E27FC236}">
                  <a16:creationId xmlns:a16="http://schemas.microsoft.com/office/drawing/2014/main" id="{F173188D-C19E-4542-A72B-C3048809F2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2249486"/>
              <a:ext cx="6915000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7050" name="Shape 2827">
              <a:extLst>
                <a:ext uri="{FF2B5EF4-FFF2-40B4-BE49-F238E27FC236}">
                  <a16:creationId xmlns:a16="http://schemas.microsoft.com/office/drawing/2014/main" id="{1E90718C-0DC5-4AB0-AA13-D68BC09CA6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2260600"/>
              <a:ext cx="11100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7051" name="Shape 2828">
              <a:extLst>
                <a:ext uri="{FF2B5EF4-FFF2-40B4-BE49-F238E27FC236}">
                  <a16:creationId xmlns:a16="http://schemas.microsoft.com/office/drawing/2014/main" id="{A4A418E7-DC61-47FB-93BB-A229079651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9637" y="2662236"/>
              <a:ext cx="786119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7052" name="Shape 2829">
              <a:extLst>
                <a:ext uri="{FF2B5EF4-FFF2-40B4-BE49-F238E27FC236}">
                  <a16:creationId xmlns:a16="http://schemas.microsoft.com/office/drawing/2014/main" id="{B05A3C42-41A6-4735-8FD3-C1DAF20327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10250" y="1808161"/>
              <a:ext cx="7809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297053" name="Shape 2830">
              <a:extLst>
                <a:ext uri="{FF2B5EF4-FFF2-40B4-BE49-F238E27FC236}">
                  <a16:creationId xmlns:a16="http://schemas.microsoft.com/office/drawing/2014/main" id="{3227C32E-5C88-4107-BDDA-49BE26ACC2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3250" y="2755900"/>
              <a:ext cx="222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297054" name="Shape 2831">
              <a:extLst>
                <a:ext uri="{FF2B5EF4-FFF2-40B4-BE49-F238E27FC236}">
                  <a16:creationId xmlns:a16="http://schemas.microsoft.com/office/drawing/2014/main" id="{81B5C339-82BC-4559-83CF-04479D39C4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2676525"/>
              <a:ext cx="11100" cy="362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7055" name="Shape 2832">
              <a:extLst>
                <a:ext uri="{FF2B5EF4-FFF2-40B4-BE49-F238E27FC236}">
                  <a16:creationId xmlns:a16="http://schemas.microsoft.com/office/drawing/2014/main" id="{FBBEDE37-CF62-4854-BE8A-A5A5967D09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5075" y="2755900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297056" name="Shape 2833">
              <a:extLst>
                <a:ext uri="{FF2B5EF4-FFF2-40B4-BE49-F238E27FC236}">
                  <a16:creationId xmlns:a16="http://schemas.microsoft.com/office/drawing/2014/main" id="{5DC164AE-7923-419D-A9AF-342E019981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6775" y="2755900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297057" name="Shape 2834">
              <a:extLst>
                <a:ext uri="{FF2B5EF4-FFF2-40B4-BE49-F238E27FC236}">
                  <a16:creationId xmlns:a16="http://schemas.microsoft.com/office/drawing/2014/main" id="{EA10E4BC-FD9C-4CDF-AE8C-46A8C5B9FF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4025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7058" name="Shape 2835">
              <a:extLst>
                <a:ext uri="{FF2B5EF4-FFF2-40B4-BE49-F238E27FC236}">
                  <a16:creationId xmlns:a16="http://schemas.microsoft.com/office/drawing/2014/main" id="{0CD04477-18CA-472F-AAFB-B5351BB51B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061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97059" name="Shape 2836">
              <a:extLst>
                <a:ext uri="{FF2B5EF4-FFF2-40B4-BE49-F238E27FC236}">
                  <a16:creationId xmlns:a16="http://schemas.microsoft.com/office/drawing/2014/main" id="{47C2A400-F37C-4F92-AEDD-01997D8D70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9062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7060" name="Shape 2837">
              <a:extLst>
                <a:ext uri="{FF2B5EF4-FFF2-40B4-BE49-F238E27FC236}">
                  <a16:creationId xmlns:a16="http://schemas.microsoft.com/office/drawing/2014/main" id="{38E0EB39-E247-4DBF-847E-2A62017A59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6137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7061" name="Shape 2838">
              <a:extLst>
                <a:ext uri="{FF2B5EF4-FFF2-40B4-BE49-F238E27FC236}">
                  <a16:creationId xmlns:a16="http://schemas.microsoft.com/office/drawing/2014/main" id="{F25106E1-B332-4ED7-8A9C-14A6F9D81B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3212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7062" name="Shape 2839">
              <a:extLst>
                <a:ext uri="{FF2B5EF4-FFF2-40B4-BE49-F238E27FC236}">
                  <a16:creationId xmlns:a16="http://schemas.microsoft.com/office/drawing/2014/main" id="{3A0E1F31-97BE-45EB-A5ED-DF200968FE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1875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7063" name="Shape 2840">
              <a:extLst>
                <a:ext uri="{FF2B5EF4-FFF2-40B4-BE49-F238E27FC236}">
                  <a16:creationId xmlns:a16="http://schemas.microsoft.com/office/drawing/2014/main" id="{4F0502FB-D778-4CCC-B9CE-228480B9C1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38950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7064" name="Shape 2841">
              <a:extLst>
                <a:ext uri="{FF2B5EF4-FFF2-40B4-BE49-F238E27FC236}">
                  <a16:creationId xmlns:a16="http://schemas.microsoft.com/office/drawing/2014/main" id="{07C7D802-C79A-4533-BDF0-946F0765EF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4436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7065" name="Shape 2842">
              <a:extLst>
                <a:ext uri="{FF2B5EF4-FFF2-40B4-BE49-F238E27FC236}">
                  <a16:creationId xmlns:a16="http://schemas.microsoft.com/office/drawing/2014/main" id="{9CFE5EDD-B3EE-44A4-843B-457F284A0E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1986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7066" name="Shape 2843">
              <a:extLst>
                <a:ext uri="{FF2B5EF4-FFF2-40B4-BE49-F238E27FC236}">
                  <a16:creationId xmlns:a16="http://schemas.microsoft.com/office/drawing/2014/main" id="{8680EBAE-BAF0-4B23-8824-E6FBA700F6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" y="3030536"/>
              <a:ext cx="20939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297067" name="Shape 2844">
              <a:extLst>
                <a:ext uri="{FF2B5EF4-FFF2-40B4-BE49-F238E27FC236}">
                  <a16:creationId xmlns:a16="http://schemas.microsoft.com/office/drawing/2014/main" id="{BED5CA32-091A-4955-81A2-CA7C114511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3038475"/>
              <a:ext cx="11100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7068" name="Shape 2845">
              <a:extLst>
                <a:ext uri="{FF2B5EF4-FFF2-40B4-BE49-F238E27FC236}">
                  <a16:creationId xmlns:a16="http://schemas.microsoft.com/office/drawing/2014/main" id="{1EF671C0-94B6-4522-9838-120062C402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662" y="3030536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297069" name="Shape 2846">
              <a:extLst>
                <a:ext uri="{FF2B5EF4-FFF2-40B4-BE49-F238E27FC236}">
                  <a16:creationId xmlns:a16="http://schemas.microsoft.com/office/drawing/2014/main" id="{EF0CD6BB-101B-4AEA-A0A6-462440A6FF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8361" y="3030536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297070" name="Shape 2847">
              <a:extLst>
                <a:ext uri="{FF2B5EF4-FFF2-40B4-BE49-F238E27FC236}">
                  <a16:creationId xmlns:a16="http://schemas.microsoft.com/office/drawing/2014/main" id="{CE9516B7-CA63-4992-8279-8C1E150E5D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5611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97071" name="Shape 2848">
              <a:extLst>
                <a:ext uri="{FF2B5EF4-FFF2-40B4-BE49-F238E27FC236}">
                  <a16:creationId xmlns:a16="http://schemas.microsoft.com/office/drawing/2014/main" id="{BF94FE19-187E-4E6F-BFC7-9415EF2FC7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061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7072" name="Shape 2849">
              <a:extLst>
                <a:ext uri="{FF2B5EF4-FFF2-40B4-BE49-F238E27FC236}">
                  <a16:creationId xmlns:a16="http://schemas.microsoft.com/office/drawing/2014/main" id="{993C6439-9DD3-4526-A56D-0ADC464C8D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650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7073" name="Shape 2850">
              <a:extLst>
                <a:ext uri="{FF2B5EF4-FFF2-40B4-BE49-F238E27FC236}">
                  <a16:creationId xmlns:a16="http://schemas.microsoft.com/office/drawing/2014/main" id="{AAC50ABD-CE32-455B-A313-7D9A7B6E8D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7725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7074" name="Shape 2851">
              <a:extLst>
                <a:ext uri="{FF2B5EF4-FFF2-40B4-BE49-F238E27FC236}">
                  <a16:creationId xmlns:a16="http://schemas.microsoft.com/office/drawing/2014/main" id="{4970B567-C355-4E8C-93BF-6ACC32FBAF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4800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97075" name="Shape 2852">
              <a:extLst>
                <a:ext uri="{FF2B5EF4-FFF2-40B4-BE49-F238E27FC236}">
                  <a16:creationId xmlns:a16="http://schemas.microsoft.com/office/drawing/2014/main" id="{1BC17EE0-A50C-4ECE-AE0C-9EA7F0FFC3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1875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7076" name="Shape 2853">
              <a:extLst>
                <a:ext uri="{FF2B5EF4-FFF2-40B4-BE49-F238E27FC236}">
                  <a16:creationId xmlns:a16="http://schemas.microsoft.com/office/drawing/2014/main" id="{A5508647-AB0F-4FAE-AD40-6382022CE1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38950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7077" name="Shape 2854">
              <a:extLst>
                <a:ext uri="{FF2B5EF4-FFF2-40B4-BE49-F238E27FC236}">
                  <a16:creationId xmlns:a16="http://schemas.microsoft.com/office/drawing/2014/main" id="{53E7B567-18AA-4065-982F-C741F0352F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6025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97078" name="Shape 2855">
              <a:extLst>
                <a:ext uri="{FF2B5EF4-FFF2-40B4-BE49-F238E27FC236}">
                  <a16:creationId xmlns:a16="http://schemas.microsoft.com/office/drawing/2014/main" id="{B1B13E27-ACA9-423C-B93C-AFC3287791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1986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7079" name="Shape 2856">
              <a:extLst>
                <a:ext uri="{FF2B5EF4-FFF2-40B4-BE49-F238E27FC236}">
                  <a16:creationId xmlns:a16="http://schemas.microsoft.com/office/drawing/2014/main" id="{38BC1F80-947B-4F45-8F06-760F1ED601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" y="3302000"/>
              <a:ext cx="20939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297080" name="Shape 2857">
              <a:extLst>
                <a:ext uri="{FF2B5EF4-FFF2-40B4-BE49-F238E27FC236}">
                  <a16:creationId xmlns:a16="http://schemas.microsoft.com/office/drawing/2014/main" id="{B936800C-68EB-492C-8422-90EB0FDA34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3290887"/>
              <a:ext cx="11100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7081" name="Shape 2858">
              <a:extLst>
                <a:ext uri="{FF2B5EF4-FFF2-40B4-BE49-F238E27FC236}">
                  <a16:creationId xmlns:a16="http://schemas.microsoft.com/office/drawing/2014/main" id="{C319577F-8FD7-4261-8342-96603F4EC0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662" y="3302000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297082" name="Shape 2859">
              <a:extLst>
                <a:ext uri="{FF2B5EF4-FFF2-40B4-BE49-F238E27FC236}">
                  <a16:creationId xmlns:a16="http://schemas.microsoft.com/office/drawing/2014/main" id="{524F3926-C812-408E-A16A-51D2DFEB41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8361" y="3302000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297083" name="Shape 2860">
              <a:extLst>
                <a:ext uri="{FF2B5EF4-FFF2-40B4-BE49-F238E27FC236}">
                  <a16:creationId xmlns:a16="http://schemas.microsoft.com/office/drawing/2014/main" id="{26CB6EBD-B164-4F60-BE11-CE20E73B9E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5611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97084" name="Shape 2861">
              <a:extLst>
                <a:ext uri="{FF2B5EF4-FFF2-40B4-BE49-F238E27FC236}">
                  <a16:creationId xmlns:a16="http://schemas.microsoft.com/office/drawing/2014/main" id="{26319AB0-5C42-458E-BA4E-1114D0CD88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061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97085" name="Shape 2862">
              <a:extLst>
                <a:ext uri="{FF2B5EF4-FFF2-40B4-BE49-F238E27FC236}">
                  <a16:creationId xmlns:a16="http://schemas.microsoft.com/office/drawing/2014/main" id="{1845A5A7-ACEF-46E3-8D3B-A79E9BD0F0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650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97086" name="Shape 2863">
              <a:extLst>
                <a:ext uri="{FF2B5EF4-FFF2-40B4-BE49-F238E27FC236}">
                  <a16:creationId xmlns:a16="http://schemas.microsoft.com/office/drawing/2014/main" id="{6FAA0C3E-3408-4C2E-90BD-71D2D04B6A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7725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7087" name="Shape 2864">
              <a:extLst>
                <a:ext uri="{FF2B5EF4-FFF2-40B4-BE49-F238E27FC236}">
                  <a16:creationId xmlns:a16="http://schemas.microsoft.com/office/drawing/2014/main" id="{89D0F011-65D2-49E2-9D0C-50BB919466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4800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7088" name="Shape 2865">
              <a:extLst>
                <a:ext uri="{FF2B5EF4-FFF2-40B4-BE49-F238E27FC236}">
                  <a16:creationId xmlns:a16="http://schemas.microsoft.com/office/drawing/2014/main" id="{F2BC611E-B4B8-4B2B-A041-3A874E7C38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1875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97089" name="Shape 2866">
              <a:extLst>
                <a:ext uri="{FF2B5EF4-FFF2-40B4-BE49-F238E27FC236}">
                  <a16:creationId xmlns:a16="http://schemas.microsoft.com/office/drawing/2014/main" id="{FC927FEF-1F3A-4792-8042-18B8E6C755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38950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7090" name="Shape 2867">
              <a:extLst>
                <a:ext uri="{FF2B5EF4-FFF2-40B4-BE49-F238E27FC236}">
                  <a16:creationId xmlns:a16="http://schemas.microsoft.com/office/drawing/2014/main" id="{532EEDA1-4EF1-4B7B-A52D-30C26C6A67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6025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7091" name="Shape 2868">
              <a:extLst>
                <a:ext uri="{FF2B5EF4-FFF2-40B4-BE49-F238E27FC236}">
                  <a16:creationId xmlns:a16="http://schemas.microsoft.com/office/drawing/2014/main" id="{B7745504-F7CC-4127-9E20-5F9169CD2D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1986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7092" name="Shape 2869">
              <a:extLst>
                <a:ext uri="{FF2B5EF4-FFF2-40B4-BE49-F238E27FC236}">
                  <a16:creationId xmlns:a16="http://schemas.microsoft.com/office/drawing/2014/main" id="{D334BAB9-08CC-4145-8A3F-7B4CD5731C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3250" y="3576637"/>
              <a:ext cx="222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297093" name="Shape 2870">
              <a:extLst>
                <a:ext uri="{FF2B5EF4-FFF2-40B4-BE49-F238E27FC236}">
                  <a16:creationId xmlns:a16="http://schemas.microsoft.com/office/drawing/2014/main" id="{706F092B-7DC3-4396-A3B5-F1069AD53D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3570287"/>
              <a:ext cx="11100" cy="315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7094" name="Shape 2871">
              <a:extLst>
                <a:ext uri="{FF2B5EF4-FFF2-40B4-BE49-F238E27FC236}">
                  <a16:creationId xmlns:a16="http://schemas.microsoft.com/office/drawing/2014/main" id="{E66D0B5C-BD21-4D45-8EEE-876BDD7214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5075" y="3576637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297095" name="Shape 2872">
              <a:extLst>
                <a:ext uri="{FF2B5EF4-FFF2-40B4-BE49-F238E27FC236}">
                  <a16:creationId xmlns:a16="http://schemas.microsoft.com/office/drawing/2014/main" id="{2F38B856-1EC6-4639-AA1E-B3DAB5D13A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6775" y="3576637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297096" name="Shape 2873">
              <a:extLst>
                <a:ext uri="{FF2B5EF4-FFF2-40B4-BE49-F238E27FC236}">
                  <a16:creationId xmlns:a16="http://schemas.microsoft.com/office/drawing/2014/main" id="{793F642A-378C-4856-80EE-27D5BC5BCE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4025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7097" name="Shape 2874">
              <a:extLst>
                <a:ext uri="{FF2B5EF4-FFF2-40B4-BE49-F238E27FC236}">
                  <a16:creationId xmlns:a16="http://schemas.microsoft.com/office/drawing/2014/main" id="{6E9C581C-66C2-408B-A43C-8F6E3F260A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061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7098" name="Shape 2875">
              <a:extLst>
                <a:ext uri="{FF2B5EF4-FFF2-40B4-BE49-F238E27FC236}">
                  <a16:creationId xmlns:a16="http://schemas.microsoft.com/office/drawing/2014/main" id="{B8297BF0-DAAC-4F99-90AB-7E7C798BF0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9062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7099" name="Shape 2876">
              <a:extLst>
                <a:ext uri="{FF2B5EF4-FFF2-40B4-BE49-F238E27FC236}">
                  <a16:creationId xmlns:a16="http://schemas.microsoft.com/office/drawing/2014/main" id="{4F5F4743-4DA9-4E5C-84F9-30456E895A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6137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97100" name="Shape 2877">
              <a:extLst>
                <a:ext uri="{FF2B5EF4-FFF2-40B4-BE49-F238E27FC236}">
                  <a16:creationId xmlns:a16="http://schemas.microsoft.com/office/drawing/2014/main" id="{BE8521E2-7AC4-4A1E-AF74-8DA3564532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3212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7101" name="Shape 2878">
              <a:extLst>
                <a:ext uri="{FF2B5EF4-FFF2-40B4-BE49-F238E27FC236}">
                  <a16:creationId xmlns:a16="http://schemas.microsoft.com/office/drawing/2014/main" id="{65BA95D5-53C1-421D-89A4-2541CA1F5D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1875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7102" name="Shape 2879">
              <a:extLst>
                <a:ext uri="{FF2B5EF4-FFF2-40B4-BE49-F238E27FC236}">
                  <a16:creationId xmlns:a16="http://schemas.microsoft.com/office/drawing/2014/main" id="{F55C7E3A-BD3A-4CDE-92B7-83364ADB4B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38950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297103" name="Shape 2880">
              <a:extLst>
                <a:ext uri="{FF2B5EF4-FFF2-40B4-BE49-F238E27FC236}">
                  <a16:creationId xmlns:a16="http://schemas.microsoft.com/office/drawing/2014/main" id="{5E447D10-2C21-494D-9802-F2E88E2F5D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4436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297104" name="Shape 2881">
              <a:extLst>
                <a:ext uri="{FF2B5EF4-FFF2-40B4-BE49-F238E27FC236}">
                  <a16:creationId xmlns:a16="http://schemas.microsoft.com/office/drawing/2014/main" id="{3CA1F39F-3279-49DF-9174-62DB520E34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9637" y="3897312"/>
              <a:ext cx="786119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7105" name="Shape 2882">
              <a:extLst>
                <a:ext uri="{FF2B5EF4-FFF2-40B4-BE49-F238E27FC236}">
                  <a16:creationId xmlns:a16="http://schemas.microsoft.com/office/drawing/2014/main" id="{CB16A20E-DFA5-4F33-9ED7-3A621449D5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1986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cxnSp>
          <p:nvCxnSpPr>
            <p:cNvPr id="297106" name="Shape 2883">
              <a:extLst>
                <a:ext uri="{FF2B5EF4-FFF2-40B4-BE49-F238E27FC236}">
                  <a16:creationId xmlns:a16="http://schemas.microsoft.com/office/drawing/2014/main" id="{B3EDBCC5-B50A-4082-8F59-3FAC04CC8E2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14400" y="1428750"/>
              <a:ext cx="0" cy="2471699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7107" name="Shape 2884">
              <a:extLst>
                <a:ext uri="{FF2B5EF4-FFF2-40B4-BE49-F238E27FC236}">
                  <a16:creationId xmlns:a16="http://schemas.microsoft.com/office/drawing/2014/main" id="{BC894120-BDFF-42B8-9152-DCEAEB3A106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571875" y="1443037"/>
              <a:ext cx="0" cy="244320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7108" name="Shape 2885">
              <a:extLst>
                <a:ext uri="{FF2B5EF4-FFF2-40B4-BE49-F238E27FC236}">
                  <a16:creationId xmlns:a16="http://schemas.microsoft.com/office/drawing/2014/main" id="{704D40C6-453D-467E-9235-FC3A828A76E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3086" y="1885950"/>
              <a:ext cx="1728900" cy="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7109" name="Shape 2886">
              <a:extLst>
                <a:ext uri="{FF2B5EF4-FFF2-40B4-BE49-F238E27FC236}">
                  <a16:creationId xmlns:a16="http://schemas.microsoft.com/office/drawing/2014/main" id="{895D1A50-BEE4-4644-B741-4A230A2A9BB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758236" y="1414462"/>
              <a:ext cx="0" cy="2514599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96993" name="Shape 2887">
            <a:extLst>
              <a:ext uri="{FF2B5EF4-FFF2-40B4-BE49-F238E27FC236}">
                <a16:creationId xmlns:a16="http://schemas.microsoft.com/office/drawing/2014/main" id="{209E606D-F1D1-45D0-A05B-E2B93697BB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0238" y="1190625"/>
            <a:ext cx="5127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</a:p>
        </p:txBody>
      </p:sp>
      <p:sp>
        <p:nvSpPr>
          <p:cNvPr id="296994" name="Shape 2888">
            <a:extLst>
              <a:ext uri="{FF2B5EF4-FFF2-40B4-BE49-F238E27FC236}">
                <a16:creationId xmlns:a16="http://schemas.microsoft.com/office/drawing/2014/main" id="{D381CEA4-D1F3-48E1-8BE4-14209E3902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7963" y="1222375"/>
            <a:ext cx="5111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</a:p>
        </p:txBody>
      </p:sp>
      <p:sp>
        <p:nvSpPr>
          <p:cNvPr id="296995" name="Shape 2889">
            <a:extLst>
              <a:ext uri="{FF2B5EF4-FFF2-40B4-BE49-F238E27FC236}">
                <a16:creationId xmlns:a16="http://schemas.microsoft.com/office/drawing/2014/main" id="{F54420DC-A1A9-4F02-94F0-0127E5D7A1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5363" y="1204913"/>
            <a:ext cx="5111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</a:p>
        </p:txBody>
      </p:sp>
      <p:graphicFrame>
        <p:nvGraphicFramePr>
          <p:cNvPr id="106" name="Shape 2890">
            <a:extLst>
              <a:ext uri="{FF2B5EF4-FFF2-40B4-BE49-F238E27FC236}">
                <a16:creationId xmlns:a16="http://schemas.microsoft.com/office/drawing/2014/main" id="{22512BEE-A8AC-7E4E-9695-E7D445F41322}"/>
              </a:ext>
            </a:extLst>
          </p:cNvPr>
          <p:cNvGraphicFramePr>
            <a:graphicFrameLocks noGrp="1"/>
          </p:cNvGraphicFramePr>
          <p:nvPr/>
        </p:nvGraphicFramePr>
        <p:xfrm>
          <a:off x="779463" y="3067050"/>
          <a:ext cx="2479675" cy="1984375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68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68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2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R1</a:t>
                      </a:r>
                      <a:r>
                        <a:rPr kumimoji="0" lang="en-US" altLang="en-US" sz="12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out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2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R1</a:t>
                      </a:r>
                      <a:r>
                        <a:rPr kumimoji="0" lang="en-US" altLang="en-US" sz="12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in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2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R2</a:t>
                      </a:r>
                      <a:r>
                        <a:rPr kumimoji="0" lang="en-US" altLang="en-US" sz="12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out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  <a:sym typeface="Times New Roman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  <a:sym typeface="Times New Roman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  <a:sym typeface="Times New Roman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  <a:sym typeface="Times New Roman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97034" name="TextBox 1">
            <a:extLst>
              <a:ext uri="{FF2B5EF4-FFF2-40B4-BE49-F238E27FC236}">
                <a16:creationId xmlns:a16="http://schemas.microsoft.com/office/drawing/2014/main" id="{98E79674-6B72-43D6-9A98-9C2016F024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4038" y="3748088"/>
            <a:ext cx="4746625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Let's derive the output expressions.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We need to derive only these 3 unique ones.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B3537FEF-4240-7F46-9120-8949518E4E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3163" y="1662113"/>
            <a:ext cx="269875" cy="1095375"/>
          </a:xfrm>
          <a:prstGeom prst="rect">
            <a:avLst/>
          </a:prstGeom>
          <a:solidFill>
            <a:srgbClr val="008000">
              <a:alpha val="16078"/>
            </a:srgbClr>
          </a:solidFill>
          <a:ln w="9525">
            <a:solidFill>
              <a:srgbClr val="008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2D872211-4F64-E748-9ADA-28289BB68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8675" y="1676400"/>
            <a:ext cx="269875" cy="1095375"/>
          </a:xfrm>
          <a:prstGeom prst="rect">
            <a:avLst/>
          </a:prstGeom>
          <a:solidFill>
            <a:srgbClr val="008000">
              <a:alpha val="16078"/>
            </a:srgbClr>
          </a:solidFill>
          <a:ln w="9525">
            <a:solidFill>
              <a:srgbClr val="008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BAF3B191-B46E-B341-B460-4A9B97FD78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0238" y="1676400"/>
            <a:ext cx="269875" cy="1095375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A7BEF7FC-799B-114F-947F-F39E2382CE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1676400"/>
            <a:ext cx="269875" cy="1095375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644112C7-9265-1548-9BDF-CB7A9FDE72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77200" y="1685925"/>
            <a:ext cx="269875" cy="1093788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733B5203-14D8-E441-8798-DD18CCDC8B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81600" y="1676400"/>
            <a:ext cx="269875" cy="1095375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BCF630CD-F89F-6E46-A9F1-2A86ECFDFD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73938" y="1676400"/>
            <a:ext cx="269875" cy="1095375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057" name="Shape 2787">
            <a:extLst>
              <a:ext uri="{FF2B5EF4-FFF2-40B4-BE49-F238E27FC236}">
                <a16:creationId xmlns:a16="http://schemas.microsoft.com/office/drawing/2014/main" id="{DDC658C6-D3D9-4AB1-AEC0-A53B91F4EA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342900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1058" name="Shape 2788">
            <a:extLst>
              <a:ext uri="{FF2B5EF4-FFF2-40B4-BE49-F238E27FC236}">
                <a16:creationId xmlns:a16="http://schemas.microsoft.com/office/drawing/2014/main" id="{0BA01EC9-22E7-4380-94E2-439BCA1FA4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342900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1059" name="Shape 2789">
            <a:extLst>
              <a:ext uri="{FF2B5EF4-FFF2-40B4-BE49-F238E27FC236}">
                <a16:creationId xmlns:a16="http://schemas.microsoft.com/office/drawing/2014/main" id="{96A72721-0016-4095-9EC4-DAA355BE3D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342900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1060" name="Shape 2790">
            <a:extLst>
              <a:ext uri="{FF2B5EF4-FFF2-40B4-BE49-F238E27FC236}">
                <a16:creationId xmlns:a16="http://schemas.microsoft.com/office/drawing/2014/main" id="{89430236-9EAC-4D5D-8295-75C93E8F8C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0375" y="792163"/>
            <a:ext cx="1725613" cy="1111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1061" name="Shape 2791">
            <a:extLst>
              <a:ext uri="{FF2B5EF4-FFF2-40B4-BE49-F238E27FC236}">
                <a16:creationId xmlns:a16="http://schemas.microsoft.com/office/drawing/2014/main" id="{8E712B82-1DBC-436D-9D75-F82770B5D6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752475"/>
            <a:ext cx="11113" cy="4143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1062" name="Shape 2792">
            <a:extLst>
              <a:ext uri="{FF2B5EF4-FFF2-40B4-BE49-F238E27FC236}">
                <a16:creationId xmlns:a16="http://schemas.microsoft.com/office/drawing/2014/main" id="{24F87684-89A5-475E-B3CF-53B44E146E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752475"/>
            <a:ext cx="11113" cy="4143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1063" name="Shape 2793">
            <a:extLst>
              <a:ext uri="{FF2B5EF4-FFF2-40B4-BE49-F238E27FC236}">
                <a16:creationId xmlns:a16="http://schemas.microsoft.com/office/drawing/2014/main" id="{4C4337B7-9C2A-4D25-8621-735AB20E87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752475"/>
            <a:ext cx="11113" cy="4143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1064" name="Shape 2794">
            <a:extLst>
              <a:ext uri="{FF2B5EF4-FFF2-40B4-BE49-F238E27FC236}">
                <a16:creationId xmlns:a16="http://schemas.microsoft.com/office/drawing/2014/main" id="{1983285A-28E6-433F-A5BA-87DA7AAD35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1166813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1065" name="Shape 2795">
            <a:extLst>
              <a:ext uri="{FF2B5EF4-FFF2-40B4-BE49-F238E27FC236}">
                <a16:creationId xmlns:a16="http://schemas.microsoft.com/office/drawing/2014/main" id="{E5D4F6D8-866A-4CF0-976C-29CB1FF169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1166813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1066" name="Shape 2796">
            <a:extLst>
              <a:ext uri="{FF2B5EF4-FFF2-40B4-BE49-F238E27FC236}">
                <a16:creationId xmlns:a16="http://schemas.microsoft.com/office/drawing/2014/main" id="{981A573F-C06C-488C-A3A7-D461812CB0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1166813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1067" name="Shape 2797">
            <a:extLst>
              <a:ext uri="{FF2B5EF4-FFF2-40B4-BE49-F238E27FC236}">
                <a16:creationId xmlns:a16="http://schemas.microsoft.com/office/drawing/2014/main" id="{12DD4654-8BC7-4FEB-A403-5555BAE8A9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1582738"/>
            <a:ext cx="11113" cy="3619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1068" name="Shape 2798">
            <a:extLst>
              <a:ext uri="{FF2B5EF4-FFF2-40B4-BE49-F238E27FC236}">
                <a16:creationId xmlns:a16="http://schemas.microsoft.com/office/drawing/2014/main" id="{6FFD0C76-F031-4103-A940-0BD9066B2E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1582738"/>
            <a:ext cx="11113" cy="3619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1069" name="Shape 2799">
            <a:extLst>
              <a:ext uri="{FF2B5EF4-FFF2-40B4-BE49-F238E27FC236}">
                <a16:creationId xmlns:a16="http://schemas.microsoft.com/office/drawing/2014/main" id="{EA234444-4524-4479-984E-8F6CFE724A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1582738"/>
            <a:ext cx="11113" cy="3619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1070" name="Shape 2800">
            <a:extLst>
              <a:ext uri="{FF2B5EF4-FFF2-40B4-BE49-F238E27FC236}">
                <a16:creationId xmlns:a16="http://schemas.microsoft.com/office/drawing/2014/main" id="{32FB6209-1203-4144-93E8-77133E0C89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1944688"/>
            <a:ext cx="11113" cy="2746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1071" name="Shape 2801">
            <a:extLst>
              <a:ext uri="{FF2B5EF4-FFF2-40B4-BE49-F238E27FC236}">
                <a16:creationId xmlns:a16="http://schemas.microsoft.com/office/drawing/2014/main" id="{A153D69E-41C9-47C1-8679-E8676DAAF4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1944688"/>
            <a:ext cx="11113" cy="2746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1072" name="Shape 2802">
            <a:extLst>
              <a:ext uri="{FF2B5EF4-FFF2-40B4-BE49-F238E27FC236}">
                <a16:creationId xmlns:a16="http://schemas.microsoft.com/office/drawing/2014/main" id="{9D1C1F53-D3A3-4218-BDB5-E28835AC5A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1944688"/>
            <a:ext cx="11113" cy="2746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1073" name="Shape 2803">
            <a:extLst>
              <a:ext uri="{FF2B5EF4-FFF2-40B4-BE49-F238E27FC236}">
                <a16:creationId xmlns:a16="http://schemas.microsoft.com/office/drawing/2014/main" id="{1C5D4178-A6CE-4925-BCAC-AE947B8982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2197100"/>
            <a:ext cx="11113" cy="2746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1074" name="Shape 2804">
            <a:extLst>
              <a:ext uri="{FF2B5EF4-FFF2-40B4-BE49-F238E27FC236}">
                <a16:creationId xmlns:a16="http://schemas.microsoft.com/office/drawing/2014/main" id="{830A74F1-77EA-43B3-AAE5-4152FAFD7D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2197100"/>
            <a:ext cx="11113" cy="2746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1075" name="Shape 2805">
            <a:extLst>
              <a:ext uri="{FF2B5EF4-FFF2-40B4-BE49-F238E27FC236}">
                <a16:creationId xmlns:a16="http://schemas.microsoft.com/office/drawing/2014/main" id="{A58EF589-0178-43AB-A4C4-3BBB09DB9E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2197100"/>
            <a:ext cx="11113" cy="2746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1076" name="Shape 2806">
            <a:extLst>
              <a:ext uri="{FF2B5EF4-FFF2-40B4-BE49-F238E27FC236}">
                <a16:creationId xmlns:a16="http://schemas.microsoft.com/office/drawing/2014/main" id="{18056B89-7983-47B8-A436-6644FB3D39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2476500"/>
            <a:ext cx="11113" cy="315913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1077" name="Shape 2807">
            <a:extLst>
              <a:ext uri="{FF2B5EF4-FFF2-40B4-BE49-F238E27FC236}">
                <a16:creationId xmlns:a16="http://schemas.microsoft.com/office/drawing/2014/main" id="{325F2C0A-7D90-4C60-8B20-73BF783318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2476500"/>
            <a:ext cx="11113" cy="315913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1078" name="Shape 2808">
            <a:extLst>
              <a:ext uri="{FF2B5EF4-FFF2-40B4-BE49-F238E27FC236}">
                <a16:creationId xmlns:a16="http://schemas.microsoft.com/office/drawing/2014/main" id="{9EEC5A6F-6D4A-4733-8F15-0A96C4D092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2476500"/>
            <a:ext cx="11113" cy="315913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1079" name="Shape 2809">
            <a:extLst>
              <a:ext uri="{FF2B5EF4-FFF2-40B4-BE49-F238E27FC236}">
                <a16:creationId xmlns:a16="http://schemas.microsoft.com/office/drawing/2014/main" id="{D735AE3C-24DA-4ECE-B7FB-A6ACDAF60D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95688" y="1222375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R1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</a:t>
            </a:r>
          </a:p>
        </p:txBody>
      </p:sp>
      <p:sp>
        <p:nvSpPr>
          <p:cNvPr id="301080" name="Shape 2810">
            <a:extLst>
              <a:ext uri="{FF2B5EF4-FFF2-40B4-BE49-F238E27FC236}">
                <a16:creationId xmlns:a16="http://schemas.microsoft.com/office/drawing/2014/main" id="{EAFCBFCB-A204-4FF2-9EC9-0E08BCE74F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3563" y="1208088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R1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in</a:t>
            </a:r>
          </a:p>
        </p:txBody>
      </p:sp>
      <p:sp>
        <p:nvSpPr>
          <p:cNvPr id="301081" name="Shape 2811">
            <a:extLst>
              <a:ext uri="{FF2B5EF4-FFF2-40B4-BE49-F238E27FC236}">
                <a16:creationId xmlns:a16="http://schemas.microsoft.com/office/drawing/2014/main" id="{12B6A95C-BC7E-4E86-8D6A-7122B20F7A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24450" y="1208088"/>
            <a:ext cx="5921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R2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</a:t>
            </a:r>
          </a:p>
        </p:txBody>
      </p:sp>
      <p:sp>
        <p:nvSpPr>
          <p:cNvPr id="301082" name="Shape 2812">
            <a:extLst>
              <a:ext uri="{FF2B5EF4-FFF2-40B4-BE49-F238E27FC236}">
                <a16:creationId xmlns:a16="http://schemas.microsoft.com/office/drawing/2014/main" id="{3076F9BA-849B-4968-BAB1-63D86561B1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3900" y="1208088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R2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in</a:t>
            </a:r>
          </a:p>
        </p:txBody>
      </p:sp>
      <p:sp>
        <p:nvSpPr>
          <p:cNvPr id="301083" name="Shape 2813">
            <a:extLst>
              <a:ext uri="{FF2B5EF4-FFF2-40B4-BE49-F238E27FC236}">
                <a16:creationId xmlns:a16="http://schemas.microsoft.com/office/drawing/2014/main" id="{949592FA-23C4-4782-A10B-90F3A4B36F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99225" y="1222375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R3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</a:t>
            </a:r>
          </a:p>
        </p:txBody>
      </p:sp>
      <p:sp>
        <p:nvSpPr>
          <p:cNvPr id="301084" name="Shape 2814">
            <a:extLst>
              <a:ext uri="{FF2B5EF4-FFF2-40B4-BE49-F238E27FC236}">
                <a16:creationId xmlns:a16="http://schemas.microsoft.com/office/drawing/2014/main" id="{2F4F29B6-50A5-45E7-8230-900EC62230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70750" y="1208088"/>
            <a:ext cx="5921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R3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in</a:t>
            </a:r>
          </a:p>
        </p:txBody>
      </p:sp>
      <p:sp>
        <p:nvSpPr>
          <p:cNvPr id="301085" name="Shape 2815">
            <a:extLst>
              <a:ext uri="{FF2B5EF4-FFF2-40B4-BE49-F238E27FC236}">
                <a16:creationId xmlns:a16="http://schemas.microsoft.com/office/drawing/2014/main" id="{BE97D966-B6D5-4AA3-BE17-CA734ABB56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18450" y="1190625"/>
            <a:ext cx="5921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Done</a:t>
            </a:r>
          </a:p>
        </p:txBody>
      </p:sp>
      <p:sp>
        <p:nvSpPr>
          <p:cNvPr id="301086" name="Shape 2816">
            <a:extLst>
              <a:ext uri="{FF2B5EF4-FFF2-40B4-BE49-F238E27FC236}">
                <a16:creationId xmlns:a16="http://schemas.microsoft.com/office/drawing/2014/main" id="{4231C030-359E-4398-9859-7A2D3E75AE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4038" y="803275"/>
            <a:ext cx="650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w = </a:t>
            </a: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</a:t>
            </a:r>
          </a:p>
        </p:txBody>
      </p:sp>
      <p:sp>
        <p:nvSpPr>
          <p:cNvPr id="301087" name="Shape 2817">
            <a:extLst>
              <a:ext uri="{FF2B5EF4-FFF2-40B4-BE49-F238E27FC236}">
                <a16:creationId xmlns:a16="http://schemas.microsoft.com/office/drawing/2014/main" id="{25429ED2-4CA2-4073-AA6B-4C9C368D69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76525" y="803275"/>
            <a:ext cx="650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w = </a:t>
            </a: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</a:p>
        </p:txBody>
      </p:sp>
      <p:grpSp>
        <p:nvGrpSpPr>
          <p:cNvPr id="301088" name="Shape 2818">
            <a:extLst>
              <a:ext uri="{FF2B5EF4-FFF2-40B4-BE49-F238E27FC236}">
                <a16:creationId xmlns:a16="http://schemas.microsoft.com/office/drawing/2014/main" id="{BEC88BD7-0279-4788-8433-D6DC316D294A}"/>
              </a:ext>
            </a:extLst>
          </p:cNvPr>
          <p:cNvGrpSpPr>
            <a:grpSpLocks/>
          </p:cNvGrpSpPr>
          <p:nvPr/>
        </p:nvGrpSpPr>
        <p:grpSpPr bwMode="auto">
          <a:xfrm>
            <a:off x="484188" y="320675"/>
            <a:ext cx="8167687" cy="2514600"/>
            <a:chOff x="603250" y="1414462"/>
            <a:chExt cx="8167586" cy="2514599"/>
          </a:xfrm>
        </p:grpSpPr>
        <p:sp>
          <p:nvSpPr>
            <p:cNvPr id="301147" name="Shape 2819">
              <a:extLst>
                <a:ext uri="{FF2B5EF4-FFF2-40B4-BE49-F238E27FC236}">
                  <a16:creationId xmlns:a16="http://schemas.microsoft.com/office/drawing/2014/main" id="{2FE326C9-9898-401C-8C54-29391766FE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9637" y="1427162"/>
              <a:ext cx="7861199" cy="95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1148" name="Shape 2820">
              <a:extLst>
                <a:ext uri="{FF2B5EF4-FFF2-40B4-BE49-F238E27FC236}">
                  <a16:creationId xmlns:a16="http://schemas.microsoft.com/office/drawing/2014/main" id="{962D5B3A-05F9-4694-82B4-2287E2AE3E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1436687"/>
              <a:ext cx="11100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1149" name="Shape 2821">
              <a:extLst>
                <a:ext uri="{FF2B5EF4-FFF2-40B4-BE49-F238E27FC236}">
                  <a16:creationId xmlns:a16="http://schemas.microsoft.com/office/drawing/2014/main" id="{45E1B4E0-E170-4BB2-8198-7445106F71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1436687"/>
              <a:ext cx="11100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1150" name="Shape 2822">
              <a:extLst>
                <a:ext uri="{FF2B5EF4-FFF2-40B4-BE49-F238E27FC236}">
                  <a16:creationId xmlns:a16="http://schemas.microsoft.com/office/drawing/2014/main" id="{83C9B1C3-0A0F-45C5-AECB-FB518EC5AD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42987" y="1603375"/>
              <a:ext cx="73019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301151" name="Shape 2823">
              <a:extLst>
                <a:ext uri="{FF2B5EF4-FFF2-40B4-BE49-F238E27FC236}">
                  <a16:creationId xmlns:a16="http://schemas.microsoft.com/office/drawing/2014/main" id="{5B999E1F-4672-4845-BE95-47660C8983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55836" y="1550987"/>
              <a:ext cx="9780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301152" name="Shape 2824">
              <a:extLst>
                <a:ext uri="{FF2B5EF4-FFF2-40B4-BE49-F238E27FC236}">
                  <a16:creationId xmlns:a16="http://schemas.microsoft.com/office/drawing/2014/main" id="{028317F1-54E3-471A-B600-5666C8B84E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1846261"/>
              <a:ext cx="11100" cy="4142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1153" name="Shape 2825">
              <a:extLst>
                <a:ext uri="{FF2B5EF4-FFF2-40B4-BE49-F238E27FC236}">
                  <a16:creationId xmlns:a16="http://schemas.microsoft.com/office/drawing/2014/main" id="{86FC0B47-3BBF-4E13-BEAF-95856399EB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9987" y="1912936"/>
              <a:ext cx="4761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301154" name="Shape 2826">
              <a:extLst>
                <a:ext uri="{FF2B5EF4-FFF2-40B4-BE49-F238E27FC236}">
                  <a16:creationId xmlns:a16="http://schemas.microsoft.com/office/drawing/2014/main" id="{7473F528-5E47-492C-A81B-09D1572469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2249486"/>
              <a:ext cx="6915000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1155" name="Shape 2827">
              <a:extLst>
                <a:ext uri="{FF2B5EF4-FFF2-40B4-BE49-F238E27FC236}">
                  <a16:creationId xmlns:a16="http://schemas.microsoft.com/office/drawing/2014/main" id="{0D3D047F-D488-479A-8B31-298F0F09E4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2260600"/>
              <a:ext cx="11100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1156" name="Shape 2828">
              <a:extLst>
                <a:ext uri="{FF2B5EF4-FFF2-40B4-BE49-F238E27FC236}">
                  <a16:creationId xmlns:a16="http://schemas.microsoft.com/office/drawing/2014/main" id="{7EBB4671-FAB5-4937-931D-79F45F8A71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9637" y="2662236"/>
              <a:ext cx="786119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1157" name="Shape 2829">
              <a:extLst>
                <a:ext uri="{FF2B5EF4-FFF2-40B4-BE49-F238E27FC236}">
                  <a16:creationId xmlns:a16="http://schemas.microsoft.com/office/drawing/2014/main" id="{8B52C4C7-8ECB-4279-AE23-D6B9CBA108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10250" y="1808161"/>
              <a:ext cx="7809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301158" name="Shape 2830">
              <a:extLst>
                <a:ext uri="{FF2B5EF4-FFF2-40B4-BE49-F238E27FC236}">
                  <a16:creationId xmlns:a16="http://schemas.microsoft.com/office/drawing/2014/main" id="{91D94EB8-0BFF-4B1A-A17D-F5674F26C7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3250" y="2755900"/>
              <a:ext cx="222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01159" name="Shape 2831">
              <a:extLst>
                <a:ext uri="{FF2B5EF4-FFF2-40B4-BE49-F238E27FC236}">
                  <a16:creationId xmlns:a16="http://schemas.microsoft.com/office/drawing/2014/main" id="{30D99BFA-29DF-4DC6-AC53-8EF1B2D462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2676525"/>
              <a:ext cx="11100" cy="362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1160" name="Shape 2832">
              <a:extLst>
                <a:ext uri="{FF2B5EF4-FFF2-40B4-BE49-F238E27FC236}">
                  <a16:creationId xmlns:a16="http://schemas.microsoft.com/office/drawing/2014/main" id="{6B57B0C6-B210-4F19-9EB8-59AE44E732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5075" y="2755900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301161" name="Shape 2833">
              <a:extLst>
                <a:ext uri="{FF2B5EF4-FFF2-40B4-BE49-F238E27FC236}">
                  <a16:creationId xmlns:a16="http://schemas.microsoft.com/office/drawing/2014/main" id="{B68FBE8C-5BD3-4488-89C6-B0B3BA5F60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6775" y="2755900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301162" name="Shape 2834">
              <a:extLst>
                <a:ext uri="{FF2B5EF4-FFF2-40B4-BE49-F238E27FC236}">
                  <a16:creationId xmlns:a16="http://schemas.microsoft.com/office/drawing/2014/main" id="{293DCC36-9C93-46F3-AB48-C0EC7AC083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4025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1163" name="Shape 2835">
              <a:extLst>
                <a:ext uri="{FF2B5EF4-FFF2-40B4-BE49-F238E27FC236}">
                  <a16:creationId xmlns:a16="http://schemas.microsoft.com/office/drawing/2014/main" id="{998477C5-2DC6-480F-B11D-8A86732CFE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061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01164" name="Shape 2836">
              <a:extLst>
                <a:ext uri="{FF2B5EF4-FFF2-40B4-BE49-F238E27FC236}">
                  <a16:creationId xmlns:a16="http://schemas.microsoft.com/office/drawing/2014/main" id="{6288165C-CF20-47D8-8DD5-B61C0C6CBE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9062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1165" name="Shape 2837">
              <a:extLst>
                <a:ext uri="{FF2B5EF4-FFF2-40B4-BE49-F238E27FC236}">
                  <a16:creationId xmlns:a16="http://schemas.microsoft.com/office/drawing/2014/main" id="{F118BF4E-C4D5-42F1-A522-F76DC8847E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6137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1166" name="Shape 2838">
              <a:extLst>
                <a:ext uri="{FF2B5EF4-FFF2-40B4-BE49-F238E27FC236}">
                  <a16:creationId xmlns:a16="http://schemas.microsoft.com/office/drawing/2014/main" id="{C4FD553A-925D-429A-B52D-AF79255FEB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3212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1167" name="Shape 2839">
              <a:extLst>
                <a:ext uri="{FF2B5EF4-FFF2-40B4-BE49-F238E27FC236}">
                  <a16:creationId xmlns:a16="http://schemas.microsoft.com/office/drawing/2014/main" id="{17EBC95B-50E9-4132-AB8E-D20E590A7C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1875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1168" name="Shape 2840">
              <a:extLst>
                <a:ext uri="{FF2B5EF4-FFF2-40B4-BE49-F238E27FC236}">
                  <a16:creationId xmlns:a16="http://schemas.microsoft.com/office/drawing/2014/main" id="{8457AB3C-9EFE-42AF-93E1-84E92DDBBE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38950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1169" name="Shape 2841">
              <a:extLst>
                <a:ext uri="{FF2B5EF4-FFF2-40B4-BE49-F238E27FC236}">
                  <a16:creationId xmlns:a16="http://schemas.microsoft.com/office/drawing/2014/main" id="{122A2227-D13D-45E3-94B3-5F1F6C6B35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4436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1170" name="Shape 2842">
              <a:extLst>
                <a:ext uri="{FF2B5EF4-FFF2-40B4-BE49-F238E27FC236}">
                  <a16:creationId xmlns:a16="http://schemas.microsoft.com/office/drawing/2014/main" id="{FC6D28B8-2E83-4B26-8A38-4B040529A0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1986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1171" name="Shape 2843">
              <a:extLst>
                <a:ext uri="{FF2B5EF4-FFF2-40B4-BE49-F238E27FC236}">
                  <a16:creationId xmlns:a16="http://schemas.microsoft.com/office/drawing/2014/main" id="{FE68ED6F-961A-447D-B32B-3E402AF295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" y="3030536"/>
              <a:ext cx="20939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301172" name="Shape 2844">
              <a:extLst>
                <a:ext uri="{FF2B5EF4-FFF2-40B4-BE49-F238E27FC236}">
                  <a16:creationId xmlns:a16="http://schemas.microsoft.com/office/drawing/2014/main" id="{87F866BC-B6F0-4CA0-A309-E33E57F84C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3038475"/>
              <a:ext cx="11100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1173" name="Shape 2845">
              <a:extLst>
                <a:ext uri="{FF2B5EF4-FFF2-40B4-BE49-F238E27FC236}">
                  <a16:creationId xmlns:a16="http://schemas.microsoft.com/office/drawing/2014/main" id="{A22D3765-2304-4136-8F98-719FFF6D5A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662" y="3030536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301174" name="Shape 2846">
              <a:extLst>
                <a:ext uri="{FF2B5EF4-FFF2-40B4-BE49-F238E27FC236}">
                  <a16:creationId xmlns:a16="http://schemas.microsoft.com/office/drawing/2014/main" id="{0F79D94E-9074-46C0-AC87-81128D7B7C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8361" y="3030536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301175" name="Shape 2847">
              <a:extLst>
                <a:ext uri="{FF2B5EF4-FFF2-40B4-BE49-F238E27FC236}">
                  <a16:creationId xmlns:a16="http://schemas.microsoft.com/office/drawing/2014/main" id="{AEEC3DE9-2831-4AA5-8727-ECAFB6CB85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5611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01176" name="Shape 2848">
              <a:extLst>
                <a:ext uri="{FF2B5EF4-FFF2-40B4-BE49-F238E27FC236}">
                  <a16:creationId xmlns:a16="http://schemas.microsoft.com/office/drawing/2014/main" id="{D851C626-B7EF-451A-BA47-7F66BF30FA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061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1177" name="Shape 2849">
              <a:extLst>
                <a:ext uri="{FF2B5EF4-FFF2-40B4-BE49-F238E27FC236}">
                  <a16:creationId xmlns:a16="http://schemas.microsoft.com/office/drawing/2014/main" id="{7AEC1520-E761-4AFE-83C8-65E3F03E64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650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1178" name="Shape 2850">
              <a:extLst>
                <a:ext uri="{FF2B5EF4-FFF2-40B4-BE49-F238E27FC236}">
                  <a16:creationId xmlns:a16="http://schemas.microsoft.com/office/drawing/2014/main" id="{D6804C63-D742-49CD-9FAE-F8E3AABBF7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7725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1179" name="Shape 2851">
              <a:extLst>
                <a:ext uri="{FF2B5EF4-FFF2-40B4-BE49-F238E27FC236}">
                  <a16:creationId xmlns:a16="http://schemas.microsoft.com/office/drawing/2014/main" id="{DCD1B532-7BBA-4006-B42A-ABCC9F2E88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4800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01180" name="Shape 2852">
              <a:extLst>
                <a:ext uri="{FF2B5EF4-FFF2-40B4-BE49-F238E27FC236}">
                  <a16:creationId xmlns:a16="http://schemas.microsoft.com/office/drawing/2014/main" id="{7BAD197A-10F4-4C86-B9C0-67B7DC0F93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1875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1181" name="Shape 2853">
              <a:extLst>
                <a:ext uri="{FF2B5EF4-FFF2-40B4-BE49-F238E27FC236}">
                  <a16:creationId xmlns:a16="http://schemas.microsoft.com/office/drawing/2014/main" id="{C9CCA5AC-E9EE-4B25-B39B-B15419DA68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38950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1182" name="Shape 2854">
              <a:extLst>
                <a:ext uri="{FF2B5EF4-FFF2-40B4-BE49-F238E27FC236}">
                  <a16:creationId xmlns:a16="http://schemas.microsoft.com/office/drawing/2014/main" id="{A325AC82-2CCC-4FE8-9CAD-F302D23DBC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6025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01183" name="Shape 2855">
              <a:extLst>
                <a:ext uri="{FF2B5EF4-FFF2-40B4-BE49-F238E27FC236}">
                  <a16:creationId xmlns:a16="http://schemas.microsoft.com/office/drawing/2014/main" id="{69EAD1F7-CDD2-4F0E-8C11-C4FC246B2C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1986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1184" name="Shape 2856">
              <a:extLst>
                <a:ext uri="{FF2B5EF4-FFF2-40B4-BE49-F238E27FC236}">
                  <a16:creationId xmlns:a16="http://schemas.microsoft.com/office/drawing/2014/main" id="{0D731DC1-A871-4719-B674-87E4F1C337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" y="3302000"/>
              <a:ext cx="20939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01185" name="Shape 2857">
              <a:extLst>
                <a:ext uri="{FF2B5EF4-FFF2-40B4-BE49-F238E27FC236}">
                  <a16:creationId xmlns:a16="http://schemas.microsoft.com/office/drawing/2014/main" id="{7304A5FD-820B-4CFC-8B52-0FC734D794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3290887"/>
              <a:ext cx="11100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1186" name="Shape 2858">
              <a:extLst>
                <a:ext uri="{FF2B5EF4-FFF2-40B4-BE49-F238E27FC236}">
                  <a16:creationId xmlns:a16="http://schemas.microsoft.com/office/drawing/2014/main" id="{1F1E1432-3B39-4A1F-B079-8D8637AAB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662" y="3302000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301187" name="Shape 2859">
              <a:extLst>
                <a:ext uri="{FF2B5EF4-FFF2-40B4-BE49-F238E27FC236}">
                  <a16:creationId xmlns:a16="http://schemas.microsoft.com/office/drawing/2014/main" id="{717B11D3-E09A-4255-B2FF-D9733F1FA5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8361" y="3302000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301188" name="Shape 2860">
              <a:extLst>
                <a:ext uri="{FF2B5EF4-FFF2-40B4-BE49-F238E27FC236}">
                  <a16:creationId xmlns:a16="http://schemas.microsoft.com/office/drawing/2014/main" id="{A75CA4A3-99DA-4955-8AAD-BDD2554E98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5611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01189" name="Shape 2861">
              <a:extLst>
                <a:ext uri="{FF2B5EF4-FFF2-40B4-BE49-F238E27FC236}">
                  <a16:creationId xmlns:a16="http://schemas.microsoft.com/office/drawing/2014/main" id="{C973B87A-4163-4D8B-81DC-C333BC05A4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061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01190" name="Shape 2862">
              <a:extLst>
                <a:ext uri="{FF2B5EF4-FFF2-40B4-BE49-F238E27FC236}">
                  <a16:creationId xmlns:a16="http://schemas.microsoft.com/office/drawing/2014/main" id="{DA705A8F-AF65-4E62-A4D7-7338FED0B0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650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01191" name="Shape 2863">
              <a:extLst>
                <a:ext uri="{FF2B5EF4-FFF2-40B4-BE49-F238E27FC236}">
                  <a16:creationId xmlns:a16="http://schemas.microsoft.com/office/drawing/2014/main" id="{5BD20933-0341-4866-9260-DEA9E6C670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7725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1192" name="Shape 2864">
              <a:extLst>
                <a:ext uri="{FF2B5EF4-FFF2-40B4-BE49-F238E27FC236}">
                  <a16:creationId xmlns:a16="http://schemas.microsoft.com/office/drawing/2014/main" id="{C56E841D-2BFD-4859-A403-BD2CB71FE0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4800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1193" name="Shape 2865">
              <a:extLst>
                <a:ext uri="{FF2B5EF4-FFF2-40B4-BE49-F238E27FC236}">
                  <a16:creationId xmlns:a16="http://schemas.microsoft.com/office/drawing/2014/main" id="{A02EB87C-16AD-4E1F-BF0E-B9E5197ED7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1875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01194" name="Shape 2866">
              <a:extLst>
                <a:ext uri="{FF2B5EF4-FFF2-40B4-BE49-F238E27FC236}">
                  <a16:creationId xmlns:a16="http://schemas.microsoft.com/office/drawing/2014/main" id="{12AF4F44-BE1C-4380-BC65-3BDE4E3DA9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38950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1195" name="Shape 2867">
              <a:extLst>
                <a:ext uri="{FF2B5EF4-FFF2-40B4-BE49-F238E27FC236}">
                  <a16:creationId xmlns:a16="http://schemas.microsoft.com/office/drawing/2014/main" id="{C487D55A-E440-4E78-BDC0-695DB977CF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6025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1196" name="Shape 2868">
              <a:extLst>
                <a:ext uri="{FF2B5EF4-FFF2-40B4-BE49-F238E27FC236}">
                  <a16:creationId xmlns:a16="http://schemas.microsoft.com/office/drawing/2014/main" id="{2602B51B-DC8B-4EA5-B0D1-93CE485EC1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1986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1197" name="Shape 2869">
              <a:extLst>
                <a:ext uri="{FF2B5EF4-FFF2-40B4-BE49-F238E27FC236}">
                  <a16:creationId xmlns:a16="http://schemas.microsoft.com/office/drawing/2014/main" id="{D7FD5640-A6AE-4FD8-9B5B-6E160714CB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3250" y="3576637"/>
              <a:ext cx="222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01198" name="Shape 2870">
              <a:extLst>
                <a:ext uri="{FF2B5EF4-FFF2-40B4-BE49-F238E27FC236}">
                  <a16:creationId xmlns:a16="http://schemas.microsoft.com/office/drawing/2014/main" id="{A7BC7B06-4ADC-4E67-BB52-5B9F1B1E4C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3570287"/>
              <a:ext cx="11100" cy="315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1199" name="Shape 2871">
              <a:extLst>
                <a:ext uri="{FF2B5EF4-FFF2-40B4-BE49-F238E27FC236}">
                  <a16:creationId xmlns:a16="http://schemas.microsoft.com/office/drawing/2014/main" id="{8F69ACA2-0B85-4AF2-8E78-1A40BE39A4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5075" y="3576637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301200" name="Shape 2872">
              <a:extLst>
                <a:ext uri="{FF2B5EF4-FFF2-40B4-BE49-F238E27FC236}">
                  <a16:creationId xmlns:a16="http://schemas.microsoft.com/office/drawing/2014/main" id="{D2D03FCC-5BB7-4F0E-A30E-D7E5FA55CE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6775" y="3576637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301201" name="Shape 2873">
              <a:extLst>
                <a:ext uri="{FF2B5EF4-FFF2-40B4-BE49-F238E27FC236}">
                  <a16:creationId xmlns:a16="http://schemas.microsoft.com/office/drawing/2014/main" id="{5565AEC7-4797-49C4-B5D1-E1F3566488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4025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1202" name="Shape 2874">
              <a:extLst>
                <a:ext uri="{FF2B5EF4-FFF2-40B4-BE49-F238E27FC236}">
                  <a16:creationId xmlns:a16="http://schemas.microsoft.com/office/drawing/2014/main" id="{9047EBE5-2EFE-4C44-B551-CEE9ED63B1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061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1203" name="Shape 2875">
              <a:extLst>
                <a:ext uri="{FF2B5EF4-FFF2-40B4-BE49-F238E27FC236}">
                  <a16:creationId xmlns:a16="http://schemas.microsoft.com/office/drawing/2014/main" id="{59D00C69-9149-4380-9838-38CAFDF203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9062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1204" name="Shape 2876">
              <a:extLst>
                <a:ext uri="{FF2B5EF4-FFF2-40B4-BE49-F238E27FC236}">
                  <a16:creationId xmlns:a16="http://schemas.microsoft.com/office/drawing/2014/main" id="{5D71C9E8-F03B-4667-BFFC-2F50F0FA19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6137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01205" name="Shape 2877">
              <a:extLst>
                <a:ext uri="{FF2B5EF4-FFF2-40B4-BE49-F238E27FC236}">
                  <a16:creationId xmlns:a16="http://schemas.microsoft.com/office/drawing/2014/main" id="{A9F64901-428C-4B6F-A63C-4D6FE020F2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3212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1206" name="Shape 2878">
              <a:extLst>
                <a:ext uri="{FF2B5EF4-FFF2-40B4-BE49-F238E27FC236}">
                  <a16:creationId xmlns:a16="http://schemas.microsoft.com/office/drawing/2014/main" id="{A3367A84-30D1-448F-AF6A-394577AEEA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1875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1207" name="Shape 2879">
              <a:extLst>
                <a:ext uri="{FF2B5EF4-FFF2-40B4-BE49-F238E27FC236}">
                  <a16:creationId xmlns:a16="http://schemas.microsoft.com/office/drawing/2014/main" id="{080F0891-079C-441A-A326-07980F4D9B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38950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01208" name="Shape 2880">
              <a:extLst>
                <a:ext uri="{FF2B5EF4-FFF2-40B4-BE49-F238E27FC236}">
                  <a16:creationId xmlns:a16="http://schemas.microsoft.com/office/drawing/2014/main" id="{162F32BA-7AE3-408B-9CEF-388866E1FF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4436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1209" name="Shape 2881">
              <a:extLst>
                <a:ext uri="{FF2B5EF4-FFF2-40B4-BE49-F238E27FC236}">
                  <a16:creationId xmlns:a16="http://schemas.microsoft.com/office/drawing/2014/main" id="{71F39889-2EB4-4059-9548-66B3CFE66B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9637" y="3897312"/>
              <a:ext cx="786119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1210" name="Shape 2882">
              <a:extLst>
                <a:ext uri="{FF2B5EF4-FFF2-40B4-BE49-F238E27FC236}">
                  <a16:creationId xmlns:a16="http://schemas.microsoft.com/office/drawing/2014/main" id="{747A0E1D-ABAF-45AF-B754-FB5E76453F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1986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cxnSp>
          <p:nvCxnSpPr>
            <p:cNvPr id="301211" name="Shape 2883">
              <a:extLst>
                <a:ext uri="{FF2B5EF4-FFF2-40B4-BE49-F238E27FC236}">
                  <a16:creationId xmlns:a16="http://schemas.microsoft.com/office/drawing/2014/main" id="{B3ADF080-1B8A-4FFE-B265-7F7AE0159A2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14400" y="1428750"/>
              <a:ext cx="0" cy="2471699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1212" name="Shape 2884">
              <a:extLst>
                <a:ext uri="{FF2B5EF4-FFF2-40B4-BE49-F238E27FC236}">
                  <a16:creationId xmlns:a16="http://schemas.microsoft.com/office/drawing/2014/main" id="{42A62805-E284-41BF-8E86-A35AB15AB2D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571875" y="1443037"/>
              <a:ext cx="0" cy="244320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1213" name="Shape 2885">
              <a:extLst>
                <a:ext uri="{FF2B5EF4-FFF2-40B4-BE49-F238E27FC236}">
                  <a16:creationId xmlns:a16="http://schemas.microsoft.com/office/drawing/2014/main" id="{6FC7CC24-5BC8-4B87-AF2F-746CD5CB473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3086" y="1885950"/>
              <a:ext cx="1728900" cy="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1214" name="Shape 2886">
              <a:extLst>
                <a:ext uri="{FF2B5EF4-FFF2-40B4-BE49-F238E27FC236}">
                  <a16:creationId xmlns:a16="http://schemas.microsoft.com/office/drawing/2014/main" id="{5EAE68AA-50C9-4A3E-9882-C1B124BE741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758236" y="1414462"/>
              <a:ext cx="0" cy="2514599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01089" name="Shape 2887">
            <a:extLst>
              <a:ext uri="{FF2B5EF4-FFF2-40B4-BE49-F238E27FC236}">
                <a16:creationId xmlns:a16="http://schemas.microsoft.com/office/drawing/2014/main" id="{3C678A56-8A99-4312-8AEA-D31B1FFB30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0238" y="1190625"/>
            <a:ext cx="5127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</a:p>
        </p:txBody>
      </p:sp>
      <p:sp>
        <p:nvSpPr>
          <p:cNvPr id="301090" name="Shape 2888">
            <a:extLst>
              <a:ext uri="{FF2B5EF4-FFF2-40B4-BE49-F238E27FC236}">
                <a16:creationId xmlns:a16="http://schemas.microsoft.com/office/drawing/2014/main" id="{02578A6E-19FA-4ADB-B451-4B6BBB2357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7963" y="1222375"/>
            <a:ext cx="5111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</a:p>
        </p:txBody>
      </p:sp>
      <p:sp>
        <p:nvSpPr>
          <p:cNvPr id="301091" name="Shape 2889">
            <a:extLst>
              <a:ext uri="{FF2B5EF4-FFF2-40B4-BE49-F238E27FC236}">
                <a16:creationId xmlns:a16="http://schemas.microsoft.com/office/drawing/2014/main" id="{FF336292-3BCA-4A90-A04A-F5D78AA000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5363" y="1204913"/>
            <a:ext cx="5111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</a:p>
        </p:txBody>
      </p:sp>
      <p:graphicFrame>
        <p:nvGraphicFramePr>
          <p:cNvPr id="106" name="Shape 2890">
            <a:extLst>
              <a:ext uri="{FF2B5EF4-FFF2-40B4-BE49-F238E27FC236}">
                <a16:creationId xmlns:a16="http://schemas.microsoft.com/office/drawing/2014/main" id="{C8AC03E7-7F27-5242-B5AC-78B0A9863CDD}"/>
              </a:ext>
            </a:extLst>
          </p:cNvPr>
          <p:cNvGraphicFramePr/>
          <p:nvPr/>
        </p:nvGraphicFramePr>
        <p:xfrm>
          <a:off x="779463" y="3067050"/>
          <a:ext cx="2479675" cy="198120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4959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59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59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59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9593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96240"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 i="1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y</a:t>
                      </a:r>
                      <a:r>
                        <a:rPr lang="en-US" sz="1400" i="1" baseline="-250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2</a:t>
                      </a:r>
                    </a:p>
                  </a:txBody>
                  <a:tcPr marL="91450" marR="91450" marT="91423" marB="9142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 i="1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y</a:t>
                      </a:r>
                      <a:r>
                        <a:rPr lang="en-US" sz="1400" i="1" baseline="-250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450" marR="91450" marT="91423" marB="9142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200" i="1" baseline="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R1</a:t>
                      </a:r>
                      <a:r>
                        <a:rPr lang="en-US" sz="1200" i="1" baseline="-250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out</a:t>
                      </a:r>
                    </a:p>
                  </a:txBody>
                  <a:tcPr marL="91450" marR="91450" marT="91423" marB="9142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i="1" baseline="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R1</a:t>
                      </a:r>
                      <a:r>
                        <a:rPr lang="en-US" sz="1200" i="1" baseline="-250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in</a:t>
                      </a:r>
                    </a:p>
                  </a:txBody>
                  <a:tcPr marL="91450" marR="91450" marT="91423" marB="9142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200" i="1" baseline="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R2</a:t>
                      </a:r>
                      <a:r>
                        <a:rPr lang="en-US" sz="1200" i="1" baseline="-250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out</a:t>
                      </a:r>
                    </a:p>
                  </a:txBody>
                  <a:tcPr marL="91450" marR="91450" marT="91423" marB="91423"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450" marR="91450" marT="91423" marB="91423"/>
                </a:tc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450" marR="91450" marT="91423" marB="91423"/>
                </a:tc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 dirty="0"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450" marR="91450" marT="91423" marB="9142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450" marR="91450" marT="91423" marB="9142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450" marR="91450" marT="91423" marB="9142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450" marR="91450" marT="91423" marB="91423"/>
                </a:tc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450" marR="91450" marT="91423" marB="91423"/>
                </a:tc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 dirty="0"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450" marR="91450" marT="91423" marB="9142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450" marR="91450" marT="91423" marB="9142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450" marR="91450" marT="91423" marB="9142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450" marR="91450" marT="91423" marB="91423"/>
                </a:tc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450" marR="91450" marT="91423" marB="91423"/>
                </a:tc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 dirty="0"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450" marR="91450" marT="91423" marB="9142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450" marR="91450" marT="91423" marB="9142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450" marR="91450" marT="91423" marB="9142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450" marR="91450" marT="91423" marB="91423"/>
                </a:tc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450" marR="91450" marT="91423" marB="91423"/>
                </a:tc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 dirty="0"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450" marR="91450" marT="91423" marB="9142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450" marR="91450" marT="91423" marB="9142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450" marR="91450" marT="91423" marB="9142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163253E3-8EE1-0149-ACFC-54D7CA5EB3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3163" y="1662113"/>
            <a:ext cx="269875" cy="1095375"/>
          </a:xfrm>
          <a:prstGeom prst="rect">
            <a:avLst/>
          </a:prstGeom>
          <a:solidFill>
            <a:srgbClr val="008000">
              <a:alpha val="16078"/>
            </a:srgbClr>
          </a:solidFill>
          <a:ln w="9525">
            <a:solidFill>
              <a:srgbClr val="008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E118E6AD-1EE9-6A41-83A9-97CA20376B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8675" y="1676400"/>
            <a:ext cx="269875" cy="1095375"/>
          </a:xfrm>
          <a:prstGeom prst="rect">
            <a:avLst/>
          </a:prstGeom>
          <a:solidFill>
            <a:srgbClr val="008000">
              <a:alpha val="16078"/>
            </a:srgbClr>
          </a:solidFill>
          <a:ln w="9525">
            <a:solidFill>
              <a:srgbClr val="008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481D9D1E-D113-D540-8F7D-2FCFDA715B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0238" y="1676400"/>
            <a:ext cx="269875" cy="1095375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E4EAA112-FAAB-164F-9F15-2FEFF69BC9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1676400"/>
            <a:ext cx="269875" cy="1095375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422FCF4A-BB40-4C4F-AFD8-24CA8895B3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77200" y="1685925"/>
            <a:ext cx="269875" cy="1093788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4B3FD69F-7CCF-4949-8433-467EC0EF5D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81600" y="1676400"/>
            <a:ext cx="269875" cy="1095375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01C410B4-F355-E741-B723-CB992EE2DB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73938" y="1676400"/>
            <a:ext cx="269875" cy="1095375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E76642CF-D0C2-3447-8EBD-40044E0129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19275" y="3495675"/>
            <a:ext cx="381000" cy="1524000"/>
          </a:xfrm>
          <a:prstGeom prst="rect">
            <a:avLst/>
          </a:prstGeom>
          <a:solidFill>
            <a:srgbClr val="008000">
              <a:alpha val="16078"/>
            </a:srgbClr>
          </a:solidFill>
          <a:ln w="9525">
            <a:solidFill>
              <a:srgbClr val="008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EF02A731-63D0-D740-A371-838EA5659D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8863" y="3497263"/>
            <a:ext cx="381000" cy="1524000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6" name="Rectangle 115">
            <a:extLst>
              <a:ext uri="{FF2B5EF4-FFF2-40B4-BE49-F238E27FC236}">
                <a16:creationId xmlns:a16="http://schemas.microsoft.com/office/drawing/2014/main" id="{5346655C-E86D-B242-A5A5-B23A07FF91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3495675"/>
            <a:ext cx="381000" cy="1524000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1140" name="TextBox 116">
            <a:extLst>
              <a:ext uri="{FF2B5EF4-FFF2-40B4-BE49-F238E27FC236}">
                <a16:creationId xmlns:a16="http://schemas.microsoft.com/office/drawing/2014/main" id="{FAE92A87-7F28-4C15-9D3C-8BBED7E590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79988" y="4046538"/>
            <a:ext cx="2916237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R1</a:t>
            </a:r>
            <a:r>
              <a:rPr kumimoji="0" lang="en-US" altLang="en-US" sz="1800" b="0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in</a:t>
            </a: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 = R3</a:t>
            </a:r>
            <a:r>
              <a:rPr kumimoji="0" lang="en-US" altLang="en-US" sz="1800" b="0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out</a:t>
            </a: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 = Done = y</a:t>
            </a:r>
            <a:r>
              <a:rPr kumimoji="0" lang="en-US" altLang="en-US" sz="1800" b="0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1</a:t>
            </a: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 y</a:t>
            </a:r>
            <a:r>
              <a:rPr kumimoji="0" lang="en-US" altLang="en-US" sz="1800" b="0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2</a:t>
            </a:r>
          </a:p>
        </p:txBody>
      </p:sp>
      <p:grpSp>
        <p:nvGrpSpPr>
          <p:cNvPr id="301141" name="Group 5">
            <a:extLst>
              <a:ext uri="{FF2B5EF4-FFF2-40B4-BE49-F238E27FC236}">
                <a16:creationId xmlns:a16="http://schemas.microsoft.com/office/drawing/2014/main" id="{CB27684B-CF1A-4606-9F18-E099D522A1C6}"/>
              </a:ext>
            </a:extLst>
          </p:cNvPr>
          <p:cNvGrpSpPr>
            <a:grpSpLocks/>
          </p:cNvGrpSpPr>
          <p:nvPr/>
        </p:nvGrpSpPr>
        <p:grpSpPr bwMode="auto">
          <a:xfrm>
            <a:off x="4941888" y="3495675"/>
            <a:ext cx="2101850" cy="369888"/>
            <a:chOff x="4942484" y="3496381"/>
            <a:chExt cx="2100793" cy="369332"/>
          </a:xfrm>
        </p:grpSpPr>
        <p:sp>
          <p:nvSpPr>
            <p:cNvPr id="301145" name="TextBox 1">
              <a:extLst>
                <a:ext uri="{FF2B5EF4-FFF2-40B4-BE49-F238E27FC236}">
                  <a16:creationId xmlns:a16="http://schemas.microsoft.com/office/drawing/2014/main" id="{94C43ADD-C2F7-4AB1-8AC0-FB624FA078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42484" y="3496381"/>
              <a:ext cx="210079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R1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out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R2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in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</a:t>
              </a:r>
            </a:p>
          </p:txBody>
        </p: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AD591E43-E2ED-AE40-B2ED-4CCBD149E116}"/>
                </a:ext>
              </a:extLst>
            </p:cNvPr>
            <p:cNvCxnSpPr/>
            <p:nvPr/>
          </p:nvCxnSpPr>
          <p:spPr>
            <a:xfrm>
              <a:off x="6394316" y="3528083"/>
              <a:ext cx="234832" cy="0"/>
            </a:xfrm>
            <a:prstGeom prst="line">
              <a:avLst/>
            </a:prstGeom>
            <a:ln>
              <a:solidFill>
                <a:srgbClr val="008000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1142" name="Group 6">
            <a:extLst>
              <a:ext uri="{FF2B5EF4-FFF2-40B4-BE49-F238E27FC236}">
                <a16:creationId xmlns:a16="http://schemas.microsoft.com/office/drawing/2014/main" id="{DB6A2F41-8F2A-4E4B-9741-81A65AA58BC6}"/>
              </a:ext>
            </a:extLst>
          </p:cNvPr>
          <p:cNvGrpSpPr>
            <a:grpSpLocks/>
          </p:cNvGrpSpPr>
          <p:nvPr/>
        </p:nvGrpSpPr>
        <p:grpSpPr bwMode="auto">
          <a:xfrm>
            <a:off x="4918075" y="4678363"/>
            <a:ext cx="2100263" cy="369887"/>
            <a:chOff x="4917898" y="4678597"/>
            <a:chExt cx="2100793" cy="369332"/>
          </a:xfrm>
        </p:grpSpPr>
        <p:sp>
          <p:nvSpPr>
            <p:cNvPr id="301143" name="TextBox 117">
              <a:extLst>
                <a:ext uri="{FF2B5EF4-FFF2-40B4-BE49-F238E27FC236}">
                  <a16:creationId xmlns:a16="http://schemas.microsoft.com/office/drawing/2014/main" id="{DAC96A96-7F42-4A58-8A9A-E628EB79D9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17898" y="4678597"/>
              <a:ext cx="210079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R2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out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R3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in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</a:t>
              </a:r>
            </a:p>
          </p:txBody>
        </p: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9E1C5761-598C-CB4C-B9FB-955D9FD8F98F}"/>
                </a:ext>
              </a:extLst>
            </p:cNvPr>
            <p:cNvCxnSpPr/>
            <p:nvPr/>
          </p:nvCxnSpPr>
          <p:spPr>
            <a:xfrm>
              <a:off x="6643946" y="4721395"/>
              <a:ext cx="235009" cy="0"/>
            </a:xfrm>
            <a:prstGeom prst="line">
              <a:avLst/>
            </a:prstGeom>
            <a:ln>
              <a:solidFill>
                <a:srgbClr val="0000FF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153" name="Shape 3003">
            <a:extLst>
              <a:ext uri="{FF2B5EF4-FFF2-40B4-BE49-F238E27FC236}">
                <a16:creationId xmlns:a16="http://schemas.microsoft.com/office/drawing/2014/main" id="{02221034-C4B9-4490-8337-F21F15565A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66937" y="277824"/>
            <a:ext cx="5684837" cy="3836976"/>
          </a:xfrm>
          <a:prstGeom prst="rect">
            <a:avLst/>
          </a:prstGeom>
          <a:blipFill dpi="0" rotWithShape="1">
            <a:blip r:embed="rId3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5154" name="Shape 3004">
            <a:extLst>
              <a:ext uri="{FF2B5EF4-FFF2-40B4-BE49-F238E27FC236}">
                <a16:creationId xmlns:a16="http://schemas.microsoft.com/office/drawing/2014/main" id="{E801855E-37A2-4243-A8B9-04F4727882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4238625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5155" name="Shape 3005">
            <a:extLst>
              <a:ext uri="{FF2B5EF4-FFF2-40B4-BE49-F238E27FC236}">
                <a16:creationId xmlns:a16="http://schemas.microsoft.com/office/drawing/2014/main" id="{C6E254C8-65BC-438D-811F-AB84D38439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4238625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5156" name="Shape 3006">
            <a:extLst>
              <a:ext uri="{FF2B5EF4-FFF2-40B4-BE49-F238E27FC236}">
                <a16:creationId xmlns:a16="http://schemas.microsoft.com/office/drawing/2014/main" id="{8C67BFF4-AE4F-4991-88A4-6471EFFD52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4238625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5157" name="Shape 3007">
            <a:extLst>
              <a:ext uri="{FF2B5EF4-FFF2-40B4-BE49-F238E27FC236}">
                <a16:creationId xmlns:a16="http://schemas.microsoft.com/office/drawing/2014/main" id="{DBE2F249-B2E2-4B8E-87C9-C43D642D1B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0375" y="4687888"/>
            <a:ext cx="1725613" cy="1111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5158" name="Shape 3008">
            <a:extLst>
              <a:ext uri="{FF2B5EF4-FFF2-40B4-BE49-F238E27FC236}">
                <a16:creationId xmlns:a16="http://schemas.microsoft.com/office/drawing/2014/main" id="{B9D6733D-EE12-4CB4-A5F0-EC33F7804C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4648200"/>
            <a:ext cx="11113" cy="4143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5159" name="Shape 3009">
            <a:extLst>
              <a:ext uri="{FF2B5EF4-FFF2-40B4-BE49-F238E27FC236}">
                <a16:creationId xmlns:a16="http://schemas.microsoft.com/office/drawing/2014/main" id="{38EDDB60-294E-411E-8318-50A34B0519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4648200"/>
            <a:ext cx="11113" cy="4143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5160" name="Shape 3010">
            <a:extLst>
              <a:ext uri="{FF2B5EF4-FFF2-40B4-BE49-F238E27FC236}">
                <a16:creationId xmlns:a16="http://schemas.microsoft.com/office/drawing/2014/main" id="{74BC39AE-FDBE-4213-A907-8A4AAFA957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4648200"/>
            <a:ext cx="11113" cy="4143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5161" name="Shape 3011">
            <a:extLst>
              <a:ext uri="{FF2B5EF4-FFF2-40B4-BE49-F238E27FC236}">
                <a16:creationId xmlns:a16="http://schemas.microsoft.com/office/drawing/2014/main" id="{6F40FB9E-9F58-493B-BB6E-21C0553C76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5062538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5162" name="Shape 3012">
            <a:extLst>
              <a:ext uri="{FF2B5EF4-FFF2-40B4-BE49-F238E27FC236}">
                <a16:creationId xmlns:a16="http://schemas.microsoft.com/office/drawing/2014/main" id="{3B9CB5D8-1151-4E10-9983-846C6611B0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5062538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5163" name="Shape 3013">
            <a:extLst>
              <a:ext uri="{FF2B5EF4-FFF2-40B4-BE49-F238E27FC236}">
                <a16:creationId xmlns:a16="http://schemas.microsoft.com/office/drawing/2014/main" id="{EBC9F0E7-E4AD-4BD5-81BF-030DB842F8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5062538"/>
            <a:ext cx="11113" cy="4127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5164" name="Shape 3014">
            <a:extLst>
              <a:ext uri="{FF2B5EF4-FFF2-40B4-BE49-F238E27FC236}">
                <a16:creationId xmlns:a16="http://schemas.microsoft.com/office/drawing/2014/main" id="{3AE92ACD-07F3-4E14-BCD6-FBA67EBB8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5478463"/>
            <a:ext cx="11113" cy="3619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5165" name="Shape 3015">
            <a:extLst>
              <a:ext uri="{FF2B5EF4-FFF2-40B4-BE49-F238E27FC236}">
                <a16:creationId xmlns:a16="http://schemas.microsoft.com/office/drawing/2014/main" id="{E0D44363-B7B4-4BD4-A73C-E5B0835C1E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5478463"/>
            <a:ext cx="11113" cy="3619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5166" name="Shape 3016">
            <a:extLst>
              <a:ext uri="{FF2B5EF4-FFF2-40B4-BE49-F238E27FC236}">
                <a16:creationId xmlns:a16="http://schemas.microsoft.com/office/drawing/2014/main" id="{7E89E220-C333-4CC1-B034-527B2F2A5E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5478463"/>
            <a:ext cx="11113" cy="36195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5167" name="Shape 3017">
            <a:extLst>
              <a:ext uri="{FF2B5EF4-FFF2-40B4-BE49-F238E27FC236}">
                <a16:creationId xmlns:a16="http://schemas.microsoft.com/office/drawing/2014/main" id="{2760DFC3-7286-4296-AE78-C943114A13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5840413"/>
            <a:ext cx="11113" cy="2746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5168" name="Shape 3018">
            <a:extLst>
              <a:ext uri="{FF2B5EF4-FFF2-40B4-BE49-F238E27FC236}">
                <a16:creationId xmlns:a16="http://schemas.microsoft.com/office/drawing/2014/main" id="{07F5D864-5F45-4957-B65C-918A6BA99E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5840413"/>
            <a:ext cx="11113" cy="2746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5169" name="Shape 3019">
            <a:extLst>
              <a:ext uri="{FF2B5EF4-FFF2-40B4-BE49-F238E27FC236}">
                <a16:creationId xmlns:a16="http://schemas.microsoft.com/office/drawing/2014/main" id="{73B22EAB-0051-4BB9-A112-E3AFC7273E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5840413"/>
            <a:ext cx="11113" cy="2746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5170" name="Shape 3020">
            <a:extLst>
              <a:ext uri="{FF2B5EF4-FFF2-40B4-BE49-F238E27FC236}">
                <a16:creationId xmlns:a16="http://schemas.microsoft.com/office/drawing/2014/main" id="{5FE199EB-E51C-44DC-B003-CAAC4431DB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6092825"/>
            <a:ext cx="11113" cy="2746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5171" name="Shape 3021">
            <a:extLst>
              <a:ext uri="{FF2B5EF4-FFF2-40B4-BE49-F238E27FC236}">
                <a16:creationId xmlns:a16="http://schemas.microsoft.com/office/drawing/2014/main" id="{AA70AB1F-E336-4833-8559-F4DB62A361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6092825"/>
            <a:ext cx="11113" cy="2746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5172" name="Shape 3022">
            <a:extLst>
              <a:ext uri="{FF2B5EF4-FFF2-40B4-BE49-F238E27FC236}">
                <a16:creationId xmlns:a16="http://schemas.microsoft.com/office/drawing/2014/main" id="{57731737-A52D-4530-9951-5AA2406C17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6092825"/>
            <a:ext cx="11113" cy="2746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5173" name="Shape 3023">
            <a:extLst>
              <a:ext uri="{FF2B5EF4-FFF2-40B4-BE49-F238E27FC236}">
                <a16:creationId xmlns:a16="http://schemas.microsoft.com/office/drawing/2014/main" id="{81E3A59A-4B8D-496F-9EAC-59179808CF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" y="6372225"/>
            <a:ext cx="11113" cy="315913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5174" name="Shape 3024">
            <a:extLst>
              <a:ext uri="{FF2B5EF4-FFF2-40B4-BE49-F238E27FC236}">
                <a16:creationId xmlns:a16="http://schemas.microsoft.com/office/drawing/2014/main" id="{B70D83EE-3B2C-4336-B1C6-35E6C26D50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8050" y="6372225"/>
            <a:ext cx="11113" cy="315913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5175" name="Shape 3025">
            <a:extLst>
              <a:ext uri="{FF2B5EF4-FFF2-40B4-BE49-F238E27FC236}">
                <a16:creationId xmlns:a16="http://schemas.microsoft.com/office/drawing/2014/main" id="{CE58ACE5-4BCD-4863-936E-8889E4648F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6372225"/>
            <a:ext cx="11113" cy="315913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05176" name="Shape 3026">
            <a:extLst>
              <a:ext uri="{FF2B5EF4-FFF2-40B4-BE49-F238E27FC236}">
                <a16:creationId xmlns:a16="http://schemas.microsoft.com/office/drawing/2014/main" id="{3C378470-6F06-4A58-8E6E-4C1F93144D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95688" y="5118100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R1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</a:t>
            </a:r>
          </a:p>
        </p:txBody>
      </p:sp>
      <p:sp>
        <p:nvSpPr>
          <p:cNvPr id="305177" name="Shape 3027">
            <a:extLst>
              <a:ext uri="{FF2B5EF4-FFF2-40B4-BE49-F238E27FC236}">
                <a16:creationId xmlns:a16="http://schemas.microsoft.com/office/drawing/2014/main" id="{0DECE15B-1167-4EBB-8FDD-7BC44D2190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3563" y="5103813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R1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in</a:t>
            </a:r>
          </a:p>
        </p:txBody>
      </p:sp>
      <p:sp>
        <p:nvSpPr>
          <p:cNvPr id="305178" name="Shape 3028">
            <a:extLst>
              <a:ext uri="{FF2B5EF4-FFF2-40B4-BE49-F238E27FC236}">
                <a16:creationId xmlns:a16="http://schemas.microsoft.com/office/drawing/2014/main" id="{EF697CED-353E-49DC-98D5-E2775C7548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24450" y="5103813"/>
            <a:ext cx="5921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R2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</a:t>
            </a:r>
          </a:p>
        </p:txBody>
      </p:sp>
      <p:sp>
        <p:nvSpPr>
          <p:cNvPr id="305179" name="Shape 3029">
            <a:extLst>
              <a:ext uri="{FF2B5EF4-FFF2-40B4-BE49-F238E27FC236}">
                <a16:creationId xmlns:a16="http://schemas.microsoft.com/office/drawing/2014/main" id="{E43CE21C-3D38-4683-A537-AF2CB0774D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3900" y="5103813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R2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in</a:t>
            </a:r>
          </a:p>
        </p:txBody>
      </p:sp>
      <p:sp>
        <p:nvSpPr>
          <p:cNvPr id="305180" name="Shape 3030">
            <a:extLst>
              <a:ext uri="{FF2B5EF4-FFF2-40B4-BE49-F238E27FC236}">
                <a16:creationId xmlns:a16="http://schemas.microsoft.com/office/drawing/2014/main" id="{38A0C24D-7A4D-45E4-A0F0-58537914BD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99225" y="5118100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R3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</a:t>
            </a:r>
          </a:p>
        </p:txBody>
      </p:sp>
      <p:sp>
        <p:nvSpPr>
          <p:cNvPr id="305181" name="Shape 3031">
            <a:extLst>
              <a:ext uri="{FF2B5EF4-FFF2-40B4-BE49-F238E27FC236}">
                <a16:creationId xmlns:a16="http://schemas.microsoft.com/office/drawing/2014/main" id="{4F6AF8CE-6767-4C98-BA46-D8C4EBBDD5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70750" y="5103813"/>
            <a:ext cx="5921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R3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in</a:t>
            </a:r>
          </a:p>
        </p:txBody>
      </p:sp>
      <p:sp>
        <p:nvSpPr>
          <p:cNvPr id="305182" name="Shape 3032">
            <a:extLst>
              <a:ext uri="{FF2B5EF4-FFF2-40B4-BE49-F238E27FC236}">
                <a16:creationId xmlns:a16="http://schemas.microsoft.com/office/drawing/2014/main" id="{AD7174A1-041C-44D8-898D-1F1E14EFFD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18450" y="5087938"/>
            <a:ext cx="5921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Done</a:t>
            </a:r>
          </a:p>
        </p:txBody>
      </p:sp>
      <p:sp>
        <p:nvSpPr>
          <p:cNvPr id="305183" name="Shape 3033">
            <a:extLst>
              <a:ext uri="{FF2B5EF4-FFF2-40B4-BE49-F238E27FC236}">
                <a16:creationId xmlns:a16="http://schemas.microsoft.com/office/drawing/2014/main" id="{B8150E56-FCCA-454A-8002-3A7EF861B4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4038" y="4699000"/>
            <a:ext cx="650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w = </a:t>
            </a: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</a:t>
            </a:r>
          </a:p>
        </p:txBody>
      </p:sp>
      <p:sp>
        <p:nvSpPr>
          <p:cNvPr id="305184" name="Shape 3034">
            <a:extLst>
              <a:ext uri="{FF2B5EF4-FFF2-40B4-BE49-F238E27FC236}">
                <a16:creationId xmlns:a16="http://schemas.microsoft.com/office/drawing/2014/main" id="{1548D356-7271-4BBA-A939-D39E66AA7D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76525" y="4699000"/>
            <a:ext cx="650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w = </a:t>
            </a: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</a:p>
        </p:txBody>
      </p:sp>
      <p:grpSp>
        <p:nvGrpSpPr>
          <p:cNvPr id="305185" name="Shape 3035">
            <a:extLst>
              <a:ext uri="{FF2B5EF4-FFF2-40B4-BE49-F238E27FC236}">
                <a16:creationId xmlns:a16="http://schemas.microsoft.com/office/drawing/2014/main" id="{E5B7EF3B-9243-4F78-9FD4-87A10932A9A3}"/>
              </a:ext>
            </a:extLst>
          </p:cNvPr>
          <p:cNvGrpSpPr>
            <a:grpSpLocks/>
          </p:cNvGrpSpPr>
          <p:nvPr/>
        </p:nvGrpSpPr>
        <p:grpSpPr bwMode="auto">
          <a:xfrm>
            <a:off x="484188" y="4216400"/>
            <a:ext cx="8167687" cy="2514600"/>
            <a:chOff x="603250" y="1414462"/>
            <a:chExt cx="8167586" cy="2514599"/>
          </a:xfrm>
        </p:grpSpPr>
        <p:sp>
          <p:nvSpPr>
            <p:cNvPr id="305198" name="Shape 3036">
              <a:extLst>
                <a:ext uri="{FF2B5EF4-FFF2-40B4-BE49-F238E27FC236}">
                  <a16:creationId xmlns:a16="http://schemas.microsoft.com/office/drawing/2014/main" id="{5FE95E1A-9E59-4131-9C98-B624FE13E2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9637" y="1427162"/>
              <a:ext cx="7861199" cy="95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5199" name="Shape 3037">
              <a:extLst>
                <a:ext uri="{FF2B5EF4-FFF2-40B4-BE49-F238E27FC236}">
                  <a16:creationId xmlns:a16="http://schemas.microsoft.com/office/drawing/2014/main" id="{7A7DEC1E-46C3-48C3-8098-579E22DC0F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1436687"/>
              <a:ext cx="11100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5200" name="Shape 3038">
              <a:extLst>
                <a:ext uri="{FF2B5EF4-FFF2-40B4-BE49-F238E27FC236}">
                  <a16:creationId xmlns:a16="http://schemas.microsoft.com/office/drawing/2014/main" id="{85B41262-68EC-4A3F-B7BF-C5B70044B4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1436687"/>
              <a:ext cx="11100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5201" name="Shape 3039">
              <a:extLst>
                <a:ext uri="{FF2B5EF4-FFF2-40B4-BE49-F238E27FC236}">
                  <a16:creationId xmlns:a16="http://schemas.microsoft.com/office/drawing/2014/main" id="{5780F230-9895-41F0-ABCA-431D34067F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42987" y="1603375"/>
              <a:ext cx="73019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305202" name="Shape 3040">
              <a:extLst>
                <a:ext uri="{FF2B5EF4-FFF2-40B4-BE49-F238E27FC236}">
                  <a16:creationId xmlns:a16="http://schemas.microsoft.com/office/drawing/2014/main" id="{0C7A7440-4D9B-4BEA-AC8B-DDD112DDD7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55836" y="1550987"/>
              <a:ext cx="9780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305203" name="Shape 3041">
              <a:extLst>
                <a:ext uri="{FF2B5EF4-FFF2-40B4-BE49-F238E27FC236}">
                  <a16:creationId xmlns:a16="http://schemas.microsoft.com/office/drawing/2014/main" id="{AC3E90A4-337B-4692-846F-05DDB956A6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1846261"/>
              <a:ext cx="11100" cy="4142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5204" name="Shape 3042">
              <a:extLst>
                <a:ext uri="{FF2B5EF4-FFF2-40B4-BE49-F238E27FC236}">
                  <a16:creationId xmlns:a16="http://schemas.microsoft.com/office/drawing/2014/main" id="{DEAF1D74-6832-45F0-B08A-E0942FB544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9987" y="1912936"/>
              <a:ext cx="4761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305205" name="Shape 3043">
              <a:extLst>
                <a:ext uri="{FF2B5EF4-FFF2-40B4-BE49-F238E27FC236}">
                  <a16:creationId xmlns:a16="http://schemas.microsoft.com/office/drawing/2014/main" id="{E160819E-9D73-4DFF-A6C9-B4E852D9C6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2249486"/>
              <a:ext cx="6915000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5206" name="Shape 3044">
              <a:extLst>
                <a:ext uri="{FF2B5EF4-FFF2-40B4-BE49-F238E27FC236}">
                  <a16:creationId xmlns:a16="http://schemas.microsoft.com/office/drawing/2014/main" id="{AA82411B-E983-4D02-9774-D7EB0B2D8B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2260600"/>
              <a:ext cx="11100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5207" name="Shape 3045">
              <a:extLst>
                <a:ext uri="{FF2B5EF4-FFF2-40B4-BE49-F238E27FC236}">
                  <a16:creationId xmlns:a16="http://schemas.microsoft.com/office/drawing/2014/main" id="{A33D6C5F-7DDD-47EE-B881-E73331B792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9637" y="2662236"/>
              <a:ext cx="786119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5208" name="Shape 3046">
              <a:extLst>
                <a:ext uri="{FF2B5EF4-FFF2-40B4-BE49-F238E27FC236}">
                  <a16:creationId xmlns:a16="http://schemas.microsoft.com/office/drawing/2014/main" id="{6CB30110-02D8-4B76-A0F9-F342459DCF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10250" y="1808161"/>
              <a:ext cx="7809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305209" name="Shape 3047">
              <a:extLst>
                <a:ext uri="{FF2B5EF4-FFF2-40B4-BE49-F238E27FC236}">
                  <a16:creationId xmlns:a16="http://schemas.microsoft.com/office/drawing/2014/main" id="{4384DF78-CBF6-4B85-8A81-8F29364E99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3250" y="2755900"/>
              <a:ext cx="222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05210" name="Shape 3048">
              <a:extLst>
                <a:ext uri="{FF2B5EF4-FFF2-40B4-BE49-F238E27FC236}">
                  <a16:creationId xmlns:a16="http://schemas.microsoft.com/office/drawing/2014/main" id="{E14F993C-5391-498C-A8D8-ECC9E8764C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2676525"/>
              <a:ext cx="11100" cy="362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5211" name="Shape 3049">
              <a:extLst>
                <a:ext uri="{FF2B5EF4-FFF2-40B4-BE49-F238E27FC236}">
                  <a16:creationId xmlns:a16="http://schemas.microsoft.com/office/drawing/2014/main" id="{2C7BA079-3C8D-4027-989C-95BA439A85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5075" y="2755900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305212" name="Shape 3050">
              <a:extLst>
                <a:ext uri="{FF2B5EF4-FFF2-40B4-BE49-F238E27FC236}">
                  <a16:creationId xmlns:a16="http://schemas.microsoft.com/office/drawing/2014/main" id="{A49CE40C-DB09-4924-8E93-2468F9EBEB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6775" y="2755900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305213" name="Shape 3051">
              <a:extLst>
                <a:ext uri="{FF2B5EF4-FFF2-40B4-BE49-F238E27FC236}">
                  <a16:creationId xmlns:a16="http://schemas.microsoft.com/office/drawing/2014/main" id="{AFF7D61C-7A84-44C2-86FC-8002E3E2E7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4025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5214" name="Shape 3052">
              <a:extLst>
                <a:ext uri="{FF2B5EF4-FFF2-40B4-BE49-F238E27FC236}">
                  <a16:creationId xmlns:a16="http://schemas.microsoft.com/office/drawing/2014/main" id="{F4A1FF10-07D5-4C2D-8CFD-C7D7BA811F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061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05215" name="Shape 3053">
              <a:extLst>
                <a:ext uri="{FF2B5EF4-FFF2-40B4-BE49-F238E27FC236}">
                  <a16:creationId xmlns:a16="http://schemas.microsoft.com/office/drawing/2014/main" id="{2DB3C960-0C25-4D93-928E-29218F4FC7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9062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5216" name="Shape 3054">
              <a:extLst>
                <a:ext uri="{FF2B5EF4-FFF2-40B4-BE49-F238E27FC236}">
                  <a16:creationId xmlns:a16="http://schemas.microsoft.com/office/drawing/2014/main" id="{D5321A6F-61C5-476E-B787-F30349ADFB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6137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5217" name="Shape 3055">
              <a:extLst>
                <a:ext uri="{FF2B5EF4-FFF2-40B4-BE49-F238E27FC236}">
                  <a16:creationId xmlns:a16="http://schemas.microsoft.com/office/drawing/2014/main" id="{F8C300CB-76CA-41C3-A34D-CD690C0F7A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3212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5218" name="Shape 3056">
              <a:extLst>
                <a:ext uri="{FF2B5EF4-FFF2-40B4-BE49-F238E27FC236}">
                  <a16:creationId xmlns:a16="http://schemas.microsoft.com/office/drawing/2014/main" id="{655C84EE-EE1E-4A95-911E-E2D312432F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1875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5219" name="Shape 3057">
              <a:extLst>
                <a:ext uri="{FF2B5EF4-FFF2-40B4-BE49-F238E27FC236}">
                  <a16:creationId xmlns:a16="http://schemas.microsoft.com/office/drawing/2014/main" id="{E2A247D6-EE48-4566-864F-FFD5C19227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38950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5220" name="Shape 3058">
              <a:extLst>
                <a:ext uri="{FF2B5EF4-FFF2-40B4-BE49-F238E27FC236}">
                  <a16:creationId xmlns:a16="http://schemas.microsoft.com/office/drawing/2014/main" id="{25DDAEB5-D6FD-45BF-99A1-25FF04FF52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4436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5221" name="Shape 3059">
              <a:extLst>
                <a:ext uri="{FF2B5EF4-FFF2-40B4-BE49-F238E27FC236}">
                  <a16:creationId xmlns:a16="http://schemas.microsoft.com/office/drawing/2014/main" id="{5F636EDA-05C0-43F5-AACE-778023FD4F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1986" y="27559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5222" name="Shape 3060">
              <a:extLst>
                <a:ext uri="{FF2B5EF4-FFF2-40B4-BE49-F238E27FC236}">
                  <a16:creationId xmlns:a16="http://schemas.microsoft.com/office/drawing/2014/main" id="{56E0988D-6AF6-4937-9A0C-EEFFDCF3FB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" y="3030536"/>
              <a:ext cx="20939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305223" name="Shape 3061">
              <a:extLst>
                <a:ext uri="{FF2B5EF4-FFF2-40B4-BE49-F238E27FC236}">
                  <a16:creationId xmlns:a16="http://schemas.microsoft.com/office/drawing/2014/main" id="{B901FF5F-9E97-43A1-AAC2-DA6A831BBD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3038475"/>
              <a:ext cx="11100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5224" name="Shape 3062">
              <a:extLst>
                <a:ext uri="{FF2B5EF4-FFF2-40B4-BE49-F238E27FC236}">
                  <a16:creationId xmlns:a16="http://schemas.microsoft.com/office/drawing/2014/main" id="{FC966026-E747-45B5-BC79-811834139E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662" y="3030536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305225" name="Shape 3063">
              <a:extLst>
                <a:ext uri="{FF2B5EF4-FFF2-40B4-BE49-F238E27FC236}">
                  <a16:creationId xmlns:a16="http://schemas.microsoft.com/office/drawing/2014/main" id="{82A64C37-EF47-4FD0-880D-50A54E14E5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8361" y="3030536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305226" name="Shape 3064">
              <a:extLst>
                <a:ext uri="{FF2B5EF4-FFF2-40B4-BE49-F238E27FC236}">
                  <a16:creationId xmlns:a16="http://schemas.microsoft.com/office/drawing/2014/main" id="{FBE63CD9-CA52-42D6-B656-3BCC14C7FB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5611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05227" name="Shape 3065">
              <a:extLst>
                <a:ext uri="{FF2B5EF4-FFF2-40B4-BE49-F238E27FC236}">
                  <a16:creationId xmlns:a16="http://schemas.microsoft.com/office/drawing/2014/main" id="{BAFE1A30-9073-4741-B125-2D33137E8B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061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5228" name="Shape 3066">
              <a:extLst>
                <a:ext uri="{FF2B5EF4-FFF2-40B4-BE49-F238E27FC236}">
                  <a16:creationId xmlns:a16="http://schemas.microsoft.com/office/drawing/2014/main" id="{1D9C4BDB-6A35-4848-8F28-EC9398E0C3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650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5229" name="Shape 3067">
              <a:extLst>
                <a:ext uri="{FF2B5EF4-FFF2-40B4-BE49-F238E27FC236}">
                  <a16:creationId xmlns:a16="http://schemas.microsoft.com/office/drawing/2014/main" id="{6F06FC6C-A06E-4E28-9ADD-ABF0E75132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7725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5230" name="Shape 3068">
              <a:extLst>
                <a:ext uri="{FF2B5EF4-FFF2-40B4-BE49-F238E27FC236}">
                  <a16:creationId xmlns:a16="http://schemas.microsoft.com/office/drawing/2014/main" id="{9E03DCF4-DA1E-46F3-B826-56CB0D3F43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4800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05231" name="Shape 3069">
              <a:extLst>
                <a:ext uri="{FF2B5EF4-FFF2-40B4-BE49-F238E27FC236}">
                  <a16:creationId xmlns:a16="http://schemas.microsoft.com/office/drawing/2014/main" id="{BBAF170A-4FE4-469C-87EC-C71921B60E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1875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5232" name="Shape 3070">
              <a:extLst>
                <a:ext uri="{FF2B5EF4-FFF2-40B4-BE49-F238E27FC236}">
                  <a16:creationId xmlns:a16="http://schemas.microsoft.com/office/drawing/2014/main" id="{F0BF1D80-3907-4202-B5C6-6AC8E188EA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38950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5233" name="Shape 3071">
              <a:extLst>
                <a:ext uri="{FF2B5EF4-FFF2-40B4-BE49-F238E27FC236}">
                  <a16:creationId xmlns:a16="http://schemas.microsoft.com/office/drawing/2014/main" id="{88450CC3-01A3-4D00-A272-D4C5EAF4F3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6025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05234" name="Shape 3072">
              <a:extLst>
                <a:ext uri="{FF2B5EF4-FFF2-40B4-BE49-F238E27FC236}">
                  <a16:creationId xmlns:a16="http://schemas.microsoft.com/office/drawing/2014/main" id="{270F0931-FC17-415F-BF5B-A5EC3EA97D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1986" y="3030536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5235" name="Shape 3073">
              <a:extLst>
                <a:ext uri="{FF2B5EF4-FFF2-40B4-BE49-F238E27FC236}">
                  <a16:creationId xmlns:a16="http://schemas.microsoft.com/office/drawing/2014/main" id="{35170F69-7E2A-4C1C-B90C-E413A7E2AF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" y="3302000"/>
              <a:ext cx="20939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05236" name="Shape 3074">
              <a:extLst>
                <a:ext uri="{FF2B5EF4-FFF2-40B4-BE49-F238E27FC236}">
                  <a16:creationId xmlns:a16="http://schemas.microsoft.com/office/drawing/2014/main" id="{66F74086-09C3-4464-BCDF-113B207A20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3290887"/>
              <a:ext cx="11100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5237" name="Shape 3075">
              <a:extLst>
                <a:ext uri="{FF2B5EF4-FFF2-40B4-BE49-F238E27FC236}">
                  <a16:creationId xmlns:a16="http://schemas.microsoft.com/office/drawing/2014/main" id="{57E8ED0F-1593-48D9-BFB7-8BAC81EC2E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662" y="3302000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305238" name="Shape 3076">
              <a:extLst>
                <a:ext uri="{FF2B5EF4-FFF2-40B4-BE49-F238E27FC236}">
                  <a16:creationId xmlns:a16="http://schemas.microsoft.com/office/drawing/2014/main" id="{38414C2B-E45F-4D7F-8F8A-AE4B5D19D6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8361" y="3302000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305239" name="Shape 3077">
              <a:extLst>
                <a:ext uri="{FF2B5EF4-FFF2-40B4-BE49-F238E27FC236}">
                  <a16:creationId xmlns:a16="http://schemas.microsoft.com/office/drawing/2014/main" id="{8F16584F-6153-45D9-B7B7-2561C9806B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5611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05240" name="Shape 3078">
              <a:extLst>
                <a:ext uri="{FF2B5EF4-FFF2-40B4-BE49-F238E27FC236}">
                  <a16:creationId xmlns:a16="http://schemas.microsoft.com/office/drawing/2014/main" id="{956609B6-96A9-4FEE-9F0F-23E4C0C90E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061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05241" name="Shape 3079">
              <a:extLst>
                <a:ext uri="{FF2B5EF4-FFF2-40B4-BE49-F238E27FC236}">
                  <a16:creationId xmlns:a16="http://schemas.microsoft.com/office/drawing/2014/main" id="{3005F0EF-9BA1-4897-B51D-32DDB7B509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650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05242" name="Shape 3080">
              <a:extLst>
                <a:ext uri="{FF2B5EF4-FFF2-40B4-BE49-F238E27FC236}">
                  <a16:creationId xmlns:a16="http://schemas.microsoft.com/office/drawing/2014/main" id="{1DA37774-455B-444E-B881-2AD42085B2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7725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5243" name="Shape 3081">
              <a:extLst>
                <a:ext uri="{FF2B5EF4-FFF2-40B4-BE49-F238E27FC236}">
                  <a16:creationId xmlns:a16="http://schemas.microsoft.com/office/drawing/2014/main" id="{EAB82942-1ECE-4595-A58F-6F0501B2FD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4800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5244" name="Shape 3082">
              <a:extLst>
                <a:ext uri="{FF2B5EF4-FFF2-40B4-BE49-F238E27FC236}">
                  <a16:creationId xmlns:a16="http://schemas.microsoft.com/office/drawing/2014/main" id="{8A6C829B-A18B-4566-A65D-B1C5036436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1875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05245" name="Shape 3083">
              <a:extLst>
                <a:ext uri="{FF2B5EF4-FFF2-40B4-BE49-F238E27FC236}">
                  <a16:creationId xmlns:a16="http://schemas.microsoft.com/office/drawing/2014/main" id="{CC212168-BF62-4DCC-8F54-1B0906EB40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38950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5246" name="Shape 3084">
              <a:extLst>
                <a:ext uri="{FF2B5EF4-FFF2-40B4-BE49-F238E27FC236}">
                  <a16:creationId xmlns:a16="http://schemas.microsoft.com/office/drawing/2014/main" id="{D98DB0C0-FAC7-48AD-9354-51AC8E14BE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6025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5247" name="Shape 3085">
              <a:extLst>
                <a:ext uri="{FF2B5EF4-FFF2-40B4-BE49-F238E27FC236}">
                  <a16:creationId xmlns:a16="http://schemas.microsoft.com/office/drawing/2014/main" id="{DDEBEF14-FA9A-41ED-9CEC-F438F513E7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1986" y="3302000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5248" name="Shape 3086">
              <a:extLst>
                <a:ext uri="{FF2B5EF4-FFF2-40B4-BE49-F238E27FC236}">
                  <a16:creationId xmlns:a16="http://schemas.microsoft.com/office/drawing/2014/main" id="{0A789EF4-1616-4A25-B8CB-67077D8BC7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3250" y="3576637"/>
              <a:ext cx="222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05249" name="Shape 3087">
              <a:extLst>
                <a:ext uri="{FF2B5EF4-FFF2-40B4-BE49-F238E27FC236}">
                  <a16:creationId xmlns:a16="http://schemas.microsoft.com/office/drawing/2014/main" id="{BC419C1B-F261-48A2-A936-487CD0706E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436" y="3570287"/>
              <a:ext cx="11100" cy="315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5250" name="Shape 3088">
              <a:extLst>
                <a:ext uri="{FF2B5EF4-FFF2-40B4-BE49-F238E27FC236}">
                  <a16:creationId xmlns:a16="http://schemas.microsoft.com/office/drawing/2014/main" id="{E8C73BC7-B5EF-43FA-8C97-F993AE19EC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5075" y="3576637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305251" name="Shape 3089">
              <a:extLst>
                <a:ext uri="{FF2B5EF4-FFF2-40B4-BE49-F238E27FC236}">
                  <a16:creationId xmlns:a16="http://schemas.microsoft.com/office/drawing/2014/main" id="{A004AEB0-7B86-47CE-BCEF-210F9D6089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6775" y="3576637"/>
              <a:ext cx="2286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305252" name="Shape 3090">
              <a:extLst>
                <a:ext uri="{FF2B5EF4-FFF2-40B4-BE49-F238E27FC236}">
                  <a16:creationId xmlns:a16="http://schemas.microsoft.com/office/drawing/2014/main" id="{73A9BBB5-FDA9-49B2-9D37-2EEE4AC2D6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4025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5253" name="Shape 3091">
              <a:extLst>
                <a:ext uri="{FF2B5EF4-FFF2-40B4-BE49-F238E27FC236}">
                  <a16:creationId xmlns:a16="http://schemas.microsoft.com/office/drawing/2014/main" id="{8325E918-A2EF-431F-98C4-5F78245A9A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061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5254" name="Shape 3092">
              <a:extLst>
                <a:ext uri="{FF2B5EF4-FFF2-40B4-BE49-F238E27FC236}">
                  <a16:creationId xmlns:a16="http://schemas.microsoft.com/office/drawing/2014/main" id="{0C28F3EF-36FB-4858-995F-2E06E573AF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9062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5255" name="Shape 3093">
              <a:extLst>
                <a:ext uri="{FF2B5EF4-FFF2-40B4-BE49-F238E27FC236}">
                  <a16:creationId xmlns:a16="http://schemas.microsoft.com/office/drawing/2014/main" id="{95F199FC-EFED-4685-8816-359191A76E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6137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05256" name="Shape 3094">
              <a:extLst>
                <a:ext uri="{FF2B5EF4-FFF2-40B4-BE49-F238E27FC236}">
                  <a16:creationId xmlns:a16="http://schemas.microsoft.com/office/drawing/2014/main" id="{C1F82CD1-B76B-4137-B99F-6029A38724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3212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5257" name="Shape 3095">
              <a:extLst>
                <a:ext uri="{FF2B5EF4-FFF2-40B4-BE49-F238E27FC236}">
                  <a16:creationId xmlns:a16="http://schemas.microsoft.com/office/drawing/2014/main" id="{24909A89-1572-4686-B4E7-DB9983370F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1875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5258" name="Shape 3096">
              <a:extLst>
                <a:ext uri="{FF2B5EF4-FFF2-40B4-BE49-F238E27FC236}">
                  <a16:creationId xmlns:a16="http://schemas.microsoft.com/office/drawing/2014/main" id="{99EDA0DD-EE62-4566-A3C7-C7FEE0AA4C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38950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05259" name="Shape 3097">
              <a:extLst>
                <a:ext uri="{FF2B5EF4-FFF2-40B4-BE49-F238E27FC236}">
                  <a16:creationId xmlns:a16="http://schemas.microsoft.com/office/drawing/2014/main" id="{D5353B0D-D158-44F1-947F-5DF2E93221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4436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5260" name="Shape 3098">
              <a:extLst>
                <a:ext uri="{FF2B5EF4-FFF2-40B4-BE49-F238E27FC236}">
                  <a16:creationId xmlns:a16="http://schemas.microsoft.com/office/drawing/2014/main" id="{0675DC7C-DB81-4AB8-BF1A-202494A964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9637" y="3897312"/>
              <a:ext cx="786119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5261" name="Shape 3099">
              <a:extLst>
                <a:ext uri="{FF2B5EF4-FFF2-40B4-BE49-F238E27FC236}">
                  <a16:creationId xmlns:a16="http://schemas.microsoft.com/office/drawing/2014/main" id="{BFBCB0C9-0475-437D-B612-6629B5F706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1986" y="3576637"/>
              <a:ext cx="17130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cxnSp>
          <p:nvCxnSpPr>
            <p:cNvPr id="305262" name="Shape 3100">
              <a:extLst>
                <a:ext uri="{FF2B5EF4-FFF2-40B4-BE49-F238E27FC236}">
                  <a16:creationId xmlns:a16="http://schemas.microsoft.com/office/drawing/2014/main" id="{76060233-5E34-4626-8063-A6EE6A7D1D8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14400" y="1428750"/>
              <a:ext cx="0" cy="2471699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263" name="Shape 3101">
              <a:extLst>
                <a:ext uri="{FF2B5EF4-FFF2-40B4-BE49-F238E27FC236}">
                  <a16:creationId xmlns:a16="http://schemas.microsoft.com/office/drawing/2014/main" id="{2197C5FB-34B4-4A69-84E8-9596985F878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571875" y="1443037"/>
              <a:ext cx="0" cy="244320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264" name="Shape 3102">
              <a:extLst>
                <a:ext uri="{FF2B5EF4-FFF2-40B4-BE49-F238E27FC236}">
                  <a16:creationId xmlns:a16="http://schemas.microsoft.com/office/drawing/2014/main" id="{15F11E8C-6AD8-4459-B1D9-7033ACFBA13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3086" y="1885950"/>
              <a:ext cx="1728900" cy="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265" name="Shape 3103">
              <a:extLst>
                <a:ext uri="{FF2B5EF4-FFF2-40B4-BE49-F238E27FC236}">
                  <a16:creationId xmlns:a16="http://schemas.microsoft.com/office/drawing/2014/main" id="{A8A82283-09C2-4AC3-B142-7D07FE11D6F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758236" y="1414462"/>
              <a:ext cx="0" cy="2514599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05186" name="Shape 3104">
            <a:extLst>
              <a:ext uri="{FF2B5EF4-FFF2-40B4-BE49-F238E27FC236}">
                <a16:creationId xmlns:a16="http://schemas.microsoft.com/office/drawing/2014/main" id="{8E005832-207C-4753-B324-02316CD0D6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0238" y="5087938"/>
            <a:ext cx="5127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</a:p>
        </p:txBody>
      </p:sp>
      <p:sp>
        <p:nvSpPr>
          <p:cNvPr id="305187" name="Shape 3105">
            <a:extLst>
              <a:ext uri="{FF2B5EF4-FFF2-40B4-BE49-F238E27FC236}">
                <a16:creationId xmlns:a16="http://schemas.microsoft.com/office/drawing/2014/main" id="{D727E8ED-9658-4CAB-83B4-E8594C0382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7963" y="5118100"/>
            <a:ext cx="5111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</a:p>
        </p:txBody>
      </p:sp>
      <p:sp>
        <p:nvSpPr>
          <p:cNvPr id="305188" name="Shape 3106">
            <a:extLst>
              <a:ext uri="{FF2B5EF4-FFF2-40B4-BE49-F238E27FC236}">
                <a16:creationId xmlns:a16="http://schemas.microsoft.com/office/drawing/2014/main" id="{FBEF69A8-3BFC-4BE3-96E0-4FBEB3E3D6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5363" y="5100638"/>
            <a:ext cx="5111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</a:p>
        </p:txBody>
      </p:sp>
      <p:sp>
        <p:nvSpPr>
          <p:cNvPr id="305189" name="TextBox 105">
            <a:extLst>
              <a:ext uri="{FF2B5EF4-FFF2-40B4-BE49-F238E27FC236}">
                <a16:creationId xmlns:a16="http://schemas.microsoft.com/office/drawing/2014/main" id="{970542E5-2D95-41C6-B66F-BC161D35D1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1775" y="703263"/>
            <a:ext cx="663575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y</a:t>
            </a:r>
            <a:r>
              <a:rPr kumimoji="0" lang="en-US" altLang="en-US" sz="1800" b="0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1</a:t>
            </a: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 y</a:t>
            </a:r>
            <a:r>
              <a:rPr kumimoji="0" lang="en-US" altLang="en-US" sz="1800" b="0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2</a:t>
            </a:r>
          </a:p>
        </p:txBody>
      </p:sp>
      <p:grpSp>
        <p:nvGrpSpPr>
          <p:cNvPr id="305190" name="Group 106">
            <a:extLst>
              <a:ext uri="{FF2B5EF4-FFF2-40B4-BE49-F238E27FC236}">
                <a16:creationId xmlns:a16="http://schemas.microsoft.com/office/drawing/2014/main" id="{102CF6CD-883A-4E89-B973-F913E369C9C6}"/>
              </a:ext>
            </a:extLst>
          </p:cNvPr>
          <p:cNvGrpSpPr>
            <a:grpSpLocks/>
          </p:cNvGrpSpPr>
          <p:nvPr/>
        </p:nvGrpSpPr>
        <p:grpSpPr bwMode="auto">
          <a:xfrm>
            <a:off x="7877175" y="1774825"/>
            <a:ext cx="663575" cy="369888"/>
            <a:chOff x="4942484" y="3496381"/>
            <a:chExt cx="663626" cy="369332"/>
          </a:xfrm>
        </p:grpSpPr>
        <p:sp>
          <p:nvSpPr>
            <p:cNvPr id="305196" name="TextBox 107">
              <a:extLst>
                <a:ext uri="{FF2B5EF4-FFF2-40B4-BE49-F238E27FC236}">
                  <a16:creationId xmlns:a16="http://schemas.microsoft.com/office/drawing/2014/main" id="{B3BB27A5-7EFD-41C8-A912-96045EBEA8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42484" y="3496381"/>
              <a:ext cx="66362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</a:t>
              </a:r>
            </a:p>
          </p:txBody>
        </p:sp>
        <p:cxnSp>
          <p:nvCxnSpPr>
            <p:cNvPr id="109" name="Straight Connector 108">
              <a:extLst>
                <a:ext uri="{FF2B5EF4-FFF2-40B4-BE49-F238E27FC236}">
                  <a16:creationId xmlns:a16="http://schemas.microsoft.com/office/drawing/2014/main" id="{19F77064-F62C-1344-91EE-2D5DEA6DC45C}"/>
                </a:ext>
              </a:extLst>
            </p:cNvPr>
            <p:cNvCxnSpPr/>
            <p:nvPr/>
          </p:nvCxnSpPr>
          <p:spPr>
            <a:xfrm>
              <a:off x="4998051" y="3528083"/>
              <a:ext cx="234968" cy="0"/>
            </a:xfrm>
            <a:prstGeom prst="line">
              <a:avLst/>
            </a:prstGeom>
            <a:ln>
              <a:solidFill>
                <a:srgbClr val="008000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5191" name="Group 112">
            <a:extLst>
              <a:ext uri="{FF2B5EF4-FFF2-40B4-BE49-F238E27FC236}">
                <a16:creationId xmlns:a16="http://schemas.microsoft.com/office/drawing/2014/main" id="{8DDDE6E7-986A-421C-8C10-639E3E34A884}"/>
              </a:ext>
            </a:extLst>
          </p:cNvPr>
          <p:cNvGrpSpPr>
            <a:grpSpLocks/>
          </p:cNvGrpSpPr>
          <p:nvPr/>
        </p:nvGrpSpPr>
        <p:grpSpPr bwMode="auto">
          <a:xfrm>
            <a:off x="7862888" y="3467100"/>
            <a:ext cx="663575" cy="369888"/>
            <a:chOff x="4942484" y="3496381"/>
            <a:chExt cx="663626" cy="369332"/>
          </a:xfrm>
        </p:grpSpPr>
        <p:sp>
          <p:nvSpPr>
            <p:cNvPr id="305194" name="TextBox 113">
              <a:extLst>
                <a:ext uri="{FF2B5EF4-FFF2-40B4-BE49-F238E27FC236}">
                  <a16:creationId xmlns:a16="http://schemas.microsoft.com/office/drawing/2014/main" id="{6DE29A63-976C-4E25-8350-3146A18C7C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42484" y="3496381"/>
              <a:ext cx="66362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</a:t>
              </a:r>
            </a:p>
          </p:txBody>
        </p: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A3F25CD6-386A-6F4B-B45B-C03F5F3B0139}"/>
                </a:ext>
              </a:extLst>
            </p:cNvPr>
            <p:cNvCxnSpPr/>
            <p:nvPr/>
          </p:nvCxnSpPr>
          <p:spPr>
            <a:xfrm>
              <a:off x="5260008" y="3528083"/>
              <a:ext cx="234968" cy="0"/>
            </a:xfrm>
            <a:prstGeom prst="line">
              <a:avLst/>
            </a:prstGeom>
            <a:ln>
              <a:solidFill>
                <a:srgbClr val="0000FF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305192" name="Picture 3" descr="Screen shot 2014-04-07 at 3.54.33 PM.png">
            <a:extLst>
              <a:ext uri="{FF2B5EF4-FFF2-40B4-BE49-F238E27FC236}">
                <a16:creationId xmlns:a16="http://schemas.microsoft.com/office/drawing/2014/main" id="{198535CE-7B16-4C78-80C1-1B249BF81F1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4475" y="558800"/>
            <a:ext cx="1971675" cy="514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5193" name="Picture 4" descr="Screen shot 2014-04-07 at 3.54.42 PM.png">
            <a:extLst>
              <a:ext uri="{FF2B5EF4-FFF2-40B4-BE49-F238E27FC236}">
                <a16:creationId xmlns:a16="http://schemas.microsoft.com/office/drawing/2014/main" id="{275FE66B-6B86-414C-9B2B-980E6FC3D1D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7325" y="2608263"/>
            <a:ext cx="2119313" cy="620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35AF2868-EB38-4EAE-B3AB-A11B57FE709E}"/>
                  </a:ext>
                </a:extLst>
              </p14:cNvPr>
              <p14:cNvContentPartPr/>
              <p14:nvPr/>
            </p14:nvContentPartPr>
            <p14:xfrm>
              <a:off x="4178880" y="1977480"/>
              <a:ext cx="51840" cy="4896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35AF2868-EB38-4EAE-B3AB-A11B57FE709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169520" y="1968120"/>
                <a:ext cx="70560" cy="6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8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ED9506F7-DD59-4782-9014-9DD967DE6B65}"/>
                  </a:ext>
                </a:extLst>
              </p14:cNvPr>
              <p14:cNvContentPartPr/>
              <p14:nvPr/>
            </p14:nvContentPartPr>
            <p14:xfrm>
              <a:off x="1424880" y="765720"/>
              <a:ext cx="7122240" cy="3197160"/>
            </p14:xfrm>
          </p:contentPart>
        </mc:Choice>
        <mc:Fallback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ED9506F7-DD59-4782-9014-9DD967DE6B65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415520" y="756360"/>
                <a:ext cx="7140960" cy="321588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7201" name="Group 16">
            <a:extLst>
              <a:ext uri="{FF2B5EF4-FFF2-40B4-BE49-F238E27FC236}">
                <a16:creationId xmlns:a16="http://schemas.microsoft.com/office/drawing/2014/main" id="{E7115F1F-BAE1-43CB-B7E7-8A5CAB96AA0A}"/>
              </a:ext>
            </a:extLst>
          </p:cNvPr>
          <p:cNvGrpSpPr>
            <a:grpSpLocks/>
          </p:cNvGrpSpPr>
          <p:nvPr/>
        </p:nvGrpSpPr>
        <p:grpSpPr bwMode="auto">
          <a:xfrm>
            <a:off x="300038" y="920750"/>
            <a:ext cx="8104187" cy="5378450"/>
            <a:chOff x="393952" y="920365"/>
            <a:chExt cx="8103464" cy="5378835"/>
          </a:xfrm>
        </p:grpSpPr>
        <p:cxnSp>
          <p:nvCxnSpPr>
            <p:cNvPr id="307202" name="Shape 1576">
              <a:extLst>
                <a:ext uri="{FF2B5EF4-FFF2-40B4-BE49-F238E27FC236}">
                  <a16:creationId xmlns:a16="http://schemas.microsoft.com/office/drawing/2014/main" id="{2428B8C8-0138-4057-87F4-F35A700E272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931439" y="1673366"/>
              <a:ext cx="0" cy="4585740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7203" name="Shape 1577">
              <a:extLst>
                <a:ext uri="{FF2B5EF4-FFF2-40B4-BE49-F238E27FC236}">
                  <a16:creationId xmlns:a16="http://schemas.microsoft.com/office/drawing/2014/main" id="{80F167E8-1FF7-40EE-BDA2-D36BE7FDFE6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497939" y="1673366"/>
              <a:ext cx="1882" cy="4585740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7204" name="Shape 1578">
              <a:extLst>
                <a:ext uri="{FF2B5EF4-FFF2-40B4-BE49-F238E27FC236}">
                  <a16:creationId xmlns:a16="http://schemas.microsoft.com/office/drawing/2014/main" id="{9415A029-1B0D-4287-A2D9-064F1244DCC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039972" y="1673366"/>
              <a:ext cx="3766" cy="4585740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7205" name="Shape 1579">
              <a:extLst>
                <a:ext uri="{FF2B5EF4-FFF2-40B4-BE49-F238E27FC236}">
                  <a16:creationId xmlns:a16="http://schemas.microsoft.com/office/drawing/2014/main" id="{BCDFA487-7490-4938-9B87-FA79EE96A3C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609295" y="1673366"/>
              <a:ext cx="2825" cy="4585740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7206" name="Shape 1580">
              <a:extLst>
                <a:ext uri="{FF2B5EF4-FFF2-40B4-BE49-F238E27FC236}">
                  <a16:creationId xmlns:a16="http://schemas.microsoft.com/office/drawing/2014/main" id="{41C53D1A-BF40-49B4-A542-4F761E82D87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4156035" y="1673366"/>
              <a:ext cx="1098" cy="4625834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7207" name="Shape 1581">
              <a:extLst>
                <a:ext uri="{FF2B5EF4-FFF2-40B4-BE49-F238E27FC236}">
                  <a16:creationId xmlns:a16="http://schemas.microsoft.com/office/drawing/2014/main" id="{697AD3AD-28B3-47EB-BA36-3FF6D1FA330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4698069" y="1673366"/>
              <a:ext cx="931" cy="4600434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7208" name="Shape 1582">
              <a:extLst>
                <a:ext uri="{FF2B5EF4-FFF2-40B4-BE49-F238E27FC236}">
                  <a16:creationId xmlns:a16="http://schemas.microsoft.com/office/drawing/2014/main" id="{8B36FEA6-474A-4A5B-8B7F-A80486A48D9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266267" y="1673366"/>
              <a:ext cx="2066" cy="4617367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7209" name="Shape 1583">
              <a:extLst>
                <a:ext uri="{FF2B5EF4-FFF2-40B4-BE49-F238E27FC236}">
                  <a16:creationId xmlns:a16="http://schemas.microsoft.com/office/drawing/2014/main" id="{AE173C5F-E2E8-49B7-BA9B-269DC211C6C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808133" y="1673366"/>
              <a:ext cx="2234" cy="4617367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7210" name="Shape 1584">
              <a:extLst>
                <a:ext uri="{FF2B5EF4-FFF2-40B4-BE49-F238E27FC236}">
                  <a16:creationId xmlns:a16="http://schemas.microsoft.com/office/drawing/2014/main" id="{0EB45976-0AE5-47EE-9F43-ABFE78D7BC9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380631" y="1673366"/>
              <a:ext cx="3236" cy="4608901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7211" name="Shape 1585">
              <a:extLst>
                <a:ext uri="{FF2B5EF4-FFF2-40B4-BE49-F238E27FC236}">
                  <a16:creationId xmlns:a16="http://schemas.microsoft.com/office/drawing/2014/main" id="{241B09A2-B10C-4D97-A93D-B17510D5A54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922664" y="1673366"/>
              <a:ext cx="3069" cy="4617367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7212" name="Shape 1586">
              <a:extLst>
                <a:ext uri="{FF2B5EF4-FFF2-40B4-BE49-F238E27FC236}">
                  <a16:creationId xmlns:a16="http://schemas.microsoft.com/office/drawing/2014/main" id="{8339A571-DBC5-467A-AA38-C3FBA1F0024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7491045" y="1673366"/>
              <a:ext cx="1955" cy="4625834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7213" name="Shape 1587">
              <a:extLst>
                <a:ext uri="{FF2B5EF4-FFF2-40B4-BE49-F238E27FC236}">
                  <a16:creationId xmlns:a16="http://schemas.microsoft.com/office/drawing/2014/main" id="{B8530AB9-66FD-433A-8468-E86A1E40415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8034867" y="1673366"/>
              <a:ext cx="95" cy="4625834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07214" name="Shape 1588">
              <a:extLst>
                <a:ext uri="{FF2B5EF4-FFF2-40B4-BE49-F238E27FC236}">
                  <a16:creationId xmlns:a16="http://schemas.microsoft.com/office/drawing/2014/main" id="{D8699DD0-8E25-4BBA-8443-832BD0AD9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541" y="1302169"/>
              <a:ext cx="2222713" cy="327259"/>
            </a:xfrm>
            <a:custGeom>
              <a:avLst/>
              <a:gdLst>
                <a:gd name="T0" fmla="*/ 2147483646 w 2364"/>
                <a:gd name="T1" fmla="*/ 2147483646 h 433"/>
                <a:gd name="T2" fmla="*/ 2147483646 w 2364"/>
                <a:gd name="T3" fmla="*/ 0 h 433"/>
                <a:gd name="T4" fmla="*/ 2147483646 w 2364"/>
                <a:gd name="T5" fmla="*/ 0 h 433"/>
                <a:gd name="T6" fmla="*/ 2147483646 w 2364"/>
                <a:gd name="T7" fmla="*/ 2147483646 h 433"/>
                <a:gd name="T8" fmla="*/ 2147483646 w 2364"/>
                <a:gd name="T9" fmla="*/ 2147483646 h 433"/>
                <a:gd name="T10" fmla="*/ 2147483646 w 2364"/>
                <a:gd name="T11" fmla="*/ 0 h 433"/>
                <a:gd name="T12" fmla="*/ 2147483646 w 2364"/>
                <a:gd name="T13" fmla="*/ 0 h 433"/>
                <a:gd name="T14" fmla="*/ 2147483646 w 2364"/>
                <a:gd name="T15" fmla="*/ 2147483646 h 433"/>
                <a:gd name="T16" fmla="*/ 2147483646 w 2364"/>
                <a:gd name="T17" fmla="*/ 2147483646 h 433"/>
                <a:gd name="T18" fmla="*/ 2147483646 w 2364"/>
                <a:gd name="T19" fmla="*/ 0 h 433"/>
                <a:gd name="T20" fmla="*/ 2147483646 w 2364"/>
                <a:gd name="T21" fmla="*/ 0 h 433"/>
                <a:gd name="T22" fmla="*/ 2147483646 w 2364"/>
                <a:gd name="T23" fmla="*/ 2147483646 h 433"/>
                <a:gd name="T24" fmla="*/ 2147483646 w 2364"/>
                <a:gd name="T25" fmla="*/ 2147483646 h 433"/>
                <a:gd name="T26" fmla="*/ 2147483646 w 2364"/>
                <a:gd name="T27" fmla="*/ 0 h 433"/>
                <a:gd name="T28" fmla="*/ 2147483646 w 2364"/>
                <a:gd name="T29" fmla="*/ 0 h 433"/>
                <a:gd name="T30" fmla="*/ 2147483646 w 2364"/>
                <a:gd name="T31" fmla="*/ 2147483646 h 433"/>
                <a:gd name="T32" fmla="*/ 0 w 2364"/>
                <a:gd name="T33" fmla="*/ 2147483646 h 4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364"/>
                <a:gd name="T52" fmla="*/ 0 h 433"/>
                <a:gd name="T53" fmla="*/ 2364 w 2364"/>
                <a:gd name="T54" fmla="*/ 433 h 43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364" h="433" extrusionOk="0">
                  <a:moveTo>
                    <a:pt x="2364" y="433"/>
                  </a:moveTo>
                  <a:lnTo>
                    <a:pt x="2364" y="0"/>
                  </a:lnTo>
                  <a:lnTo>
                    <a:pt x="2076" y="0"/>
                  </a:lnTo>
                  <a:lnTo>
                    <a:pt x="2076" y="433"/>
                  </a:lnTo>
                  <a:lnTo>
                    <a:pt x="1759" y="433"/>
                  </a:lnTo>
                  <a:lnTo>
                    <a:pt x="1759" y="0"/>
                  </a:lnTo>
                  <a:lnTo>
                    <a:pt x="1470" y="0"/>
                  </a:lnTo>
                  <a:lnTo>
                    <a:pt x="1470" y="433"/>
                  </a:lnTo>
                  <a:lnTo>
                    <a:pt x="1182" y="433"/>
                  </a:lnTo>
                  <a:lnTo>
                    <a:pt x="1182" y="0"/>
                  </a:lnTo>
                  <a:lnTo>
                    <a:pt x="894" y="0"/>
                  </a:lnTo>
                  <a:lnTo>
                    <a:pt x="894" y="433"/>
                  </a:lnTo>
                  <a:lnTo>
                    <a:pt x="605" y="433"/>
                  </a:lnTo>
                  <a:lnTo>
                    <a:pt x="605" y="0"/>
                  </a:lnTo>
                  <a:lnTo>
                    <a:pt x="288" y="0"/>
                  </a:lnTo>
                  <a:lnTo>
                    <a:pt x="288" y="433"/>
                  </a:lnTo>
                  <a:lnTo>
                    <a:pt x="0" y="433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215" name="Shape 1589">
              <a:extLst>
                <a:ext uri="{FF2B5EF4-FFF2-40B4-BE49-F238E27FC236}">
                  <a16:creationId xmlns:a16="http://schemas.microsoft.com/office/drawing/2014/main" id="{6802B085-F83E-43BA-AB68-4091079F4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256" y="1302169"/>
              <a:ext cx="2198246" cy="327259"/>
            </a:xfrm>
            <a:custGeom>
              <a:avLst/>
              <a:gdLst>
                <a:gd name="T0" fmla="*/ 2147483646 w 2335"/>
                <a:gd name="T1" fmla="*/ 2147483646 h 433"/>
                <a:gd name="T2" fmla="*/ 2147483646 w 2335"/>
                <a:gd name="T3" fmla="*/ 0 h 433"/>
                <a:gd name="T4" fmla="*/ 2147483646 w 2335"/>
                <a:gd name="T5" fmla="*/ 0 h 433"/>
                <a:gd name="T6" fmla="*/ 2147483646 w 2335"/>
                <a:gd name="T7" fmla="*/ 2147483646 h 433"/>
                <a:gd name="T8" fmla="*/ 2147483646 w 2335"/>
                <a:gd name="T9" fmla="*/ 2147483646 h 433"/>
                <a:gd name="T10" fmla="*/ 2147483646 w 2335"/>
                <a:gd name="T11" fmla="*/ 0 h 433"/>
                <a:gd name="T12" fmla="*/ 2147483646 w 2335"/>
                <a:gd name="T13" fmla="*/ 0 h 433"/>
                <a:gd name="T14" fmla="*/ 2147483646 w 2335"/>
                <a:gd name="T15" fmla="*/ 2147483646 h 433"/>
                <a:gd name="T16" fmla="*/ 2147483646 w 2335"/>
                <a:gd name="T17" fmla="*/ 2147483646 h 433"/>
                <a:gd name="T18" fmla="*/ 2147483646 w 2335"/>
                <a:gd name="T19" fmla="*/ 0 h 433"/>
                <a:gd name="T20" fmla="*/ 2147483646 w 2335"/>
                <a:gd name="T21" fmla="*/ 0 h 433"/>
                <a:gd name="T22" fmla="*/ 2147483646 w 2335"/>
                <a:gd name="T23" fmla="*/ 2147483646 h 433"/>
                <a:gd name="T24" fmla="*/ 2147483646 w 2335"/>
                <a:gd name="T25" fmla="*/ 2147483646 h 433"/>
                <a:gd name="T26" fmla="*/ 2147483646 w 2335"/>
                <a:gd name="T27" fmla="*/ 0 h 433"/>
                <a:gd name="T28" fmla="*/ 2147483646 w 2335"/>
                <a:gd name="T29" fmla="*/ 0 h 433"/>
                <a:gd name="T30" fmla="*/ 2147483646 w 2335"/>
                <a:gd name="T31" fmla="*/ 2147483646 h 433"/>
                <a:gd name="T32" fmla="*/ 0 w 2335"/>
                <a:gd name="T33" fmla="*/ 2147483646 h 4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335"/>
                <a:gd name="T52" fmla="*/ 0 h 433"/>
                <a:gd name="T53" fmla="*/ 2335 w 2335"/>
                <a:gd name="T54" fmla="*/ 433 h 43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335" h="433" extrusionOk="0">
                  <a:moveTo>
                    <a:pt x="2335" y="433"/>
                  </a:moveTo>
                  <a:lnTo>
                    <a:pt x="2335" y="0"/>
                  </a:lnTo>
                  <a:lnTo>
                    <a:pt x="2047" y="0"/>
                  </a:lnTo>
                  <a:lnTo>
                    <a:pt x="2047" y="433"/>
                  </a:lnTo>
                  <a:lnTo>
                    <a:pt x="1758" y="433"/>
                  </a:lnTo>
                  <a:lnTo>
                    <a:pt x="1758" y="0"/>
                  </a:lnTo>
                  <a:lnTo>
                    <a:pt x="1470" y="0"/>
                  </a:lnTo>
                  <a:lnTo>
                    <a:pt x="1470" y="433"/>
                  </a:lnTo>
                  <a:lnTo>
                    <a:pt x="1182" y="433"/>
                  </a:lnTo>
                  <a:lnTo>
                    <a:pt x="1182" y="0"/>
                  </a:lnTo>
                  <a:lnTo>
                    <a:pt x="865" y="0"/>
                  </a:lnTo>
                  <a:lnTo>
                    <a:pt x="865" y="433"/>
                  </a:lnTo>
                  <a:lnTo>
                    <a:pt x="576" y="433"/>
                  </a:lnTo>
                  <a:lnTo>
                    <a:pt x="576" y="0"/>
                  </a:lnTo>
                  <a:lnTo>
                    <a:pt x="288" y="0"/>
                  </a:lnTo>
                  <a:lnTo>
                    <a:pt x="288" y="433"/>
                  </a:lnTo>
                  <a:lnTo>
                    <a:pt x="0" y="433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216" name="Shape 1590">
              <a:extLst>
                <a:ext uri="{FF2B5EF4-FFF2-40B4-BE49-F238E27FC236}">
                  <a16:creationId xmlns:a16="http://schemas.microsoft.com/office/drawing/2014/main" id="{262D727B-C476-4DC0-8829-E876A96D2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9503" y="1302169"/>
              <a:ext cx="2224595" cy="327259"/>
            </a:xfrm>
            <a:custGeom>
              <a:avLst/>
              <a:gdLst>
                <a:gd name="T0" fmla="*/ 2147483646 w 2364"/>
                <a:gd name="T1" fmla="*/ 0 h 433"/>
                <a:gd name="T2" fmla="*/ 2147483646 w 2364"/>
                <a:gd name="T3" fmla="*/ 0 h 433"/>
                <a:gd name="T4" fmla="*/ 2147483646 w 2364"/>
                <a:gd name="T5" fmla="*/ 2147483646 h 433"/>
                <a:gd name="T6" fmla="*/ 2147483646 w 2364"/>
                <a:gd name="T7" fmla="*/ 2147483646 h 433"/>
                <a:gd name="T8" fmla="*/ 2147483646 w 2364"/>
                <a:gd name="T9" fmla="*/ 0 h 433"/>
                <a:gd name="T10" fmla="*/ 2147483646 w 2364"/>
                <a:gd name="T11" fmla="*/ 0 h 433"/>
                <a:gd name="T12" fmla="*/ 2147483646 w 2364"/>
                <a:gd name="T13" fmla="*/ 2147483646 h 433"/>
                <a:gd name="T14" fmla="*/ 2147483646 w 2364"/>
                <a:gd name="T15" fmla="*/ 2147483646 h 433"/>
                <a:gd name="T16" fmla="*/ 2147483646 w 2364"/>
                <a:gd name="T17" fmla="*/ 0 h 433"/>
                <a:gd name="T18" fmla="*/ 2147483646 w 2364"/>
                <a:gd name="T19" fmla="*/ 0 h 433"/>
                <a:gd name="T20" fmla="*/ 2147483646 w 2364"/>
                <a:gd name="T21" fmla="*/ 2147483646 h 433"/>
                <a:gd name="T22" fmla="*/ 2147483646 w 2364"/>
                <a:gd name="T23" fmla="*/ 2147483646 h 433"/>
                <a:gd name="T24" fmla="*/ 2147483646 w 2364"/>
                <a:gd name="T25" fmla="*/ 0 h 433"/>
                <a:gd name="T26" fmla="*/ 2147483646 w 2364"/>
                <a:gd name="T27" fmla="*/ 0 h 433"/>
                <a:gd name="T28" fmla="*/ 2147483646 w 2364"/>
                <a:gd name="T29" fmla="*/ 2147483646 h 433"/>
                <a:gd name="T30" fmla="*/ 0 w 2364"/>
                <a:gd name="T31" fmla="*/ 2147483646 h 43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364"/>
                <a:gd name="T49" fmla="*/ 0 h 433"/>
                <a:gd name="T50" fmla="*/ 2364 w 2364"/>
                <a:gd name="T51" fmla="*/ 433 h 433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364" h="433" extrusionOk="0">
                  <a:moveTo>
                    <a:pt x="2364" y="0"/>
                  </a:moveTo>
                  <a:lnTo>
                    <a:pt x="2076" y="0"/>
                  </a:lnTo>
                  <a:lnTo>
                    <a:pt x="2076" y="433"/>
                  </a:lnTo>
                  <a:lnTo>
                    <a:pt x="1787" y="433"/>
                  </a:lnTo>
                  <a:lnTo>
                    <a:pt x="1787" y="0"/>
                  </a:lnTo>
                  <a:lnTo>
                    <a:pt x="1470" y="0"/>
                  </a:lnTo>
                  <a:lnTo>
                    <a:pt x="1470" y="433"/>
                  </a:lnTo>
                  <a:lnTo>
                    <a:pt x="1182" y="433"/>
                  </a:lnTo>
                  <a:lnTo>
                    <a:pt x="1182" y="0"/>
                  </a:lnTo>
                  <a:lnTo>
                    <a:pt x="894" y="0"/>
                  </a:lnTo>
                  <a:lnTo>
                    <a:pt x="894" y="433"/>
                  </a:lnTo>
                  <a:lnTo>
                    <a:pt x="605" y="433"/>
                  </a:lnTo>
                  <a:lnTo>
                    <a:pt x="605" y="0"/>
                  </a:lnTo>
                  <a:lnTo>
                    <a:pt x="317" y="0"/>
                  </a:lnTo>
                  <a:lnTo>
                    <a:pt x="317" y="433"/>
                  </a:lnTo>
                  <a:lnTo>
                    <a:pt x="0" y="433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217" name="Shape 1591">
              <a:extLst>
                <a:ext uri="{FF2B5EF4-FFF2-40B4-BE49-F238E27FC236}">
                  <a16:creationId xmlns:a16="http://schemas.microsoft.com/office/drawing/2014/main" id="{ECAB53EB-67EE-42D0-A10B-C0C4884CD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312" y="2066578"/>
              <a:ext cx="6842089" cy="330141"/>
            </a:xfrm>
            <a:custGeom>
              <a:avLst/>
              <a:gdLst>
                <a:gd name="T0" fmla="*/ 2147483646 w 12738"/>
                <a:gd name="T1" fmla="*/ 11554445 h 9433"/>
                <a:gd name="T2" fmla="*/ 1996554121 w 12738"/>
                <a:gd name="T3" fmla="*/ 11478498 h 9433"/>
                <a:gd name="T4" fmla="*/ 1690146382 w 12738"/>
                <a:gd name="T5" fmla="*/ 11478498 h 9433"/>
                <a:gd name="T6" fmla="*/ 801795286 w 12738"/>
                <a:gd name="T7" fmla="*/ 11478498 h 9433"/>
                <a:gd name="T8" fmla="*/ 801795286 w 12738"/>
                <a:gd name="T9" fmla="*/ 0 h 9433"/>
                <a:gd name="T10" fmla="*/ 655515957 w 12738"/>
                <a:gd name="T11" fmla="*/ 0 h 9433"/>
                <a:gd name="T12" fmla="*/ 510101960 w 12738"/>
                <a:gd name="T13" fmla="*/ 0 h 9433"/>
                <a:gd name="T14" fmla="*/ 510101960 w 12738"/>
                <a:gd name="T15" fmla="*/ 11478498 h 9433"/>
                <a:gd name="T16" fmla="*/ 0 w 12738"/>
                <a:gd name="T17" fmla="*/ 11478498 h 94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38" h="9433" extrusionOk="0">
                  <a:moveTo>
                    <a:pt x="12738" y="9433"/>
                  </a:moveTo>
                  <a:lnTo>
                    <a:pt x="6920" y="9371"/>
                  </a:lnTo>
                  <a:lnTo>
                    <a:pt x="5858" y="9371"/>
                  </a:lnTo>
                  <a:lnTo>
                    <a:pt x="2779" y="9371"/>
                  </a:lnTo>
                  <a:lnTo>
                    <a:pt x="2779" y="0"/>
                  </a:lnTo>
                  <a:lnTo>
                    <a:pt x="2272" y="0"/>
                  </a:lnTo>
                  <a:lnTo>
                    <a:pt x="1768" y="0"/>
                  </a:lnTo>
                  <a:lnTo>
                    <a:pt x="1768" y="9371"/>
                  </a:lnTo>
                  <a:lnTo>
                    <a:pt x="0" y="9371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218" name="Shape 1592">
              <a:extLst>
                <a:ext uri="{FF2B5EF4-FFF2-40B4-BE49-F238E27FC236}">
                  <a16:creationId xmlns:a16="http://schemas.microsoft.com/office/drawing/2014/main" id="{A126C53D-75CC-4FDE-8A73-36A138566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541" y="2829011"/>
              <a:ext cx="3150069" cy="391284"/>
            </a:xfrm>
            <a:custGeom>
              <a:avLst/>
              <a:gdLst>
                <a:gd name="T0" fmla="*/ 980134567 w 10101"/>
                <a:gd name="T1" fmla="*/ 13694380 h 11180"/>
                <a:gd name="T2" fmla="*/ 982371518 w 10101"/>
                <a:gd name="T3" fmla="*/ 0 h 11180"/>
                <a:gd name="T4" fmla="*/ 803519887 w 10101"/>
                <a:gd name="T5" fmla="*/ 66147 h 11180"/>
                <a:gd name="T6" fmla="*/ 803519887 w 10101"/>
                <a:gd name="T7" fmla="*/ 12315156 h 11180"/>
                <a:gd name="T8" fmla="*/ 634296222 w 10101"/>
                <a:gd name="T9" fmla="*/ 12315156 h 11180"/>
                <a:gd name="T10" fmla="*/ 634296222 w 10101"/>
                <a:gd name="T11" fmla="*/ 66147 h 11180"/>
                <a:gd name="T12" fmla="*/ 465267468 w 10101"/>
                <a:gd name="T13" fmla="*/ 66147 h 11180"/>
                <a:gd name="T14" fmla="*/ 465267468 w 10101"/>
                <a:gd name="T15" fmla="*/ 12315156 h 11180"/>
                <a:gd name="T16" fmla="*/ 0 w 10101"/>
                <a:gd name="T17" fmla="*/ 12315156 h 111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01" h="11180" extrusionOk="0">
                  <a:moveTo>
                    <a:pt x="10078" y="11180"/>
                  </a:moveTo>
                  <a:cubicBezTo>
                    <a:pt x="10086" y="7453"/>
                    <a:pt x="10093" y="3727"/>
                    <a:pt x="10101" y="0"/>
                  </a:cubicBezTo>
                  <a:lnTo>
                    <a:pt x="8262" y="54"/>
                  </a:lnTo>
                  <a:lnTo>
                    <a:pt x="8262" y="10054"/>
                  </a:lnTo>
                  <a:lnTo>
                    <a:pt x="6522" y="10054"/>
                  </a:lnTo>
                  <a:lnTo>
                    <a:pt x="6522" y="54"/>
                  </a:lnTo>
                  <a:lnTo>
                    <a:pt x="4784" y="54"/>
                  </a:lnTo>
                  <a:lnTo>
                    <a:pt x="4784" y="10054"/>
                  </a:lnTo>
                  <a:lnTo>
                    <a:pt x="0" y="10054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219" name="Shape 1593">
              <a:extLst>
                <a:ext uri="{FF2B5EF4-FFF2-40B4-BE49-F238E27FC236}">
                  <a16:creationId xmlns:a16="http://schemas.microsoft.com/office/drawing/2014/main" id="{76D8B8F6-2473-4EB9-B2FD-6A3EC40B1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541" y="3638444"/>
              <a:ext cx="6816890" cy="362339"/>
            </a:xfrm>
            <a:custGeom>
              <a:avLst/>
              <a:gdLst>
                <a:gd name="T0" fmla="*/ 2147483646 w 14121"/>
                <a:gd name="T1" fmla="*/ 12465715 h 10353"/>
                <a:gd name="T2" fmla="*/ 1520159229 w 14121"/>
                <a:gd name="T3" fmla="*/ 12681305 h 10353"/>
                <a:gd name="T4" fmla="*/ 1523188475 w 14121"/>
                <a:gd name="T5" fmla="*/ 0 h 10353"/>
                <a:gd name="T6" fmla="*/ 977395077 w 14121"/>
                <a:gd name="T7" fmla="*/ 30624 h 10353"/>
                <a:gd name="T8" fmla="*/ 977860930 w 14121"/>
                <a:gd name="T9" fmla="*/ 11488278 h 10353"/>
                <a:gd name="T10" fmla="*/ 0 w 14121"/>
                <a:gd name="T11" fmla="*/ 11505392 h 103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21" h="10353" extrusionOk="0">
                  <a:moveTo>
                    <a:pt x="14121" y="10177"/>
                  </a:moveTo>
                  <a:lnTo>
                    <a:pt x="6523" y="10353"/>
                  </a:lnTo>
                  <a:cubicBezTo>
                    <a:pt x="6527" y="6902"/>
                    <a:pt x="6532" y="3451"/>
                    <a:pt x="6536" y="0"/>
                  </a:cubicBezTo>
                  <a:lnTo>
                    <a:pt x="4194" y="25"/>
                  </a:lnTo>
                  <a:cubicBezTo>
                    <a:pt x="4190" y="3121"/>
                    <a:pt x="4200" y="6283"/>
                    <a:pt x="4196" y="9379"/>
                  </a:cubicBezTo>
                  <a:lnTo>
                    <a:pt x="0" y="9393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220" name="Shape 1594">
              <a:extLst>
                <a:ext uri="{FF2B5EF4-FFF2-40B4-BE49-F238E27FC236}">
                  <a16:creationId xmlns:a16="http://schemas.microsoft.com/office/drawing/2014/main" id="{16E04E9B-C9C3-41BD-BE99-6D3A88AE9D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7877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07221" name="Shape 1595">
              <a:extLst>
                <a:ext uri="{FF2B5EF4-FFF2-40B4-BE49-F238E27FC236}">
                  <a16:creationId xmlns:a16="http://schemas.microsoft.com/office/drawing/2014/main" id="{4CBC81B3-6C77-45C8-BCC9-0A00E494A2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5631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7222" name="Shape 1596">
              <a:extLst>
                <a:ext uri="{FF2B5EF4-FFF2-40B4-BE49-F238E27FC236}">
                  <a16:creationId xmlns:a16="http://schemas.microsoft.com/office/drawing/2014/main" id="{8A230873-1003-4068-9E55-DD5F254B52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97438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07223" name="Shape 1597">
              <a:extLst>
                <a:ext uri="{FF2B5EF4-FFF2-40B4-BE49-F238E27FC236}">
                  <a16:creationId xmlns:a16="http://schemas.microsoft.com/office/drawing/2014/main" id="{5D50F32B-BC8B-4B73-96D6-31F55A195E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65193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07224" name="Shape 1598">
              <a:extLst>
                <a:ext uri="{FF2B5EF4-FFF2-40B4-BE49-F238E27FC236}">
                  <a16:creationId xmlns:a16="http://schemas.microsoft.com/office/drawing/2014/main" id="{C9AB8232-0806-419B-9DD4-1C6BC5D34A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67704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07225" name="Shape 1599">
              <a:extLst>
                <a:ext uri="{FF2B5EF4-FFF2-40B4-BE49-F238E27FC236}">
                  <a16:creationId xmlns:a16="http://schemas.microsoft.com/office/drawing/2014/main" id="{B7BED7CD-3F68-4793-9931-E07528CF66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5459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307226" name="Shape 1600">
              <a:extLst>
                <a:ext uri="{FF2B5EF4-FFF2-40B4-BE49-F238E27FC236}">
                  <a16:creationId xmlns:a16="http://schemas.microsoft.com/office/drawing/2014/main" id="{57917552-8138-447A-9F67-B2529D8CEF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4091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07227" name="Shape 1601">
              <a:extLst>
                <a:ext uri="{FF2B5EF4-FFF2-40B4-BE49-F238E27FC236}">
                  <a16:creationId xmlns:a16="http://schemas.microsoft.com/office/drawing/2014/main" id="{3AB1DD20-785B-4BDD-BDA3-F386A6F1FC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1845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 </a:t>
              </a:r>
            </a:p>
          </p:txBody>
        </p:sp>
        <p:sp>
          <p:nvSpPr>
            <p:cNvPr id="307228" name="Shape 1602">
              <a:extLst>
                <a:ext uri="{FF2B5EF4-FFF2-40B4-BE49-F238E27FC236}">
                  <a16:creationId xmlns:a16="http://schemas.microsoft.com/office/drawing/2014/main" id="{2DAB3BFB-B164-454B-A77F-B6F0662C28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66828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07229" name="Shape 1603">
              <a:extLst>
                <a:ext uri="{FF2B5EF4-FFF2-40B4-BE49-F238E27FC236}">
                  <a16:creationId xmlns:a16="http://schemas.microsoft.com/office/drawing/2014/main" id="{38289422-946E-48E4-9F28-4FEE00F406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34582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4 </a:t>
              </a:r>
            </a:p>
          </p:txBody>
        </p:sp>
        <p:sp>
          <p:nvSpPr>
            <p:cNvPr id="307230" name="Shape 1604">
              <a:extLst>
                <a:ext uri="{FF2B5EF4-FFF2-40B4-BE49-F238E27FC236}">
                  <a16:creationId xmlns:a16="http://schemas.microsoft.com/office/drawing/2014/main" id="{D9590E34-1280-4290-A10A-04928AA3D8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6978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07231" name="Shape 1605">
              <a:extLst>
                <a:ext uri="{FF2B5EF4-FFF2-40B4-BE49-F238E27FC236}">
                  <a16:creationId xmlns:a16="http://schemas.microsoft.com/office/drawing/2014/main" id="{CE87A5AE-566B-46EC-9637-E0E163D8C5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74733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5 </a:t>
              </a:r>
            </a:p>
          </p:txBody>
        </p:sp>
        <p:sp>
          <p:nvSpPr>
            <p:cNvPr id="307232" name="Shape 1606">
              <a:extLst>
                <a:ext uri="{FF2B5EF4-FFF2-40B4-BE49-F238E27FC236}">
                  <a16:creationId xmlns:a16="http://schemas.microsoft.com/office/drawing/2014/main" id="{C68E12C8-4C7B-495E-A9AB-18FFEC4A26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77243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07233" name="Shape 1607">
              <a:extLst>
                <a:ext uri="{FF2B5EF4-FFF2-40B4-BE49-F238E27FC236}">
                  <a16:creationId xmlns:a16="http://schemas.microsoft.com/office/drawing/2014/main" id="{157ACD72-A24C-492D-BC4F-986781B15E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44997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6 </a:t>
              </a:r>
            </a:p>
          </p:txBody>
        </p:sp>
        <p:sp>
          <p:nvSpPr>
            <p:cNvPr id="307234" name="Shape 1608">
              <a:extLst>
                <a:ext uri="{FF2B5EF4-FFF2-40B4-BE49-F238E27FC236}">
                  <a16:creationId xmlns:a16="http://schemas.microsoft.com/office/drawing/2014/main" id="{8BD5CF95-EA4B-4771-B28F-A8C25DF084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36215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07235" name="Shape 1609">
              <a:extLst>
                <a:ext uri="{FF2B5EF4-FFF2-40B4-BE49-F238E27FC236}">
                  <a16:creationId xmlns:a16="http://schemas.microsoft.com/office/drawing/2014/main" id="{8F1E0B80-C3C0-4E4F-93FB-70488D2E7C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03969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7 </a:t>
              </a:r>
            </a:p>
          </p:txBody>
        </p:sp>
        <p:sp>
          <p:nvSpPr>
            <p:cNvPr id="307236" name="Shape 1610">
              <a:extLst>
                <a:ext uri="{FF2B5EF4-FFF2-40B4-BE49-F238E27FC236}">
                  <a16:creationId xmlns:a16="http://schemas.microsoft.com/office/drawing/2014/main" id="{175406D4-BD3C-466C-9121-1801ED4CFC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83895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07237" name="Shape 1611">
              <a:extLst>
                <a:ext uri="{FF2B5EF4-FFF2-40B4-BE49-F238E27FC236}">
                  <a16:creationId xmlns:a16="http://schemas.microsoft.com/office/drawing/2014/main" id="{C408FE1A-6D64-4A07-9214-59C3277EAC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51649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8 </a:t>
              </a:r>
            </a:p>
          </p:txBody>
        </p:sp>
        <p:sp>
          <p:nvSpPr>
            <p:cNvPr id="307238" name="Shape 1612">
              <a:extLst>
                <a:ext uri="{FF2B5EF4-FFF2-40B4-BE49-F238E27FC236}">
                  <a16:creationId xmlns:a16="http://schemas.microsoft.com/office/drawing/2014/main" id="{6929828F-461D-4385-85AC-F0C08F3E4F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65702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07239" name="Shape 1613">
              <a:extLst>
                <a:ext uri="{FF2B5EF4-FFF2-40B4-BE49-F238E27FC236}">
                  <a16:creationId xmlns:a16="http://schemas.microsoft.com/office/drawing/2014/main" id="{FE5B3FCC-9B50-48A1-B1DF-3982FB84E9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33456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9 </a:t>
              </a:r>
            </a:p>
          </p:txBody>
        </p:sp>
        <p:sp>
          <p:nvSpPr>
            <p:cNvPr id="307240" name="Shape 1614">
              <a:extLst>
                <a:ext uri="{FF2B5EF4-FFF2-40B4-BE49-F238E27FC236}">
                  <a16:creationId xmlns:a16="http://schemas.microsoft.com/office/drawing/2014/main" id="{711E25EC-7680-4662-B30D-B8DB062D19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28436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07241" name="Shape 1615">
              <a:extLst>
                <a:ext uri="{FF2B5EF4-FFF2-40B4-BE49-F238E27FC236}">
                  <a16:creationId xmlns:a16="http://schemas.microsoft.com/office/drawing/2014/main" id="{8E7528BD-AD2D-473B-B2CF-DE182F9872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96170" y="1002169"/>
              <a:ext cx="281685" cy="1895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307242" name="Shape 1616">
              <a:extLst>
                <a:ext uri="{FF2B5EF4-FFF2-40B4-BE49-F238E27FC236}">
                  <a16:creationId xmlns:a16="http://schemas.microsoft.com/office/drawing/2014/main" id="{FA9BFFAB-7674-4AE0-880A-3C1B0A76E2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0109" y="1203688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07243" name="Shape 1617">
              <a:extLst>
                <a:ext uri="{FF2B5EF4-FFF2-40B4-BE49-F238E27FC236}">
                  <a16:creationId xmlns:a16="http://schemas.microsoft.com/office/drawing/2014/main" id="{E8DCD3DC-CEA3-4BBC-BC2E-8DDFCD445F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0109" y="1520341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7244" name="Shape 1618">
              <a:extLst>
                <a:ext uri="{FF2B5EF4-FFF2-40B4-BE49-F238E27FC236}">
                  <a16:creationId xmlns:a16="http://schemas.microsoft.com/office/drawing/2014/main" id="{EA2364E2-A155-4ADC-B0B9-564F35C085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0109" y="1946084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07245" name="Shape 1619">
              <a:extLst>
                <a:ext uri="{FF2B5EF4-FFF2-40B4-BE49-F238E27FC236}">
                  <a16:creationId xmlns:a16="http://schemas.microsoft.com/office/drawing/2014/main" id="{18B8D17D-B5FC-4FEA-97C2-3C22A2BB50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0109" y="2300617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7246" name="Shape 1620">
              <a:extLst>
                <a:ext uri="{FF2B5EF4-FFF2-40B4-BE49-F238E27FC236}">
                  <a16:creationId xmlns:a16="http://schemas.microsoft.com/office/drawing/2014/main" id="{E4B0F8F7-47DB-40A1-AA7D-8D13AA406A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0109" y="2764235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07247" name="Shape 1621">
              <a:extLst>
                <a:ext uri="{FF2B5EF4-FFF2-40B4-BE49-F238E27FC236}">
                  <a16:creationId xmlns:a16="http://schemas.microsoft.com/office/drawing/2014/main" id="{34795BB3-40A0-4AC0-91A1-F03F84F32D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0109" y="3088466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7248" name="Shape 1622">
              <a:extLst>
                <a:ext uri="{FF2B5EF4-FFF2-40B4-BE49-F238E27FC236}">
                  <a16:creationId xmlns:a16="http://schemas.microsoft.com/office/drawing/2014/main" id="{80BE45F1-1853-4CDF-9A5B-01B96BFA85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0109" y="3509662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07249" name="Shape 1623">
              <a:extLst>
                <a:ext uri="{FF2B5EF4-FFF2-40B4-BE49-F238E27FC236}">
                  <a16:creationId xmlns:a16="http://schemas.microsoft.com/office/drawing/2014/main" id="{F7C25262-DA88-4488-AE1F-E91B8CAD46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0109" y="3862678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7250" name="Shape 1624">
              <a:extLst>
                <a:ext uri="{FF2B5EF4-FFF2-40B4-BE49-F238E27FC236}">
                  <a16:creationId xmlns:a16="http://schemas.microsoft.com/office/drawing/2014/main" id="{1D143D02-1FC0-410C-A31A-7F681FED2D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3522" y="1370349"/>
              <a:ext cx="622961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Clock </a:t>
              </a:r>
            </a:p>
          </p:txBody>
        </p:sp>
        <p:sp>
          <p:nvSpPr>
            <p:cNvPr id="307251" name="Shape 1625">
              <a:extLst>
                <a:ext uri="{FF2B5EF4-FFF2-40B4-BE49-F238E27FC236}">
                  <a16:creationId xmlns:a16="http://schemas.microsoft.com/office/drawing/2014/main" id="{68A1B674-82BE-4A55-BFFB-8F5D762AC3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6785" y="2123349"/>
              <a:ext cx="22019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307252" name="Shape 1626">
              <a:extLst>
                <a:ext uri="{FF2B5EF4-FFF2-40B4-BE49-F238E27FC236}">
                  <a16:creationId xmlns:a16="http://schemas.microsoft.com/office/drawing/2014/main" id="{391F732B-6D72-4AAD-BE76-88374C3717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6082" y="2911198"/>
              <a:ext cx="167503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307253" name="Shape 1627">
              <a:extLst>
                <a:ext uri="{FF2B5EF4-FFF2-40B4-BE49-F238E27FC236}">
                  <a16:creationId xmlns:a16="http://schemas.microsoft.com/office/drawing/2014/main" id="{4D13A595-1DCC-4CB6-90EB-C856492675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59" y="2993014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07254" name="Shape 1628">
              <a:extLst>
                <a:ext uri="{FF2B5EF4-FFF2-40B4-BE49-F238E27FC236}">
                  <a16:creationId xmlns:a16="http://schemas.microsoft.com/office/drawing/2014/main" id="{9F4E90FC-87B9-47A8-BFC5-0DF67D50DD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6082" y="3647535"/>
              <a:ext cx="167503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307255" name="Shape 1630">
              <a:extLst>
                <a:ext uri="{FF2B5EF4-FFF2-40B4-BE49-F238E27FC236}">
                  <a16:creationId xmlns:a16="http://schemas.microsoft.com/office/drawing/2014/main" id="{76730D52-2B8A-41EE-A059-3862CD21A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610" y="3208754"/>
              <a:ext cx="3688806" cy="4465"/>
            </a:xfrm>
            <a:custGeom>
              <a:avLst/>
              <a:gdLst>
                <a:gd name="T0" fmla="*/ 1360728971 w 10000"/>
                <a:gd name="T1" fmla="*/ 0 h 8368"/>
                <a:gd name="T2" fmla="*/ 0 w 10000"/>
                <a:gd name="T3" fmla="*/ 2382 h 83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00" h="8368" extrusionOk="0">
                  <a:moveTo>
                    <a:pt x="10000" y="0"/>
                  </a:moveTo>
                  <a:lnTo>
                    <a:pt x="0" y="8367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256" name="Shape 1633">
              <a:extLst>
                <a:ext uri="{FF2B5EF4-FFF2-40B4-BE49-F238E27FC236}">
                  <a16:creationId xmlns:a16="http://schemas.microsoft.com/office/drawing/2014/main" id="{61CAA760-DEF5-4210-914D-64DE2E361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009" y="4403568"/>
              <a:ext cx="6826062" cy="355585"/>
            </a:xfrm>
            <a:custGeom>
              <a:avLst/>
              <a:gdLst>
                <a:gd name="T0" fmla="*/ 2147483646 w 14140"/>
                <a:gd name="T1" fmla="*/ 12444950 h 10160"/>
                <a:gd name="T2" fmla="*/ 970636569 w 14140"/>
                <a:gd name="T3" fmla="*/ 12248958 h 10160"/>
                <a:gd name="T4" fmla="*/ 970636569 w 14140"/>
                <a:gd name="T5" fmla="*/ 0 h 10160"/>
                <a:gd name="T6" fmla="*/ 708692957 w 14140"/>
                <a:gd name="T7" fmla="*/ 0 h 10160"/>
                <a:gd name="T8" fmla="*/ 708692957 w 14140"/>
                <a:gd name="T9" fmla="*/ 12248958 h 10160"/>
                <a:gd name="T10" fmla="*/ 0 w 14140"/>
                <a:gd name="T11" fmla="*/ 11952556 h 101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40" h="10160" extrusionOk="0">
                  <a:moveTo>
                    <a:pt x="14140" y="10160"/>
                  </a:moveTo>
                  <a:lnTo>
                    <a:pt x="4165" y="10000"/>
                  </a:lnTo>
                  <a:lnTo>
                    <a:pt x="4165" y="0"/>
                  </a:lnTo>
                  <a:lnTo>
                    <a:pt x="3041" y="0"/>
                  </a:lnTo>
                  <a:lnTo>
                    <a:pt x="3041" y="10000"/>
                  </a:lnTo>
                  <a:lnTo>
                    <a:pt x="0" y="9758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257" name="Shape 1634">
              <a:extLst>
                <a:ext uri="{FF2B5EF4-FFF2-40B4-BE49-F238E27FC236}">
                  <a16:creationId xmlns:a16="http://schemas.microsoft.com/office/drawing/2014/main" id="{75297922-82FC-49CC-8D3A-BA71A18255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59" y="372935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307258" name="Shape 1635">
              <a:extLst>
                <a:ext uri="{FF2B5EF4-FFF2-40B4-BE49-F238E27FC236}">
                  <a16:creationId xmlns:a16="http://schemas.microsoft.com/office/drawing/2014/main" id="{062434DE-BEAF-4E5B-BFD9-38CD4C8831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1401" y="4309632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07259" name="Shape 1636">
              <a:extLst>
                <a:ext uri="{FF2B5EF4-FFF2-40B4-BE49-F238E27FC236}">
                  <a16:creationId xmlns:a16="http://schemas.microsoft.com/office/drawing/2014/main" id="{DF95B537-B12B-47D1-87A9-7639E109BE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1401" y="4662648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7260" name="Shape 1638">
              <a:extLst>
                <a:ext uri="{FF2B5EF4-FFF2-40B4-BE49-F238E27FC236}">
                  <a16:creationId xmlns:a16="http://schemas.microsoft.com/office/drawing/2014/main" id="{97854400-C87C-41CA-8286-25CD8150EF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952" y="4388238"/>
              <a:ext cx="444246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307261" name="Shape 1593">
              <a:extLst>
                <a:ext uri="{FF2B5EF4-FFF2-40B4-BE49-F238E27FC236}">
                  <a16:creationId xmlns:a16="http://schemas.microsoft.com/office/drawing/2014/main" id="{2083520B-E2E7-4845-A2D4-39225CC39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075" y="5196311"/>
              <a:ext cx="6816890" cy="356179"/>
            </a:xfrm>
            <a:custGeom>
              <a:avLst/>
              <a:gdLst>
                <a:gd name="T0" fmla="*/ 2147483646 w 14121"/>
                <a:gd name="T1" fmla="*/ 12465705 h 10177"/>
                <a:gd name="T2" fmla="*/ 1238173343 w 14121"/>
                <a:gd name="T3" fmla="*/ 12384859 h 10177"/>
                <a:gd name="T4" fmla="*/ 1241203072 w 14121"/>
                <a:gd name="T5" fmla="*/ 0 h 10177"/>
                <a:gd name="T6" fmla="*/ 981589678 w 14121"/>
                <a:gd name="T7" fmla="*/ 30624 h 10177"/>
                <a:gd name="T8" fmla="*/ 981822846 w 14121"/>
                <a:gd name="T9" fmla="*/ 12081072 h 10177"/>
                <a:gd name="T10" fmla="*/ 0 w 14121"/>
                <a:gd name="T11" fmla="*/ 11505383 h 101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21" h="10177" extrusionOk="0">
                  <a:moveTo>
                    <a:pt x="14121" y="10177"/>
                  </a:moveTo>
                  <a:lnTo>
                    <a:pt x="5313" y="10111"/>
                  </a:lnTo>
                  <a:cubicBezTo>
                    <a:pt x="5317" y="6821"/>
                    <a:pt x="5322" y="3290"/>
                    <a:pt x="5326" y="0"/>
                  </a:cubicBezTo>
                  <a:lnTo>
                    <a:pt x="4212" y="25"/>
                  </a:lnTo>
                  <a:cubicBezTo>
                    <a:pt x="4207" y="3143"/>
                    <a:pt x="4218" y="6745"/>
                    <a:pt x="4213" y="9863"/>
                  </a:cubicBezTo>
                  <a:lnTo>
                    <a:pt x="0" y="9393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262" name="Shape 1593">
              <a:extLst>
                <a:ext uri="{FF2B5EF4-FFF2-40B4-BE49-F238E27FC236}">
                  <a16:creationId xmlns:a16="http://schemas.microsoft.com/office/drawing/2014/main" id="{A68F0A77-389A-4DA0-8BC7-4166999E3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674" y="5865179"/>
              <a:ext cx="6816890" cy="362339"/>
            </a:xfrm>
            <a:custGeom>
              <a:avLst/>
              <a:gdLst>
                <a:gd name="T0" fmla="*/ 2147483646 w 14121"/>
                <a:gd name="T1" fmla="*/ 12465715 h 10353"/>
                <a:gd name="T2" fmla="*/ 1520159229 w 14121"/>
                <a:gd name="T3" fmla="*/ 12681305 h 10353"/>
                <a:gd name="T4" fmla="*/ 1523188475 w 14121"/>
                <a:gd name="T5" fmla="*/ 0 h 10353"/>
                <a:gd name="T6" fmla="*/ 1255651732 w 14121"/>
                <a:gd name="T7" fmla="*/ 327061 h 10353"/>
                <a:gd name="T8" fmla="*/ 1255884899 w 14121"/>
                <a:gd name="T9" fmla="*/ 12081117 h 10353"/>
                <a:gd name="T10" fmla="*/ 0 w 14121"/>
                <a:gd name="T11" fmla="*/ 11505392 h 103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21" h="10353" extrusionOk="0">
                  <a:moveTo>
                    <a:pt x="14121" y="10177"/>
                  </a:moveTo>
                  <a:lnTo>
                    <a:pt x="6523" y="10353"/>
                  </a:lnTo>
                  <a:cubicBezTo>
                    <a:pt x="6527" y="6902"/>
                    <a:pt x="6532" y="3451"/>
                    <a:pt x="6536" y="0"/>
                  </a:cubicBezTo>
                  <a:lnTo>
                    <a:pt x="5388" y="267"/>
                  </a:lnTo>
                  <a:cubicBezTo>
                    <a:pt x="5394" y="3466"/>
                    <a:pt x="5383" y="6664"/>
                    <a:pt x="5389" y="9863"/>
                  </a:cubicBezTo>
                  <a:lnTo>
                    <a:pt x="0" y="9393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263" name="Shape 1635">
              <a:extLst>
                <a:ext uri="{FF2B5EF4-FFF2-40B4-BE49-F238E27FC236}">
                  <a16:creationId xmlns:a16="http://schemas.microsoft.com/office/drawing/2014/main" id="{1EF461A4-B211-4391-9D51-F35A33370D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2935" y="5037766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07264" name="Shape 1636">
              <a:extLst>
                <a:ext uri="{FF2B5EF4-FFF2-40B4-BE49-F238E27FC236}">
                  <a16:creationId xmlns:a16="http://schemas.microsoft.com/office/drawing/2014/main" id="{A2D5CA66-740B-4ADE-ACFB-76136E3FFC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2935" y="5390782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7265" name="Shape 1635">
              <a:extLst>
                <a:ext uri="{FF2B5EF4-FFF2-40B4-BE49-F238E27FC236}">
                  <a16:creationId xmlns:a16="http://schemas.microsoft.com/office/drawing/2014/main" id="{298DB7E4-A0A4-46A7-A8B5-A9AC4FFB98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1401" y="5706634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07266" name="Shape 1636">
              <a:extLst>
                <a:ext uri="{FF2B5EF4-FFF2-40B4-BE49-F238E27FC236}">
                  <a16:creationId xmlns:a16="http://schemas.microsoft.com/office/drawing/2014/main" id="{8E351B85-1226-4912-B4A3-DE201E988F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1401" y="6059650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7267" name="Shape 1638">
              <a:extLst>
                <a:ext uri="{FF2B5EF4-FFF2-40B4-BE49-F238E27FC236}">
                  <a16:creationId xmlns:a16="http://schemas.microsoft.com/office/drawing/2014/main" id="{46A1C620-3646-401F-935E-B9F99CADFC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8685" y="6030771"/>
              <a:ext cx="765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 </a:t>
              </a:r>
            </a:p>
          </p:txBody>
        </p:sp>
        <p:sp>
          <p:nvSpPr>
            <p:cNvPr id="307268" name="Shape 1638">
              <a:extLst>
                <a:ext uri="{FF2B5EF4-FFF2-40B4-BE49-F238E27FC236}">
                  <a16:creationId xmlns:a16="http://schemas.microsoft.com/office/drawing/2014/main" id="{B37ED3ED-F935-46E2-BF59-731A0A1DE2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152" y="4388237"/>
              <a:ext cx="555150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, R3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        </a:t>
              </a:r>
            </a:p>
          </p:txBody>
        </p:sp>
        <p:sp>
          <p:nvSpPr>
            <p:cNvPr id="307269" name="Shape 1638">
              <a:extLst>
                <a:ext uri="{FF2B5EF4-FFF2-40B4-BE49-F238E27FC236}">
                  <a16:creationId xmlns:a16="http://schemas.microsoft.com/office/drawing/2014/main" id="{70FBAD4E-C2FF-43CD-B470-6B25EC9472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952" y="5158705"/>
              <a:ext cx="444246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307270" name="Shape 1638">
              <a:extLst>
                <a:ext uri="{FF2B5EF4-FFF2-40B4-BE49-F238E27FC236}">
                  <a16:creationId xmlns:a16="http://schemas.microsoft.com/office/drawing/2014/main" id="{C25D9F55-7E1F-4FE4-9A07-66FC157CDA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152" y="5158704"/>
              <a:ext cx="555150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, R2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        </a:t>
              </a:r>
            </a:p>
          </p:txBody>
        </p:sp>
        <p:sp>
          <p:nvSpPr>
            <p:cNvPr id="307271" name="Shape 1638">
              <a:extLst>
                <a:ext uri="{FF2B5EF4-FFF2-40B4-BE49-F238E27FC236}">
                  <a16:creationId xmlns:a16="http://schemas.microsoft.com/office/drawing/2014/main" id="{107D0312-86D2-435D-B226-17F57CF26B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952" y="5751369"/>
              <a:ext cx="444246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307272" name="Shape 1638">
              <a:extLst>
                <a:ext uri="{FF2B5EF4-FFF2-40B4-BE49-F238E27FC236}">
                  <a16:creationId xmlns:a16="http://schemas.microsoft.com/office/drawing/2014/main" id="{0DAD5A78-9F10-4F59-B716-3A7808D81A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152" y="5751368"/>
              <a:ext cx="555150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, R1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        </a:t>
              </a:r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9249" name="Group 16">
            <a:extLst>
              <a:ext uri="{FF2B5EF4-FFF2-40B4-BE49-F238E27FC236}">
                <a16:creationId xmlns:a16="http://schemas.microsoft.com/office/drawing/2014/main" id="{D1FAA5EC-4B35-48CD-B599-4E67B173AB05}"/>
              </a:ext>
            </a:extLst>
          </p:cNvPr>
          <p:cNvGrpSpPr>
            <a:grpSpLocks/>
          </p:cNvGrpSpPr>
          <p:nvPr/>
        </p:nvGrpSpPr>
        <p:grpSpPr bwMode="auto">
          <a:xfrm>
            <a:off x="300038" y="920750"/>
            <a:ext cx="8104187" cy="5378450"/>
            <a:chOff x="393952" y="920365"/>
            <a:chExt cx="8103464" cy="5378835"/>
          </a:xfrm>
        </p:grpSpPr>
        <p:cxnSp>
          <p:nvCxnSpPr>
            <p:cNvPr id="309284" name="Shape 1576">
              <a:extLst>
                <a:ext uri="{FF2B5EF4-FFF2-40B4-BE49-F238E27FC236}">
                  <a16:creationId xmlns:a16="http://schemas.microsoft.com/office/drawing/2014/main" id="{A70324DD-3278-45D0-91E0-89B2FE04602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931439" y="1673366"/>
              <a:ext cx="0" cy="4585740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9285" name="Shape 1577">
              <a:extLst>
                <a:ext uri="{FF2B5EF4-FFF2-40B4-BE49-F238E27FC236}">
                  <a16:creationId xmlns:a16="http://schemas.microsoft.com/office/drawing/2014/main" id="{36A9C3BF-DC27-4B56-82D7-52E70A58D5F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497939" y="1673366"/>
              <a:ext cx="1882" cy="4585740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9286" name="Shape 1578">
              <a:extLst>
                <a:ext uri="{FF2B5EF4-FFF2-40B4-BE49-F238E27FC236}">
                  <a16:creationId xmlns:a16="http://schemas.microsoft.com/office/drawing/2014/main" id="{32B5A1A8-1C48-4E4F-B9D1-F194EE872A0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039972" y="1673366"/>
              <a:ext cx="3766" cy="4585740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9287" name="Shape 1579">
              <a:extLst>
                <a:ext uri="{FF2B5EF4-FFF2-40B4-BE49-F238E27FC236}">
                  <a16:creationId xmlns:a16="http://schemas.microsoft.com/office/drawing/2014/main" id="{4FF49745-2D9F-44A9-9D3E-2F46A2E99A4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609295" y="1673366"/>
              <a:ext cx="2825" cy="4585740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9288" name="Shape 1580">
              <a:extLst>
                <a:ext uri="{FF2B5EF4-FFF2-40B4-BE49-F238E27FC236}">
                  <a16:creationId xmlns:a16="http://schemas.microsoft.com/office/drawing/2014/main" id="{5DD4D1D0-1754-4871-B8C0-E41FC8C6F34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4156035" y="1673366"/>
              <a:ext cx="1098" cy="4625834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9289" name="Shape 1581">
              <a:extLst>
                <a:ext uri="{FF2B5EF4-FFF2-40B4-BE49-F238E27FC236}">
                  <a16:creationId xmlns:a16="http://schemas.microsoft.com/office/drawing/2014/main" id="{4C687CC6-DB07-45AC-BF4D-C46E6C98CC6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4698069" y="1673366"/>
              <a:ext cx="931" cy="4600434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9290" name="Shape 1582">
              <a:extLst>
                <a:ext uri="{FF2B5EF4-FFF2-40B4-BE49-F238E27FC236}">
                  <a16:creationId xmlns:a16="http://schemas.microsoft.com/office/drawing/2014/main" id="{AED015FB-D139-448F-858A-A832DD331A3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266267" y="1673366"/>
              <a:ext cx="2066" cy="4617367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9291" name="Shape 1583">
              <a:extLst>
                <a:ext uri="{FF2B5EF4-FFF2-40B4-BE49-F238E27FC236}">
                  <a16:creationId xmlns:a16="http://schemas.microsoft.com/office/drawing/2014/main" id="{6E834B15-7FA1-448C-BDA2-7C7CB354048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808133" y="1673366"/>
              <a:ext cx="2234" cy="4617367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9292" name="Shape 1584">
              <a:extLst>
                <a:ext uri="{FF2B5EF4-FFF2-40B4-BE49-F238E27FC236}">
                  <a16:creationId xmlns:a16="http://schemas.microsoft.com/office/drawing/2014/main" id="{153B8512-6945-49D7-84A1-281A8C0C036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380631" y="1673366"/>
              <a:ext cx="3236" cy="4608901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9293" name="Shape 1585">
              <a:extLst>
                <a:ext uri="{FF2B5EF4-FFF2-40B4-BE49-F238E27FC236}">
                  <a16:creationId xmlns:a16="http://schemas.microsoft.com/office/drawing/2014/main" id="{54B65DD8-EB04-4B95-88B7-E161A72537B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922664" y="1673366"/>
              <a:ext cx="3069" cy="4617367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9294" name="Shape 1586">
              <a:extLst>
                <a:ext uri="{FF2B5EF4-FFF2-40B4-BE49-F238E27FC236}">
                  <a16:creationId xmlns:a16="http://schemas.microsoft.com/office/drawing/2014/main" id="{2DBE3144-7371-4526-9E4D-D943EE99869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7491045" y="1673366"/>
              <a:ext cx="1955" cy="4625834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9295" name="Shape 1587">
              <a:extLst>
                <a:ext uri="{FF2B5EF4-FFF2-40B4-BE49-F238E27FC236}">
                  <a16:creationId xmlns:a16="http://schemas.microsoft.com/office/drawing/2014/main" id="{9E7D9221-094C-4D6A-8F26-AFB4B6C3BC0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8034867" y="1673366"/>
              <a:ext cx="95" cy="4625834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09296" name="Shape 1588">
              <a:extLst>
                <a:ext uri="{FF2B5EF4-FFF2-40B4-BE49-F238E27FC236}">
                  <a16:creationId xmlns:a16="http://schemas.microsoft.com/office/drawing/2014/main" id="{FDD35473-84CE-4A43-9CE2-C6BCAD279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541" y="1302169"/>
              <a:ext cx="2222713" cy="327259"/>
            </a:xfrm>
            <a:custGeom>
              <a:avLst/>
              <a:gdLst>
                <a:gd name="T0" fmla="*/ 2147483646 w 2364"/>
                <a:gd name="T1" fmla="*/ 2147483646 h 433"/>
                <a:gd name="T2" fmla="*/ 2147483646 w 2364"/>
                <a:gd name="T3" fmla="*/ 0 h 433"/>
                <a:gd name="T4" fmla="*/ 2147483646 w 2364"/>
                <a:gd name="T5" fmla="*/ 0 h 433"/>
                <a:gd name="T6" fmla="*/ 2147483646 w 2364"/>
                <a:gd name="T7" fmla="*/ 2147483646 h 433"/>
                <a:gd name="T8" fmla="*/ 2147483646 w 2364"/>
                <a:gd name="T9" fmla="*/ 2147483646 h 433"/>
                <a:gd name="T10" fmla="*/ 2147483646 w 2364"/>
                <a:gd name="T11" fmla="*/ 0 h 433"/>
                <a:gd name="T12" fmla="*/ 2147483646 w 2364"/>
                <a:gd name="T13" fmla="*/ 0 h 433"/>
                <a:gd name="T14" fmla="*/ 2147483646 w 2364"/>
                <a:gd name="T15" fmla="*/ 2147483646 h 433"/>
                <a:gd name="T16" fmla="*/ 2147483646 w 2364"/>
                <a:gd name="T17" fmla="*/ 2147483646 h 433"/>
                <a:gd name="T18" fmla="*/ 2147483646 w 2364"/>
                <a:gd name="T19" fmla="*/ 0 h 433"/>
                <a:gd name="T20" fmla="*/ 2147483646 w 2364"/>
                <a:gd name="T21" fmla="*/ 0 h 433"/>
                <a:gd name="T22" fmla="*/ 2147483646 w 2364"/>
                <a:gd name="T23" fmla="*/ 2147483646 h 433"/>
                <a:gd name="T24" fmla="*/ 2147483646 w 2364"/>
                <a:gd name="T25" fmla="*/ 2147483646 h 433"/>
                <a:gd name="T26" fmla="*/ 2147483646 w 2364"/>
                <a:gd name="T27" fmla="*/ 0 h 433"/>
                <a:gd name="T28" fmla="*/ 2147483646 w 2364"/>
                <a:gd name="T29" fmla="*/ 0 h 433"/>
                <a:gd name="T30" fmla="*/ 2147483646 w 2364"/>
                <a:gd name="T31" fmla="*/ 2147483646 h 433"/>
                <a:gd name="T32" fmla="*/ 0 w 2364"/>
                <a:gd name="T33" fmla="*/ 2147483646 h 4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364"/>
                <a:gd name="T52" fmla="*/ 0 h 433"/>
                <a:gd name="T53" fmla="*/ 2364 w 2364"/>
                <a:gd name="T54" fmla="*/ 433 h 43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364" h="433" extrusionOk="0">
                  <a:moveTo>
                    <a:pt x="2364" y="433"/>
                  </a:moveTo>
                  <a:lnTo>
                    <a:pt x="2364" y="0"/>
                  </a:lnTo>
                  <a:lnTo>
                    <a:pt x="2076" y="0"/>
                  </a:lnTo>
                  <a:lnTo>
                    <a:pt x="2076" y="433"/>
                  </a:lnTo>
                  <a:lnTo>
                    <a:pt x="1759" y="433"/>
                  </a:lnTo>
                  <a:lnTo>
                    <a:pt x="1759" y="0"/>
                  </a:lnTo>
                  <a:lnTo>
                    <a:pt x="1470" y="0"/>
                  </a:lnTo>
                  <a:lnTo>
                    <a:pt x="1470" y="433"/>
                  </a:lnTo>
                  <a:lnTo>
                    <a:pt x="1182" y="433"/>
                  </a:lnTo>
                  <a:lnTo>
                    <a:pt x="1182" y="0"/>
                  </a:lnTo>
                  <a:lnTo>
                    <a:pt x="894" y="0"/>
                  </a:lnTo>
                  <a:lnTo>
                    <a:pt x="894" y="433"/>
                  </a:lnTo>
                  <a:lnTo>
                    <a:pt x="605" y="433"/>
                  </a:lnTo>
                  <a:lnTo>
                    <a:pt x="605" y="0"/>
                  </a:lnTo>
                  <a:lnTo>
                    <a:pt x="288" y="0"/>
                  </a:lnTo>
                  <a:lnTo>
                    <a:pt x="288" y="433"/>
                  </a:lnTo>
                  <a:lnTo>
                    <a:pt x="0" y="433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9297" name="Shape 1589">
              <a:extLst>
                <a:ext uri="{FF2B5EF4-FFF2-40B4-BE49-F238E27FC236}">
                  <a16:creationId xmlns:a16="http://schemas.microsoft.com/office/drawing/2014/main" id="{40AC8E52-696C-4BF2-8521-15D186E45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256" y="1302169"/>
              <a:ext cx="2198246" cy="327259"/>
            </a:xfrm>
            <a:custGeom>
              <a:avLst/>
              <a:gdLst>
                <a:gd name="T0" fmla="*/ 2147483646 w 2335"/>
                <a:gd name="T1" fmla="*/ 2147483646 h 433"/>
                <a:gd name="T2" fmla="*/ 2147483646 w 2335"/>
                <a:gd name="T3" fmla="*/ 0 h 433"/>
                <a:gd name="T4" fmla="*/ 2147483646 w 2335"/>
                <a:gd name="T5" fmla="*/ 0 h 433"/>
                <a:gd name="T6" fmla="*/ 2147483646 w 2335"/>
                <a:gd name="T7" fmla="*/ 2147483646 h 433"/>
                <a:gd name="T8" fmla="*/ 2147483646 w 2335"/>
                <a:gd name="T9" fmla="*/ 2147483646 h 433"/>
                <a:gd name="T10" fmla="*/ 2147483646 w 2335"/>
                <a:gd name="T11" fmla="*/ 0 h 433"/>
                <a:gd name="T12" fmla="*/ 2147483646 w 2335"/>
                <a:gd name="T13" fmla="*/ 0 h 433"/>
                <a:gd name="T14" fmla="*/ 2147483646 w 2335"/>
                <a:gd name="T15" fmla="*/ 2147483646 h 433"/>
                <a:gd name="T16" fmla="*/ 2147483646 w 2335"/>
                <a:gd name="T17" fmla="*/ 2147483646 h 433"/>
                <a:gd name="T18" fmla="*/ 2147483646 w 2335"/>
                <a:gd name="T19" fmla="*/ 0 h 433"/>
                <a:gd name="T20" fmla="*/ 2147483646 w 2335"/>
                <a:gd name="T21" fmla="*/ 0 h 433"/>
                <a:gd name="T22" fmla="*/ 2147483646 w 2335"/>
                <a:gd name="T23" fmla="*/ 2147483646 h 433"/>
                <a:gd name="T24" fmla="*/ 2147483646 w 2335"/>
                <a:gd name="T25" fmla="*/ 2147483646 h 433"/>
                <a:gd name="T26" fmla="*/ 2147483646 w 2335"/>
                <a:gd name="T27" fmla="*/ 0 h 433"/>
                <a:gd name="T28" fmla="*/ 2147483646 w 2335"/>
                <a:gd name="T29" fmla="*/ 0 h 433"/>
                <a:gd name="T30" fmla="*/ 2147483646 w 2335"/>
                <a:gd name="T31" fmla="*/ 2147483646 h 433"/>
                <a:gd name="T32" fmla="*/ 0 w 2335"/>
                <a:gd name="T33" fmla="*/ 2147483646 h 4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335"/>
                <a:gd name="T52" fmla="*/ 0 h 433"/>
                <a:gd name="T53" fmla="*/ 2335 w 2335"/>
                <a:gd name="T54" fmla="*/ 433 h 43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335" h="433" extrusionOk="0">
                  <a:moveTo>
                    <a:pt x="2335" y="433"/>
                  </a:moveTo>
                  <a:lnTo>
                    <a:pt x="2335" y="0"/>
                  </a:lnTo>
                  <a:lnTo>
                    <a:pt x="2047" y="0"/>
                  </a:lnTo>
                  <a:lnTo>
                    <a:pt x="2047" y="433"/>
                  </a:lnTo>
                  <a:lnTo>
                    <a:pt x="1758" y="433"/>
                  </a:lnTo>
                  <a:lnTo>
                    <a:pt x="1758" y="0"/>
                  </a:lnTo>
                  <a:lnTo>
                    <a:pt x="1470" y="0"/>
                  </a:lnTo>
                  <a:lnTo>
                    <a:pt x="1470" y="433"/>
                  </a:lnTo>
                  <a:lnTo>
                    <a:pt x="1182" y="433"/>
                  </a:lnTo>
                  <a:lnTo>
                    <a:pt x="1182" y="0"/>
                  </a:lnTo>
                  <a:lnTo>
                    <a:pt x="865" y="0"/>
                  </a:lnTo>
                  <a:lnTo>
                    <a:pt x="865" y="433"/>
                  </a:lnTo>
                  <a:lnTo>
                    <a:pt x="576" y="433"/>
                  </a:lnTo>
                  <a:lnTo>
                    <a:pt x="576" y="0"/>
                  </a:lnTo>
                  <a:lnTo>
                    <a:pt x="288" y="0"/>
                  </a:lnTo>
                  <a:lnTo>
                    <a:pt x="288" y="433"/>
                  </a:lnTo>
                  <a:lnTo>
                    <a:pt x="0" y="433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9298" name="Shape 1590">
              <a:extLst>
                <a:ext uri="{FF2B5EF4-FFF2-40B4-BE49-F238E27FC236}">
                  <a16:creationId xmlns:a16="http://schemas.microsoft.com/office/drawing/2014/main" id="{4AD64722-51E4-424A-8F35-E0125F232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9503" y="1302169"/>
              <a:ext cx="2224595" cy="327259"/>
            </a:xfrm>
            <a:custGeom>
              <a:avLst/>
              <a:gdLst>
                <a:gd name="T0" fmla="*/ 2147483646 w 2364"/>
                <a:gd name="T1" fmla="*/ 0 h 433"/>
                <a:gd name="T2" fmla="*/ 2147483646 w 2364"/>
                <a:gd name="T3" fmla="*/ 0 h 433"/>
                <a:gd name="T4" fmla="*/ 2147483646 w 2364"/>
                <a:gd name="T5" fmla="*/ 2147483646 h 433"/>
                <a:gd name="T6" fmla="*/ 2147483646 w 2364"/>
                <a:gd name="T7" fmla="*/ 2147483646 h 433"/>
                <a:gd name="T8" fmla="*/ 2147483646 w 2364"/>
                <a:gd name="T9" fmla="*/ 0 h 433"/>
                <a:gd name="T10" fmla="*/ 2147483646 w 2364"/>
                <a:gd name="T11" fmla="*/ 0 h 433"/>
                <a:gd name="T12" fmla="*/ 2147483646 w 2364"/>
                <a:gd name="T13" fmla="*/ 2147483646 h 433"/>
                <a:gd name="T14" fmla="*/ 2147483646 w 2364"/>
                <a:gd name="T15" fmla="*/ 2147483646 h 433"/>
                <a:gd name="T16" fmla="*/ 2147483646 w 2364"/>
                <a:gd name="T17" fmla="*/ 0 h 433"/>
                <a:gd name="T18" fmla="*/ 2147483646 w 2364"/>
                <a:gd name="T19" fmla="*/ 0 h 433"/>
                <a:gd name="T20" fmla="*/ 2147483646 w 2364"/>
                <a:gd name="T21" fmla="*/ 2147483646 h 433"/>
                <a:gd name="T22" fmla="*/ 2147483646 w 2364"/>
                <a:gd name="T23" fmla="*/ 2147483646 h 433"/>
                <a:gd name="T24" fmla="*/ 2147483646 w 2364"/>
                <a:gd name="T25" fmla="*/ 0 h 433"/>
                <a:gd name="T26" fmla="*/ 2147483646 w 2364"/>
                <a:gd name="T27" fmla="*/ 0 h 433"/>
                <a:gd name="T28" fmla="*/ 2147483646 w 2364"/>
                <a:gd name="T29" fmla="*/ 2147483646 h 433"/>
                <a:gd name="T30" fmla="*/ 0 w 2364"/>
                <a:gd name="T31" fmla="*/ 2147483646 h 43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364"/>
                <a:gd name="T49" fmla="*/ 0 h 433"/>
                <a:gd name="T50" fmla="*/ 2364 w 2364"/>
                <a:gd name="T51" fmla="*/ 433 h 433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364" h="433" extrusionOk="0">
                  <a:moveTo>
                    <a:pt x="2364" y="0"/>
                  </a:moveTo>
                  <a:lnTo>
                    <a:pt x="2076" y="0"/>
                  </a:lnTo>
                  <a:lnTo>
                    <a:pt x="2076" y="433"/>
                  </a:lnTo>
                  <a:lnTo>
                    <a:pt x="1787" y="433"/>
                  </a:lnTo>
                  <a:lnTo>
                    <a:pt x="1787" y="0"/>
                  </a:lnTo>
                  <a:lnTo>
                    <a:pt x="1470" y="0"/>
                  </a:lnTo>
                  <a:lnTo>
                    <a:pt x="1470" y="433"/>
                  </a:lnTo>
                  <a:lnTo>
                    <a:pt x="1182" y="433"/>
                  </a:lnTo>
                  <a:lnTo>
                    <a:pt x="1182" y="0"/>
                  </a:lnTo>
                  <a:lnTo>
                    <a:pt x="894" y="0"/>
                  </a:lnTo>
                  <a:lnTo>
                    <a:pt x="894" y="433"/>
                  </a:lnTo>
                  <a:lnTo>
                    <a:pt x="605" y="433"/>
                  </a:lnTo>
                  <a:lnTo>
                    <a:pt x="605" y="0"/>
                  </a:lnTo>
                  <a:lnTo>
                    <a:pt x="317" y="0"/>
                  </a:lnTo>
                  <a:lnTo>
                    <a:pt x="317" y="433"/>
                  </a:lnTo>
                  <a:lnTo>
                    <a:pt x="0" y="433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9299" name="Shape 1591">
              <a:extLst>
                <a:ext uri="{FF2B5EF4-FFF2-40B4-BE49-F238E27FC236}">
                  <a16:creationId xmlns:a16="http://schemas.microsoft.com/office/drawing/2014/main" id="{F552D9C0-2209-417B-8E71-11709D889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312" y="2066578"/>
              <a:ext cx="6842089" cy="330141"/>
            </a:xfrm>
            <a:custGeom>
              <a:avLst/>
              <a:gdLst>
                <a:gd name="T0" fmla="*/ 2147483646 w 12738"/>
                <a:gd name="T1" fmla="*/ 11554445 h 9433"/>
                <a:gd name="T2" fmla="*/ 1996554121 w 12738"/>
                <a:gd name="T3" fmla="*/ 11478498 h 9433"/>
                <a:gd name="T4" fmla="*/ 1690146382 w 12738"/>
                <a:gd name="T5" fmla="*/ 11478498 h 9433"/>
                <a:gd name="T6" fmla="*/ 801795286 w 12738"/>
                <a:gd name="T7" fmla="*/ 11478498 h 9433"/>
                <a:gd name="T8" fmla="*/ 801795286 w 12738"/>
                <a:gd name="T9" fmla="*/ 0 h 9433"/>
                <a:gd name="T10" fmla="*/ 655515957 w 12738"/>
                <a:gd name="T11" fmla="*/ 0 h 9433"/>
                <a:gd name="T12" fmla="*/ 510101960 w 12738"/>
                <a:gd name="T13" fmla="*/ 0 h 9433"/>
                <a:gd name="T14" fmla="*/ 510101960 w 12738"/>
                <a:gd name="T15" fmla="*/ 11478498 h 9433"/>
                <a:gd name="T16" fmla="*/ 0 w 12738"/>
                <a:gd name="T17" fmla="*/ 11478498 h 94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38" h="9433" extrusionOk="0">
                  <a:moveTo>
                    <a:pt x="12738" y="9433"/>
                  </a:moveTo>
                  <a:lnTo>
                    <a:pt x="6920" y="9371"/>
                  </a:lnTo>
                  <a:lnTo>
                    <a:pt x="5858" y="9371"/>
                  </a:lnTo>
                  <a:lnTo>
                    <a:pt x="2779" y="9371"/>
                  </a:lnTo>
                  <a:lnTo>
                    <a:pt x="2779" y="0"/>
                  </a:lnTo>
                  <a:lnTo>
                    <a:pt x="2272" y="0"/>
                  </a:lnTo>
                  <a:lnTo>
                    <a:pt x="1768" y="0"/>
                  </a:lnTo>
                  <a:lnTo>
                    <a:pt x="1768" y="9371"/>
                  </a:lnTo>
                  <a:lnTo>
                    <a:pt x="0" y="9371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9300" name="Shape 1592">
              <a:extLst>
                <a:ext uri="{FF2B5EF4-FFF2-40B4-BE49-F238E27FC236}">
                  <a16:creationId xmlns:a16="http://schemas.microsoft.com/office/drawing/2014/main" id="{1FFEBC93-EDCA-42B8-9140-C4611FF2D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541" y="2829011"/>
              <a:ext cx="3150069" cy="391284"/>
            </a:xfrm>
            <a:custGeom>
              <a:avLst/>
              <a:gdLst>
                <a:gd name="T0" fmla="*/ 980134567 w 10101"/>
                <a:gd name="T1" fmla="*/ 13694380 h 11180"/>
                <a:gd name="T2" fmla="*/ 982371518 w 10101"/>
                <a:gd name="T3" fmla="*/ 0 h 11180"/>
                <a:gd name="T4" fmla="*/ 803519887 w 10101"/>
                <a:gd name="T5" fmla="*/ 66147 h 11180"/>
                <a:gd name="T6" fmla="*/ 803519887 w 10101"/>
                <a:gd name="T7" fmla="*/ 12315156 h 11180"/>
                <a:gd name="T8" fmla="*/ 634296222 w 10101"/>
                <a:gd name="T9" fmla="*/ 12315156 h 11180"/>
                <a:gd name="T10" fmla="*/ 634296222 w 10101"/>
                <a:gd name="T11" fmla="*/ 66147 h 11180"/>
                <a:gd name="T12" fmla="*/ 465267468 w 10101"/>
                <a:gd name="T13" fmla="*/ 66147 h 11180"/>
                <a:gd name="T14" fmla="*/ 465267468 w 10101"/>
                <a:gd name="T15" fmla="*/ 12315156 h 11180"/>
                <a:gd name="T16" fmla="*/ 0 w 10101"/>
                <a:gd name="T17" fmla="*/ 12315156 h 111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01" h="11180" extrusionOk="0">
                  <a:moveTo>
                    <a:pt x="10078" y="11180"/>
                  </a:moveTo>
                  <a:cubicBezTo>
                    <a:pt x="10086" y="7453"/>
                    <a:pt x="10093" y="3727"/>
                    <a:pt x="10101" y="0"/>
                  </a:cubicBezTo>
                  <a:lnTo>
                    <a:pt x="8262" y="54"/>
                  </a:lnTo>
                  <a:lnTo>
                    <a:pt x="8262" y="10054"/>
                  </a:lnTo>
                  <a:lnTo>
                    <a:pt x="6522" y="10054"/>
                  </a:lnTo>
                  <a:lnTo>
                    <a:pt x="6522" y="54"/>
                  </a:lnTo>
                  <a:lnTo>
                    <a:pt x="4784" y="54"/>
                  </a:lnTo>
                  <a:lnTo>
                    <a:pt x="4784" y="10054"/>
                  </a:lnTo>
                  <a:lnTo>
                    <a:pt x="0" y="10054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9301" name="Shape 1593">
              <a:extLst>
                <a:ext uri="{FF2B5EF4-FFF2-40B4-BE49-F238E27FC236}">
                  <a16:creationId xmlns:a16="http://schemas.microsoft.com/office/drawing/2014/main" id="{2A080D1A-A3CC-4567-BB0C-451751DFB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541" y="3638444"/>
              <a:ext cx="6816890" cy="362339"/>
            </a:xfrm>
            <a:custGeom>
              <a:avLst/>
              <a:gdLst>
                <a:gd name="T0" fmla="*/ 2147483646 w 14121"/>
                <a:gd name="T1" fmla="*/ 12465715 h 10353"/>
                <a:gd name="T2" fmla="*/ 1520159229 w 14121"/>
                <a:gd name="T3" fmla="*/ 12681305 h 10353"/>
                <a:gd name="T4" fmla="*/ 1523188475 w 14121"/>
                <a:gd name="T5" fmla="*/ 0 h 10353"/>
                <a:gd name="T6" fmla="*/ 977395077 w 14121"/>
                <a:gd name="T7" fmla="*/ 30624 h 10353"/>
                <a:gd name="T8" fmla="*/ 977860930 w 14121"/>
                <a:gd name="T9" fmla="*/ 11488278 h 10353"/>
                <a:gd name="T10" fmla="*/ 0 w 14121"/>
                <a:gd name="T11" fmla="*/ 11505392 h 103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21" h="10353" extrusionOk="0">
                  <a:moveTo>
                    <a:pt x="14121" y="10177"/>
                  </a:moveTo>
                  <a:lnTo>
                    <a:pt x="6523" y="10353"/>
                  </a:lnTo>
                  <a:cubicBezTo>
                    <a:pt x="6527" y="6902"/>
                    <a:pt x="6532" y="3451"/>
                    <a:pt x="6536" y="0"/>
                  </a:cubicBezTo>
                  <a:lnTo>
                    <a:pt x="4194" y="25"/>
                  </a:lnTo>
                  <a:cubicBezTo>
                    <a:pt x="4190" y="3121"/>
                    <a:pt x="4200" y="6283"/>
                    <a:pt x="4196" y="9379"/>
                  </a:cubicBezTo>
                  <a:lnTo>
                    <a:pt x="0" y="9393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9302" name="Shape 1594">
              <a:extLst>
                <a:ext uri="{FF2B5EF4-FFF2-40B4-BE49-F238E27FC236}">
                  <a16:creationId xmlns:a16="http://schemas.microsoft.com/office/drawing/2014/main" id="{BED309FA-E695-4BE6-8A2D-13B1C68FD4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7877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09303" name="Shape 1595">
              <a:extLst>
                <a:ext uri="{FF2B5EF4-FFF2-40B4-BE49-F238E27FC236}">
                  <a16:creationId xmlns:a16="http://schemas.microsoft.com/office/drawing/2014/main" id="{E40F345C-68B2-4537-937C-7EEAC4E0E3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5631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9304" name="Shape 1596">
              <a:extLst>
                <a:ext uri="{FF2B5EF4-FFF2-40B4-BE49-F238E27FC236}">
                  <a16:creationId xmlns:a16="http://schemas.microsoft.com/office/drawing/2014/main" id="{A3FCD74D-289A-4C48-9473-A35F498E04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97438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09305" name="Shape 1597">
              <a:extLst>
                <a:ext uri="{FF2B5EF4-FFF2-40B4-BE49-F238E27FC236}">
                  <a16:creationId xmlns:a16="http://schemas.microsoft.com/office/drawing/2014/main" id="{C00792AA-FA4E-495A-9457-2B467C2559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65193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09306" name="Shape 1598">
              <a:extLst>
                <a:ext uri="{FF2B5EF4-FFF2-40B4-BE49-F238E27FC236}">
                  <a16:creationId xmlns:a16="http://schemas.microsoft.com/office/drawing/2014/main" id="{B1436213-17B9-4F7F-88BA-FAF73E0D90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67704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09307" name="Shape 1599">
              <a:extLst>
                <a:ext uri="{FF2B5EF4-FFF2-40B4-BE49-F238E27FC236}">
                  <a16:creationId xmlns:a16="http://schemas.microsoft.com/office/drawing/2014/main" id="{BA7299D5-FBA7-43DC-B305-1BAB380BC3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5459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309308" name="Shape 1600">
              <a:extLst>
                <a:ext uri="{FF2B5EF4-FFF2-40B4-BE49-F238E27FC236}">
                  <a16:creationId xmlns:a16="http://schemas.microsoft.com/office/drawing/2014/main" id="{AB7A3A18-9C2C-42C5-90E0-B1009B9D31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4091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09309" name="Shape 1601">
              <a:extLst>
                <a:ext uri="{FF2B5EF4-FFF2-40B4-BE49-F238E27FC236}">
                  <a16:creationId xmlns:a16="http://schemas.microsoft.com/office/drawing/2014/main" id="{2DD36403-EF35-4EA4-9586-167BC4EAE0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1845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 </a:t>
              </a:r>
            </a:p>
          </p:txBody>
        </p:sp>
        <p:sp>
          <p:nvSpPr>
            <p:cNvPr id="309310" name="Shape 1602">
              <a:extLst>
                <a:ext uri="{FF2B5EF4-FFF2-40B4-BE49-F238E27FC236}">
                  <a16:creationId xmlns:a16="http://schemas.microsoft.com/office/drawing/2014/main" id="{E5B9BBA7-5ABC-4488-A480-A678D7D61D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66828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09311" name="Shape 1603">
              <a:extLst>
                <a:ext uri="{FF2B5EF4-FFF2-40B4-BE49-F238E27FC236}">
                  <a16:creationId xmlns:a16="http://schemas.microsoft.com/office/drawing/2014/main" id="{3B92C09E-398B-42E6-ABC5-BE54BBFFD1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34582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4 </a:t>
              </a:r>
            </a:p>
          </p:txBody>
        </p:sp>
        <p:sp>
          <p:nvSpPr>
            <p:cNvPr id="309312" name="Shape 1604">
              <a:extLst>
                <a:ext uri="{FF2B5EF4-FFF2-40B4-BE49-F238E27FC236}">
                  <a16:creationId xmlns:a16="http://schemas.microsoft.com/office/drawing/2014/main" id="{085ED0ED-3CCD-41F3-97BB-14EF4115BC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6978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09313" name="Shape 1605">
              <a:extLst>
                <a:ext uri="{FF2B5EF4-FFF2-40B4-BE49-F238E27FC236}">
                  <a16:creationId xmlns:a16="http://schemas.microsoft.com/office/drawing/2014/main" id="{33513F2F-1D4D-420F-A8AB-F60A9AC6B5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74733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5 </a:t>
              </a:r>
            </a:p>
          </p:txBody>
        </p:sp>
        <p:sp>
          <p:nvSpPr>
            <p:cNvPr id="309314" name="Shape 1606">
              <a:extLst>
                <a:ext uri="{FF2B5EF4-FFF2-40B4-BE49-F238E27FC236}">
                  <a16:creationId xmlns:a16="http://schemas.microsoft.com/office/drawing/2014/main" id="{BBCFF30A-8651-4D8B-8C96-96EA61C849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77243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09315" name="Shape 1607">
              <a:extLst>
                <a:ext uri="{FF2B5EF4-FFF2-40B4-BE49-F238E27FC236}">
                  <a16:creationId xmlns:a16="http://schemas.microsoft.com/office/drawing/2014/main" id="{9E4EFCAD-048F-4121-B984-DCCA7AC7D3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44997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6 </a:t>
              </a:r>
            </a:p>
          </p:txBody>
        </p:sp>
        <p:sp>
          <p:nvSpPr>
            <p:cNvPr id="309316" name="Shape 1608">
              <a:extLst>
                <a:ext uri="{FF2B5EF4-FFF2-40B4-BE49-F238E27FC236}">
                  <a16:creationId xmlns:a16="http://schemas.microsoft.com/office/drawing/2014/main" id="{EE734A4B-FEFA-4758-A2AE-916B2373A6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36215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09317" name="Shape 1609">
              <a:extLst>
                <a:ext uri="{FF2B5EF4-FFF2-40B4-BE49-F238E27FC236}">
                  <a16:creationId xmlns:a16="http://schemas.microsoft.com/office/drawing/2014/main" id="{5BE9FA65-52F9-4E4B-99BC-FA03D25F18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03969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7 </a:t>
              </a:r>
            </a:p>
          </p:txBody>
        </p:sp>
        <p:sp>
          <p:nvSpPr>
            <p:cNvPr id="309318" name="Shape 1610">
              <a:extLst>
                <a:ext uri="{FF2B5EF4-FFF2-40B4-BE49-F238E27FC236}">
                  <a16:creationId xmlns:a16="http://schemas.microsoft.com/office/drawing/2014/main" id="{44791381-FEB3-451B-90B9-B547EAF081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83895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09319" name="Shape 1611">
              <a:extLst>
                <a:ext uri="{FF2B5EF4-FFF2-40B4-BE49-F238E27FC236}">
                  <a16:creationId xmlns:a16="http://schemas.microsoft.com/office/drawing/2014/main" id="{1AE0B0D9-1C4D-4B08-BB27-8C8CD653B1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51649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8 </a:t>
              </a:r>
            </a:p>
          </p:txBody>
        </p:sp>
        <p:sp>
          <p:nvSpPr>
            <p:cNvPr id="309320" name="Shape 1612">
              <a:extLst>
                <a:ext uri="{FF2B5EF4-FFF2-40B4-BE49-F238E27FC236}">
                  <a16:creationId xmlns:a16="http://schemas.microsoft.com/office/drawing/2014/main" id="{98797507-1EF5-40CB-826B-604207C2F2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65702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09321" name="Shape 1613">
              <a:extLst>
                <a:ext uri="{FF2B5EF4-FFF2-40B4-BE49-F238E27FC236}">
                  <a16:creationId xmlns:a16="http://schemas.microsoft.com/office/drawing/2014/main" id="{98E30E6F-F468-4CEA-B732-B39FFE74C3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33456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9 </a:t>
              </a:r>
            </a:p>
          </p:txBody>
        </p:sp>
        <p:sp>
          <p:nvSpPr>
            <p:cNvPr id="309322" name="Shape 1614">
              <a:extLst>
                <a:ext uri="{FF2B5EF4-FFF2-40B4-BE49-F238E27FC236}">
                  <a16:creationId xmlns:a16="http://schemas.microsoft.com/office/drawing/2014/main" id="{D3C508CD-8F78-4D5F-95CC-4303C5EB87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28436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09323" name="Shape 1615">
              <a:extLst>
                <a:ext uri="{FF2B5EF4-FFF2-40B4-BE49-F238E27FC236}">
                  <a16:creationId xmlns:a16="http://schemas.microsoft.com/office/drawing/2014/main" id="{4ACA9CDB-5AAE-43D4-9B0D-9041422F53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96170" y="1002169"/>
              <a:ext cx="281685" cy="1895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309324" name="Shape 1616">
              <a:extLst>
                <a:ext uri="{FF2B5EF4-FFF2-40B4-BE49-F238E27FC236}">
                  <a16:creationId xmlns:a16="http://schemas.microsoft.com/office/drawing/2014/main" id="{66E15BBB-F0C4-4AE4-8E7C-2FB7F1C29C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0109" y="1203688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09325" name="Shape 1617">
              <a:extLst>
                <a:ext uri="{FF2B5EF4-FFF2-40B4-BE49-F238E27FC236}">
                  <a16:creationId xmlns:a16="http://schemas.microsoft.com/office/drawing/2014/main" id="{7117190C-0B72-4B52-9195-B816DB5A31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0109" y="1520341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9326" name="Shape 1618">
              <a:extLst>
                <a:ext uri="{FF2B5EF4-FFF2-40B4-BE49-F238E27FC236}">
                  <a16:creationId xmlns:a16="http://schemas.microsoft.com/office/drawing/2014/main" id="{B96E8A16-CC91-45DD-B6E3-FFCC61A3C6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0109" y="1946084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09327" name="Shape 1619">
              <a:extLst>
                <a:ext uri="{FF2B5EF4-FFF2-40B4-BE49-F238E27FC236}">
                  <a16:creationId xmlns:a16="http://schemas.microsoft.com/office/drawing/2014/main" id="{3C57FB5B-CE3F-46B8-937D-2B48EA74A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0109" y="2300617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9328" name="Shape 1620">
              <a:extLst>
                <a:ext uri="{FF2B5EF4-FFF2-40B4-BE49-F238E27FC236}">
                  <a16:creationId xmlns:a16="http://schemas.microsoft.com/office/drawing/2014/main" id="{298CF27C-E55C-4CAD-8654-E80B756CB2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0109" y="2764235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09329" name="Shape 1621">
              <a:extLst>
                <a:ext uri="{FF2B5EF4-FFF2-40B4-BE49-F238E27FC236}">
                  <a16:creationId xmlns:a16="http://schemas.microsoft.com/office/drawing/2014/main" id="{D1C398CE-D141-4454-8D5B-55A82D1010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0109" y="3088466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9330" name="Shape 1622">
              <a:extLst>
                <a:ext uri="{FF2B5EF4-FFF2-40B4-BE49-F238E27FC236}">
                  <a16:creationId xmlns:a16="http://schemas.microsoft.com/office/drawing/2014/main" id="{AAAF4FD7-D5F8-447D-90DE-18DBDD7C1B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0109" y="3509662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09331" name="Shape 1623">
              <a:extLst>
                <a:ext uri="{FF2B5EF4-FFF2-40B4-BE49-F238E27FC236}">
                  <a16:creationId xmlns:a16="http://schemas.microsoft.com/office/drawing/2014/main" id="{7898F35D-CD48-4873-9AAC-797AD03191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0109" y="3862678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9332" name="Shape 1624">
              <a:extLst>
                <a:ext uri="{FF2B5EF4-FFF2-40B4-BE49-F238E27FC236}">
                  <a16:creationId xmlns:a16="http://schemas.microsoft.com/office/drawing/2014/main" id="{E98A510C-FF7C-4CC7-AC04-13F19F58B8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3522" y="1370349"/>
              <a:ext cx="622961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Clock </a:t>
              </a:r>
            </a:p>
          </p:txBody>
        </p:sp>
        <p:sp>
          <p:nvSpPr>
            <p:cNvPr id="309333" name="Shape 1625">
              <a:extLst>
                <a:ext uri="{FF2B5EF4-FFF2-40B4-BE49-F238E27FC236}">
                  <a16:creationId xmlns:a16="http://schemas.microsoft.com/office/drawing/2014/main" id="{4339DDAE-E1EA-4825-B931-0981A7C2C3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6785" y="2123349"/>
              <a:ext cx="22019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309334" name="Shape 1626">
              <a:extLst>
                <a:ext uri="{FF2B5EF4-FFF2-40B4-BE49-F238E27FC236}">
                  <a16:creationId xmlns:a16="http://schemas.microsoft.com/office/drawing/2014/main" id="{E271115F-1442-43DC-ADD8-A921D41C31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6082" y="2911198"/>
              <a:ext cx="167503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309335" name="Shape 1627">
              <a:extLst>
                <a:ext uri="{FF2B5EF4-FFF2-40B4-BE49-F238E27FC236}">
                  <a16:creationId xmlns:a16="http://schemas.microsoft.com/office/drawing/2014/main" id="{952143AC-BF2C-40D8-B6A3-B18B8CF589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59" y="2993014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09336" name="Shape 1628">
              <a:extLst>
                <a:ext uri="{FF2B5EF4-FFF2-40B4-BE49-F238E27FC236}">
                  <a16:creationId xmlns:a16="http://schemas.microsoft.com/office/drawing/2014/main" id="{B2CBA1F2-2E7B-42D8-BEA4-B99F5F0206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6082" y="3647535"/>
              <a:ext cx="167503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309337" name="Shape 1630">
              <a:extLst>
                <a:ext uri="{FF2B5EF4-FFF2-40B4-BE49-F238E27FC236}">
                  <a16:creationId xmlns:a16="http://schemas.microsoft.com/office/drawing/2014/main" id="{74FEDB62-63B2-43AB-8552-6338CC6B5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610" y="3208754"/>
              <a:ext cx="3688806" cy="4465"/>
            </a:xfrm>
            <a:custGeom>
              <a:avLst/>
              <a:gdLst>
                <a:gd name="T0" fmla="*/ 1360728971 w 10000"/>
                <a:gd name="T1" fmla="*/ 0 h 8368"/>
                <a:gd name="T2" fmla="*/ 0 w 10000"/>
                <a:gd name="T3" fmla="*/ 2382 h 83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00" h="8368" extrusionOk="0">
                  <a:moveTo>
                    <a:pt x="10000" y="0"/>
                  </a:moveTo>
                  <a:lnTo>
                    <a:pt x="0" y="8367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9338" name="Shape 1633">
              <a:extLst>
                <a:ext uri="{FF2B5EF4-FFF2-40B4-BE49-F238E27FC236}">
                  <a16:creationId xmlns:a16="http://schemas.microsoft.com/office/drawing/2014/main" id="{8E226FE8-2FDA-4F5E-81F9-CCCE67E7C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009" y="4403568"/>
              <a:ext cx="6826062" cy="355585"/>
            </a:xfrm>
            <a:custGeom>
              <a:avLst/>
              <a:gdLst>
                <a:gd name="T0" fmla="*/ 2147483646 w 14140"/>
                <a:gd name="T1" fmla="*/ 12444950 h 10160"/>
                <a:gd name="T2" fmla="*/ 970636569 w 14140"/>
                <a:gd name="T3" fmla="*/ 12248958 h 10160"/>
                <a:gd name="T4" fmla="*/ 970636569 w 14140"/>
                <a:gd name="T5" fmla="*/ 0 h 10160"/>
                <a:gd name="T6" fmla="*/ 708692957 w 14140"/>
                <a:gd name="T7" fmla="*/ 0 h 10160"/>
                <a:gd name="T8" fmla="*/ 708692957 w 14140"/>
                <a:gd name="T9" fmla="*/ 12248958 h 10160"/>
                <a:gd name="T10" fmla="*/ 0 w 14140"/>
                <a:gd name="T11" fmla="*/ 11952556 h 101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40" h="10160" extrusionOk="0">
                  <a:moveTo>
                    <a:pt x="14140" y="10160"/>
                  </a:moveTo>
                  <a:lnTo>
                    <a:pt x="4165" y="10000"/>
                  </a:lnTo>
                  <a:lnTo>
                    <a:pt x="4165" y="0"/>
                  </a:lnTo>
                  <a:lnTo>
                    <a:pt x="3041" y="0"/>
                  </a:lnTo>
                  <a:lnTo>
                    <a:pt x="3041" y="10000"/>
                  </a:lnTo>
                  <a:lnTo>
                    <a:pt x="0" y="9758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9339" name="Shape 1634">
              <a:extLst>
                <a:ext uri="{FF2B5EF4-FFF2-40B4-BE49-F238E27FC236}">
                  <a16:creationId xmlns:a16="http://schemas.microsoft.com/office/drawing/2014/main" id="{AA61DE73-DE7B-411B-A86D-1B9320BE74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59" y="372935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309340" name="Shape 1635">
              <a:extLst>
                <a:ext uri="{FF2B5EF4-FFF2-40B4-BE49-F238E27FC236}">
                  <a16:creationId xmlns:a16="http://schemas.microsoft.com/office/drawing/2014/main" id="{AAB2BF6A-352A-4FD6-A1E4-240FB09315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1401" y="4309632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09341" name="Shape 1636">
              <a:extLst>
                <a:ext uri="{FF2B5EF4-FFF2-40B4-BE49-F238E27FC236}">
                  <a16:creationId xmlns:a16="http://schemas.microsoft.com/office/drawing/2014/main" id="{086BD276-EBC4-49FE-A24E-A7D2F2EE8B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1401" y="4662648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9342" name="Shape 1638">
              <a:extLst>
                <a:ext uri="{FF2B5EF4-FFF2-40B4-BE49-F238E27FC236}">
                  <a16:creationId xmlns:a16="http://schemas.microsoft.com/office/drawing/2014/main" id="{64BF76AB-E29E-447D-87A0-283C8961C3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952" y="4388238"/>
              <a:ext cx="444246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309343" name="Shape 1593">
              <a:extLst>
                <a:ext uri="{FF2B5EF4-FFF2-40B4-BE49-F238E27FC236}">
                  <a16:creationId xmlns:a16="http://schemas.microsoft.com/office/drawing/2014/main" id="{F91D3F05-913E-4EEC-86B9-D99CF64DE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075" y="5196311"/>
              <a:ext cx="6816890" cy="356179"/>
            </a:xfrm>
            <a:custGeom>
              <a:avLst/>
              <a:gdLst>
                <a:gd name="T0" fmla="*/ 2147483646 w 14121"/>
                <a:gd name="T1" fmla="*/ 12465705 h 10177"/>
                <a:gd name="T2" fmla="*/ 1238173343 w 14121"/>
                <a:gd name="T3" fmla="*/ 12384859 h 10177"/>
                <a:gd name="T4" fmla="*/ 1241203072 w 14121"/>
                <a:gd name="T5" fmla="*/ 0 h 10177"/>
                <a:gd name="T6" fmla="*/ 981589678 w 14121"/>
                <a:gd name="T7" fmla="*/ 30624 h 10177"/>
                <a:gd name="T8" fmla="*/ 981822846 w 14121"/>
                <a:gd name="T9" fmla="*/ 12081072 h 10177"/>
                <a:gd name="T10" fmla="*/ 0 w 14121"/>
                <a:gd name="T11" fmla="*/ 11505383 h 101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21" h="10177" extrusionOk="0">
                  <a:moveTo>
                    <a:pt x="14121" y="10177"/>
                  </a:moveTo>
                  <a:lnTo>
                    <a:pt x="5313" y="10111"/>
                  </a:lnTo>
                  <a:cubicBezTo>
                    <a:pt x="5317" y="6821"/>
                    <a:pt x="5322" y="3290"/>
                    <a:pt x="5326" y="0"/>
                  </a:cubicBezTo>
                  <a:lnTo>
                    <a:pt x="4212" y="25"/>
                  </a:lnTo>
                  <a:cubicBezTo>
                    <a:pt x="4207" y="3143"/>
                    <a:pt x="4218" y="6745"/>
                    <a:pt x="4213" y="9863"/>
                  </a:cubicBezTo>
                  <a:lnTo>
                    <a:pt x="0" y="9393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9344" name="Shape 1593">
              <a:extLst>
                <a:ext uri="{FF2B5EF4-FFF2-40B4-BE49-F238E27FC236}">
                  <a16:creationId xmlns:a16="http://schemas.microsoft.com/office/drawing/2014/main" id="{EA067A41-E1D2-410B-A04F-A5D95F18D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674" y="5865179"/>
              <a:ext cx="6816890" cy="362339"/>
            </a:xfrm>
            <a:custGeom>
              <a:avLst/>
              <a:gdLst>
                <a:gd name="T0" fmla="*/ 2147483646 w 14121"/>
                <a:gd name="T1" fmla="*/ 12465715 h 10353"/>
                <a:gd name="T2" fmla="*/ 1520159229 w 14121"/>
                <a:gd name="T3" fmla="*/ 12681305 h 10353"/>
                <a:gd name="T4" fmla="*/ 1523188475 w 14121"/>
                <a:gd name="T5" fmla="*/ 0 h 10353"/>
                <a:gd name="T6" fmla="*/ 1255651732 w 14121"/>
                <a:gd name="T7" fmla="*/ 327061 h 10353"/>
                <a:gd name="T8" fmla="*/ 1255884899 w 14121"/>
                <a:gd name="T9" fmla="*/ 12081117 h 10353"/>
                <a:gd name="T10" fmla="*/ 0 w 14121"/>
                <a:gd name="T11" fmla="*/ 11505392 h 103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21" h="10353" extrusionOk="0">
                  <a:moveTo>
                    <a:pt x="14121" y="10177"/>
                  </a:moveTo>
                  <a:lnTo>
                    <a:pt x="6523" y="10353"/>
                  </a:lnTo>
                  <a:cubicBezTo>
                    <a:pt x="6527" y="6902"/>
                    <a:pt x="6532" y="3451"/>
                    <a:pt x="6536" y="0"/>
                  </a:cubicBezTo>
                  <a:lnTo>
                    <a:pt x="5388" y="267"/>
                  </a:lnTo>
                  <a:cubicBezTo>
                    <a:pt x="5394" y="3466"/>
                    <a:pt x="5383" y="6664"/>
                    <a:pt x="5389" y="9863"/>
                  </a:cubicBezTo>
                  <a:lnTo>
                    <a:pt x="0" y="9393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9345" name="Shape 1635">
              <a:extLst>
                <a:ext uri="{FF2B5EF4-FFF2-40B4-BE49-F238E27FC236}">
                  <a16:creationId xmlns:a16="http://schemas.microsoft.com/office/drawing/2014/main" id="{BCAD4551-4685-42DA-9B23-F2F40CC22D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2935" y="5037766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09346" name="Shape 1636">
              <a:extLst>
                <a:ext uri="{FF2B5EF4-FFF2-40B4-BE49-F238E27FC236}">
                  <a16:creationId xmlns:a16="http://schemas.microsoft.com/office/drawing/2014/main" id="{68FC2A80-EC0A-49AA-955B-E3ABAEA33D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2935" y="5390782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9347" name="Shape 1635">
              <a:extLst>
                <a:ext uri="{FF2B5EF4-FFF2-40B4-BE49-F238E27FC236}">
                  <a16:creationId xmlns:a16="http://schemas.microsoft.com/office/drawing/2014/main" id="{F89E70C2-8132-4E0D-93A7-186CFA7F44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1401" y="5706634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09348" name="Shape 1636">
              <a:extLst>
                <a:ext uri="{FF2B5EF4-FFF2-40B4-BE49-F238E27FC236}">
                  <a16:creationId xmlns:a16="http://schemas.microsoft.com/office/drawing/2014/main" id="{803EFAE8-4EFE-4AF1-A165-CA4A90F253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1401" y="6059650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09349" name="Shape 1638">
              <a:extLst>
                <a:ext uri="{FF2B5EF4-FFF2-40B4-BE49-F238E27FC236}">
                  <a16:creationId xmlns:a16="http://schemas.microsoft.com/office/drawing/2014/main" id="{2AD04F0E-BC4E-43BF-84EC-361C08F78E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8685" y="6030771"/>
              <a:ext cx="765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 </a:t>
              </a:r>
            </a:p>
          </p:txBody>
        </p:sp>
        <p:sp>
          <p:nvSpPr>
            <p:cNvPr id="309350" name="Shape 1638">
              <a:extLst>
                <a:ext uri="{FF2B5EF4-FFF2-40B4-BE49-F238E27FC236}">
                  <a16:creationId xmlns:a16="http://schemas.microsoft.com/office/drawing/2014/main" id="{F800391C-DA8A-4E5E-86CB-78E8A31331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152" y="4388237"/>
              <a:ext cx="555150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, R3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        </a:t>
              </a:r>
            </a:p>
          </p:txBody>
        </p:sp>
        <p:sp>
          <p:nvSpPr>
            <p:cNvPr id="309351" name="Shape 1638">
              <a:extLst>
                <a:ext uri="{FF2B5EF4-FFF2-40B4-BE49-F238E27FC236}">
                  <a16:creationId xmlns:a16="http://schemas.microsoft.com/office/drawing/2014/main" id="{6E6B4C2F-F259-4726-9CCB-A308E3725F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952" y="5158705"/>
              <a:ext cx="444246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309352" name="Shape 1638">
              <a:extLst>
                <a:ext uri="{FF2B5EF4-FFF2-40B4-BE49-F238E27FC236}">
                  <a16:creationId xmlns:a16="http://schemas.microsoft.com/office/drawing/2014/main" id="{32360408-9DF3-4DA6-9E40-B3E69D7FC0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152" y="5158704"/>
              <a:ext cx="555150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, R2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        </a:t>
              </a:r>
            </a:p>
          </p:txBody>
        </p:sp>
        <p:sp>
          <p:nvSpPr>
            <p:cNvPr id="309353" name="Shape 1638">
              <a:extLst>
                <a:ext uri="{FF2B5EF4-FFF2-40B4-BE49-F238E27FC236}">
                  <a16:creationId xmlns:a16="http://schemas.microsoft.com/office/drawing/2014/main" id="{03AF8E00-8587-49AA-8660-38B3E6C5E0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952" y="5751369"/>
              <a:ext cx="444246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309354" name="Shape 1638">
              <a:extLst>
                <a:ext uri="{FF2B5EF4-FFF2-40B4-BE49-F238E27FC236}">
                  <a16:creationId xmlns:a16="http://schemas.microsoft.com/office/drawing/2014/main" id="{71BFBFAC-7076-41E1-B8B7-E66F301490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152" y="5751368"/>
              <a:ext cx="555150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, R1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        </a:t>
              </a:r>
            </a:p>
          </p:txBody>
        </p:sp>
      </p:grpSp>
      <p:grpSp>
        <p:nvGrpSpPr>
          <p:cNvPr id="309250" name="Group 191">
            <a:extLst>
              <a:ext uri="{FF2B5EF4-FFF2-40B4-BE49-F238E27FC236}">
                <a16:creationId xmlns:a16="http://schemas.microsoft.com/office/drawing/2014/main" id="{5CF00D61-F95F-42D8-B1A2-E83F7FF3012A}"/>
              </a:ext>
            </a:extLst>
          </p:cNvPr>
          <p:cNvGrpSpPr>
            <a:grpSpLocks/>
          </p:cNvGrpSpPr>
          <p:nvPr/>
        </p:nvGrpSpPr>
        <p:grpSpPr bwMode="auto">
          <a:xfrm>
            <a:off x="1920875" y="2754313"/>
            <a:ext cx="5967413" cy="1274762"/>
            <a:chOff x="2276119" y="4083696"/>
            <a:chExt cx="5968485" cy="1274346"/>
          </a:xfrm>
        </p:grpSpPr>
        <p:grpSp>
          <p:nvGrpSpPr>
            <p:cNvPr id="309251" name="Group 192">
              <a:extLst>
                <a:ext uri="{FF2B5EF4-FFF2-40B4-BE49-F238E27FC236}">
                  <a16:creationId xmlns:a16="http://schemas.microsoft.com/office/drawing/2014/main" id="{6BE462EA-97D1-4FC3-94A1-4101E916F8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76119" y="4084684"/>
              <a:ext cx="359502" cy="1250168"/>
              <a:chOff x="169024" y="3905780"/>
              <a:chExt cx="359502" cy="1250168"/>
            </a:xfrm>
          </p:grpSpPr>
          <p:sp>
            <p:nvSpPr>
              <p:cNvPr id="309282" name="TextBox 327">
                <a:extLst>
                  <a:ext uri="{FF2B5EF4-FFF2-40B4-BE49-F238E27FC236}">
                    <a16:creationId xmlns:a16="http://schemas.microsoft.com/office/drawing/2014/main" id="{DD79A6EB-6873-4885-BA11-A928B70FA17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9024" y="3905780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9283" name="TextBox 328">
                <a:extLst>
                  <a:ext uri="{FF2B5EF4-FFF2-40B4-BE49-F238E27FC236}">
                    <a16:creationId xmlns:a16="http://schemas.microsoft.com/office/drawing/2014/main" id="{17FC91A8-84C4-4855-B4AC-4FA281642DB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2338" y="4694283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309252" name="Group 193">
              <a:extLst>
                <a:ext uri="{FF2B5EF4-FFF2-40B4-BE49-F238E27FC236}">
                  <a16:creationId xmlns:a16="http://schemas.microsoft.com/office/drawing/2014/main" id="{151591E8-0383-49D4-BBF7-82448FD69E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70768" y="4094011"/>
              <a:ext cx="359502" cy="1250168"/>
              <a:chOff x="169024" y="3905780"/>
              <a:chExt cx="359502" cy="1250168"/>
            </a:xfrm>
          </p:grpSpPr>
          <p:sp>
            <p:nvSpPr>
              <p:cNvPr id="309280" name="TextBox 323">
                <a:extLst>
                  <a:ext uri="{FF2B5EF4-FFF2-40B4-BE49-F238E27FC236}">
                    <a16:creationId xmlns:a16="http://schemas.microsoft.com/office/drawing/2014/main" id="{6550F00E-04FF-4521-A6A3-5A586ACDD7F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9024" y="3905780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9281" name="TextBox 324">
                <a:extLst>
                  <a:ext uri="{FF2B5EF4-FFF2-40B4-BE49-F238E27FC236}">
                    <a16:creationId xmlns:a16="http://schemas.microsoft.com/office/drawing/2014/main" id="{79AD08F1-25A8-4B27-885A-EB828F15ECA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2338" y="4694283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309253" name="Group 194">
              <a:extLst>
                <a:ext uri="{FF2B5EF4-FFF2-40B4-BE49-F238E27FC236}">
                  <a16:creationId xmlns:a16="http://schemas.microsoft.com/office/drawing/2014/main" id="{3165DBC9-B106-4EEC-962B-F1C1A3321B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32343" y="4083696"/>
              <a:ext cx="359502" cy="1250168"/>
              <a:chOff x="169024" y="3905780"/>
              <a:chExt cx="359502" cy="1250168"/>
            </a:xfrm>
          </p:grpSpPr>
          <p:sp>
            <p:nvSpPr>
              <p:cNvPr id="309278" name="TextBox 319">
                <a:extLst>
                  <a:ext uri="{FF2B5EF4-FFF2-40B4-BE49-F238E27FC236}">
                    <a16:creationId xmlns:a16="http://schemas.microsoft.com/office/drawing/2014/main" id="{62B03798-C6EB-4592-BDA2-6ACF04B8BFE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9024" y="3905780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9279" name="TextBox 320">
                <a:extLst>
                  <a:ext uri="{FF2B5EF4-FFF2-40B4-BE49-F238E27FC236}">
                    <a16:creationId xmlns:a16="http://schemas.microsoft.com/office/drawing/2014/main" id="{86E0631F-3E65-4A04-9F03-F11D00B672A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2338" y="4694283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309254" name="Group 195">
              <a:extLst>
                <a:ext uri="{FF2B5EF4-FFF2-40B4-BE49-F238E27FC236}">
                  <a16:creationId xmlns:a16="http://schemas.microsoft.com/office/drawing/2014/main" id="{B5602144-5557-41F9-AEAC-0B764AD7E5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55902" y="4087997"/>
              <a:ext cx="359502" cy="1250168"/>
              <a:chOff x="169024" y="3905780"/>
              <a:chExt cx="359502" cy="1250168"/>
            </a:xfrm>
          </p:grpSpPr>
          <p:sp>
            <p:nvSpPr>
              <p:cNvPr id="309276" name="TextBox 315">
                <a:extLst>
                  <a:ext uri="{FF2B5EF4-FFF2-40B4-BE49-F238E27FC236}">
                    <a16:creationId xmlns:a16="http://schemas.microsoft.com/office/drawing/2014/main" id="{F9F2F64A-4C80-4C98-A217-E910D2CC54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9024" y="3905780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9277" name="TextBox 316">
                <a:extLst>
                  <a:ext uri="{FF2B5EF4-FFF2-40B4-BE49-F238E27FC236}">
                    <a16:creationId xmlns:a16="http://schemas.microsoft.com/office/drawing/2014/main" id="{0B6EE845-47BD-4415-A8BC-5C83A370FB6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2338" y="4694283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309255" name="Group 196">
              <a:extLst>
                <a:ext uri="{FF2B5EF4-FFF2-40B4-BE49-F238E27FC236}">
                  <a16:creationId xmlns:a16="http://schemas.microsoft.com/office/drawing/2014/main" id="{DE4E1F6A-5241-4E8C-9E2C-C854E7FF0A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22094" y="4092945"/>
              <a:ext cx="359502" cy="1250168"/>
              <a:chOff x="169024" y="3905780"/>
              <a:chExt cx="359502" cy="1250168"/>
            </a:xfrm>
          </p:grpSpPr>
          <p:sp>
            <p:nvSpPr>
              <p:cNvPr id="309274" name="TextBox 311">
                <a:extLst>
                  <a:ext uri="{FF2B5EF4-FFF2-40B4-BE49-F238E27FC236}">
                    <a16:creationId xmlns:a16="http://schemas.microsoft.com/office/drawing/2014/main" id="{F62A88E6-21D2-40D3-99D6-5717D789C40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9024" y="3905780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9275" name="TextBox 312">
                <a:extLst>
                  <a:ext uri="{FF2B5EF4-FFF2-40B4-BE49-F238E27FC236}">
                    <a16:creationId xmlns:a16="http://schemas.microsoft.com/office/drawing/2014/main" id="{7DE5FC33-B090-43E4-8158-F6F9D99A33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2338" y="4694283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309256" name="Group 197">
              <a:extLst>
                <a:ext uri="{FF2B5EF4-FFF2-40B4-BE49-F238E27FC236}">
                  <a16:creationId xmlns:a16="http://schemas.microsoft.com/office/drawing/2014/main" id="{9DE6FF66-9491-4F1D-8692-C1DE1F6F22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45485" y="4094623"/>
              <a:ext cx="359502" cy="1250168"/>
              <a:chOff x="169024" y="3905780"/>
              <a:chExt cx="359502" cy="1250168"/>
            </a:xfrm>
          </p:grpSpPr>
          <p:sp>
            <p:nvSpPr>
              <p:cNvPr id="309272" name="TextBox 307">
                <a:extLst>
                  <a:ext uri="{FF2B5EF4-FFF2-40B4-BE49-F238E27FC236}">
                    <a16:creationId xmlns:a16="http://schemas.microsoft.com/office/drawing/2014/main" id="{18F3B0DD-D37F-4DFC-8AB1-8F27B1590B5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9024" y="3905780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9273" name="TextBox 308">
                <a:extLst>
                  <a:ext uri="{FF2B5EF4-FFF2-40B4-BE49-F238E27FC236}">
                    <a16:creationId xmlns:a16="http://schemas.microsoft.com/office/drawing/2014/main" id="{61AC4CAC-FE33-4834-95B0-3E59083F3B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2338" y="4694283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309257" name="Group 198">
              <a:extLst>
                <a:ext uri="{FF2B5EF4-FFF2-40B4-BE49-F238E27FC236}">
                  <a16:creationId xmlns:a16="http://schemas.microsoft.com/office/drawing/2014/main" id="{48BA263C-5BD9-44E2-BDD8-23DC0A2B1E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885102" y="4107874"/>
              <a:ext cx="359502" cy="1250168"/>
              <a:chOff x="169024" y="3905780"/>
              <a:chExt cx="359502" cy="1250168"/>
            </a:xfrm>
          </p:grpSpPr>
          <p:sp>
            <p:nvSpPr>
              <p:cNvPr id="309270" name="TextBox 303">
                <a:extLst>
                  <a:ext uri="{FF2B5EF4-FFF2-40B4-BE49-F238E27FC236}">
                    <a16:creationId xmlns:a16="http://schemas.microsoft.com/office/drawing/2014/main" id="{7E51B3F5-474A-4F51-97D1-9B225049B35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9024" y="3905780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9271" name="TextBox 304">
                <a:extLst>
                  <a:ext uri="{FF2B5EF4-FFF2-40B4-BE49-F238E27FC236}">
                    <a16:creationId xmlns:a16="http://schemas.microsoft.com/office/drawing/2014/main" id="{75B4E6AA-FA67-46F7-B84F-3C0E70C55A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2338" y="4694283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309258" name="Group 199">
              <a:extLst>
                <a:ext uri="{FF2B5EF4-FFF2-40B4-BE49-F238E27FC236}">
                  <a16:creationId xmlns:a16="http://schemas.microsoft.com/office/drawing/2014/main" id="{70CC3D5B-92F3-4471-8905-CFAD179518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57446" y="4087385"/>
              <a:ext cx="359502" cy="1250168"/>
              <a:chOff x="169024" y="3905780"/>
              <a:chExt cx="359502" cy="1250168"/>
            </a:xfrm>
          </p:grpSpPr>
          <p:sp>
            <p:nvSpPr>
              <p:cNvPr id="309268" name="TextBox 299">
                <a:extLst>
                  <a:ext uri="{FF2B5EF4-FFF2-40B4-BE49-F238E27FC236}">
                    <a16:creationId xmlns:a16="http://schemas.microsoft.com/office/drawing/2014/main" id="{BCC2283E-5D06-4C9E-9EAD-C12F2F6346F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9024" y="3905780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9269" name="TextBox 300">
                <a:extLst>
                  <a:ext uri="{FF2B5EF4-FFF2-40B4-BE49-F238E27FC236}">
                    <a16:creationId xmlns:a16="http://schemas.microsoft.com/office/drawing/2014/main" id="{7BC786D4-C26B-4C5D-8AFB-AA9D6EF5D4F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2338" y="4694283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309259" name="Group 200">
              <a:extLst>
                <a:ext uri="{FF2B5EF4-FFF2-40B4-BE49-F238E27FC236}">
                  <a16:creationId xmlns:a16="http://schemas.microsoft.com/office/drawing/2014/main" id="{AFE9906D-F15B-436E-B4C7-052297C159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34581" y="4097324"/>
              <a:ext cx="359502" cy="1250168"/>
              <a:chOff x="126689" y="3905780"/>
              <a:chExt cx="359502" cy="1250168"/>
            </a:xfrm>
          </p:grpSpPr>
          <p:sp>
            <p:nvSpPr>
              <p:cNvPr id="309266" name="TextBox 211">
                <a:extLst>
                  <a:ext uri="{FF2B5EF4-FFF2-40B4-BE49-F238E27FC236}">
                    <a16:creationId xmlns:a16="http://schemas.microsoft.com/office/drawing/2014/main" id="{8F7E69E4-6A87-4580-A7B1-989F8A3A54A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6689" y="3905780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9267" name="TextBox 212">
                <a:extLst>
                  <a:ext uri="{FF2B5EF4-FFF2-40B4-BE49-F238E27FC236}">
                    <a16:creationId xmlns:a16="http://schemas.microsoft.com/office/drawing/2014/main" id="{F49035E4-DF8C-4213-89AC-20045A9B86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003" y="4694283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309260" name="Group 201">
              <a:extLst>
                <a:ext uri="{FF2B5EF4-FFF2-40B4-BE49-F238E27FC236}">
                  <a16:creationId xmlns:a16="http://schemas.microsoft.com/office/drawing/2014/main" id="{E05DA333-3022-429E-A569-5C9967C89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95491" y="4087009"/>
              <a:ext cx="359502" cy="1250168"/>
              <a:chOff x="169024" y="3905780"/>
              <a:chExt cx="359502" cy="1250168"/>
            </a:xfrm>
          </p:grpSpPr>
          <p:sp>
            <p:nvSpPr>
              <p:cNvPr id="309264" name="TextBox 207">
                <a:extLst>
                  <a:ext uri="{FF2B5EF4-FFF2-40B4-BE49-F238E27FC236}">
                    <a16:creationId xmlns:a16="http://schemas.microsoft.com/office/drawing/2014/main" id="{66610876-3985-4756-8A02-A55F98888E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9024" y="3905780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9265" name="TextBox 208">
                <a:extLst>
                  <a:ext uri="{FF2B5EF4-FFF2-40B4-BE49-F238E27FC236}">
                    <a16:creationId xmlns:a16="http://schemas.microsoft.com/office/drawing/2014/main" id="{9E4795F8-54DD-4623-9EB5-4C7F1794D51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2338" y="4694283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309261" name="Group 202">
              <a:extLst>
                <a:ext uri="{FF2B5EF4-FFF2-40B4-BE49-F238E27FC236}">
                  <a16:creationId xmlns:a16="http://schemas.microsoft.com/office/drawing/2014/main" id="{5E70C32B-BC48-4A08-9195-DEDAF838E4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2326" y="4096948"/>
              <a:ext cx="359502" cy="1250168"/>
              <a:chOff x="169024" y="3905780"/>
              <a:chExt cx="359502" cy="1250168"/>
            </a:xfrm>
          </p:grpSpPr>
          <p:sp>
            <p:nvSpPr>
              <p:cNvPr id="309262" name="TextBox 203">
                <a:extLst>
                  <a:ext uri="{FF2B5EF4-FFF2-40B4-BE49-F238E27FC236}">
                    <a16:creationId xmlns:a16="http://schemas.microsoft.com/office/drawing/2014/main" id="{BF0A523C-516F-4C32-A975-686C773A33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9024" y="3905780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9263" name="TextBox 204">
                <a:extLst>
                  <a:ext uri="{FF2B5EF4-FFF2-40B4-BE49-F238E27FC236}">
                    <a16:creationId xmlns:a16="http://schemas.microsoft.com/office/drawing/2014/main" id="{F36DBF19-29AC-4BAF-8FF8-9F24700733F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2338" y="4694283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3345" name="Group 16">
            <a:extLst>
              <a:ext uri="{FF2B5EF4-FFF2-40B4-BE49-F238E27FC236}">
                <a16:creationId xmlns:a16="http://schemas.microsoft.com/office/drawing/2014/main" id="{137D7FE3-5DB7-4DFC-94E7-EC9ABE4537CF}"/>
              </a:ext>
            </a:extLst>
          </p:cNvPr>
          <p:cNvGrpSpPr>
            <a:grpSpLocks/>
          </p:cNvGrpSpPr>
          <p:nvPr/>
        </p:nvGrpSpPr>
        <p:grpSpPr bwMode="auto">
          <a:xfrm>
            <a:off x="300038" y="920750"/>
            <a:ext cx="8104187" cy="5378450"/>
            <a:chOff x="393952" y="920365"/>
            <a:chExt cx="8103464" cy="5378835"/>
          </a:xfrm>
        </p:grpSpPr>
        <p:cxnSp>
          <p:nvCxnSpPr>
            <p:cNvPr id="313402" name="Shape 1576">
              <a:extLst>
                <a:ext uri="{FF2B5EF4-FFF2-40B4-BE49-F238E27FC236}">
                  <a16:creationId xmlns:a16="http://schemas.microsoft.com/office/drawing/2014/main" id="{46748370-0BF4-4384-9B45-4C943EB9692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931439" y="1673366"/>
              <a:ext cx="0" cy="4585740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3403" name="Shape 1577">
              <a:extLst>
                <a:ext uri="{FF2B5EF4-FFF2-40B4-BE49-F238E27FC236}">
                  <a16:creationId xmlns:a16="http://schemas.microsoft.com/office/drawing/2014/main" id="{17AB5FB4-570E-43B9-88F1-7426571D4ED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497939" y="1673366"/>
              <a:ext cx="1882" cy="4585740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3404" name="Shape 1578">
              <a:extLst>
                <a:ext uri="{FF2B5EF4-FFF2-40B4-BE49-F238E27FC236}">
                  <a16:creationId xmlns:a16="http://schemas.microsoft.com/office/drawing/2014/main" id="{C77E6268-C0E6-4F5A-8373-B8F4D35DC81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039972" y="1673366"/>
              <a:ext cx="3766" cy="4585740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3405" name="Shape 1579">
              <a:extLst>
                <a:ext uri="{FF2B5EF4-FFF2-40B4-BE49-F238E27FC236}">
                  <a16:creationId xmlns:a16="http://schemas.microsoft.com/office/drawing/2014/main" id="{BDC11370-968F-4FB4-91F1-A93B9E9276B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609295" y="1673366"/>
              <a:ext cx="2825" cy="4585740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3406" name="Shape 1580">
              <a:extLst>
                <a:ext uri="{FF2B5EF4-FFF2-40B4-BE49-F238E27FC236}">
                  <a16:creationId xmlns:a16="http://schemas.microsoft.com/office/drawing/2014/main" id="{AB1CBAFE-40EF-43DE-B0BC-B0C5BC3D11A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4156035" y="1673366"/>
              <a:ext cx="1098" cy="4625834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3407" name="Shape 1581">
              <a:extLst>
                <a:ext uri="{FF2B5EF4-FFF2-40B4-BE49-F238E27FC236}">
                  <a16:creationId xmlns:a16="http://schemas.microsoft.com/office/drawing/2014/main" id="{89D2157B-1ACD-4AA7-A35A-DDBA95E4AA9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4698069" y="1673366"/>
              <a:ext cx="931" cy="4600434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3408" name="Shape 1582">
              <a:extLst>
                <a:ext uri="{FF2B5EF4-FFF2-40B4-BE49-F238E27FC236}">
                  <a16:creationId xmlns:a16="http://schemas.microsoft.com/office/drawing/2014/main" id="{21F730BA-E035-4089-8EA6-F4B94F0E3A4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266267" y="1673366"/>
              <a:ext cx="2066" cy="4617367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3409" name="Shape 1583">
              <a:extLst>
                <a:ext uri="{FF2B5EF4-FFF2-40B4-BE49-F238E27FC236}">
                  <a16:creationId xmlns:a16="http://schemas.microsoft.com/office/drawing/2014/main" id="{70191F3B-5B10-42B3-9BC1-A0D9B405713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808133" y="1673366"/>
              <a:ext cx="2234" cy="4617367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3410" name="Shape 1584">
              <a:extLst>
                <a:ext uri="{FF2B5EF4-FFF2-40B4-BE49-F238E27FC236}">
                  <a16:creationId xmlns:a16="http://schemas.microsoft.com/office/drawing/2014/main" id="{D79C92AC-178E-48E7-AC33-96668E4DEF9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380631" y="1673366"/>
              <a:ext cx="3236" cy="4608901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3411" name="Shape 1585">
              <a:extLst>
                <a:ext uri="{FF2B5EF4-FFF2-40B4-BE49-F238E27FC236}">
                  <a16:creationId xmlns:a16="http://schemas.microsoft.com/office/drawing/2014/main" id="{844765B7-F2D8-4FEF-B521-A3A8D5A53AE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922664" y="1673366"/>
              <a:ext cx="3069" cy="4617367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3412" name="Shape 1586">
              <a:extLst>
                <a:ext uri="{FF2B5EF4-FFF2-40B4-BE49-F238E27FC236}">
                  <a16:creationId xmlns:a16="http://schemas.microsoft.com/office/drawing/2014/main" id="{18D2C79D-7C30-4950-A3AB-077638EF460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7491045" y="1673366"/>
              <a:ext cx="1955" cy="4625834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3413" name="Shape 1587">
              <a:extLst>
                <a:ext uri="{FF2B5EF4-FFF2-40B4-BE49-F238E27FC236}">
                  <a16:creationId xmlns:a16="http://schemas.microsoft.com/office/drawing/2014/main" id="{AE6FFF68-837A-4453-B836-4724A2D8448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8034867" y="1673366"/>
              <a:ext cx="95" cy="4625834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13414" name="Shape 1588">
              <a:extLst>
                <a:ext uri="{FF2B5EF4-FFF2-40B4-BE49-F238E27FC236}">
                  <a16:creationId xmlns:a16="http://schemas.microsoft.com/office/drawing/2014/main" id="{326625AE-0C09-478F-A1BE-8F3C18E15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541" y="1302169"/>
              <a:ext cx="2222713" cy="327259"/>
            </a:xfrm>
            <a:custGeom>
              <a:avLst/>
              <a:gdLst>
                <a:gd name="T0" fmla="*/ 2147483646 w 2364"/>
                <a:gd name="T1" fmla="*/ 2147483646 h 433"/>
                <a:gd name="T2" fmla="*/ 2147483646 w 2364"/>
                <a:gd name="T3" fmla="*/ 0 h 433"/>
                <a:gd name="T4" fmla="*/ 2147483646 w 2364"/>
                <a:gd name="T5" fmla="*/ 0 h 433"/>
                <a:gd name="T6" fmla="*/ 2147483646 w 2364"/>
                <a:gd name="T7" fmla="*/ 2147483646 h 433"/>
                <a:gd name="T8" fmla="*/ 2147483646 w 2364"/>
                <a:gd name="T9" fmla="*/ 2147483646 h 433"/>
                <a:gd name="T10" fmla="*/ 2147483646 w 2364"/>
                <a:gd name="T11" fmla="*/ 0 h 433"/>
                <a:gd name="T12" fmla="*/ 2147483646 w 2364"/>
                <a:gd name="T13" fmla="*/ 0 h 433"/>
                <a:gd name="T14" fmla="*/ 2147483646 w 2364"/>
                <a:gd name="T15" fmla="*/ 2147483646 h 433"/>
                <a:gd name="T16" fmla="*/ 2147483646 w 2364"/>
                <a:gd name="T17" fmla="*/ 2147483646 h 433"/>
                <a:gd name="T18" fmla="*/ 2147483646 w 2364"/>
                <a:gd name="T19" fmla="*/ 0 h 433"/>
                <a:gd name="T20" fmla="*/ 2147483646 w 2364"/>
                <a:gd name="T21" fmla="*/ 0 h 433"/>
                <a:gd name="T22" fmla="*/ 2147483646 w 2364"/>
                <a:gd name="T23" fmla="*/ 2147483646 h 433"/>
                <a:gd name="T24" fmla="*/ 2147483646 w 2364"/>
                <a:gd name="T25" fmla="*/ 2147483646 h 433"/>
                <a:gd name="T26" fmla="*/ 2147483646 w 2364"/>
                <a:gd name="T27" fmla="*/ 0 h 433"/>
                <a:gd name="T28" fmla="*/ 2147483646 w 2364"/>
                <a:gd name="T29" fmla="*/ 0 h 433"/>
                <a:gd name="T30" fmla="*/ 2147483646 w 2364"/>
                <a:gd name="T31" fmla="*/ 2147483646 h 433"/>
                <a:gd name="T32" fmla="*/ 0 w 2364"/>
                <a:gd name="T33" fmla="*/ 2147483646 h 4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364"/>
                <a:gd name="T52" fmla="*/ 0 h 433"/>
                <a:gd name="T53" fmla="*/ 2364 w 2364"/>
                <a:gd name="T54" fmla="*/ 433 h 43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364" h="433" extrusionOk="0">
                  <a:moveTo>
                    <a:pt x="2364" y="433"/>
                  </a:moveTo>
                  <a:lnTo>
                    <a:pt x="2364" y="0"/>
                  </a:lnTo>
                  <a:lnTo>
                    <a:pt x="2076" y="0"/>
                  </a:lnTo>
                  <a:lnTo>
                    <a:pt x="2076" y="433"/>
                  </a:lnTo>
                  <a:lnTo>
                    <a:pt x="1759" y="433"/>
                  </a:lnTo>
                  <a:lnTo>
                    <a:pt x="1759" y="0"/>
                  </a:lnTo>
                  <a:lnTo>
                    <a:pt x="1470" y="0"/>
                  </a:lnTo>
                  <a:lnTo>
                    <a:pt x="1470" y="433"/>
                  </a:lnTo>
                  <a:lnTo>
                    <a:pt x="1182" y="433"/>
                  </a:lnTo>
                  <a:lnTo>
                    <a:pt x="1182" y="0"/>
                  </a:lnTo>
                  <a:lnTo>
                    <a:pt x="894" y="0"/>
                  </a:lnTo>
                  <a:lnTo>
                    <a:pt x="894" y="433"/>
                  </a:lnTo>
                  <a:lnTo>
                    <a:pt x="605" y="433"/>
                  </a:lnTo>
                  <a:lnTo>
                    <a:pt x="605" y="0"/>
                  </a:lnTo>
                  <a:lnTo>
                    <a:pt x="288" y="0"/>
                  </a:lnTo>
                  <a:lnTo>
                    <a:pt x="288" y="433"/>
                  </a:lnTo>
                  <a:lnTo>
                    <a:pt x="0" y="433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3415" name="Shape 1589">
              <a:extLst>
                <a:ext uri="{FF2B5EF4-FFF2-40B4-BE49-F238E27FC236}">
                  <a16:creationId xmlns:a16="http://schemas.microsoft.com/office/drawing/2014/main" id="{0827C221-DD21-416E-AF8D-9F7528DB8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256" y="1302169"/>
              <a:ext cx="2198246" cy="327259"/>
            </a:xfrm>
            <a:custGeom>
              <a:avLst/>
              <a:gdLst>
                <a:gd name="T0" fmla="*/ 2147483646 w 2335"/>
                <a:gd name="T1" fmla="*/ 2147483646 h 433"/>
                <a:gd name="T2" fmla="*/ 2147483646 w 2335"/>
                <a:gd name="T3" fmla="*/ 0 h 433"/>
                <a:gd name="T4" fmla="*/ 2147483646 w 2335"/>
                <a:gd name="T5" fmla="*/ 0 h 433"/>
                <a:gd name="T6" fmla="*/ 2147483646 w 2335"/>
                <a:gd name="T7" fmla="*/ 2147483646 h 433"/>
                <a:gd name="T8" fmla="*/ 2147483646 w 2335"/>
                <a:gd name="T9" fmla="*/ 2147483646 h 433"/>
                <a:gd name="T10" fmla="*/ 2147483646 w 2335"/>
                <a:gd name="T11" fmla="*/ 0 h 433"/>
                <a:gd name="T12" fmla="*/ 2147483646 w 2335"/>
                <a:gd name="T13" fmla="*/ 0 h 433"/>
                <a:gd name="T14" fmla="*/ 2147483646 w 2335"/>
                <a:gd name="T15" fmla="*/ 2147483646 h 433"/>
                <a:gd name="T16" fmla="*/ 2147483646 w 2335"/>
                <a:gd name="T17" fmla="*/ 2147483646 h 433"/>
                <a:gd name="T18" fmla="*/ 2147483646 w 2335"/>
                <a:gd name="T19" fmla="*/ 0 h 433"/>
                <a:gd name="T20" fmla="*/ 2147483646 w 2335"/>
                <a:gd name="T21" fmla="*/ 0 h 433"/>
                <a:gd name="T22" fmla="*/ 2147483646 w 2335"/>
                <a:gd name="T23" fmla="*/ 2147483646 h 433"/>
                <a:gd name="T24" fmla="*/ 2147483646 w 2335"/>
                <a:gd name="T25" fmla="*/ 2147483646 h 433"/>
                <a:gd name="T26" fmla="*/ 2147483646 w 2335"/>
                <a:gd name="T27" fmla="*/ 0 h 433"/>
                <a:gd name="T28" fmla="*/ 2147483646 w 2335"/>
                <a:gd name="T29" fmla="*/ 0 h 433"/>
                <a:gd name="T30" fmla="*/ 2147483646 w 2335"/>
                <a:gd name="T31" fmla="*/ 2147483646 h 433"/>
                <a:gd name="T32" fmla="*/ 0 w 2335"/>
                <a:gd name="T33" fmla="*/ 2147483646 h 4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335"/>
                <a:gd name="T52" fmla="*/ 0 h 433"/>
                <a:gd name="T53" fmla="*/ 2335 w 2335"/>
                <a:gd name="T54" fmla="*/ 433 h 43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335" h="433" extrusionOk="0">
                  <a:moveTo>
                    <a:pt x="2335" y="433"/>
                  </a:moveTo>
                  <a:lnTo>
                    <a:pt x="2335" y="0"/>
                  </a:lnTo>
                  <a:lnTo>
                    <a:pt x="2047" y="0"/>
                  </a:lnTo>
                  <a:lnTo>
                    <a:pt x="2047" y="433"/>
                  </a:lnTo>
                  <a:lnTo>
                    <a:pt x="1758" y="433"/>
                  </a:lnTo>
                  <a:lnTo>
                    <a:pt x="1758" y="0"/>
                  </a:lnTo>
                  <a:lnTo>
                    <a:pt x="1470" y="0"/>
                  </a:lnTo>
                  <a:lnTo>
                    <a:pt x="1470" y="433"/>
                  </a:lnTo>
                  <a:lnTo>
                    <a:pt x="1182" y="433"/>
                  </a:lnTo>
                  <a:lnTo>
                    <a:pt x="1182" y="0"/>
                  </a:lnTo>
                  <a:lnTo>
                    <a:pt x="865" y="0"/>
                  </a:lnTo>
                  <a:lnTo>
                    <a:pt x="865" y="433"/>
                  </a:lnTo>
                  <a:lnTo>
                    <a:pt x="576" y="433"/>
                  </a:lnTo>
                  <a:lnTo>
                    <a:pt x="576" y="0"/>
                  </a:lnTo>
                  <a:lnTo>
                    <a:pt x="288" y="0"/>
                  </a:lnTo>
                  <a:lnTo>
                    <a:pt x="288" y="433"/>
                  </a:lnTo>
                  <a:lnTo>
                    <a:pt x="0" y="433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3416" name="Shape 1590">
              <a:extLst>
                <a:ext uri="{FF2B5EF4-FFF2-40B4-BE49-F238E27FC236}">
                  <a16:creationId xmlns:a16="http://schemas.microsoft.com/office/drawing/2014/main" id="{75D007D6-28AE-4EA8-B076-F0AA2B5C1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9503" y="1302169"/>
              <a:ext cx="2224595" cy="327259"/>
            </a:xfrm>
            <a:custGeom>
              <a:avLst/>
              <a:gdLst>
                <a:gd name="T0" fmla="*/ 2147483646 w 2364"/>
                <a:gd name="T1" fmla="*/ 0 h 433"/>
                <a:gd name="T2" fmla="*/ 2147483646 w 2364"/>
                <a:gd name="T3" fmla="*/ 0 h 433"/>
                <a:gd name="T4" fmla="*/ 2147483646 w 2364"/>
                <a:gd name="T5" fmla="*/ 2147483646 h 433"/>
                <a:gd name="T6" fmla="*/ 2147483646 w 2364"/>
                <a:gd name="T7" fmla="*/ 2147483646 h 433"/>
                <a:gd name="T8" fmla="*/ 2147483646 w 2364"/>
                <a:gd name="T9" fmla="*/ 0 h 433"/>
                <a:gd name="T10" fmla="*/ 2147483646 w 2364"/>
                <a:gd name="T11" fmla="*/ 0 h 433"/>
                <a:gd name="T12" fmla="*/ 2147483646 w 2364"/>
                <a:gd name="T13" fmla="*/ 2147483646 h 433"/>
                <a:gd name="T14" fmla="*/ 2147483646 w 2364"/>
                <a:gd name="T15" fmla="*/ 2147483646 h 433"/>
                <a:gd name="T16" fmla="*/ 2147483646 w 2364"/>
                <a:gd name="T17" fmla="*/ 0 h 433"/>
                <a:gd name="T18" fmla="*/ 2147483646 w 2364"/>
                <a:gd name="T19" fmla="*/ 0 h 433"/>
                <a:gd name="T20" fmla="*/ 2147483646 w 2364"/>
                <a:gd name="T21" fmla="*/ 2147483646 h 433"/>
                <a:gd name="T22" fmla="*/ 2147483646 w 2364"/>
                <a:gd name="T23" fmla="*/ 2147483646 h 433"/>
                <a:gd name="T24" fmla="*/ 2147483646 w 2364"/>
                <a:gd name="T25" fmla="*/ 0 h 433"/>
                <a:gd name="T26" fmla="*/ 2147483646 w 2364"/>
                <a:gd name="T27" fmla="*/ 0 h 433"/>
                <a:gd name="T28" fmla="*/ 2147483646 w 2364"/>
                <a:gd name="T29" fmla="*/ 2147483646 h 433"/>
                <a:gd name="T30" fmla="*/ 0 w 2364"/>
                <a:gd name="T31" fmla="*/ 2147483646 h 43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364"/>
                <a:gd name="T49" fmla="*/ 0 h 433"/>
                <a:gd name="T50" fmla="*/ 2364 w 2364"/>
                <a:gd name="T51" fmla="*/ 433 h 433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364" h="433" extrusionOk="0">
                  <a:moveTo>
                    <a:pt x="2364" y="0"/>
                  </a:moveTo>
                  <a:lnTo>
                    <a:pt x="2076" y="0"/>
                  </a:lnTo>
                  <a:lnTo>
                    <a:pt x="2076" y="433"/>
                  </a:lnTo>
                  <a:lnTo>
                    <a:pt x="1787" y="433"/>
                  </a:lnTo>
                  <a:lnTo>
                    <a:pt x="1787" y="0"/>
                  </a:lnTo>
                  <a:lnTo>
                    <a:pt x="1470" y="0"/>
                  </a:lnTo>
                  <a:lnTo>
                    <a:pt x="1470" y="433"/>
                  </a:lnTo>
                  <a:lnTo>
                    <a:pt x="1182" y="433"/>
                  </a:lnTo>
                  <a:lnTo>
                    <a:pt x="1182" y="0"/>
                  </a:lnTo>
                  <a:lnTo>
                    <a:pt x="894" y="0"/>
                  </a:lnTo>
                  <a:lnTo>
                    <a:pt x="894" y="433"/>
                  </a:lnTo>
                  <a:lnTo>
                    <a:pt x="605" y="433"/>
                  </a:lnTo>
                  <a:lnTo>
                    <a:pt x="605" y="0"/>
                  </a:lnTo>
                  <a:lnTo>
                    <a:pt x="317" y="0"/>
                  </a:lnTo>
                  <a:lnTo>
                    <a:pt x="317" y="433"/>
                  </a:lnTo>
                  <a:lnTo>
                    <a:pt x="0" y="433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3417" name="Shape 1591">
              <a:extLst>
                <a:ext uri="{FF2B5EF4-FFF2-40B4-BE49-F238E27FC236}">
                  <a16:creationId xmlns:a16="http://schemas.microsoft.com/office/drawing/2014/main" id="{BEB3A918-5731-48B4-9FA2-98B42038D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312" y="2066578"/>
              <a:ext cx="6842089" cy="330141"/>
            </a:xfrm>
            <a:custGeom>
              <a:avLst/>
              <a:gdLst>
                <a:gd name="T0" fmla="*/ 2147483646 w 12738"/>
                <a:gd name="T1" fmla="*/ 11554445 h 9433"/>
                <a:gd name="T2" fmla="*/ 1996554121 w 12738"/>
                <a:gd name="T3" fmla="*/ 11478498 h 9433"/>
                <a:gd name="T4" fmla="*/ 1690146382 w 12738"/>
                <a:gd name="T5" fmla="*/ 11478498 h 9433"/>
                <a:gd name="T6" fmla="*/ 801795286 w 12738"/>
                <a:gd name="T7" fmla="*/ 11478498 h 9433"/>
                <a:gd name="T8" fmla="*/ 801795286 w 12738"/>
                <a:gd name="T9" fmla="*/ 0 h 9433"/>
                <a:gd name="T10" fmla="*/ 655515957 w 12738"/>
                <a:gd name="T11" fmla="*/ 0 h 9433"/>
                <a:gd name="T12" fmla="*/ 510101960 w 12738"/>
                <a:gd name="T13" fmla="*/ 0 h 9433"/>
                <a:gd name="T14" fmla="*/ 510101960 w 12738"/>
                <a:gd name="T15" fmla="*/ 11478498 h 9433"/>
                <a:gd name="T16" fmla="*/ 0 w 12738"/>
                <a:gd name="T17" fmla="*/ 11478498 h 94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38" h="9433" extrusionOk="0">
                  <a:moveTo>
                    <a:pt x="12738" y="9433"/>
                  </a:moveTo>
                  <a:lnTo>
                    <a:pt x="6920" y="9371"/>
                  </a:lnTo>
                  <a:lnTo>
                    <a:pt x="5858" y="9371"/>
                  </a:lnTo>
                  <a:lnTo>
                    <a:pt x="2779" y="9371"/>
                  </a:lnTo>
                  <a:lnTo>
                    <a:pt x="2779" y="0"/>
                  </a:lnTo>
                  <a:lnTo>
                    <a:pt x="2272" y="0"/>
                  </a:lnTo>
                  <a:lnTo>
                    <a:pt x="1768" y="0"/>
                  </a:lnTo>
                  <a:lnTo>
                    <a:pt x="1768" y="9371"/>
                  </a:lnTo>
                  <a:lnTo>
                    <a:pt x="0" y="9371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3418" name="Shape 1592">
              <a:extLst>
                <a:ext uri="{FF2B5EF4-FFF2-40B4-BE49-F238E27FC236}">
                  <a16:creationId xmlns:a16="http://schemas.microsoft.com/office/drawing/2014/main" id="{A1DF5332-7ADC-4D4B-8816-067736872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541" y="2829011"/>
              <a:ext cx="3150069" cy="391284"/>
            </a:xfrm>
            <a:custGeom>
              <a:avLst/>
              <a:gdLst>
                <a:gd name="T0" fmla="*/ 980134567 w 10101"/>
                <a:gd name="T1" fmla="*/ 13694380 h 11180"/>
                <a:gd name="T2" fmla="*/ 982371518 w 10101"/>
                <a:gd name="T3" fmla="*/ 0 h 11180"/>
                <a:gd name="T4" fmla="*/ 803519887 w 10101"/>
                <a:gd name="T5" fmla="*/ 66147 h 11180"/>
                <a:gd name="T6" fmla="*/ 803519887 w 10101"/>
                <a:gd name="T7" fmla="*/ 12315156 h 11180"/>
                <a:gd name="T8" fmla="*/ 634296222 w 10101"/>
                <a:gd name="T9" fmla="*/ 12315156 h 11180"/>
                <a:gd name="T10" fmla="*/ 634296222 w 10101"/>
                <a:gd name="T11" fmla="*/ 66147 h 11180"/>
                <a:gd name="T12" fmla="*/ 465267468 w 10101"/>
                <a:gd name="T13" fmla="*/ 66147 h 11180"/>
                <a:gd name="T14" fmla="*/ 465267468 w 10101"/>
                <a:gd name="T15" fmla="*/ 12315156 h 11180"/>
                <a:gd name="T16" fmla="*/ 0 w 10101"/>
                <a:gd name="T17" fmla="*/ 12315156 h 111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01" h="11180" extrusionOk="0">
                  <a:moveTo>
                    <a:pt x="10078" y="11180"/>
                  </a:moveTo>
                  <a:cubicBezTo>
                    <a:pt x="10086" y="7453"/>
                    <a:pt x="10093" y="3727"/>
                    <a:pt x="10101" y="0"/>
                  </a:cubicBezTo>
                  <a:lnTo>
                    <a:pt x="8262" y="54"/>
                  </a:lnTo>
                  <a:lnTo>
                    <a:pt x="8262" y="10054"/>
                  </a:lnTo>
                  <a:lnTo>
                    <a:pt x="6522" y="10054"/>
                  </a:lnTo>
                  <a:lnTo>
                    <a:pt x="6522" y="54"/>
                  </a:lnTo>
                  <a:lnTo>
                    <a:pt x="4784" y="54"/>
                  </a:lnTo>
                  <a:lnTo>
                    <a:pt x="4784" y="10054"/>
                  </a:lnTo>
                  <a:lnTo>
                    <a:pt x="0" y="10054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3419" name="Shape 1593">
              <a:extLst>
                <a:ext uri="{FF2B5EF4-FFF2-40B4-BE49-F238E27FC236}">
                  <a16:creationId xmlns:a16="http://schemas.microsoft.com/office/drawing/2014/main" id="{1C131748-58E3-493B-AD43-4E64BCA2F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541" y="3638444"/>
              <a:ext cx="6816890" cy="362339"/>
            </a:xfrm>
            <a:custGeom>
              <a:avLst/>
              <a:gdLst>
                <a:gd name="T0" fmla="*/ 2147483646 w 14121"/>
                <a:gd name="T1" fmla="*/ 12465715 h 10353"/>
                <a:gd name="T2" fmla="*/ 1520159229 w 14121"/>
                <a:gd name="T3" fmla="*/ 12681305 h 10353"/>
                <a:gd name="T4" fmla="*/ 1523188475 w 14121"/>
                <a:gd name="T5" fmla="*/ 0 h 10353"/>
                <a:gd name="T6" fmla="*/ 977395077 w 14121"/>
                <a:gd name="T7" fmla="*/ 30624 h 10353"/>
                <a:gd name="T8" fmla="*/ 977860930 w 14121"/>
                <a:gd name="T9" fmla="*/ 11488278 h 10353"/>
                <a:gd name="T10" fmla="*/ 0 w 14121"/>
                <a:gd name="T11" fmla="*/ 11505392 h 103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21" h="10353" extrusionOk="0">
                  <a:moveTo>
                    <a:pt x="14121" y="10177"/>
                  </a:moveTo>
                  <a:lnTo>
                    <a:pt x="6523" y="10353"/>
                  </a:lnTo>
                  <a:cubicBezTo>
                    <a:pt x="6527" y="6902"/>
                    <a:pt x="6532" y="3451"/>
                    <a:pt x="6536" y="0"/>
                  </a:cubicBezTo>
                  <a:lnTo>
                    <a:pt x="4194" y="25"/>
                  </a:lnTo>
                  <a:cubicBezTo>
                    <a:pt x="4190" y="3121"/>
                    <a:pt x="4200" y="6283"/>
                    <a:pt x="4196" y="9379"/>
                  </a:cubicBezTo>
                  <a:lnTo>
                    <a:pt x="0" y="9393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3420" name="Shape 1594">
              <a:extLst>
                <a:ext uri="{FF2B5EF4-FFF2-40B4-BE49-F238E27FC236}">
                  <a16:creationId xmlns:a16="http://schemas.microsoft.com/office/drawing/2014/main" id="{72B88A5B-46FC-4022-854A-72313D2765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7877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13421" name="Shape 1595">
              <a:extLst>
                <a:ext uri="{FF2B5EF4-FFF2-40B4-BE49-F238E27FC236}">
                  <a16:creationId xmlns:a16="http://schemas.microsoft.com/office/drawing/2014/main" id="{080AAF02-D15D-4C5E-93BC-C54E5C7E73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5631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13422" name="Shape 1596">
              <a:extLst>
                <a:ext uri="{FF2B5EF4-FFF2-40B4-BE49-F238E27FC236}">
                  <a16:creationId xmlns:a16="http://schemas.microsoft.com/office/drawing/2014/main" id="{5EBBA59F-4B79-4D03-8ACE-1B534E5535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97438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13423" name="Shape 1597">
              <a:extLst>
                <a:ext uri="{FF2B5EF4-FFF2-40B4-BE49-F238E27FC236}">
                  <a16:creationId xmlns:a16="http://schemas.microsoft.com/office/drawing/2014/main" id="{E4A2D888-697A-45BD-92F1-33361A0D02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65193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13424" name="Shape 1598">
              <a:extLst>
                <a:ext uri="{FF2B5EF4-FFF2-40B4-BE49-F238E27FC236}">
                  <a16:creationId xmlns:a16="http://schemas.microsoft.com/office/drawing/2014/main" id="{D97D9F7C-0FF8-43FA-88AD-18376F2845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67704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13425" name="Shape 1599">
              <a:extLst>
                <a:ext uri="{FF2B5EF4-FFF2-40B4-BE49-F238E27FC236}">
                  <a16:creationId xmlns:a16="http://schemas.microsoft.com/office/drawing/2014/main" id="{0C68A34E-4D9E-4E4B-9D5E-AC607397AD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5459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313426" name="Shape 1600">
              <a:extLst>
                <a:ext uri="{FF2B5EF4-FFF2-40B4-BE49-F238E27FC236}">
                  <a16:creationId xmlns:a16="http://schemas.microsoft.com/office/drawing/2014/main" id="{9E551F96-A701-4CEA-BE22-472B67E65A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4091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13427" name="Shape 1601">
              <a:extLst>
                <a:ext uri="{FF2B5EF4-FFF2-40B4-BE49-F238E27FC236}">
                  <a16:creationId xmlns:a16="http://schemas.microsoft.com/office/drawing/2014/main" id="{3883B12E-2C07-4592-88F8-B387BA9B24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1845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 </a:t>
              </a:r>
            </a:p>
          </p:txBody>
        </p:sp>
        <p:sp>
          <p:nvSpPr>
            <p:cNvPr id="313428" name="Shape 1602">
              <a:extLst>
                <a:ext uri="{FF2B5EF4-FFF2-40B4-BE49-F238E27FC236}">
                  <a16:creationId xmlns:a16="http://schemas.microsoft.com/office/drawing/2014/main" id="{FB5599B5-A90F-44D5-82DF-98A116FFFC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66828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13429" name="Shape 1603">
              <a:extLst>
                <a:ext uri="{FF2B5EF4-FFF2-40B4-BE49-F238E27FC236}">
                  <a16:creationId xmlns:a16="http://schemas.microsoft.com/office/drawing/2014/main" id="{8DA7498F-44BA-4E17-9FFB-CAC71CE730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34582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4 </a:t>
              </a:r>
            </a:p>
          </p:txBody>
        </p:sp>
        <p:sp>
          <p:nvSpPr>
            <p:cNvPr id="313430" name="Shape 1604">
              <a:extLst>
                <a:ext uri="{FF2B5EF4-FFF2-40B4-BE49-F238E27FC236}">
                  <a16:creationId xmlns:a16="http://schemas.microsoft.com/office/drawing/2014/main" id="{57291AB8-99AE-4A29-8E12-10C505B00A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6978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13431" name="Shape 1605">
              <a:extLst>
                <a:ext uri="{FF2B5EF4-FFF2-40B4-BE49-F238E27FC236}">
                  <a16:creationId xmlns:a16="http://schemas.microsoft.com/office/drawing/2014/main" id="{6FBF8093-6CE3-4408-A137-A7FA8B45E0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74733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5 </a:t>
              </a:r>
            </a:p>
          </p:txBody>
        </p:sp>
        <p:sp>
          <p:nvSpPr>
            <p:cNvPr id="313432" name="Shape 1606">
              <a:extLst>
                <a:ext uri="{FF2B5EF4-FFF2-40B4-BE49-F238E27FC236}">
                  <a16:creationId xmlns:a16="http://schemas.microsoft.com/office/drawing/2014/main" id="{BC44D26D-10E0-45D9-AE25-470D1FDC6A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77243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13433" name="Shape 1607">
              <a:extLst>
                <a:ext uri="{FF2B5EF4-FFF2-40B4-BE49-F238E27FC236}">
                  <a16:creationId xmlns:a16="http://schemas.microsoft.com/office/drawing/2014/main" id="{CE9F5295-F9E7-4816-B499-C2AFEAA7B7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44997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6 </a:t>
              </a:r>
            </a:p>
          </p:txBody>
        </p:sp>
        <p:sp>
          <p:nvSpPr>
            <p:cNvPr id="313434" name="Shape 1608">
              <a:extLst>
                <a:ext uri="{FF2B5EF4-FFF2-40B4-BE49-F238E27FC236}">
                  <a16:creationId xmlns:a16="http://schemas.microsoft.com/office/drawing/2014/main" id="{908FFE9C-ABAF-4E8C-9AE1-8B46958EBA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36215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13435" name="Shape 1609">
              <a:extLst>
                <a:ext uri="{FF2B5EF4-FFF2-40B4-BE49-F238E27FC236}">
                  <a16:creationId xmlns:a16="http://schemas.microsoft.com/office/drawing/2014/main" id="{911A5EBB-F261-4737-A6F6-B1B86D5211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03969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7 </a:t>
              </a:r>
            </a:p>
          </p:txBody>
        </p:sp>
        <p:sp>
          <p:nvSpPr>
            <p:cNvPr id="313436" name="Shape 1610">
              <a:extLst>
                <a:ext uri="{FF2B5EF4-FFF2-40B4-BE49-F238E27FC236}">
                  <a16:creationId xmlns:a16="http://schemas.microsoft.com/office/drawing/2014/main" id="{DC3AAA4F-EDF9-40FD-B395-99495E816C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83895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13437" name="Shape 1611">
              <a:extLst>
                <a:ext uri="{FF2B5EF4-FFF2-40B4-BE49-F238E27FC236}">
                  <a16:creationId xmlns:a16="http://schemas.microsoft.com/office/drawing/2014/main" id="{C219DA54-F58C-4A36-91EA-8D1E39ECA1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51649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8 </a:t>
              </a:r>
            </a:p>
          </p:txBody>
        </p:sp>
        <p:sp>
          <p:nvSpPr>
            <p:cNvPr id="313438" name="Shape 1612">
              <a:extLst>
                <a:ext uri="{FF2B5EF4-FFF2-40B4-BE49-F238E27FC236}">
                  <a16:creationId xmlns:a16="http://schemas.microsoft.com/office/drawing/2014/main" id="{A4AF4F2F-7A0F-429D-9F5D-4E7098CAF0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65702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13439" name="Shape 1613">
              <a:extLst>
                <a:ext uri="{FF2B5EF4-FFF2-40B4-BE49-F238E27FC236}">
                  <a16:creationId xmlns:a16="http://schemas.microsoft.com/office/drawing/2014/main" id="{5C679F37-B9E7-41D4-8B0B-D6D896F5B7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33456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9 </a:t>
              </a:r>
            </a:p>
          </p:txBody>
        </p:sp>
        <p:sp>
          <p:nvSpPr>
            <p:cNvPr id="313440" name="Shape 1614">
              <a:extLst>
                <a:ext uri="{FF2B5EF4-FFF2-40B4-BE49-F238E27FC236}">
                  <a16:creationId xmlns:a16="http://schemas.microsoft.com/office/drawing/2014/main" id="{A3E75A64-D539-4664-8378-2F97FD9B8E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28436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13441" name="Shape 1615">
              <a:extLst>
                <a:ext uri="{FF2B5EF4-FFF2-40B4-BE49-F238E27FC236}">
                  <a16:creationId xmlns:a16="http://schemas.microsoft.com/office/drawing/2014/main" id="{A45C417D-9746-4902-AFB9-610EF8AFD6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96170" y="1002169"/>
              <a:ext cx="281685" cy="1895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313442" name="Shape 1616">
              <a:extLst>
                <a:ext uri="{FF2B5EF4-FFF2-40B4-BE49-F238E27FC236}">
                  <a16:creationId xmlns:a16="http://schemas.microsoft.com/office/drawing/2014/main" id="{8C14745F-4C14-411F-BC93-1C773FFA5B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0109" y="1203688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13443" name="Shape 1617">
              <a:extLst>
                <a:ext uri="{FF2B5EF4-FFF2-40B4-BE49-F238E27FC236}">
                  <a16:creationId xmlns:a16="http://schemas.microsoft.com/office/drawing/2014/main" id="{2C6959C5-6E47-46A8-B68D-3B772577D1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0109" y="1520341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13444" name="Shape 1618">
              <a:extLst>
                <a:ext uri="{FF2B5EF4-FFF2-40B4-BE49-F238E27FC236}">
                  <a16:creationId xmlns:a16="http://schemas.microsoft.com/office/drawing/2014/main" id="{92706E6C-E535-4C79-BC87-290BCCB275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0109" y="1946084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13445" name="Shape 1619">
              <a:extLst>
                <a:ext uri="{FF2B5EF4-FFF2-40B4-BE49-F238E27FC236}">
                  <a16:creationId xmlns:a16="http://schemas.microsoft.com/office/drawing/2014/main" id="{686871E2-13CB-4237-971A-BDAE659E33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0109" y="2300617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13446" name="Shape 1620">
              <a:extLst>
                <a:ext uri="{FF2B5EF4-FFF2-40B4-BE49-F238E27FC236}">
                  <a16:creationId xmlns:a16="http://schemas.microsoft.com/office/drawing/2014/main" id="{8F56B78A-402F-401F-B08A-B86789398B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0109" y="2764235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13447" name="Shape 1621">
              <a:extLst>
                <a:ext uri="{FF2B5EF4-FFF2-40B4-BE49-F238E27FC236}">
                  <a16:creationId xmlns:a16="http://schemas.microsoft.com/office/drawing/2014/main" id="{22264709-097E-4A29-9B8A-A24C16AEC3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0109" y="3088466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13448" name="Shape 1622">
              <a:extLst>
                <a:ext uri="{FF2B5EF4-FFF2-40B4-BE49-F238E27FC236}">
                  <a16:creationId xmlns:a16="http://schemas.microsoft.com/office/drawing/2014/main" id="{02714D75-0A2C-4835-9B5A-40752307A6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0109" y="3509662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13449" name="Shape 1623">
              <a:extLst>
                <a:ext uri="{FF2B5EF4-FFF2-40B4-BE49-F238E27FC236}">
                  <a16:creationId xmlns:a16="http://schemas.microsoft.com/office/drawing/2014/main" id="{ED914A94-2B2D-41A2-88C5-811D8FD19B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0109" y="3862678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13450" name="Shape 1624">
              <a:extLst>
                <a:ext uri="{FF2B5EF4-FFF2-40B4-BE49-F238E27FC236}">
                  <a16:creationId xmlns:a16="http://schemas.microsoft.com/office/drawing/2014/main" id="{A8094B43-74A1-45DA-BC05-9BDC214BB3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3522" y="1370349"/>
              <a:ext cx="622961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Clock </a:t>
              </a:r>
            </a:p>
          </p:txBody>
        </p:sp>
        <p:sp>
          <p:nvSpPr>
            <p:cNvPr id="313451" name="Shape 1625">
              <a:extLst>
                <a:ext uri="{FF2B5EF4-FFF2-40B4-BE49-F238E27FC236}">
                  <a16:creationId xmlns:a16="http://schemas.microsoft.com/office/drawing/2014/main" id="{64455E4F-8024-40B8-8E44-CA35B8CC45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6785" y="2123349"/>
              <a:ext cx="22019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313452" name="Shape 1626">
              <a:extLst>
                <a:ext uri="{FF2B5EF4-FFF2-40B4-BE49-F238E27FC236}">
                  <a16:creationId xmlns:a16="http://schemas.microsoft.com/office/drawing/2014/main" id="{8CD284F9-3C6D-4123-AC0B-7480090B20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6082" y="2911198"/>
              <a:ext cx="167503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313453" name="Shape 1627">
              <a:extLst>
                <a:ext uri="{FF2B5EF4-FFF2-40B4-BE49-F238E27FC236}">
                  <a16:creationId xmlns:a16="http://schemas.microsoft.com/office/drawing/2014/main" id="{DA32634C-5C2D-4D2C-BE74-6C20313405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59" y="2993014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13454" name="Shape 1628">
              <a:extLst>
                <a:ext uri="{FF2B5EF4-FFF2-40B4-BE49-F238E27FC236}">
                  <a16:creationId xmlns:a16="http://schemas.microsoft.com/office/drawing/2014/main" id="{3897D7FA-1647-42E9-B5BD-135D4449C6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6082" y="3647535"/>
              <a:ext cx="167503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313455" name="Shape 1630">
              <a:extLst>
                <a:ext uri="{FF2B5EF4-FFF2-40B4-BE49-F238E27FC236}">
                  <a16:creationId xmlns:a16="http://schemas.microsoft.com/office/drawing/2014/main" id="{91E640CA-3DE4-49F0-8790-106D77BD6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610" y="3208754"/>
              <a:ext cx="3688806" cy="4465"/>
            </a:xfrm>
            <a:custGeom>
              <a:avLst/>
              <a:gdLst>
                <a:gd name="T0" fmla="*/ 1360728971 w 10000"/>
                <a:gd name="T1" fmla="*/ 0 h 8368"/>
                <a:gd name="T2" fmla="*/ 0 w 10000"/>
                <a:gd name="T3" fmla="*/ 2382 h 83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00" h="8368" extrusionOk="0">
                  <a:moveTo>
                    <a:pt x="10000" y="0"/>
                  </a:moveTo>
                  <a:lnTo>
                    <a:pt x="0" y="8367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3456" name="Shape 1633">
              <a:extLst>
                <a:ext uri="{FF2B5EF4-FFF2-40B4-BE49-F238E27FC236}">
                  <a16:creationId xmlns:a16="http://schemas.microsoft.com/office/drawing/2014/main" id="{F4574761-432A-4FC1-A088-E28F23F62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009" y="4403568"/>
              <a:ext cx="6826062" cy="355585"/>
            </a:xfrm>
            <a:custGeom>
              <a:avLst/>
              <a:gdLst>
                <a:gd name="T0" fmla="*/ 2147483646 w 14140"/>
                <a:gd name="T1" fmla="*/ 12444950 h 10160"/>
                <a:gd name="T2" fmla="*/ 970636569 w 14140"/>
                <a:gd name="T3" fmla="*/ 12248958 h 10160"/>
                <a:gd name="T4" fmla="*/ 970636569 w 14140"/>
                <a:gd name="T5" fmla="*/ 0 h 10160"/>
                <a:gd name="T6" fmla="*/ 708692957 w 14140"/>
                <a:gd name="T7" fmla="*/ 0 h 10160"/>
                <a:gd name="T8" fmla="*/ 708692957 w 14140"/>
                <a:gd name="T9" fmla="*/ 12248958 h 10160"/>
                <a:gd name="T10" fmla="*/ 0 w 14140"/>
                <a:gd name="T11" fmla="*/ 11952556 h 101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40" h="10160" extrusionOk="0">
                  <a:moveTo>
                    <a:pt x="14140" y="10160"/>
                  </a:moveTo>
                  <a:lnTo>
                    <a:pt x="4165" y="10000"/>
                  </a:lnTo>
                  <a:lnTo>
                    <a:pt x="4165" y="0"/>
                  </a:lnTo>
                  <a:lnTo>
                    <a:pt x="3041" y="0"/>
                  </a:lnTo>
                  <a:lnTo>
                    <a:pt x="3041" y="10000"/>
                  </a:lnTo>
                  <a:lnTo>
                    <a:pt x="0" y="9758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3457" name="Shape 1634">
              <a:extLst>
                <a:ext uri="{FF2B5EF4-FFF2-40B4-BE49-F238E27FC236}">
                  <a16:creationId xmlns:a16="http://schemas.microsoft.com/office/drawing/2014/main" id="{59BC09EB-D8EA-4480-AD23-B4CA8C34A8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59" y="372935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313458" name="Shape 1635">
              <a:extLst>
                <a:ext uri="{FF2B5EF4-FFF2-40B4-BE49-F238E27FC236}">
                  <a16:creationId xmlns:a16="http://schemas.microsoft.com/office/drawing/2014/main" id="{26B217AA-0467-4087-B4F8-993A673855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1401" y="4309632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13459" name="Shape 1636">
              <a:extLst>
                <a:ext uri="{FF2B5EF4-FFF2-40B4-BE49-F238E27FC236}">
                  <a16:creationId xmlns:a16="http://schemas.microsoft.com/office/drawing/2014/main" id="{6B8C2142-AED6-41EC-B969-D738CB7C13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1401" y="4662648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13460" name="Shape 1638">
              <a:extLst>
                <a:ext uri="{FF2B5EF4-FFF2-40B4-BE49-F238E27FC236}">
                  <a16:creationId xmlns:a16="http://schemas.microsoft.com/office/drawing/2014/main" id="{A4357B51-09A4-432A-A6A8-80B3C9DC47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952" y="4388238"/>
              <a:ext cx="444246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313461" name="Shape 1593">
              <a:extLst>
                <a:ext uri="{FF2B5EF4-FFF2-40B4-BE49-F238E27FC236}">
                  <a16:creationId xmlns:a16="http://schemas.microsoft.com/office/drawing/2014/main" id="{826E9D64-209C-41E3-AD70-855A4BC31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075" y="5196311"/>
              <a:ext cx="6816890" cy="356179"/>
            </a:xfrm>
            <a:custGeom>
              <a:avLst/>
              <a:gdLst>
                <a:gd name="T0" fmla="*/ 2147483646 w 14121"/>
                <a:gd name="T1" fmla="*/ 12465705 h 10177"/>
                <a:gd name="T2" fmla="*/ 1238173343 w 14121"/>
                <a:gd name="T3" fmla="*/ 12384859 h 10177"/>
                <a:gd name="T4" fmla="*/ 1241203072 w 14121"/>
                <a:gd name="T5" fmla="*/ 0 h 10177"/>
                <a:gd name="T6" fmla="*/ 981589678 w 14121"/>
                <a:gd name="T7" fmla="*/ 30624 h 10177"/>
                <a:gd name="T8" fmla="*/ 981822846 w 14121"/>
                <a:gd name="T9" fmla="*/ 12081072 h 10177"/>
                <a:gd name="T10" fmla="*/ 0 w 14121"/>
                <a:gd name="T11" fmla="*/ 11505383 h 101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21" h="10177" extrusionOk="0">
                  <a:moveTo>
                    <a:pt x="14121" y="10177"/>
                  </a:moveTo>
                  <a:lnTo>
                    <a:pt x="5313" y="10111"/>
                  </a:lnTo>
                  <a:cubicBezTo>
                    <a:pt x="5317" y="6821"/>
                    <a:pt x="5322" y="3290"/>
                    <a:pt x="5326" y="0"/>
                  </a:cubicBezTo>
                  <a:lnTo>
                    <a:pt x="4212" y="25"/>
                  </a:lnTo>
                  <a:cubicBezTo>
                    <a:pt x="4207" y="3143"/>
                    <a:pt x="4218" y="6745"/>
                    <a:pt x="4213" y="9863"/>
                  </a:cubicBezTo>
                  <a:lnTo>
                    <a:pt x="0" y="9393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3462" name="Shape 1593">
              <a:extLst>
                <a:ext uri="{FF2B5EF4-FFF2-40B4-BE49-F238E27FC236}">
                  <a16:creationId xmlns:a16="http://schemas.microsoft.com/office/drawing/2014/main" id="{558265B9-079A-4A9C-B09A-1579B55C0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674" y="5865179"/>
              <a:ext cx="6816890" cy="362339"/>
            </a:xfrm>
            <a:custGeom>
              <a:avLst/>
              <a:gdLst>
                <a:gd name="T0" fmla="*/ 2147483646 w 14121"/>
                <a:gd name="T1" fmla="*/ 12465715 h 10353"/>
                <a:gd name="T2" fmla="*/ 1520159229 w 14121"/>
                <a:gd name="T3" fmla="*/ 12681305 h 10353"/>
                <a:gd name="T4" fmla="*/ 1523188475 w 14121"/>
                <a:gd name="T5" fmla="*/ 0 h 10353"/>
                <a:gd name="T6" fmla="*/ 1255651732 w 14121"/>
                <a:gd name="T7" fmla="*/ 327061 h 10353"/>
                <a:gd name="T8" fmla="*/ 1255884899 w 14121"/>
                <a:gd name="T9" fmla="*/ 12081117 h 10353"/>
                <a:gd name="T10" fmla="*/ 0 w 14121"/>
                <a:gd name="T11" fmla="*/ 11505392 h 103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21" h="10353" extrusionOk="0">
                  <a:moveTo>
                    <a:pt x="14121" y="10177"/>
                  </a:moveTo>
                  <a:lnTo>
                    <a:pt x="6523" y="10353"/>
                  </a:lnTo>
                  <a:cubicBezTo>
                    <a:pt x="6527" y="6902"/>
                    <a:pt x="6532" y="3451"/>
                    <a:pt x="6536" y="0"/>
                  </a:cubicBezTo>
                  <a:lnTo>
                    <a:pt x="5388" y="267"/>
                  </a:lnTo>
                  <a:cubicBezTo>
                    <a:pt x="5394" y="3466"/>
                    <a:pt x="5383" y="6664"/>
                    <a:pt x="5389" y="9863"/>
                  </a:cubicBezTo>
                  <a:lnTo>
                    <a:pt x="0" y="9393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3463" name="Shape 1635">
              <a:extLst>
                <a:ext uri="{FF2B5EF4-FFF2-40B4-BE49-F238E27FC236}">
                  <a16:creationId xmlns:a16="http://schemas.microsoft.com/office/drawing/2014/main" id="{B26D6510-2A60-4C09-B0D4-6E1AE6204A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2935" y="5037766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13464" name="Shape 1636">
              <a:extLst>
                <a:ext uri="{FF2B5EF4-FFF2-40B4-BE49-F238E27FC236}">
                  <a16:creationId xmlns:a16="http://schemas.microsoft.com/office/drawing/2014/main" id="{9DF4FED8-9A7E-43AD-8976-5D81BB9FA3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2935" y="5390782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13465" name="Shape 1635">
              <a:extLst>
                <a:ext uri="{FF2B5EF4-FFF2-40B4-BE49-F238E27FC236}">
                  <a16:creationId xmlns:a16="http://schemas.microsoft.com/office/drawing/2014/main" id="{72A88656-09AD-4218-82B3-7BD8BB33E9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1401" y="5706634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13466" name="Shape 1636">
              <a:extLst>
                <a:ext uri="{FF2B5EF4-FFF2-40B4-BE49-F238E27FC236}">
                  <a16:creationId xmlns:a16="http://schemas.microsoft.com/office/drawing/2014/main" id="{E096303A-AD9C-4B28-B8CF-DFF0E3F53C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1401" y="6059650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13467" name="Shape 1638">
              <a:extLst>
                <a:ext uri="{FF2B5EF4-FFF2-40B4-BE49-F238E27FC236}">
                  <a16:creationId xmlns:a16="http://schemas.microsoft.com/office/drawing/2014/main" id="{0902C815-40E9-49B8-8C5F-EA1B9707C3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8685" y="6030771"/>
              <a:ext cx="765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 </a:t>
              </a:r>
            </a:p>
          </p:txBody>
        </p:sp>
        <p:sp>
          <p:nvSpPr>
            <p:cNvPr id="313468" name="Shape 1638">
              <a:extLst>
                <a:ext uri="{FF2B5EF4-FFF2-40B4-BE49-F238E27FC236}">
                  <a16:creationId xmlns:a16="http://schemas.microsoft.com/office/drawing/2014/main" id="{3EA2C544-1A57-4BB4-9A3E-1D527620D8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152" y="4388237"/>
              <a:ext cx="555150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, R3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        </a:t>
              </a:r>
            </a:p>
          </p:txBody>
        </p:sp>
        <p:sp>
          <p:nvSpPr>
            <p:cNvPr id="313469" name="Shape 1638">
              <a:extLst>
                <a:ext uri="{FF2B5EF4-FFF2-40B4-BE49-F238E27FC236}">
                  <a16:creationId xmlns:a16="http://schemas.microsoft.com/office/drawing/2014/main" id="{04A09BE7-AFC8-46DD-A565-133BCEC606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952" y="5158705"/>
              <a:ext cx="444246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313470" name="Shape 1638">
              <a:extLst>
                <a:ext uri="{FF2B5EF4-FFF2-40B4-BE49-F238E27FC236}">
                  <a16:creationId xmlns:a16="http://schemas.microsoft.com/office/drawing/2014/main" id="{835BF401-CA47-4F02-ADBB-5437835578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152" y="5158704"/>
              <a:ext cx="555150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, R2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        </a:t>
              </a:r>
            </a:p>
          </p:txBody>
        </p:sp>
        <p:sp>
          <p:nvSpPr>
            <p:cNvPr id="313471" name="Shape 1638">
              <a:extLst>
                <a:ext uri="{FF2B5EF4-FFF2-40B4-BE49-F238E27FC236}">
                  <a16:creationId xmlns:a16="http://schemas.microsoft.com/office/drawing/2014/main" id="{EE7F5ED9-D80F-40C9-8981-5A9AE649FA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952" y="5751369"/>
              <a:ext cx="444246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313472" name="Shape 1638">
              <a:extLst>
                <a:ext uri="{FF2B5EF4-FFF2-40B4-BE49-F238E27FC236}">
                  <a16:creationId xmlns:a16="http://schemas.microsoft.com/office/drawing/2014/main" id="{25FAEA4B-EA1C-4C9F-AD79-4FC0A46A7F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152" y="5751368"/>
              <a:ext cx="555150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, R1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        </a:t>
              </a:r>
            </a:p>
          </p:txBody>
        </p:sp>
      </p:grpSp>
      <p:grpSp>
        <p:nvGrpSpPr>
          <p:cNvPr id="313346" name="Group 191">
            <a:extLst>
              <a:ext uri="{FF2B5EF4-FFF2-40B4-BE49-F238E27FC236}">
                <a16:creationId xmlns:a16="http://schemas.microsoft.com/office/drawing/2014/main" id="{D4AE4898-FFB8-4A8B-9CAB-9D55655F3C97}"/>
              </a:ext>
            </a:extLst>
          </p:cNvPr>
          <p:cNvGrpSpPr>
            <a:grpSpLocks/>
          </p:cNvGrpSpPr>
          <p:nvPr/>
        </p:nvGrpSpPr>
        <p:grpSpPr bwMode="auto">
          <a:xfrm>
            <a:off x="1893888" y="2741613"/>
            <a:ext cx="6016625" cy="1325562"/>
            <a:chOff x="2249614" y="4070341"/>
            <a:chExt cx="6016467" cy="1326204"/>
          </a:xfrm>
        </p:grpSpPr>
        <p:grpSp>
          <p:nvGrpSpPr>
            <p:cNvPr id="313347" name="Group 192">
              <a:extLst>
                <a:ext uri="{FF2B5EF4-FFF2-40B4-BE49-F238E27FC236}">
                  <a16:creationId xmlns:a16="http://schemas.microsoft.com/office/drawing/2014/main" id="{AC1E4E74-6D86-4E51-B6EC-A9CD26D116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49614" y="4071329"/>
              <a:ext cx="407484" cy="1302026"/>
              <a:chOff x="142519" y="3892425"/>
              <a:chExt cx="407484" cy="1302026"/>
            </a:xfrm>
          </p:grpSpPr>
          <p:sp>
            <p:nvSpPr>
              <p:cNvPr id="313398" name="TextBox 327">
                <a:extLst>
                  <a:ext uri="{FF2B5EF4-FFF2-40B4-BE49-F238E27FC236}">
                    <a16:creationId xmlns:a16="http://schemas.microsoft.com/office/drawing/2014/main" id="{CE115A69-503A-4382-8FFC-9CE65BC33E2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9024" y="3905780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3399" name="TextBox 328">
                <a:extLst>
                  <a:ext uri="{FF2B5EF4-FFF2-40B4-BE49-F238E27FC236}">
                    <a16:creationId xmlns:a16="http://schemas.microsoft.com/office/drawing/2014/main" id="{BACF7EFE-6A3E-48AD-B869-32855206B6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2338" y="4694283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0" name="Frame 329">
                <a:extLst>
                  <a:ext uri="{FF2B5EF4-FFF2-40B4-BE49-F238E27FC236}">
                    <a16:creationId xmlns:a16="http://schemas.microsoft.com/office/drawing/2014/main" id="{DB5F1892-B036-434B-B99A-5E145927B6CC}"/>
                  </a:ext>
                </a:extLst>
              </p:cNvPr>
              <p:cNvSpPr/>
              <p:nvPr/>
            </p:nvSpPr>
            <p:spPr>
              <a:xfrm>
                <a:off x="169505" y="3893024"/>
                <a:ext cx="355590" cy="1300792"/>
              </a:xfrm>
              <a:prstGeom prst="frame">
                <a:avLst>
                  <a:gd name="adj1" fmla="val 0"/>
                </a:avLst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/>
                  <a:cs typeface="+mn-cs"/>
                  <a:sym typeface="Arial" charset="0"/>
                </a:endParaRPr>
              </a:p>
            </p:txBody>
          </p:sp>
          <p:sp>
            <p:nvSpPr>
              <p:cNvPr id="313401" name="TextBox 330">
                <a:extLst>
                  <a:ext uri="{FF2B5EF4-FFF2-40B4-BE49-F238E27FC236}">
                    <a16:creationId xmlns:a16="http://schemas.microsoft.com/office/drawing/2014/main" id="{E7E84B03-3C18-433B-A7F4-77044F3336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19" y="4306659"/>
                <a:ext cx="40748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313348" name="Group 193">
              <a:extLst>
                <a:ext uri="{FF2B5EF4-FFF2-40B4-BE49-F238E27FC236}">
                  <a16:creationId xmlns:a16="http://schemas.microsoft.com/office/drawing/2014/main" id="{DAE52423-E6F2-46DA-91AB-733B0BA795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44263" y="4080656"/>
              <a:ext cx="407484" cy="1302026"/>
              <a:chOff x="142519" y="3892425"/>
              <a:chExt cx="407484" cy="1302026"/>
            </a:xfrm>
          </p:grpSpPr>
          <p:sp>
            <p:nvSpPr>
              <p:cNvPr id="313394" name="TextBox 323">
                <a:extLst>
                  <a:ext uri="{FF2B5EF4-FFF2-40B4-BE49-F238E27FC236}">
                    <a16:creationId xmlns:a16="http://schemas.microsoft.com/office/drawing/2014/main" id="{D43D54B5-7D32-4F82-B7B0-64AC6ADB0B5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9024" y="3905780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3395" name="TextBox 324">
                <a:extLst>
                  <a:ext uri="{FF2B5EF4-FFF2-40B4-BE49-F238E27FC236}">
                    <a16:creationId xmlns:a16="http://schemas.microsoft.com/office/drawing/2014/main" id="{E33F03BC-786D-4693-8AF4-5184DCBFC7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2338" y="4694283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6" name="Frame 325">
                <a:extLst>
                  <a:ext uri="{FF2B5EF4-FFF2-40B4-BE49-F238E27FC236}">
                    <a16:creationId xmlns:a16="http://schemas.microsoft.com/office/drawing/2014/main" id="{BBFAF47E-60A0-EA4F-B476-0C1234938F9C}"/>
                  </a:ext>
                </a:extLst>
              </p:cNvPr>
              <p:cNvSpPr/>
              <p:nvPr/>
            </p:nvSpPr>
            <p:spPr>
              <a:xfrm>
                <a:off x="170213" y="3891640"/>
                <a:ext cx="354002" cy="1302380"/>
              </a:xfrm>
              <a:prstGeom prst="frame">
                <a:avLst>
                  <a:gd name="adj1" fmla="val 0"/>
                </a:avLst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/>
                  <a:cs typeface="+mn-cs"/>
                  <a:sym typeface="Arial" charset="0"/>
                </a:endParaRPr>
              </a:p>
            </p:txBody>
          </p:sp>
          <p:sp>
            <p:nvSpPr>
              <p:cNvPr id="313397" name="TextBox 326">
                <a:extLst>
                  <a:ext uri="{FF2B5EF4-FFF2-40B4-BE49-F238E27FC236}">
                    <a16:creationId xmlns:a16="http://schemas.microsoft.com/office/drawing/2014/main" id="{BA9D0F5C-EE61-4A9E-8F25-F86431BCC61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19" y="4306659"/>
                <a:ext cx="40748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313349" name="Group 194">
              <a:extLst>
                <a:ext uri="{FF2B5EF4-FFF2-40B4-BE49-F238E27FC236}">
                  <a16:creationId xmlns:a16="http://schemas.microsoft.com/office/drawing/2014/main" id="{830EA718-DDC5-4C35-BB73-52F1E87442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05838" y="4070341"/>
              <a:ext cx="407484" cy="1302026"/>
              <a:chOff x="142519" y="3892425"/>
              <a:chExt cx="407484" cy="1302026"/>
            </a:xfrm>
          </p:grpSpPr>
          <p:sp>
            <p:nvSpPr>
              <p:cNvPr id="313390" name="TextBox 319">
                <a:extLst>
                  <a:ext uri="{FF2B5EF4-FFF2-40B4-BE49-F238E27FC236}">
                    <a16:creationId xmlns:a16="http://schemas.microsoft.com/office/drawing/2014/main" id="{C09974CF-D871-4467-96EA-3B114AADE6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9024" y="3905780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3391" name="TextBox 320">
                <a:extLst>
                  <a:ext uri="{FF2B5EF4-FFF2-40B4-BE49-F238E27FC236}">
                    <a16:creationId xmlns:a16="http://schemas.microsoft.com/office/drawing/2014/main" id="{F5B0598C-AEB1-40D2-9307-BBEB2399F8C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2338" y="4694283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2" name="Frame 321">
                <a:extLst>
                  <a:ext uri="{FF2B5EF4-FFF2-40B4-BE49-F238E27FC236}">
                    <a16:creationId xmlns:a16="http://schemas.microsoft.com/office/drawing/2014/main" id="{F322FF38-67E4-A740-A5A4-51CE2A540667}"/>
                  </a:ext>
                </a:extLst>
              </p:cNvPr>
              <p:cNvSpPr/>
              <p:nvPr/>
            </p:nvSpPr>
            <p:spPr>
              <a:xfrm>
                <a:off x="169119" y="3892425"/>
                <a:ext cx="355590" cy="1302380"/>
              </a:xfrm>
              <a:prstGeom prst="frame">
                <a:avLst>
                  <a:gd name="adj1" fmla="val 0"/>
                </a:avLst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/>
                  <a:cs typeface="+mn-cs"/>
                  <a:sym typeface="Arial" charset="0"/>
                </a:endParaRPr>
              </a:p>
            </p:txBody>
          </p:sp>
          <p:sp>
            <p:nvSpPr>
              <p:cNvPr id="313393" name="TextBox 322">
                <a:extLst>
                  <a:ext uri="{FF2B5EF4-FFF2-40B4-BE49-F238E27FC236}">
                    <a16:creationId xmlns:a16="http://schemas.microsoft.com/office/drawing/2014/main" id="{9A1DDBDE-5690-4A01-B52B-35D6D073222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19" y="4306659"/>
                <a:ext cx="40748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313350" name="Group 195">
              <a:extLst>
                <a:ext uri="{FF2B5EF4-FFF2-40B4-BE49-F238E27FC236}">
                  <a16:creationId xmlns:a16="http://schemas.microsoft.com/office/drawing/2014/main" id="{DF00E043-ADA7-496F-85FE-FA44CEC932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9397" y="4074642"/>
              <a:ext cx="407484" cy="1302026"/>
              <a:chOff x="142519" y="3892425"/>
              <a:chExt cx="407484" cy="1302026"/>
            </a:xfrm>
          </p:grpSpPr>
          <p:sp>
            <p:nvSpPr>
              <p:cNvPr id="313386" name="TextBox 315">
                <a:extLst>
                  <a:ext uri="{FF2B5EF4-FFF2-40B4-BE49-F238E27FC236}">
                    <a16:creationId xmlns:a16="http://schemas.microsoft.com/office/drawing/2014/main" id="{C06DC6CA-7A7B-4C0C-9F06-57245FC45CB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9024" y="3905780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3387" name="TextBox 316">
                <a:extLst>
                  <a:ext uri="{FF2B5EF4-FFF2-40B4-BE49-F238E27FC236}">
                    <a16:creationId xmlns:a16="http://schemas.microsoft.com/office/drawing/2014/main" id="{7BDF4C34-3944-40EF-AF63-4D68812DEF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2338" y="4694283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8" name="Frame 317">
                <a:extLst>
                  <a:ext uri="{FF2B5EF4-FFF2-40B4-BE49-F238E27FC236}">
                    <a16:creationId xmlns:a16="http://schemas.microsoft.com/office/drawing/2014/main" id="{E24DB212-4932-C946-AA77-ACC9F448C490}"/>
                  </a:ext>
                </a:extLst>
              </p:cNvPr>
              <p:cNvSpPr/>
              <p:nvPr/>
            </p:nvSpPr>
            <p:spPr>
              <a:xfrm>
                <a:off x="169145" y="3892888"/>
                <a:ext cx="355590" cy="1300792"/>
              </a:xfrm>
              <a:prstGeom prst="frame">
                <a:avLst>
                  <a:gd name="adj1" fmla="val 0"/>
                </a:avLst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/>
                  <a:cs typeface="+mn-cs"/>
                  <a:sym typeface="Arial" charset="0"/>
                </a:endParaRPr>
              </a:p>
            </p:txBody>
          </p:sp>
          <p:sp>
            <p:nvSpPr>
              <p:cNvPr id="313389" name="TextBox 318">
                <a:extLst>
                  <a:ext uri="{FF2B5EF4-FFF2-40B4-BE49-F238E27FC236}">
                    <a16:creationId xmlns:a16="http://schemas.microsoft.com/office/drawing/2014/main" id="{CC1F670E-B846-4205-8C54-97E40B25785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19" y="4306659"/>
                <a:ext cx="40748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313351" name="Group 196">
              <a:extLst>
                <a:ext uri="{FF2B5EF4-FFF2-40B4-BE49-F238E27FC236}">
                  <a16:creationId xmlns:a16="http://schemas.microsoft.com/office/drawing/2014/main" id="{5D4ADBB6-2562-408D-A3BB-7A5D7BE0BC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95589" y="4079590"/>
              <a:ext cx="407484" cy="1302026"/>
              <a:chOff x="142519" y="3892425"/>
              <a:chExt cx="407484" cy="1302026"/>
            </a:xfrm>
          </p:grpSpPr>
          <p:sp>
            <p:nvSpPr>
              <p:cNvPr id="313382" name="TextBox 311">
                <a:extLst>
                  <a:ext uri="{FF2B5EF4-FFF2-40B4-BE49-F238E27FC236}">
                    <a16:creationId xmlns:a16="http://schemas.microsoft.com/office/drawing/2014/main" id="{00BD659D-5788-4720-BD58-96F960F955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9024" y="3905780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3383" name="TextBox 312">
                <a:extLst>
                  <a:ext uri="{FF2B5EF4-FFF2-40B4-BE49-F238E27FC236}">
                    <a16:creationId xmlns:a16="http://schemas.microsoft.com/office/drawing/2014/main" id="{5293DCC4-BE7E-4F81-BABB-C3392FB26F1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2338" y="4694283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4" name="Frame 313">
                <a:extLst>
                  <a:ext uri="{FF2B5EF4-FFF2-40B4-BE49-F238E27FC236}">
                    <a16:creationId xmlns:a16="http://schemas.microsoft.com/office/drawing/2014/main" id="{C3ADAB69-CC5B-1B4A-B927-FDBDBE768C3B}"/>
                  </a:ext>
                </a:extLst>
              </p:cNvPr>
              <p:cNvSpPr/>
              <p:nvPr/>
            </p:nvSpPr>
            <p:spPr>
              <a:xfrm>
                <a:off x="169734" y="3892705"/>
                <a:ext cx="355590" cy="1302380"/>
              </a:xfrm>
              <a:prstGeom prst="frame">
                <a:avLst>
                  <a:gd name="adj1" fmla="val 0"/>
                </a:avLst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/>
                  <a:cs typeface="+mn-cs"/>
                  <a:sym typeface="Arial" charset="0"/>
                </a:endParaRPr>
              </a:p>
            </p:txBody>
          </p:sp>
          <p:sp>
            <p:nvSpPr>
              <p:cNvPr id="313385" name="TextBox 314">
                <a:extLst>
                  <a:ext uri="{FF2B5EF4-FFF2-40B4-BE49-F238E27FC236}">
                    <a16:creationId xmlns:a16="http://schemas.microsoft.com/office/drawing/2014/main" id="{E056A535-27D2-4321-9768-705533C3DE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19" y="4306659"/>
                <a:ext cx="40748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313352" name="Group 197">
              <a:extLst>
                <a:ext uri="{FF2B5EF4-FFF2-40B4-BE49-F238E27FC236}">
                  <a16:creationId xmlns:a16="http://schemas.microsoft.com/office/drawing/2014/main" id="{F8D9BB1C-E86A-408C-B18A-461A2A90A1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18980" y="4081268"/>
              <a:ext cx="407484" cy="1302026"/>
              <a:chOff x="142519" y="3892425"/>
              <a:chExt cx="407484" cy="1302026"/>
            </a:xfrm>
          </p:grpSpPr>
          <p:sp>
            <p:nvSpPr>
              <p:cNvPr id="313378" name="TextBox 307">
                <a:extLst>
                  <a:ext uri="{FF2B5EF4-FFF2-40B4-BE49-F238E27FC236}">
                    <a16:creationId xmlns:a16="http://schemas.microsoft.com/office/drawing/2014/main" id="{85107ED6-54DC-4A18-8AA1-EDD5D0ECDE6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9024" y="3905780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3379" name="TextBox 308">
                <a:extLst>
                  <a:ext uri="{FF2B5EF4-FFF2-40B4-BE49-F238E27FC236}">
                    <a16:creationId xmlns:a16="http://schemas.microsoft.com/office/drawing/2014/main" id="{00DDD37F-C513-4FFD-B8C3-AAD15AB19D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2338" y="4694283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0" name="Frame 309">
                <a:extLst>
                  <a:ext uri="{FF2B5EF4-FFF2-40B4-BE49-F238E27FC236}">
                    <a16:creationId xmlns:a16="http://schemas.microsoft.com/office/drawing/2014/main" id="{6CC86FEF-109B-A449-959B-9D13A7F10C4F}"/>
                  </a:ext>
                </a:extLst>
              </p:cNvPr>
              <p:cNvSpPr/>
              <p:nvPr/>
            </p:nvSpPr>
            <p:spPr>
              <a:xfrm>
                <a:off x="168726" y="3892615"/>
                <a:ext cx="355590" cy="1302380"/>
              </a:xfrm>
              <a:prstGeom prst="frame">
                <a:avLst>
                  <a:gd name="adj1" fmla="val 0"/>
                </a:avLst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/>
                  <a:cs typeface="+mn-cs"/>
                  <a:sym typeface="Arial" charset="0"/>
                </a:endParaRPr>
              </a:p>
            </p:txBody>
          </p:sp>
          <p:sp>
            <p:nvSpPr>
              <p:cNvPr id="313381" name="TextBox 310">
                <a:extLst>
                  <a:ext uri="{FF2B5EF4-FFF2-40B4-BE49-F238E27FC236}">
                    <a16:creationId xmlns:a16="http://schemas.microsoft.com/office/drawing/2014/main" id="{333EC8BE-7790-4994-8B21-586C1CAEEF2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19" y="4306659"/>
                <a:ext cx="40748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313353" name="Group 198">
              <a:extLst>
                <a:ext uri="{FF2B5EF4-FFF2-40B4-BE49-F238E27FC236}">
                  <a16:creationId xmlns:a16="http://schemas.microsoft.com/office/drawing/2014/main" id="{BE9B5F38-4BD6-4696-8E86-2C73AC75DF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858597" y="4094519"/>
              <a:ext cx="407484" cy="1302026"/>
              <a:chOff x="142519" y="3892425"/>
              <a:chExt cx="407484" cy="1302026"/>
            </a:xfrm>
          </p:grpSpPr>
          <p:sp>
            <p:nvSpPr>
              <p:cNvPr id="313374" name="TextBox 303">
                <a:extLst>
                  <a:ext uri="{FF2B5EF4-FFF2-40B4-BE49-F238E27FC236}">
                    <a16:creationId xmlns:a16="http://schemas.microsoft.com/office/drawing/2014/main" id="{D03E9E09-2C58-43B7-9999-DA123411BF1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9024" y="3905780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3375" name="TextBox 304">
                <a:extLst>
                  <a:ext uri="{FF2B5EF4-FFF2-40B4-BE49-F238E27FC236}">
                    <a16:creationId xmlns:a16="http://schemas.microsoft.com/office/drawing/2014/main" id="{9E601408-4C31-486C-9906-0EE17B98AC9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2338" y="4694283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6" name="Frame 305">
                <a:extLst>
                  <a:ext uri="{FF2B5EF4-FFF2-40B4-BE49-F238E27FC236}">
                    <a16:creationId xmlns:a16="http://schemas.microsoft.com/office/drawing/2014/main" id="{403EC8CE-B68F-8846-8A78-06FFECB9B4EC}"/>
                  </a:ext>
                </a:extLst>
              </p:cNvPr>
              <p:cNvSpPr/>
              <p:nvPr/>
            </p:nvSpPr>
            <p:spPr>
              <a:xfrm>
                <a:off x="169013" y="3892071"/>
                <a:ext cx="355590" cy="1302380"/>
              </a:xfrm>
              <a:prstGeom prst="frame">
                <a:avLst>
                  <a:gd name="adj1" fmla="val 0"/>
                </a:avLst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/>
                  <a:cs typeface="+mn-cs"/>
                  <a:sym typeface="Arial" charset="0"/>
                </a:endParaRPr>
              </a:p>
            </p:txBody>
          </p:sp>
          <p:sp>
            <p:nvSpPr>
              <p:cNvPr id="313377" name="TextBox 306">
                <a:extLst>
                  <a:ext uri="{FF2B5EF4-FFF2-40B4-BE49-F238E27FC236}">
                    <a16:creationId xmlns:a16="http://schemas.microsoft.com/office/drawing/2014/main" id="{FC07CDDF-04B7-47B1-BD4A-D1689BE756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19" y="4306659"/>
                <a:ext cx="40748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313354" name="Group 199">
              <a:extLst>
                <a:ext uri="{FF2B5EF4-FFF2-40B4-BE49-F238E27FC236}">
                  <a16:creationId xmlns:a16="http://schemas.microsoft.com/office/drawing/2014/main" id="{50C5BDFF-92D2-4AE5-9C89-13EDF06651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0941" y="4074030"/>
              <a:ext cx="407484" cy="1302026"/>
              <a:chOff x="142519" y="3892425"/>
              <a:chExt cx="407484" cy="1302026"/>
            </a:xfrm>
          </p:grpSpPr>
          <p:sp>
            <p:nvSpPr>
              <p:cNvPr id="313370" name="TextBox 299">
                <a:extLst>
                  <a:ext uri="{FF2B5EF4-FFF2-40B4-BE49-F238E27FC236}">
                    <a16:creationId xmlns:a16="http://schemas.microsoft.com/office/drawing/2014/main" id="{19C3E801-4AFA-4F23-A90C-BCD7A51EA9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9024" y="3905780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3371" name="TextBox 300">
                <a:extLst>
                  <a:ext uri="{FF2B5EF4-FFF2-40B4-BE49-F238E27FC236}">
                    <a16:creationId xmlns:a16="http://schemas.microsoft.com/office/drawing/2014/main" id="{CE5888B8-3E25-4AD2-8136-F7350F5C646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2338" y="4694283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2" name="Frame 301">
                <a:extLst>
                  <a:ext uri="{FF2B5EF4-FFF2-40B4-BE49-F238E27FC236}">
                    <a16:creationId xmlns:a16="http://schemas.microsoft.com/office/drawing/2014/main" id="{32EEA480-8196-544D-B8CA-2450C80D7970}"/>
                  </a:ext>
                </a:extLst>
              </p:cNvPr>
              <p:cNvSpPr/>
              <p:nvPr/>
            </p:nvSpPr>
            <p:spPr>
              <a:xfrm>
                <a:off x="169356" y="3891913"/>
                <a:ext cx="355590" cy="1302380"/>
              </a:xfrm>
              <a:prstGeom prst="frame">
                <a:avLst>
                  <a:gd name="adj1" fmla="val 0"/>
                </a:avLst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/>
                  <a:cs typeface="+mn-cs"/>
                  <a:sym typeface="Arial" charset="0"/>
                </a:endParaRPr>
              </a:p>
            </p:txBody>
          </p:sp>
          <p:sp>
            <p:nvSpPr>
              <p:cNvPr id="313373" name="TextBox 302">
                <a:extLst>
                  <a:ext uri="{FF2B5EF4-FFF2-40B4-BE49-F238E27FC236}">
                    <a16:creationId xmlns:a16="http://schemas.microsoft.com/office/drawing/2014/main" id="{44AFA5EF-7E4B-4F55-AF08-F01D30E4064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19" y="4306659"/>
                <a:ext cx="40748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313355" name="Group 200">
              <a:extLst>
                <a:ext uri="{FF2B5EF4-FFF2-40B4-BE49-F238E27FC236}">
                  <a16:creationId xmlns:a16="http://schemas.microsoft.com/office/drawing/2014/main" id="{BF237064-04B4-4087-B016-25548D16EE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08076" y="4083969"/>
              <a:ext cx="407484" cy="1302026"/>
              <a:chOff x="100184" y="3892425"/>
              <a:chExt cx="407484" cy="1302026"/>
            </a:xfrm>
          </p:grpSpPr>
          <p:sp>
            <p:nvSpPr>
              <p:cNvPr id="313366" name="TextBox 211">
                <a:extLst>
                  <a:ext uri="{FF2B5EF4-FFF2-40B4-BE49-F238E27FC236}">
                    <a16:creationId xmlns:a16="http://schemas.microsoft.com/office/drawing/2014/main" id="{9DF75172-F072-41C1-8A9A-7BFFA3A5770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6689" y="3905780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3367" name="TextBox 212">
                <a:extLst>
                  <a:ext uri="{FF2B5EF4-FFF2-40B4-BE49-F238E27FC236}">
                    <a16:creationId xmlns:a16="http://schemas.microsoft.com/office/drawing/2014/main" id="{D4A5C474-A32D-4402-836A-6BDB1EB258C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003" y="4694283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4" name="Frame 213">
                <a:extLst>
                  <a:ext uri="{FF2B5EF4-FFF2-40B4-BE49-F238E27FC236}">
                    <a16:creationId xmlns:a16="http://schemas.microsoft.com/office/drawing/2014/main" id="{D34C8057-7F8D-EF48-8C5E-CA0982381881}"/>
                  </a:ext>
                </a:extLst>
              </p:cNvPr>
              <p:cNvSpPr/>
              <p:nvPr/>
            </p:nvSpPr>
            <p:spPr>
              <a:xfrm>
                <a:off x="127829" y="3893091"/>
                <a:ext cx="354003" cy="1300792"/>
              </a:xfrm>
              <a:prstGeom prst="frame">
                <a:avLst>
                  <a:gd name="adj1" fmla="val 0"/>
                </a:avLst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/>
                  <a:cs typeface="+mn-cs"/>
                  <a:sym typeface="Arial" charset="0"/>
                </a:endParaRPr>
              </a:p>
            </p:txBody>
          </p:sp>
          <p:sp>
            <p:nvSpPr>
              <p:cNvPr id="313369" name="TextBox 298">
                <a:extLst>
                  <a:ext uri="{FF2B5EF4-FFF2-40B4-BE49-F238E27FC236}">
                    <a16:creationId xmlns:a16="http://schemas.microsoft.com/office/drawing/2014/main" id="{0757FC75-7336-4F42-B5C6-A248437450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0184" y="4306659"/>
                <a:ext cx="40748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313356" name="Group 201">
              <a:extLst>
                <a:ext uri="{FF2B5EF4-FFF2-40B4-BE49-F238E27FC236}">
                  <a16:creationId xmlns:a16="http://schemas.microsoft.com/office/drawing/2014/main" id="{2FAD9CB9-31AC-4DC5-8281-ECEBF0961A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68986" y="4073654"/>
              <a:ext cx="407484" cy="1302026"/>
              <a:chOff x="142519" y="3892425"/>
              <a:chExt cx="407484" cy="1302026"/>
            </a:xfrm>
          </p:grpSpPr>
          <p:sp>
            <p:nvSpPr>
              <p:cNvPr id="313362" name="TextBox 207">
                <a:extLst>
                  <a:ext uri="{FF2B5EF4-FFF2-40B4-BE49-F238E27FC236}">
                    <a16:creationId xmlns:a16="http://schemas.microsoft.com/office/drawing/2014/main" id="{3CA5FF46-A750-4165-9C1C-095378FEBD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9024" y="3905780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3363" name="TextBox 208">
                <a:extLst>
                  <a:ext uri="{FF2B5EF4-FFF2-40B4-BE49-F238E27FC236}">
                    <a16:creationId xmlns:a16="http://schemas.microsoft.com/office/drawing/2014/main" id="{D7F87B1E-9403-4A5E-B597-496B575B7C2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2338" y="4694283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0" name="Frame 209">
                <a:extLst>
                  <a:ext uri="{FF2B5EF4-FFF2-40B4-BE49-F238E27FC236}">
                    <a16:creationId xmlns:a16="http://schemas.microsoft.com/office/drawing/2014/main" id="{72313288-035B-954D-99FB-6BDE51ACBE79}"/>
                  </a:ext>
                </a:extLst>
              </p:cNvPr>
              <p:cNvSpPr/>
              <p:nvPr/>
            </p:nvSpPr>
            <p:spPr>
              <a:xfrm>
                <a:off x="169627" y="3892289"/>
                <a:ext cx="355590" cy="1302380"/>
              </a:xfrm>
              <a:prstGeom prst="frame">
                <a:avLst>
                  <a:gd name="adj1" fmla="val 0"/>
                </a:avLst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/>
                  <a:cs typeface="+mn-cs"/>
                  <a:sym typeface="Arial" charset="0"/>
                </a:endParaRPr>
              </a:p>
            </p:txBody>
          </p:sp>
          <p:sp>
            <p:nvSpPr>
              <p:cNvPr id="313365" name="TextBox 210">
                <a:extLst>
                  <a:ext uri="{FF2B5EF4-FFF2-40B4-BE49-F238E27FC236}">
                    <a16:creationId xmlns:a16="http://schemas.microsoft.com/office/drawing/2014/main" id="{A9AB3235-FAB8-404D-8E9F-8D24C608F7F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19" y="4306659"/>
                <a:ext cx="40748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313357" name="Group 202">
              <a:extLst>
                <a:ext uri="{FF2B5EF4-FFF2-40B4-BE49-F238E27FC236}">
                  <a16:creationId xmlns:a16="http://schemas.microsoft.com/office/drawing/2014/main" id="{DA0D2F87-ABF5-49D7-8758-2277BDF6C7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85821" y="4083593"/>
              <a:ext cx="407484" cy="1302026"/>
              <a:chOff x="142519" y="3892425"/>
              <a:chExt cx="407484" cy="1302026"/>
            </a:xfrm>
          </p:grpSpPr>
          <p:sp>
            <p:nvSpPr>
              <p:cNvPr id="313358" name="TextBox 203">
                <a:extLst>
                  <a:ext uri="{FF2B5EF4-FFF2-40B4-BE49-F238E27FC236}">
                    <a16:creationId xmlns:a16="http://schemas.microsoft.com/office/drawing/2014/main" id="{114E0E9F-1BC7-4512-9784-CD50000482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9024" y="3905780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3359" name="TextBox 204">
                <a:extLst>
                  <a:ext uri="{FF2B5EF4-FFF2-40B4-BE49-F238E27FC236}">
                    <a16:creationId xmlns:a16="http://schemas.microsoft.com/office/drawing/2014/main" id="{59BBB326-434D-4023-8EEF-D42C74E847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2338" y="4694283"/>
                <a:ext cx="356188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6" name="Frame 205">
                <a:extLst>
                  <a:ext uri="{FF2B5EF4-FFF2-40B4-BE49-F238E27FC236}">
                    <a16:creationId xmlns:a16="http://schemas.microsoft.com/office/drawing/2014/main" id="{941CF7A8-64F3-FE4E-BB39-1C95CD01DB11}"/>
                  </a:ext>
                </a:extLst>
              </p:cNvPr>
              <p:cNvSpPr/>
              <p:nvPr/>
            </p:nvSpPr>
            <p:spPr>
              <a:xfrm>
                <a:off x="168716" y="3891879"/>
                <a:ext cx="355590" cy="1302380"/>
              </a:xfrm>
              <a:prstGeom prst="frame">
                <a:avLst>
                  <a:gd name="adj1" fmla="val 0"/>
                </a:avLst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/>
                  <a:cs typeface="+mn-cs"/>
                  <a:sym typeface="Arial" charset="0"/>
                </a:endParaRPr>
              </a:p>
            </p:txBody>
          </p:sp>
          <p:sp>
            <p:nvSpPr>
              <p:cNvPr id="313361" name="TextBox 206">
                <a:extLst>
                  <a:ext uri="{FF2B5EF4-FFF2-40B4-BE49-F238E27FC236}">
                    <a16:creationId xmlns:a16="http://schemas.microsoft.com/office/drawing/2014/main" id="{E072D5F0-0D69-44D9-A16A-6CA3CFE28B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19" y="4306659"/>
                <a:ext cx="40748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5393" name="Group 16">
            <a:extLst>
              <a:ext uri="{FF2B5EF4-FFF2-40B4-BE49-F238E27FC236}">
                <a16:creationId xmlns:a16="http://schemas.microsoft.com/office/drawing/2014/main" id="{CD579DE6-8C38-40F0-8162-EC7FB1135774}"/>
              </a:ext>
            </a:extLst>
          </p:cNvPr>
          <p:cNvGrpSpPr>
            <a:grpSpLocks/>
          </p:cNvGrpSpPr>
          <p:nvPr/>
        </p:nvGrpSpPr>
        <p:grpSpPr bwMode="auto">
          <a:xfrm>
            <a:off x="300038" y="920750"/>
            <a:ext cx="8104187" cy="5378450"/>
            <a:chOff x="393952" y="920365"/>
            <a:chExt cx="8103464" cy="5378835"/>
          </a:xfrm>
        </p:grpSpPr>
        <p:cxnSp>
          <p:nvCxnSpPr>
            <p:cNvPr id="315428" name="Shape 1576">
              <a:extLst>
                <a:ext uri="{FF2B5EF4-FFF2-40B4-BE49-F238E27FC236}">
                  <a16:creationId xmlns:a16="http://schemas.microsoft.com/office/drawing/2014/main" id="{703E5330-B7CB-4561-BE82-5097E0D2222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931439" y="1673366"/>
              <a:ext cx="0" cy="4585740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5429" name="Shape 1577">
              <a:extLst>
                <a:ext uri="{FF2B5EF4-FFF2-40B4-BE49-F238E27FC236}">
                  <a16:creationId xmlns:a16="http://schemas.microsoft.com/office/drawing/2014/main" id="{52D2B9A3-4474-4980-A888-A34D46AC955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497939" y="1673366"/>
              <a:ext cx="1882" cy="4585740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5430" name="Shape 1578">
              <a:extLst>
                <a:ext uri="{FF2B5EF4-FFF2-40B4-BE49-F238E27FC236}">
                  <a16:creationId xmlns:a16="http://schemas.microsoft.com/office/drawing/2014/main" id="{8D0E44AC-46F8-4349-8C79-A6BB6F3A1ED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039972" y="1673366"/>
              <a:ext cx="3766" cy="4585740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5431" name="Shape 1579">
              <a:extLst>
                <a:ext uri="{FF2B5EF4-FFF2-40B4-BE49-F238E27FC236}">
                  <a16:creationId xmlns:a16="http://schemas.microsoft.com/office/drawing/2014/main" id="{DDC832B6-D7CE-4673-A6A9-F31610215DE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609295" y="1673366"/>
              <a:ext cx="2825" cy="4585740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5432" name="Shape 1580">
              <a:extLst>
                <a:ext uri="{FF2B5EF4-FFF2-40B4-BE49-F238E27FC236}">
                  <a16:creationId xmlns:a16="http://schemas.microsoft.com/office/drawing/2014/main" id="{C21B7788-7523-4007-A128-775F3DEEA08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4156035" y="1673366"/>
              <a:ext cx="1098" cy="4625834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5433" name="Shape 1581">
              <a:extLst>
                <a:ext uri="{FF2B5EF4-FFF2-40B4-BE49-F238E27FC236}">
                  <a16:creationId xmlns:a16="http://schemas.microsoft.com/office/drawing/2014/main" id="{FDB9952B-1F7F-49B8-8864-69D32999B50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4698069" y="1673366"/>
              <a:ext cx="931" cy="4600434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5434" name="Shape 1582">
              <a:extLst>
                <a:ext uri="{FF2B5EF4-FFF2-40B4-BE49-F238E27FC236}">
                  <a16:creationId xmlns:a16="http://schemas.microsoft.com/office/drawing/2014/main" id="{BF0C844E-0687-4D0A-B136-0CF1922221D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266267" y="1673366"/>
              <a:ext cx="2066" cy="4617367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5435" name="Shape 1583">
              <a:extLst>
                <a:ext uri="{FF2B5EF4-FFF2-40B4-BE49-F238E27FC236}">
                  <a16:creationId xmlns:a16="http://schemas.microsoft.com/office/drawing/2014/main" id="{FF837AD0-9410-4BA8-8AC0-809D2FDF83C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808133" y="1673366"/>
              <a:ext cx="2234" cy="4617367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5436" name="Shape 1584">
              <a:extLst>
                <a:ext uri="{FF2B5EF4-FFF2-40B4-BE49-F238E27FC236}">
                  <a16:creationId xmlns:a16="http://schemas.microsoft.com/office/drawing/2014/main" id="{A78079CB-B28A-42C7-B297-65042C229BD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380631" y="1673366"/>
              <a:ext cx="3236" cy="4608901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5437" name="Shape 1585">
              <a:extLst>
                <a:ext uri="{FF2B5EF4-FFF2-40B4-BE49-F238E27FC236}">
                  <a16:creationId xmlns:a16="http://schemas.microsoft.com/office/drawing/2014/main" id="{6129C119-16FC-49DA-95F5-2D5288DA3F6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922664" y="1673366"/>
              <a:ext cx="3069" cy="4617367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5438" name="Shape 1586">
              <a:extLst>
                <a:ext uri="{FF2B5EF4-FFF2-40B4-BE49-F238E27FC236}">
                  <a16:creationId xmlns:a16="http://schemas.microsoft.com/office/drawing/2014/main" id="{CFB30250-F7F0-45EF-8894-CF46C2C64BD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7491045" y="1673366"/>
              <a:ext cx="1955" cy="4625834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5439" name="Shape 1587">
              <a:extLst>
                <a:ext uri="{FF2B5EF4-FFF2-40B4-BE49-F238E27FC236}">
                  <a16:creationId xmlns:a16="http://schemas.microsoft.com/office/drawing/2014/main" id="{CF5AE362-5D32-4DE9-ABF2-D08EA02D72B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8034867" y="1673366"/>
              <a:ext cx="95" cy="4625834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15440" name="Shape 1588">
              <a:extLst>
                <a:ext uri="{FF2B5EF4-FFF2-40B4-BE49-F238E27FC236}">
                  <a16:creationId xmlns:a16="http://schemas.microsoft.com/office/drawing/2014/main" id="{8AD10041-01E4-4C03-A185-8BD8BF668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541" y="1302169"/>
              <a:ext cx="2222713" cy="327259"/>
            </a:xfrm>
            <a:custGeom>
              <a:avLst/>
              <a:gdLst>
                <a:gd name="T0" fmla="*/ 2147483646 w 2364"/>
                <a:gd name="T1" fmla="*/ 2147483646 h 433"/>
                <a:gd name="T2" fmla="*/ 2147483646 w 2364"/>
                <a:gd name="T3" fmla="*/ 0 h 433"/>
                <a:gd name="T4" fmla="*/ 2147483646 w 2364"/>
                <a:gd name="T5" fmla="*/ 0 h 433"/>
                <a:gd name="T6" fmla="*/ 2147483646 w 2364"/>
                <a:gd name="T7" fmla="*/ 2147483646 h 433"/>
                <a:gd name="T8" fmla="*/ 2147483646 w 2364"/>
                <a:gd name="T9" fmla="*/ 2147483646 h 433"/>
                <a:gd name="T10" fmla="*/ 2147483646 w 2364"/>
                <a:gd name="T11" fmla="*/ 0 h 433"/>
                <a:gd name="T12" fmla="*/ 2147483646 w 2364"/>
                <a:gd name="T13" fmla="*/ 0 h 433"/>
                <a:gd name="T14" fmla="*/ 2147483646 w 2364"/>
                <a:gd name="T15" fmla="*/ 2147483646 h 433"/>
                <a:gd name="T16" fmla="*/ 2147483646 w 2364"/>
                <a:gd name="T17" fmla="*/ 2147483646 h 433"/>
                <a:gd name="T18" fmla="*/ 2147483646 w 2364"/>
                <a:gd name="T19" fmla="*/ 0 h 433"/>
                <a:gd name="T20" fmla="*/ 2147483646 w 2364"/>
                <a:gd name="T21" fmla="*/ 0 h 433"/>
                <a:gd name="T22" fmla="*/ 2147483646 w 2364"/>
                <a:gd name="T23" fmla="*/ 2147483646 h 433"/>
                <a:gd name="T24" fmla="*/ 2147483646 w 2364"/>
                <a:gd name="T25" fmla="*/ 2147483646 h 433"/>
                <a:gd name="T26" fmla="*/ 2147483646 w 2364"/>
                <a:gd name="T27" fmla="*/ 0 h 433"/>
                <a:gd name="T28" fmla="*/ 2147483646 w 2364"/>
                <a:gd name="T29" fmla="*/ 0 h 433"/>
                <a:gd name="T30" fmla="*/ 2147483646 w 2364"/>
                <a:gd name="T31" fmla="*/ 2147483646 h 433"/>
                <a:gd name="T32" fmla="*/ 0 w 2364"/>
                <a:gd name="T33" fmla="*/ 2147483646 h 4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364"/>
                <a:gd name="T52" fmla="*/ 0 h 433"/>
                <a:gd name="T53" fmla="*/ 2364 w 2364"/>
                <a:gd name="T54" fmla="*/ 433 h 43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364" h="433" extrusionOk="0">
                  <a:moveTo>
                    <a:pt x="2364" y="433"/>
                  </a:moveTo>
                  <a:lnTo>
                    <a:pt x="2364" y="0"/>
                  </a:lnTo>
                  <a:lnTo>
                    <a:pt x="2076" y="0"/>
                  </a:lnTo>
                  <a:lnTo>
                    <a:pt x="2076" y="433"/>
                  </a:lnTo>
                  <a:lnTo>
                    <a:pt x="1759" y="433"/>
                  </a:lnTo>
                  <a:lnTo>
                    <a:pt x="1759" y="0"/>
                  </a:lnTo>
                  <a:lnTo>
                    <a:pt x="1470" y="0"/>
                  </a:lnTo>
                  <a:lnTo>
                    <a:pt x="1470" y="433"/>
                  </a:lnTo>
                  <a:lnTo>
                    <a:pt x="1182" y="433"/>
                  </a:lnTo>
                  <a:lnTo>
                    <a:pt x="1182" y="0"/>
                  </a:lnTo>
                  <a:lnTo>
                    <a:pt x="894" y="0"/>
                  </a:lnTo>
                  <a:lnTo>
                    <a:pt x="894" y="433"/>
                  </a:lnTo>
                  <a:lnTo>
                    <a:pt x="605" y="433"/>
                  </a:lnTo>
                  <a:lnTo>
                    <a:pt x="605" y="0"/>
                  </a:lnTo>
                  <a:lnTo>
                    <a:pt x="288" y="0"/>
                  </a:lnTo>
                  <a:lnTo>
                    <a:pt x="288" y="433"/>
                  </a:lnTo>
                  <a:lnTo>
                    <a:pt x="0" y="433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5441" name="Shape 1589">
              <a:extLst>
                <a:ext uri="{FF2B5EF4-FFF2-40B4-BE49-F238E27FC236}">
                  <a16:creationId xmlns:a16="http://schemas.microsoft.com/office/drawing/2014/main" id="{CCFCF011-1BB6-46FE-A7AD-D58F10C4D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256" y="1302169"/>
              <a:ext cx="2198246" cy="327259"/>
            </a:xfrm>
            <a:custGeom>
              <a:avLst/>
              <a:gdLst>
                <a:gd name="T0" fmla="*/ 2147483646 w 2335"/>
                <a:gd name="T1" fmla="*/ 2147483646 h 433"/>
                <a:gd name="T2" fmla="*/ 2147483646 w 2335"/>
                <a:gd name="T3" fmla="*/ 0 h 433"/>
                <a:gd name="T4" fmla="*/ 2147483646 w 2335"/>
                <a:gd name="T5" fmla="*/ 0 h 433"/>
                <a:gd name="T6" fmla="*/ 2147483646 w 2335"/>
                <a:gd name="T7" fmla="*/ 2147483646 h 433"/>
                <a:gd name="T8" fmla="*/ 2147483646 w 2335"/>
                <a:gd name="T9" fmla="*/ 2147483646 h 433"/>
                <a:gd name="T10" fmla="*/ 2147483646 w 2335"/>
                <a:gd name="T11" fmla="*/ 0 h 433"/>
                <a:gd name="T12" fmla="*/ 2147483646 w 2335"/>
                <a:gd name="T13" fmla="*/ 0 h 433"/>
                <a:gd name="T14" fmla="*/ 2147483646 w 2335"/>
                <a:gd name="T15" fmla="*/ 2147483646 h 433"/>
                <a:gd name="T16" fmla="*/ 2147483646 w 2335"/>
                <a:gd name="T17" fmla="*/ 2147483646 h 433"/>
                <a:gd name="T18" fmla="*/ 2147483646 w 2335"/>
                <a:gd name="T19" fmla="*/ 0 h 433"/>
                <a:gd name="T20" fmla="*/ 2147483646 w 2335"/>
                <a:gd name="T21" fmla="*/ 0 h 433"/>
                <a:gd name="T22" fmla="*/ 2147483646 w 2335"/>
                <a:gd name="T23" fmla="*/ 2147483646 h 433"/>
                <a:gd name="T24" fmla="*/ 2147483646 w 2335"/>
                <a:gd name="T25" fmla="*/ 2147483646 h 433"/>
                <a:gd name="T26" fmla="*/ 2147483646 w 2335"/>
                <a:gd name="T27" fmla="*/ 0 h 433"/>
                <a:gd name="T28" fmla="*/ 2147483646 w 2335"/>
                <a:gd name="T29" fmla="*/ 0 h 433"/>
                <a:gd name="T30" fmla="*/ 2147483646 w 2335"/>
                <a:gd name="T31" fmla="*/ 2147483646 h 433"/>
                <a:gd name="T32" fmla="*/ 0 w 2335"/>
                <a:gd name="T33" fmla="*/ 2147483646 h 4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335"/>
                <a:gd name="T52" fmla="*/ 0 h 433"/>
                <a:gd name="T53" fmla="*/ 2335 w 2335"/>
                <a:gd name="T54" fmla="*/ 433 h 43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335" h="433" extrusionOk="0">
                  <a:moveTo>
                    <a:pt x="2335" y="433"/>
                  </a:moveTo>
                  <a:lnTo>
                    <a:pt x="2335" y="0"/>
                  </a:lnTo>
                  <a:lnTo>
                    <a:pt x="2047" y="0"/>
                  </a:lnTo>
                  <a:lnTo>
                    <a:pt x="2047" y="433"/>
                  </a:lnTo>
                  <a:lnTo>
                    <a:pt x="1758" y="433"/>
                  </a:lnTo>
                  <a:lnTo>
                    <a:pt x="1758" y="0"/>
                  </a:lnTo>
                  <a:lnTo>
                    <a:pt x="1470" y="0"/>
                  </a:lnTo>
                  <a:lnTo>
                    <a:pt x="1470" y="433"/>
                  </a:lnTo>
                  <a:lnTo>
                    <a:pt x="1182" y="433"/>
                  </a:lnTo>
                  <a:lnTo>
                    <a:pt x="1182" y="0"/>
                  </a:lnTo>
                  <a:lnTo>
                    <a:pt x="865" y="0"/>
                  </a:lnTo>
                  <a:lnTo>
                    <a:pt x="865" y="433"/>
                  </a:lnTo>
                  <a:lnTo>
                    <a:pt x="576" y="433"/>
                  </a:lnTo>
                  <a:lnTo>
                    <a:pt x="576" y="0"/>
                  </a:lnTo>
                  <a:lnTo>
                    <a:pt x="288" y="0"/>
                  </a:lnTo>
                  <a:lnTo>
                    <a:pt x="288" y="433"/>
                  </a:lnTo>
                  <a:lnTo>
                    <a:pt x="0" y="433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5442" name="Shape 1590">
              <a:extLst>
                <a:ext uri="{FF2B5EF4-FFF2-40B4-BE49-F238E27FC236}">
                  <a16:creationId xmlns:a16="http://schemas.microsoft.com/office/drawing/2014/main" id="{FF266127-E0A4-4B04-B026-2CD19391E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9503" y="1302169"/>
              <a:ext cx="2224595" cy="327259"/>
            </a:xfrm>
            <a:custGeom>
              <a:avLst/>
              <a:gdLst>
                <a:gd name="T0" fmla="*/ 2147483646 w 2364"/>
                <a:gd name="T1" fmla="*/ 0 h 433"/>
                <a:gd name="T2" fmla="*/ 2147483646 w 2364"/>
                <a:gd name="T3" fmla="*/ 0 h 433"/>
                <a:gd name="T4" fmla="*/ 2147483646 w 2364"/>
                <a:gd name="T5" fmla="*/ 2147483646 h 433"/>
                <a:gd name="T6" fmla="*/ 2147483646 w 2364"/>
                <a:gd name="T7" fmla="*/ 2147483646 h 433"/>
                <a:gd name="T8" fmla="*/ 2147483646 w 2364"/>
                <a:gd name="T9" fmla="*/ 0 h 433"/>
                <a:gd name="T10" fmla="*/ 2147483646 w 2364"/>
                <a:gd name="T11" fmla="*/ 0 h 433"/>
                <a:gd name="T12" fmla="*/ 2147483646 w 2364"/>
                <a:gd name="T13" fmla="*/ 2147483646 h 433"/>
                <a:gd name="T14" fmla="*/ 2147483646 w 2364"/>
                <a:gd name="T15" fmla="*/ 2147483646 h 433"/>
                <a:gd name="T16" fmla="*/ 2147483646 w 2364"/>
                <a:gd name="T17" fmla="*/ 0 h 433"/>
                <a:gd name="T18" fmla="*/ 2147483646 w 2364"/>
                <a:gd name="T19" fmla="*/ 0 h 433"/>
                <a:gd name="T20" fmla="*/ 2147483646 w 2364"/>
                <a:gd name="T21" fmla="*/ 2147483646 h 433"/>
                <a:gd name="T22" fmla="*/ 2147483646 w 2364"/>
                <a:gd name="T23" fmla="*/ 2147483646 h 433"/>
                <a:gd name="T24" fmla="*/ 2147483646 w 2364"/>
                <a:gd name="T25" fmla="*/ 0 h 433"/>
                <a:gd name="T26" fmla="*/ 2147483646 w 2364"/>
                <a:gd name="T27" fmla="*/ 0 h 433"/>
                <a:gd name="T28" fmla="*/ 2147483646 w 2364"/>
                <a:gd name="T29" fmla="*/ 2147483646 h 433"/>
                <a:gd name="T30" fmla="*/ 0 w 2364"/>
                <a:gd name="T31" fmla="*/ 2147483646 h 43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364"/>
                <a:gd name="T49" fmla="*/ 0 h 433"/>
                <a:gd name="T50" fmla="*/ 2364 w 2364"/>
                <a:gd name="T51" fmla="*/ 433 h 433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364" h="433" extrusionOk="0">
                  <a:moveTo>
                    <a:pt x="2364" y="0"/>
                  </a:moveTo>
                  <a:lnTo>
                    <a:pt x="2076" y="0"/>
                  </a:lnTo>
                  <a:lnTo>
                    <a:pt x="2076" y="433"/>
                  </a:lnTo>
                  <a:lnTo>
                    <a:pt x="1787" y="433"/>
                  </a:lnTo>
                  <a:lnTo>
                    <a:pt x="1787" y="0"/>
                  </a:lnTo>
                  <a:lnTo>
                    <a:pt x="1470" y="0"/>
                  </a:lnTo>
                  <a:lnTo>
                    <a:pt x="1470" y="433"/>
                  </a:lnTo>
                  <a:lnTo>
                    <a:pt x="1182" y="433"/>
                  </a:lnTo>
                  <a:lnTo>
                    <a:pt x="1182" y="0"/>
                  </a:lnTo>
                  <a:lnTo>
                    <a:pt x="894" y="0"/>
                  </a:lnTo>
                  <a:lnTo>
                    <a:pt x="894" y="433"/>
                  </a:lnTo>
                  <a:lnTo>
                    <a:pt x="605" y="433"/>
                  </a:lnTo>
                  <a:lnTo>
                    <a:pt x="605" y="0"/>
                  </a:lnTo>
                  <a:lnTo>
                    <a:pt x="317" y="0"/>
                  </a:lnTo>
                  <a:lnTo>
                    <a:pt x="317" y="433"/>
                  </a:lnTo>
                  <a:lnTo>
                    <a:pt x="0" y="433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5443" name="Shape 1591">
              <a:extLst>
                <a:ext uri="{FF2B5EF4-FFF2-40B4-BE49-F238E27FC236}">
                  <a16:creationId xmlns:a16="http://schemas.microsoft.com/office/drawing/2014/main" id="{1777EFC5-F5CA-418B-A1D4-64B01E93A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312" y="2066578"/>
              <a:ext cx="6842089" cy="330141"/>
            </a:xfrm>
            <a:custGeom>
              <a:avLst/>
              <a:gdLst>
                <a:gd name="T0" fmla="*/ 2147483646 w 12738"/>
                <a:gd name="T1" fmla="*/ 11554445 h 9433"/>
                <a:gd name="T2" fmla="*/ 1996554121 w 12738"/>
                <a:gd name="T3" fmla="*/ 11478498 h 9433"/>
                <a:gd name="T4" fmla="*/ 1690146382 w 12738"/>
                <a:gd name="T5" fmla="*/ 11478498 h 9433"/>
                <a:gd name="T6" fmla="*/ 801795286 w 12738"/>
                <a:gd name="T7" fmla="*/ 11478498 h 9433"/>
                <a:gd name="T8" fmla="*/ 801795286 w 12738"/>
                <a:gd name="T9" fmla="*/ 0 h 9433"/>
                <a:gd name="T10" fmla="*/ 655515957 w 12738"/>
                <a:gd name="T11" fmla="*/ 0 h 9433"/>
                <a:gd name="T12" fmla="*/ 510101960 w 12738"/>
                <a:gd name="T13" fmla="*/ 0 h 9433"/>
                <a:gd name="T14" fmla="*/ 510101960 w 12738"/>
                <a:gd name="T15" fmla="*/ 11478498 h 9433"/>
                <a:gd name="T16" fmla="*/ 0 w 12738"/>
                <a:gd name="T17" fmla="*/ 11478498 h 94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38" h="9433" extrusionOk="0">
                  <a:moveTo>
                    <a:pt x="12738" y="9433"/>
                  </a:moveTo>
                  <a:lnTo>
                    <a:pt x="6920" y="9371"/>
                  </a:lnTo>
                  <a:lnTo>
                    <a:pt x="5858" y="9371"/>
                  </a:lnTo>
                  <a:lnTo>
                    <a:pt x="2779" y="9371"/>
                  </a:lnTo>
                  <a:lnTo>
                    <a:pt x="2779" y="0"/>
                  </a:lnTo>
                  <a:lnTo>
                    <a:pt x="2272" y="0"/>
                  </a:lnTo>
                  <a:lnTo>
                    <a:pt x="1768" y="0"/>
                  </a:lnTo>
                  <a:lnTo>
                    <a:pt x="1768" y="9371"/>
                  </a:lnTo>
                  <a:lnTo>
                    <a:pt x="0" y="9371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5444" name="Shape 1592">
              <a:extLst>
                <a:ext uri="{FF2B5EF4-FFF2-40B4-BE49-F238E27FC236}">
                  <a16:creationId xmlns:a16="http://schemas.microsoft.com/office/drawing/2014/main" id="{C5298F72-C8FF-4760-B8E8-9F28F41B2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541" y="2829011"/>
              <a:ext cx="3150069" cy="391284"/>
            </a:xfrm>
            <a:custGeom>
              <a:avLst/>
              <a:gdLst>
                <a:gd name="T0" fmla="*/ 980134567 w 10101"/>
                <a:gd name="T1" fmla="*/ 13694380 h 11180"/>
                <a:gd name="T2" fmla="*/ 982371518 w 10101"/>
                <a:gd name="T3" fmla="*/ 0 h 11180"/>
                <a:gd name="T4" fmla="*/ 803519887 w 10101"/>
                <a:gd name="T5" fmla="*/ 66147 h 11180"/>
                <a:gd name="T6" fmla="*/ 803519887 w 10101"/>
                <a:gd name="T7" fmla="*/ 12315156 h 11180"/>
                <a:gd name="T8" fmla="*/ 634296222 w 10101"/>
                <a:gd name="T9" fmla="*/ 12315156 h 11180"/>
                <a:gd name="T10" fmla="*/ 634296222 w 10101"/>
                <a:gd name="T11" fmla="*/ 66147 h 11180"/>
                <a:gd name="T12" fmla="*/ 465267468 w 10101"/>
                <a:gd name="T13" fmla="*/ 66147 h 11180"/>
                <a:gd name="T14" fmla="*/ 465267468 w 10101"/>
                <a:gd name="T15" fmla="*/ 12315156 h 11180"/>
                <a:gd name="T16" fmla="*/ 0 w 10101"/>
                <a:gd name="T17" fmla="*/ 12315156 h 111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01" h="11180" extrusionOk="0">
                  <a:moveTo>
                    <a:pt x="10078" y="11180"/>
                  </a:moveTo>
                  <a:cubicBezTo>
                    <a:pt x="10086" y="7453"/>
                    <a:pt x="10093" y="3727"/>
                    <a:pt x="10101" y="0"/>
                  </a:cubicBezTo>
                  <a:lnTo>
                    <a:pt x="8262" y="54"/>
                  </a:lnTo>
                  <a:lnTo>
                    <a:pt x="8262" y="10054"/>
                  </a:lnTo>
                  <a:lnTo>
                    <a:pt x="6522" y="10054"/>
                  </a:lnTo>
                  <a:lnTo>
                    <a:pt x="6522" y="54"/>
                  </a:lnTo>
                  <a:lnTo>
                    <a:pt x="4784" y="54"/>
                  </a:lnTo>
                  <a:lnTo>
                    <a:pt x="4784" y="10054"/>
                  </a:lnTo>
                  <a:lnTo>
                    <a:pt x="0" y="10054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5445" name="Shape 1593">
              <a:extLst>
                <a:ext uri="{FF2B5EF4-FFF2-40B4-BE49-F238E27FC236}">
                  <a16:creationId xmlns:a16="http://schemas.microsoft.com/office/drawing/2014/main" id="{C5FE2DA5-8D79-47F6-A7B1-A823A9BE2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541" y="3638444"/>
              <a:ext cx="6816890" cy="362339"/>
            </a:xfrm>
            <a:custGeom>
              <a:avLst/>
              <a:gdLst>
                <a:gd name="T0" fmla="*/ 2147483646 w 14121"/>
                <a:gd name="T1" fmla="*/ 12465715 h 10353"/>
                <a:gd name="T2" fmla="*/ 1520159229 w 14121"/>
                <a:gd name="T3" fmla="*/ 12681305 h 10353"/>
                <a:gd name="T4" fmla="*/ 1523188475 w 14121"/>
                <a:gd name="T5" fmla="*/ 0 h 10353"/>
                <a:gd name="T6" fmla="*/ 977395077 w 14121"/>
                <a:gd name="T7" fmla="*/ 30624 h 10353"/>
                <a:gd name="T8" fmla="*/ 977860930 w 14121"/>
                <a:gd name="T9" fmla="*/ 11488278 h 10353"/>
                <a:gd name="T10" fmla="*/ 0 w 14121"/>
                <a:gd name="T11" fmla="*/ 11505392 h 103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21" h="10353" extrusionOk="0">
                  <a:moveTo>
                    <a:pt x="14121" y="10177"/>
                  </a:moveTo>
                  <a:lnTo>
                    <a:pt x="6523" y="10353"/>
                  </a:lnTo>
                  <a:cubicBezTo>
                    <a:pt x="6527" y="6902"/>
                    <a:pt x="6532" y="3451"/>
                    <a:pt x="6536" y="0"/>
                  </a:cubicBezTo>
                  <a:lnTo>
                    <a:pt x="4194" y="25"/>
                  </a:lnTo>
                  <a:cubicBezTo>
                    <a:pt x="4190" y="3121"/>
                    <a:pt x="4200" y="6283"/>
                    <a:pt x="4196" y="9379"/>
                  </a:cubicBezTo>
                  <a:lnTo>
                    <a:pt x="0" y="9393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5446" name="Shape 1594">
              <a:extLst>
                <a:ext uri="{FF2B5EF4-FFF2-40B4-BE49-F238E27FC236}">
                  <a16:creationId xmlns:a16="http://schemas.microsoft.com/office/drawing/2014/main" id="{07F2AC8D-EBD5-4DE6-8EFB-DF3B8D9873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7877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15447" name="Shape 1595">
              <a:extLst>
                <a:ext uri="{FF2B5EF4-FFF2-40B4-BE49-F238E27FC236}">
                  <a16:creationId xmlns:a16="http://schemas.microsoft.com/office/drawing/2014/main" id="{39EF78B5-4ED0-455B-A842-5F89E8179B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5631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15448" name="Shape 1596">
              <a:extLst>
                <a:ext uri="{FF2B5EF4-FFF2-40B4-BE49-F238E27FC236}">
                  <a16:creationId xmlns:a16="http://schemas.microsoft.com/office/drawing/2014/main" id="{82F2AF8D-2389-42C4-93C5-28881E9BA9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97438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15449" name="Shape 1597">
              <a:extLst>
                <a:ext uri="{FF2B5EF4-FFF2-40B4-BE49-F238E27FC236}">
                  <a16:creationId xmlns:a16="http://schemas.microsoft.com/office/drawing/2014/main" id="{ED0F6E7F-CB51-44EA-8694-D9DDCF7270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65193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15450" name="Shape 1598">
              <a:extLst>
                <a:ext uri="{FF2B5EF4-FFF2-40B4-BE49-F238E27FC236}">
                  <a16:creationId xmlns:a16="http://schemas.microsoft.com/office/drawing/2014/main" id="{8F9BD6A2-F8D9-461B-97A0-E0EBAF15FD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67704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15451" name="Shape 1599">
              <a:extLst>
                <a:ext uri="{FF2B5EF4-FFF2-40B4-BE49-F238E27FC236}">
                  <a16:creationId xmlns:a16="http://schemas.microsoft.com/office/drawing/2014/main" id="{BF94E942-456E-4B0E-B816-F116AF546B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5459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315452" name="Shape 1600">
              <a:extLst>
                <a:ext uri="{FF2B5EF4-FFF2-40B4-BE49-F238E27FC236}">
                  <a16:creationId xmlns:a16="http://schemas.microsoft.com/office/drawing/2014/main" id="{9196DB3F-02EF-41B9-B444-2F75EA931F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4091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15453" name="Shape 1601">
              <a:extLst>
                <a:ext uri="{FF2B5EF4-FFF2-40B4-BE49-F238E27FC236}">
                  <a16:creationId xmlns:a16="http://schemas.microsoft.com/office/drawing/2014/main" id="{3E923DEA-0E94-4C66-9287-82BD84A52D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1845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 </a:t>
              </a:r>
            </a:p>
          </p:txBody>
        </p:sp>
        <p:sp>
          <p:nvSpPr>
            <p:cNvPr id="315454" name="Shape 1602">
              <a:extLst>
                <a:ext uri="{FF2B5EF4-FFF2-40B4-BE49-F238E27FC236}">
                  <a16:creationId xmlns:a16="http://schemas.microsoft.com/office/drawing/2014/main" id="{FF776E4F-D8C8-48B1-9BE0-6472253629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66828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15455" name="Shape 1603">
              <a:extLst>
                <a:ext uri="{FF2B5EF4-FFF2-40B4-BE49-F238E27FC236}">
                  <a16:creationId xmlns:a16="http://schemas.microsoft.com/office/drawing/2014/main" id="{AC38A6EB-2541-48B8-982C-CF111DD0E5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34582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4 </a:t>
              </a:r>
            </a:p>
          </p:txBody>
        </p:sp>
        <p:sp>
          <p:nvSpPr>
            <p:cNvPr id="315456" name="Shape 1604">
              <a:extLst>
                <a:ext uri="{FF2B5EF4-FFF2-40B4-BE49-F238E27FC236}">
                  <a16:creationId xmlns:a16="http://schemas.microsoft.com/office/drawing/2014/main" id="{D319C08B-C373-4ED0-A50B-D6751E80DC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6978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15457" name="Shape 1605">
              <a:extLst>
                <a:ext uri="{FF2B5EF4-FFF2-40B4-BE49-F238E27FC236}">
                  <a16:creationId xmlns:a16="http://schemas.microsoft.com/office/drawing/2014/main" id="{B970D886-31C9-4EE6-868C-1DD4FA1B02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74733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5 </a:t>
              </a:r>
            </a:p>
          </p:txBody>
        </p:sp>
        <p:sp>
          <p:nvSpPr>
            <p:cNvPr id="315458" name="Shape 1606">
              <a:extLst>
                <a:ext uri="{FF2B5EF4-FFF2-40B4-BE49-F238E27FC236}">
                  <a16:creationId xmlns:a16="http://schemas.microsoft.com/office/drawing/2014/main" id="{F858A604-6486-4E26-A27A-8A8CEAC015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77243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15459" name="Shape 1607">
              <a:extLst>
                <a:ext uri="{FF2B5EF4-FFF2-40B4-BE49-F238E27FC236}">
                  <a16:creationId xmlns:a16="http://schemas.microsoft.com/office/drawing/2014/main" id="{E21B560D-C9B3-446A-A2EE-774E693C16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44997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6 </a:t>
              </a:r>
            </a:p>
          </p:txBody>
        </p:sp>
        <p:sp>
          <p:nvSpPr>
            <p:cNvPr id="315460" name="Shape 1608">
              <a:extLst>
                <a:ext uri="{FF2B5EF4-FFF2-40B4-BE49-F238E27FC236}">
                  <a16:creationId xmlns:a16="http://schemas.microsoft.com/office/drawing/2014/main" id="{B6AA5798-0D91-40FA-BA9A-1A13EE761E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36215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15461" name="Shape 1609">
              <a:extLst>
                <a:ext uri="{FF2B5EF4-FFF2-40B4-BE49-F238E27FC236}">
                  <a16:creationId xmlns:a16="http://schemas.microsoft.com/office/drawing/2014/main" id="{12412F1C-B0C0-49E3-A01D-2B0C75513C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03969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7 </a:t>
              </a:r>
            </a:p>
          </p:txBody>
        </p:sp>
        <p:sp>
          <p:nvSpPr>
            <p:cNvPr id="315462" name="Shape 1610">
              <a:extLst>
                <a:ext uri="{FF2B5EF4-FFF2-40B4-BE49-F238E27FC236}">
                  <a16:creationId xmlns:a16="http://schemas.microsoft.com/office/drawing/2014/main" id="{94BE8393-367C-4E7F-839F-7C32F921F9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83895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15463" name="Shape 1611">
              <a:extLst>
                <a:ext uri="{FF2B5EF4-FFF2-40B4-BE49-F238E27FC236}">
                  <a16:creationId xmlns:a16="http://schemas.microsoft.com/office/drawing/2014/main" id="{B178B923-7CE2-4C37-8911-6E96984CCB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51649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8 </a:t>
              </a:r>
            </a:p>
          </p:txBody>
        </p:sp>
        <p:sp>
          <p:nvSpPr>
            <p:cNvPr id="315464" name="Shape 1612">
              <a:extLst>
                <a:ext uri="{FF2B5EF4-FFF2-40B4-BE49-F238E27FC236}">
                  <a16:creationId xmlns:a16="http://schemas.microsoft.com/office/drawing/2014/main" id="{19EBB9DC-2910-419F-8501-C093BBF719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65702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15465" name="Shape 1613">
              <a:extLst>
                <a:ext uri="{FF2B5EF4-FFF2-40B4-BE49-F238E27FC236}">
                  <a16:creationId xmlns:a16="http://schemas.microsoft.com/office/drawing/2014/main" id="{7D5C8D89-DD05-42D1-AB35-4E289331A2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33456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9 </a:t>
              </a:r>
            </a:p>
          </p:txBody>
        </p:sp>
        <p:sp>
          <p:nvSpPr>
            <p:cNvPr id="315466" name="Shape 1614">
              <a:extLst>
                <a:ext uri="{FF2B5EF4-FFF2-40B4-BE49-F238E27FC236}">
                  <a16:creationId xmlns:a16="http://schemas.microsoft.com/office/drawing/2014/main" id="{C8515284-C0F4-439E-9A43-21DED037B8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28436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15467" name="Shape 1615">
              <a:extLst>
                <a:ext uri="{FF2B5EF4-FFF2-40B4-BE49-F238E27FC236}">
                  <a16:creationId xmlns:a16="http://schemas.microsoft.com/office/drawing/2014/main" id="{C0FDA6D8-F5FE-46C4-996C-DA74C6C6C5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96170" y="1002169"/>
              <a:ext cx="281685" cy="1895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315468" name="Shape 1616">
              <a:extLst>
                <a:ext uri="{FF2B5EF4-FFF2-40B4-BE49-F238E27FC236}">
                  <a16:creationId xmlns:a16="http://schemas.microsoft.com/office/drawing/2014/main" id="{4E47C511-B9CC-4911-98B9-6670BFD5BB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0109" y="1203688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15469" name="Shape 1617">
              <a:extLst>
                <a:ext uri="{FF2B5EF4-FFF2-40B4-BE49-F238E27FC236}">
                  <a16:creationId xmlns:a16="http://schemas.microsoft.com/office/drawing/2014/main" id="{9CA1F32A-63F5-4570-B028-C45D5CEB3E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0109" y="1520341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15470" name="Shape 1618">
              <a:extLst>
                <a:ext uri="{FF2B5EF4-FFF2-40B4-BE49-F238E27FC236}">
                  <a16:creationId xmlns:a16="http://schemas.microsoft.com/office/drawing/2014/main" id="{04288631-5E84-4A5A-AD51-27B0D3F7C9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0109" y="1946084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15471" name="Shape 1619">
              <a:extLst>
                <a:ext uri="{FF2B5EF4-FFF2-40B4-BE49-F238E27FC236}">
                  <a16:creationId xmlns:a16="http://schemas.microsoft.com/office/drawing/2014/main" id="{3521F640-E3D6-443A-ADD8-BF1E320C84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0109" y="2300617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15472" name="Shape 1620">
              <a:extLst>
                <a:ext uri="{FF2B5EF4-FFF2-40B4-BE49-F238E27FC236}">
                  <a16:creationId xmlns:a16="http://schemas.microsoft.com/office/drawing/2014/main" id="{D38CED50-C583-495E-84C8-1B659D56CC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0109" y="2764235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15473" name="Shape 1621">
              <a:extLst>
                <a:ext uri="{FF2B5EF4-FFF2-40B4-BE49-F238E27FC236}">
                  <a16:creationId xmlns:a16="http://schemas.microsoft.com/office/drawing/2014/main" id="{935D551D-95E6-4C26-8A88-D6381CFE35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0109" y="3088466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15474" name="Shape 1622">
              <a:extLst>
                <a:ext uri="{FF2B5EF4-FFF2-40B4-BE49-F238E27FC236}">
                  <a16:creationId xmlns:a16="http://schemas.microsoft.com/office/drawing/2014/main" id="{7A9E0096-E7F4-43B0-95BA-E04F9B9909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0109" y="3509662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15475" name="Shape 1623">
              <a:extLst>
                <a:ext uri="{FF2B5EF4-FFF2-40B4-BE49-F238E27FC236}">
                  <a16:creationId xmlns:a16="http://schemas.microsoft.com/office/drawing/2014/main" id="{19625089-59F4-4602-A850-09808C97D9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0109" y="3862678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15476" name="Shape 1624">
              <a:extLst>
                <a:ext uri="{FF2B5EF4-FFF2-40B4-BE49-F238E27FC236}">
                  <a16:creationId xmlns:a16="http://schemas.microsoft.com/office/drawing/2014/main" id="{F132CC47-E7DF-4491-9426-549305A7CE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3522" y="1370349"/>
              <a:ext cx="622961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Clock </a:t>
              </a:r>
            </a:p>
          </p:txBody>
        </p:sp>
        <p:sp>
          <p:nvSpPr>
            <p:cNvPr id="315477" name="Shape 1625">
              <a:extLst>
                <a:ext uri="{FF2B5EF4-FFF2-40B4-BE49-F238E27FC236}">
                  <a16:creationId xmlns:a16="http://schemas.microsoft.com/office/drawing/2014/main" id="{9A32A564-78D5-4B83-95CC-03E85AEF69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6785" y="2123349"/>
              <a:ext cx="22019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315478" name="Shape 1626">
              <a:extLst>
                <a:ext uri="{FF2B5EF4-FFF2-40B4-BE49-F238E27FC236}">
                  <a16:creationId xmlns:a16="http://schemas.microsoft.com/office/drawing/2014/main" id="{B47AB44F-D615-4E21-AFD1-96A0CB6163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6082" y="2911198"/>
              <a:ext cx="167503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315479" name="Shape 1627">
              <a:extLst>
                <a:ext uri="{FF2B5EF4-FFF2-40B4-BE49-F238E27FC236}">
                  <a16:creationId xmlns:a16="http://schemas.microsoft.com/office/drawing/2014/main" id="{8E2F9E21-82DF-41A0-8F57-A4B71D084C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59" y="2993014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15480" name="Shape 1628">
              <a:extLst>
                <a:ext uri="{FF2B5EF4-FFF2-40B4-BE49-F238E27FC236}">
                  <a16:creationId xmlns:a16="http://schemas.microsoft.com/office/drawing/2014/main" id="{FDDC62E6-BF38-4C9C-B1C2-E1E29E940B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6082" y="3647535"/>
              <a:ext cx="167503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315481" name="Shape 1630">
              <a:extLst>
                <a:ext uri="{FF2B5EF4-FFF2-40B4-BE49-F238E27FC236}">
                  <a16:creationId xmlns:a16="http://schemas.microsoft.com/office/drawing/2014/main" id="{470F2055-61B5-4930-8E76-6FDBCE546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610" y="3208754"/>
              <a:ext cx="3688806" cy="4465"/>
            </a:xfrm>
            <a:custGeom>
              <a:avLst/>
              <a:gdLst>
                <a:gd name="T0" fmla="*/ 1360728971 w 10000"/>
                <a:gd name="T1" fmla="*/ 0 h 8368"/>
                <a:gd name="T2" fmla="*/ 0 w 10000"/>
                <a:gd name="T3" fmla="*/ 2382 h 83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00" h="8368" extrusionOk="0">
                  <a:moveTo>
                    <a:pt x="10000" y="0"/>
                  </a:moveTo>
                  <a:lnTo>
                    <a:pt x="0" y="8367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5482" name="Shape 1633">
              <a:extLst>
                <a:ext uri="{FF2B5EF4-FFF2-40B4-BE49-F238E27FC236}">
                  <a16:creationId xmlns:a16="http://schemas.microsoft.com/office/drawing/2014/main" id="{935B7A43-3B39-4C31-AA0E-76A0F3F85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009" y="4403568"/>
              <a:ext cx="6826062" cy="355585"/>
            </a:xfrm>
            <a:custGeom>
              <a:avLst/>
              <a:gdLst>
                <a:gd name="T0" fmla="*/ 2147483646 w 14140"/>
                <a:gd name="T1" fmla="*/ 12444950 h 10160"/>
                <a:gd name="T2" fmla="*/ 970636569 w 14140"/>
                <a:gd name="T3" fmla="*/ 12248958 h 10160"/>
                <a:gd name="T4" fmla="*/ 970636569 w 14140"/>
                <a:gd name="T5" fmla="*/ 0 h 10160"/>
                <a:gd name="T6" fmla="*/ 708692957 w 14140"/>
                <a:gd name="T7" fmla="*/ 0 h 10160"/>
                <a:gd name="T8" fmla="*/ 708692957 w 14140"/>
                <a:gd name="T9" fmla="*/ 12248958 h 10160"/>
                <a:gd name="T10" fmla="*/ 0 w 14140"/>
                <a:gd name="T11" fmla="*/ 11952556 h 101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40" h="10160" extrusionOk="0">
                  <a:moveTo>
                    <a:pt x="14140" y="10160"/>
                  </a:moveTo>
                  <a:lnTo>
                    <a:pt x="4165" y="10000"/>
                  </a:lnTo>
                  <a:lnTo>
                    <a:pt x="4165" y="0"/>
                  </a:lnTo>
                  <a:lnTo>
                    <a:pt x="3041" y="0"/>
                  </a:lnTo>
                  <a:lnTo>
                    <a:pt x="3041" y="10000"/>
                  </a:lnTo>
                  <a:lnTo>
                    <a:pt x="0" y="9758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5483" name="Shape 1634">
              <a:extLst>
                <a:ext uri="{FF2B5EF4-FFF2-40B4-BE49-F238E27FC236}">
                  <a16:creationId xmlns:a16="http://schemas.microsoft.com/office/drawing/2014/main" id="{B4781ECF-BA52-455B-8263-9F55D7F7DA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59" y="372935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315484" name="Shape 1635">
              <a:extLst>
                <a:ext uri="{FF2B5EF4-FFF2-40B4-BE49-F238E27FC236}">
                  <a16:creationId xmlns:a16="http://schemas.microsoft.com/office/drawing/2014/main" id="{DAB1A808-BA97-402D-BD50-303742496C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1401" y="4309632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15485" name="Shape 1636">
              <a:extLst>
                <a:ext uri="{FF2B5EF4-FFF2-40B4-BE49-F238E27FC236}">
                  <a16:creationId xmlns:a16="http://schemas.microsoft.com/office/drawing/2014/main" id="{B72FBDF4-CB64-4891-9598-3282ACDC9C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1401" y="4662648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15486" name="Shape 1638">
              <a:extLst>
                <a:ext uri="{FF2B5EF4-FFF2-40B4-BE49-F238E27FC236}">
                  <a16:creationId xmlns:a16="http://schemas.microsoft.com/office/drawing/2014/main" id="{E631E428-8374-454A-8D29-FF1FDAD8B0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952" y="4388238"/>
              <a:ext cx="444246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315487" name="Shape 1593">
              <a:extLst>
                <a:ext uri="{FF2B5EF4-FFF2-40B4-BE49-F238E27FC236}">
                  <a16:creationId xmlns:a16="http://schemas.microsoft.com/office/drawing/2014/main" id="{F4F12338-4673-4FB6-8064-AD52CEBAA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075" y="5196311"/>
              <a:ext cx="6816890" cy="356179"/>
            </a:xfrm>
            <a:custGeom>
              <a:avLst/>
              <a:gdLst>
                <a:gd name="T0" fmla="*/ 2147483646 w 14121"/>
                <a:gd name="T1" fmla="*/ 12465705 h 10177"/>
                <a:gd name="T2" fmla="*/ 1238173343 w 14121"/>
                <a:gd name="T3" fmla="*/ 12384859 h 10177"/>
                <a:gd name="T4" fmla="*/ 1241203072 w 14121"/>
                <a:gd name="T5" fmla="*/ 0 h 10177"/>
                <a:gd name="T6" fmla="*/ 981589678 w 14121"/>
                <a:gd name="T7" fmla="*/ 30624 h 10177"/>
                <a:gd name="T8" fmla="*/ 981822846 w 14121"/>
                <a:gd name="T9" fmla="*/ 12081072 h 10177"/>
                <a:gd name="T10" fmla="*/ 0 w 14121"/>
                <a:gd name="T11" fmla="*/ 11505383 h 101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21" h="10177" extrusionOk="0">
                  <a:moveTo>
                    <a:pt x="14121" y="10177"/>
                  </a:moveTo>
                  <a:lnTo>
                    <a:pt x="5313" y="10111"/>
                  </a:lnTo>
                  <a:cubicBezTo>
                    <a:pt x="5317" y="6821"/>
                    <a:pt x="5322" y="3290"/>
                    <a:pt x="5326" y="0"/>
                  </a:cubicBezTo>
                  <a:lnTo>
                    <a:pt x="4212" y="25"/>
                  </a:lnTo>
                  <a:cubicBezTo>
                    <a:pt x="4207" y="3143"/>
                    <a:pt x="4218" y="6745"/>
                    <a:pt x="4213" y="9863"/>
                  </a:cubicBezTo>
                  <a:lnTo>
                    <a:pt x="0" y="9393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5488" name="Shape 1593">
              <a:extLst>
                <a:ext uri="{FF2B5EF4-FFF2-40B4-BE49-F238E27FC236}">
                  <a16:creationId xmlns:a16="http://schemas.microsoft.com/office/drawing/2014/main" id="{F3F93497-AFED-4E4D-96DF-138BDB085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674" y="5865179"/>
              <a:ext cx="6816890" cy="362339"/>
            </a:xfrm>
            <a:custGeom>
              <a:avLst/>
              <a:gdLst>
                <a:gd name="T0" fmla="*/ 2147483646 w 14121"/>
                <a:gd name="T1" fmla="*/ 12465715 h 10353"/>
                <a:gd name="T2" fmla="*/ 1520159229 w 14121"/>
                <a:gd name="T3" fmla="*/ 12681305 h 10353"/>
                <a:gd name="T4" fmla="*/ 1523188475 w 14121"/>
                <a:gd name="T5" fmla="*/ 0 h 10353"/>
                <a:gd name="T6" fmla="*/ 1255651732 w 14121"/>
                <a:gd name="T7" fmla="*/ 327061 h 10353"/>
                <a:gd name="T8" fmla="*/ 1255884899 w 14121"/>
                <a:gd name="T9" fmla="*/ 12081117 h 10353"/>
                <a:gd name="T10" fmla="*/ 0 w 14121"/>
                <a:gd name="T11" fmla="*/ 11505392 h 103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21" h="10353" extrusionOk="0">
                  <a:moveTo>
                    <a:pt x="14121" y="10177"/>
                  </a:moveTo>
                  <a:lnTo>
                    <a:pt x="6523" y="10353"/>
                  </a:lnTo>
                  <a:cubicBezTo>
                    <a:pt x="6527" y="6902"/>
                    <a:pt x="6532" y="3451"/>
                    <a:pt x="6536" y="0"/>
                  </a:cubicBezTo>
                  <a:lnTo>
                    <a:pt x="5388" y="267"/>
                  </a:lnTo>
                  <a:cubicBezTo>
                    <a:pt x="5394" y="3466"/>
                    <a:pt x="5383" y="6664"/>
                    <a:pt x="5389" y="9863"/>
                  </a:cubicBezTo>
                  <a:lnTo>
                    <a:pt x="0" y="9393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5489" name="Shape 1635">
              <a:extLst>
                <a:ext uri="{FF2B5EF4-FFF2-40B4-BE49-F238E27FC236}">
                  <a16:creationId xmlns:a16="http://schemas.microsoft.com/office/drawing/2014/main" id="{AAB54C1E-5EFD-4006-B800-248905FC07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2935" y="5037766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15490" name="Shape 1636">
              <a:extLst>
                <a:ext uri="{FF2B5EF4-FFF2-40B4-BE49-F238E27FC236}">
                  <a16:creationId xmlns:a16="http://schemas.microsoft.com/office/drawing/2014/main" id="{F52E9582-5285-41CB-84C9-8FDFD256F9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2935" y="5390782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15491" name="Shape 1635">
              <a:extLst>
                <a:ext uri="{FF2B5EF4-FFF2-40B4-BE49-F238E27FC236}">
                  <a16:creationId xmlns:a16="http://schemas.microsoft.com/office/drawing/2014/main" id="{8590F244-C70A-4C42-8C6D-679CF62D73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1401" y="5706634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15492" name="Shape 1636">
              <a:extLst>
                <a:ext uri="{FF2B5EF4-FFF2-40B4-BE49-F238E27FC236}">
                  <a16:creationId xmlns:a16="http://schemas.microsoft.com/office/drawing/2014/main" id="{CB9B76DF-25C3-4635-86AC-AF9A3A1B81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1401" y="6059650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15493" name="Shape 1638">
              <a:extLst>
                <a:ext uri="{FF2B5EF4-FFF2-40B4-BE49-F238E27FC236}">
                  <a16:creationId xmlns:a16="http://schemas.microsoft.com/office/drawing/2014/main" id="{30C612D9-2834-417B-A4CB-A95FA791D9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8685" y="6030771"/>
              <a:ext cx="765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 </a:t>
              </a:r>
            </a:p>
          </p:txBody>
        </p:sp>
        <p:sp>
          <p:nvSpPr>
            <p:cNvPr id="315494" name="Shape 1638">
              <a:extLst>
                <a:ext uri="{FF2B5EF4-FFF2-40B4-BE49-F238E27FC236}">
                  <a16:creationId xmlns:a16="http://schemas.microsoft.com/office/drawing/2014/main" id="{2AB0318C-8CFD-41AA-9B5F-78FF257A12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152" y="4388237"/>
              <a:ext cx="555150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, R3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        </a:t>
              </a:r>
            </a:p>
          </p:txBody>
        </p:sp>
        <p:sp>
          <p:nvSpPr>
            <p:cNvPr id="315495" name="Shape 1638">
              <a:extLst>
                <a:ext uri="{FF2B5EF4-FFF2-40B4-BE49-F238E27FC236}">
                  <a16:creationId xmlns:a16="http://schemas.microsoft.com/office/drawing/2014/main" id="{42FA001B-F490-48F9-9720-8B0348D116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952" y="5158705"/>
              <a:ext cx="444246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315496" name="Shape 1638">
              <a:extLst>
                <a:ext uri="{FF2B5EF4-FFF2-40B4-BE49-F238E27FC236}">
                  <a16:creationId xmlns:a16="http://schemas.microsoft.com/office/drawing/2014/main" id="{723B95F3-D1C9-4C5D-A19E-5DC6F6A781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152" y="5158704"/>
              <a:ext cx="555150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, R2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        </a:t>
              </a:r>
            </a:p>
          </p:txBody>
        </p:sp>
        <p:sp>
          <p:nvSpPr>
            <p:cNvPr id="315497" name="Shape 1638">
              <a:extLst>
                <a:ext uri="{FF2B5EF4-FFF2-40B4-BE49-F238E27FC236}">
                  <a16:creationId xmlns:a16="http://schemas.microsoft.com/office/drawing/2014/main" id="{23C1AD0D-F1C8-42B6-8337-8692D6AE41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952" y="5751369"/>
              <a:ext cx="444246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315498" name="Shape 1638">
              <a:extLst>
                <a:ext uri="{FF2B5EF4-FFF2-40B4-BE49-F238E27FC236}">
                  <a16:creationId xmlns:a16="http://schemas.microsoft.com/office/drawing/2014/main" id="{D83F28D6-676A-4E43-A3C3-677F9E5C69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152" y="5751368"/>
              <a:ext cx="555150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, R1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        </a:t>
              </a:r>
            </a:p>
          </p:txBody>
        </p:sp>
      </p:grpSp>
      <p:grpSp>
        <p:nvGrpSpPr>
          <p:cNvPr id="315394" name="Group 191">
            <a:extLst>
              <a:ext uri="{FF2B5EF4-FFF2-40B4-BE49-F238E27FC236}">
                <a16:creationId xmlns:a16="http://schemas.microsoft.com/office/drawing/2014/main" id="{9FF0DC12-F14C-49C9-8B20-AAAB0AFC7D5E}"/>
              </a:ext>
            </a:extLst>
          </p:cNvPr>
          <p:cNvGrpSpPr>
            <a:grpSpLocks/>
          </p:cNvGrpSpPr>
          <p:nvPr/>
        </p:nvGrpSpPr>
        <p:grpSpPr bwMode="auto">
          <a:xfrm>
            <a:off x="1893888" y="2741613"/>
            <a:ext cx="6016625" cy="1325562"/>
            <a:chOff x="2249614" y="4070341"/>
            <a:chExt cx="6016467" cy="1326204"/>
          </a:xfrm>
        </p:grpSpPr>
        <p:grpSp>
          <p:nvGrpSpPr>
            <p:cNvPr id="315395" name="Group 192">
              <a:extLst>
                <a:ext uri="{FF2B5EF4-FFF2-40B4-BE49-F238E27FC236}">
                  <a16:creationId xmlns:a16="http://schemas.microsoft.com/office/drawing/2014/main" id="{AC985FAA-6B50-44D8-ABE3-5015CB8C40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49614" y="4071329"/>
              <a:ext cx="407484" cy="1302026"/>
              <a:chOff x="142519" y="3892425"/>
              <a:chExt cx="407484" cy="1302026"/>
            </a:xfrm>
          </p:grpSpPr>
          <p:sp>
            <p:nvSpPr>
              <p:cNvPr id="330" name="Frame 329">
                <a:extLst>
                  <a:ext uri="{FF2B5EF4-FFF2-40B4-BE49-F238E27FC236}">
                    <a16:creationId xmlns:a16="http://schemas.microsoft.com/office/drawing/2014/main" id="{22373862-F842-714D-80F9-B12CDAB5909B}"/>
                  </a:ext>
                </a:extLst>
              </p:cNvPr>
              <p:cNvSpPr/>
              <p:nvPr/>
            </p:nvSpPr>
            <p:spPr>
              <a:xfrm>
                <a:off x="169505" y="3893024"/>
                <a:ext cx="355590" cy="1300792"/>
              </a:xfrm>
              <a:prstGeom prst="frame">
                <a:avLst>
                  <a:gd name="adj1" fmla="val 0"/>
                </a:avLst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/>
                  <a:cs typeface="+mn-cs"/>
                  <a:sym typeface="Arial" charset="0"/>
                </a:endParaRPr>
              </a:p>
            </p:txBody>
          </p:sp>
          <p:sp>
            <p:nvSpPr>
              <p:cNvPr id="315427" name="TextBox 330">
                <a:extLst>
                  <a:ext uri="{FF2B5EF4-FFF2-40B4-BE49-F238E27FC236}">
                    <a16:creationId xmlns:a16="http://schemas.microsoft.com/office/drawing/2014/main" id="{FDFF2E4E-3413-47C0-99F9-2CE79CB6FDC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19" y="4306659"/>
                <a:ext cx="40748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315396" name="Group 193">
              <a:extLst>
                <a:ext uri="{FF2B5EF4-FFF2-40B4-BE49-F238E27FC236}">
                  <a16:creationId xmlns:a16="http://schemas.microsoft.com/office/drawing/2014/main" id="{E7DB440F-5AB8-469D-A583-C8346EB196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44263" y="4080656"/>
              <a:ext cx="407484" cy="1302026"/>
              <a:chOff x="142519" y="3892425"/>
              <a:chExt cx="407484" cy="1302026"/>
            </a:xfrm>
          </p:grpSpPr>
          <p:sp>
            <p:nvSpPr>
              <p:cNvPr id="326" name="Frame 325">
                <a:extLst>
                  <a:ext uri="{FF2B5EF4-FFF2-40B4-BE49-F238E27FC236}">
                    <a16:creationId xmlns:a16="http://schemas.microsoft.com/office/drawing/2014/main" id="{44E35168-9201-CF4F-A859-09B9FF144BBD}"/>
                  </a:ext>
                </a:extLst>
              </p:cNvPr>
              <p:cNvSpPr/>
              <p:nvPr/>
            </p:nvSpPr>
            <p:spPr>
              <a:xfrm>
                <a:off x="170213" y="3891640"/>
                <a:ext cx="354002" cy="1302380"/>
              </a:xfrm>
              <a:prstGeom prst="frame">
                <a:avLst>
                  <a:gd name="adj1" fmla="val 0"/>
                </a:avLst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/>
                  <a:cs typeface="+mn-cs"/>
                  <a:sym typeface="Arial" charset="0"/>
                </a:endParaRPr>
              </a:p>
            </p:txBody>
          </p:sp>
          <p:sp>
            <p:nvSpPr>
              <p:cNvPr id="315425" name="TextBox 326">
                <a:extLst>
                  <a:ext uri="{FF2B5EF4-FFF2-40B4-BE49-F238E27FC236}">
                    <a16:creationId xmlns:a16="http://schemas.microsoft.com/office/drawing/2014/main" id="{44518EF8-5D8B-497B-B94F-DDEB69060B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19" y="4306659"/>
                <a:ext cx="40748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315397" name="Group 194">
              <a:extLst>
                <a:ext uri="{FF2B5EF4-FFF2-40B4-BE49-F238E27FC236}">
                  <a16:creationId xmlns:a16="http://schemas.microsoft.com/office/drawing/2014/main" id="{4ADAABF9-0DC4-420E-88B6-CF3645E03B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05838" y="4070341"/>
              <a:ext cx="407484" cy="1302026"/>
              <a:chOff x="142519" y="3892425"/>
              <a:chExt cx="407484" cy="1302026"/>
            </a:xfrm>
          </p:grpSpPr>
          <p:sp>
            <p:nvSpPr>
              <p:cNvPr id="322" name="Frame 321">
                <a:extLst>
                  <a:ext uri="{FF2B5EF4-FFF2-40B4-BE49-F238E27FC236}">
                    <a16:creationId xmlns:a16="http://schemas.microsoft.com/office/drawing/2014/main" id="{630F1405-086B-274E-9372-7211B27429A1}"/>
                  </a:ext>
                </a:extLst>
              </p:cNvPr>
              <p:cNvSpPr/>
              <p:nvPr/>
            </p:nvSpPr>
            <p:spPr>
              <a:xfrm>
                <a:off x="169119" y="3892425"/>
                <a:ext cx="355590" cy="1302380"/>
              </a:xfrm>
              <a:prstGeom prst="frame">
                <a:avLst>
                  <a:gd name="adj1" fmla="val 0"/>
                </a:avLst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/>
                  <a:cs typeface="+mn-cs"/>
                  <a:sym typeface="Arial" charset="0"/>
                </a:endParaRPr>
              </a:p>
            </p:txBody>
          </p:sp>
          <p:sp>
            <p:nvSpPr>
              <p:cNvPr id="315423" name="TextBox 322">
                <a:extLst>
                  <a:ext uri="{FF2B5EF4-FFF2-40B4-BE49-F238E27FC236}">
                    <a16:creationId xmlns:a16="http://schemas.microsoft.com/office/drawing/2014/main" id="{47EB4E10-433C-476C-AE3E-F66709FB35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19" y="4306659"/>
                <a:ext cx="40748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315398" name="Group 195">
              <a:extLst>
                <a:ext uri="{FF2B5EF4-FFF2-40B4-BE49-F238E27FC236}">
                  <a16:creationId xmlns:a16="http://schemas.microsoft.com/office/drawing/2014/main" id="{90D20DE9-BF2D-46D8-8AD3-0EA66D2F7D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9397" y="4074642"/>
              <a:ext cx="407484" cy="1302026"/>
              <a:chOff x="142519" y="3892425"/>
              <a:chExt cx="407484" cy="1302026"/>
            </a:xfrm>
          </p:grpSpPr>
          <p:sp>
            <p:nvSpPr>
              <p:cNvPr id="318" name="Frame 317">
                <a:extLst>
                  <a:ext uri="{FF2B5EF4-FFF2-40B4-BE49-F238E27FC236}">
                    <a16:creationId xmlns:a16="http://schemas.microsoft.com/office/drawing/2014/main" id="{C9E8D3C1-307B-D144-A7D7-7F531DE6764A}"/>
                  </a:ext>
                </a:extLst>
              </p:cNvPr>
              <p:cNvSpPr/>
              <p:nvPr/>
            </p:nvSpPr>
            <p:spPr>
              <a:xfrm>
                <a:off x="169145" y="3892888"/>
                <a:ext cx="355590" cy="1300792"/>
              </a:xfrm>
              <a:prstGeom prst="frame">
                <a:avLst>
                  <a:gd name="adj1" fmla="val 0"/>
                </a:avLst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/>
                  <a:cs typeface="+mn-cs"/>
                  <a:sym typeface="Arial" charset="0"/>
                </a:endParaRPr>
              </a:p>
            </p:txBody>
          </p:sp>
          <p:sp>
            <p:nvSpPr>
              <p:cNvPr id="315421" name="TextBox 318">
                <a:extLst>
                  <a:ext uri="{FF2B5EF4-FFF2-40B4-BE49-F238E27FC236}">
                    <a16:creationId xmlns:a16="http://schemas.microsoft.com/office/drawing/2014/main" id="{6CBCCAEA-ADDC-4C54-9297-F80DAB840C9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19" y="4306659"/>
                <a:ext cx="40748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315399" name="Group 196">
              <a:extLst>
                <a:ext uri="{FF2B5EF4-FFF2-40B4-BE49-F238E27FC236}">
                  <a16:creationId xmlns:a16="http://schemas.microsoft.com/office/drawing/2014/main" id="{D83CB05F-ACE7-4841-8369-E8A7F21559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95589" y="4079590"/>
              <a:ext cx="407484" cy="1302026"/>
              <a:chOff x="142519" y="3892425"/>
              <a:chExt cx="407484" cy="1302026"/>
            </a:xfrm>
          </p:grpSpPr>
          <p:sp>
            <p:nvSpPr>
              <p:cNvPr id="314" name="Frame 313">
                <a:extLst>
                  <a:ext uri="{FF2B5EF4-FFF2-40B4-BE49-F238E27FC236}">
                    <a16:creationId xmlns:a16="http://schemas.microsoft.com/office/drawing/2014/main" id="{E1C52644-4D58-3E4C-AD5B-AB6F3B0586D2}"/>
                  </a:ext>
                </a:extLst>
              </p:cNvPr>
              <p:cNvSpPr/>
              <p:nvPr/>
            </p:nvSpPr>
            <p:spPr>
              <a:xfrm>
                <a:off x="169734" y="3892705"/>
                <a:ext cx="355590" cy="1302380"/>
              </a:xfrm>
              <a:prstGeom prst="frame">
                <a:avLst>
                  <a:gd name="adj1" fmla="val 0"/>
                </a:avLst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/>
                  <a:cs typeface="+mn-cs"/>
                  <a:sym typeface="Arial" charset="0"/>
                </a:endParaRPr>
              </a:p>
            </p:txBody>
          </p:sp>
          <p:sp>
            <p:nvSpPr>
              <p:cNvPr id="315419" name="TextBox 314">
                <a:extLst>
                  <a:ext uri="{FF2B5EF4-FFF2-40B4-BE49-F238E27FC236}">
                    <a16:creationId xmlns:a16="http://schemas.microsoft.com/office/drawing/2014/main" id="{F00CA810-1556-4274-B1BF-ED75A71E1F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19" y="4306659"/>
                <a:ext cx="40748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315400" name="Group 197">
              <a:extLst>
                <a:ext uri="{FF2B5EF4-FFF2-40B4-BE49-F238E27FC236}">
                  <a16:creationId xmlns:a16="http://schemas.microsoft.com/office/drawing/2014/main" id="{CAFCC414-3731-4AC6-BA82-D975EB0104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18980" y="4081268"/>
              <a:ext cx="407484" cy="1302026"/>
              <a:chOff x="142519" y="3892425"/>
              <a:chExt cx="407484" cy="1302026"/>
            </a:xfrm>
          </p:grpSpPr>
          <p:sp>
            <p:nvSpPr>
              <p:cNvPr id="310" name="Frame 309">
                <a:extLst>
                  <a:ext uri="{FF2B5EF4-FFF2-40B4-BE49-F238E27FC236}">
                    <a16:creationId xmlns:a16="http://schemas.microsoft.com/office/drawing/2014/main" id="{699FE33C-5FA1-6543-9A1D-B21FDBB849CE}"/>
                  </a:ext>
                </a:extLst>
              </p:cNvPr>
              <p:cNvSpPr/>
              <p:nvPr/>
            </p:nvSpPr>
            <p:spPr>
              <a:xfrm>
                <a:off x="168726" y="3892615"/>
                <a:ext cx="355590" cy="1302380"/>
              </a:xfrm>
              <a:prstGeom prst="frame">
                <a:avLst>
                  <a:gd name="adj1" fmla="val 0"/>
                </a:avLst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/>
                  <a:cs typeface="+mn-cs"/>
                  <a:sym typeface="Arial" charset="0"/>
                </a:endParaRPr>
              </a:p>
            </p:txBody>
          </p:sp>
          <p:sp>
            <p:nvSpPr>
              <p:cNvPr id="315417" name="TextBox 310">
                <a:extLst>
                  <a:ext uri="{FF2B5EF4-FFF2-40B4-BE49-F238E27FC236}">
                    <a16:creationId xmlns:a16="http://schemas.microsoft.com/office/drawing/2014/main" id="{744C56C9-5172-46D7-858B-6C761660FBF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19" y="4306659"/>
                <a:ext cx="40748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315401" name="Group 198">
              <a:extLst>
                <a:ext uri="{FF2B5EF4-FFF2-40B4-BE49-F238E27FC236}">
                  <a16:creationId xmlns:a16="http://schemas.microsoft.com/office/drawing/2014/main" id="{CF65E4E6-E439-44CF-BB8D-6049BC0A22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858597" y="4094519"/>
              <a:ext cx="407484" cy="1302026"/>
              <a:chOff x="142519" y="3892425"/>
              <a:chExt cx="407484" cy="1302026"/>
            </a:xfrm>
          </p:grpSpPr>
          <p:sp>
            <p:nvSpPr>
              <p:cNvPr id="306" name="Frame 305">
                <a:extLst>
                  <a:ext uri="{FF2B5EF4-FFF2-40B4-BE49-F238E27FC236}">
                    <a16:creationId xmlns:a16="http://schemas.microsoft.com/office/drawing/2014/main" id="{8293AA66-D95F-604A-89F6-680F233B6222}"/>
                  </a:ext>
                </a:extLst>
              </p:cNvPr>
              <p:cNvSpPr/>
              <p:nvPr/>
            </p:nvSpPr>
            <p:spPr>
              <a:xfrm>
                <a:off x="169013" y="3892071"/>
                <a:ext cx="355590" cy="1302380"/>
              </a:xfrm>
              <a:prstGeom prst="frame">
                <a:avLst>
                  <a:gd name="adj1" fmla="val 0"/>
                </a:avLst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/>
                  <a:cs typeface="+mn-cs"/>
                  <a:sym typeface="Arial" charset="0"/>
                </a:endParaRPr>
              </a:p>
            </p:txBody>
          </p:sp>
          <p:sp>
            <p:nvSpPr>
              <p:cNvPr id="315415" name="TextBox 306">
                <a:extLst>
                  <a:ext uri="{FF2B5EF4-FFF2-40B4-BE49-F238E27FC236}">
                    <a16:creationId xmlns:a16="http://schemas.microsoft.com/office/drawing/2014/main" id="{E710EDFB-A9CD-4D4A-BD2E-10DE0689276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19" y="4306659"/>
                <a:ext cx="40748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315402" name="Group 199">
              <a:extLst>
                <a:ext uri="{FF2B5EF4-FFF2-40B4-BE49-F238E27FC236}">
                  <a16:creationId xmlns:a16="http://schemas.microsoft.com/office/drawing/2014/main" id="{55248DD5-4FEB-410C-B256-D596C29837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0941" y="4074030"/>
              <a:ext cx="407484" cy="1302026"/>
              <a:chOff x="142519" y="3892425"/>
              <a:chExt cx="407484" cy="1302026"/>
            </a:xfrm>
          </p:grpSpPr>
          <p:sp>
            <p:nvSpPr>
              <p:cNvPr id="302" name="Frame 301">
                <a:extLst>
                  <a:ext uri="{FF2B5EF4-FFF2-40B4-BE49-F238E27FC236}">
                    <a16:creationId xmlns:a16="http://schemas.microsoft.com/office/drawing/2014/main" id="{E2C7581C-9D71-554D-AAF9-21BEE6849597}"/>
                  </a:ext>
                </a:extLst>
              </p:cNvPr>
              <p:cNvSpPr/>
              <p:nvPr/>
            </p:nvSpPr>
            <p:spPr>
              <a:xfrm>
                <a:off x="169356" y="3891913"/>
                <a:ext cx="355590" cy="1302380"/>
              </a:xfrm>
              <a:prstGeom prst="frame">
                <a:avLst>
                  <a:gd name="adj1" fmla="val 0"/>
                </a:avLst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/>
                  <a:cs typeface="+mn-cs"/>
                  <a:sym typeface="Arial" charset="0"/>
                </a:endParaRPr>
              </a:p>
            </p:txBody>
          </p:sp>
          <p:sp>
            <p:nvSpPr>
              <p:cNvPr id="315413" name="TextBox 302">
                <a:extLst>
                  <a:ext uri="{FF2B5EF4-FFF2-40B4-BE49-F238E27FC236}">
                    <a16:creationId xmlns:a16="http://schemas.microsoft.com/office/drawing/2014/main" id="{3FAB496C-F245-401E-8030-75B8ADBC9E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19" y="4306659"/>
                <a:ext cx="40748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315403" name="Group 200">
              <a:extLst>
                <a:ext uri="{FF2B5EF4-FFF2-40B4-BE49-F238E27FC236}">
                  <a16:creationId xmlns:a16="http://schemas.microsoft.com/office/drawing/2014/main" id="{CFA562EE-7B42-4097-A474-92C067B35F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08076" y="4083969"/>
              <a:ext cx="407484" cy="1302026"/>
              <a:chOff x="100184" y="3892425"/>
              <a:chExt cx="407484" cy="1302026"/>
            </a:xfrm>
          </p:grpSpPr>
          <p:sp>
            <p:nvSpPr>
              <p:cNvPr id="214" name="Frame 213">
                <a:extLst>
                  <a:ext uri="{FF2B5EF4-FFF2-40B4-BE49-F238E27FC236}">
                    <a16:creationId xmlns:a16="http://schemas.microsoft.com/office/drawing/2014/main" id="{BE6A8910-DB33-8841-AA5C-41ED635059E1}"/>
                  </a:ext>
                </a:extLst>
              </p:cNvPr>
              <p:cNvSpPr/>
              <p:nvPr/>
            </p:nvSpPr>
            <p:spPr>
              <a:xfrm>
                <a:off x="127829" y="3893091"/>
                <a:ext cx="354003" cy="1300792"/>
              </a:xfrm>
              <a:prstGeom prst="frame">
                <a:avLst>
                  <a:gd name="adj1" fmla="val 0"/>
                </a:avLst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/>
                  <a:cs typeface="+mn-cs"/>
                  <a:sym typeface="Arial" charset="0"/>
                </a:endParaRPr>
              </a:p>
            </p:txBody>
          </p:sp>
          <p:sp>
            <p:nvSpPr>
              <p:cNvPr id="315411" name="TextBox 298">
                <a:extLst>
                  <a:ext uri="{FF2B5EF4-FFF2-40B4-BE49-F238E27FC236}">
                    <a16:creationId xmlns:a16="http://schemas.microsoft.com/office/drawing/2014/main" id="{24D5B7E5-CC50-409B-BE91-64708C05D4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0184" y="4306659"/>
                <a:ext cx="40748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315404" name="Group 201">
              <a:extLst>
                <a:ext uri="{FF2B5EF4-FFF2-40B4-BE49-F238E27FC236}">
                  <a16:creationId xmlns:a16="http://schemas.microsoft.com/office/drawing/2014/main" id="{10131450-1C28-4C01-BF16-04C3ECB382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68986" y="4073654"/>
              <a:ext cx="407484" cy="1302026"/>
              <a:chOff x="142519" y="3892425"/>
              <a:chExt cx="407484" cy="1302026"/>
            </a:xfrm>
          </p:grpSpPr>
          <p:sp>
            <p:nvSpPr>
              <p:cNvPr id="210" name="Frame 209">
                <a:extLst>
                  <a:ext uri="{FF2B5EF4-FFF2-40B4-BE49-F238E27FC236}">
                    <a16:creationId xmlns:a16="http://schemas.microsoft.com/office/drawing/2014/main" id="{4AE17B2B-CE8C-1947-B170-EA9E39E0B67F}"/>
                  </a:ext>
                </a:extLst>
              </p:cNvPr>
              <p:cNvSpPr/>
              <p:nvPr/>
            </p:nvSpPr>
            <p:spPr>
              <a:xfrm>
                <a:off x="169627" y="3892289"/>
                <a:ext cx="355590" cy="1302380"/>
              </a:xfrm>
              <a:prstGeom prst="frame">
                <a:avLst>
                  <a:gd name="adj1" fmla="val 0"/>
                </a:avLst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/>
                  <a:cs typeface="+mn-cs"/>
                  <a:sym typeface="Arial" charset="0"/>
                </a:endParaRPr>
              </a:p>
            </p:txBody>
          </p:sp>
          <p:sp>
            <p:nvSpPr>
              <p:cNvPr id="315409" name="TextBox 210">
                <a:extLst>
                  <a:ext uri="{FF2B5EF4-FFF2-40B4-BE49-F238E27FC236}">
                    <a16:creationId xmlns:a16="http://schemas.microsoft.com/office/drawing/2014/main" id="{516A6B77-673A-4BC7-9FD7-B18178DE38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19" y="4306659"/>
                <a:ext cx="40748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315405" name="Group 202">
              <a:extLst>
                <a:ext uri="{FF2B5EF4-FFF2-40B4-BE49-F238E27FC236}">
                  <a16:creationId xmlns:a16="http://schemas.microsoft.com/office/drawing/2014/main" id="{ACB188DF-2596-462B-BD63-321F26061B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85821" y="4083593"/>
              <a:ext cx="407484" cy="1302026"/>
              <a:chOff x="142519" y="3892425"/>
              <a:chExt cx="407484" cy="1302026"/>
            </a:xfrm>
          </p:grpSpPr>
          <p:sp>
            <p:nvSpPr>
              <p:cNvPr id="206" name="Frame 205">
                <a:extLst>
                  <a:ext uri="{FF2B5EF4-FFF2-40B4-BE49-F238E27FC236}">
                    <a16:creationId xmlns:a16="http://schemas.microsoft.com/office/drawing/2014/main" id="{93A927D1-2DD9-D541-B89A-655DA238E9CF}"/>
                  </a:ext>
                </a:extLst>
              </p:cNvPr>
              <p:cNvSpPr/>
              <p:nvPr/>
            </p:nvSpPr>
            <p:spPr>
              <a:xfrm>
                <a:off x="168716" y="3891879"/>
                <a:ext cx="355590" cy="1302380"/>
              </a:xfrm>
              <a:prstGeom prst="frame">
                <a:avLst>
                  <a:gd name="adj1" fmla="val 0"/>
                </a:avLst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/>
                  <a:cs typeface="+mn-cs"/>
                  <a:sym typeface="Arial" charset="0"/>
                </a:endParaRPr>
              </a:p>
            </p:txBody>
          </p:sp>
          <p:sp>
            <p:nvSpPr>
              <p:cNvPr id="315407" name="TextBox 206">
                <a:extLst>
                  <a:ext uri="{FF2B5EF4-FFF2-40B4-BE49-F238E27FC236}">
                    <a16:creationId xmlns:a16="http://schemas.microsoft.com/office/drawing/2014/main" id="{715D1630-240A-49C6-96EC-0C26AEA7717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19" y="4306659"/>
                <a:ext cx="40748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</p:grpSp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2D69C9F6-1355-47B4-8F1A-C25F740F997E}"/>
                  </a:ext>
                </a:extLst>
              </p14:cNvPr>
              <p14:cNvContentPartPr/>
              <p14:nvPr/>
            </p14:nvContentPartPr>
            <p14:xfrm>
              <a:off x="2666880" y="1300320"/>
              <a:ext cx="374400" cy="104256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2D69C9F6-1355-47B4-8F1A-C25F740F997E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2657520" y="1290960"/>
                <a:ext cx="393120" cy="106128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9489" name="Group 16">
            <a:extLst>
              <a:ext uri="{FF2B5EF4-FFF2-40B4-BE49-F238E27FC236}">
                <a16:creationId xmlns:a16="http://schemas.microsoft.com/office/drawing/2014/main" id="{817FE0A1-F5D1-4D8B-A69F-9EC3964EEB18}"/>
              </a:ext>
            </a:extLst>
          </p:cNvPr>
          <p:cNvGrpSpPr>
            <a:grpSpLocks/>
          </p:cNvGrpSpPr>
          <p:nvPr/>
        </p:nvGrpSpPr>
        <p:grpSpPr bwMode="auto">
          <a:xfrm>
            <a:off x="300038" y="920750"/>
            <a:ext cx="8104187" cy="5378450"/>
            <a:chOff x="393952" y="920365"/>
            <a:chExt cx="8103464" cy="5378835"/>
          </a:xfrm>
        </p:grpSpPr>
        <p:cxnSp>
          <p:nvCxnSpPr>
            <p:cNvPr id="319611" name="Shape 1576">
              <a:extLst>
                <a:ext uri="{FF2B5EF4-FFF2-40B4-BE49-F238E27FC236}">
                  <a16:creationId xmlns:a16="http://schemas.microsoft.com/office/drawing/2014/main" id="{B3D96F24-81DB-442F-8BDC-B05164B3084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931439" y="1673366"/>
              <a:ext cx="0" cy="4585740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9612" name="Shape 1577">
              <a:extLst>
                <a:ext uri="{FF2B5EF4-FFF2-40B4-BE49-F238E27FC236}">
                  <a16:creationId xmlns:a16="http://schemas.microsoft.com/office/drawing/2014/main" id="{6DDB5739-61C0-4EC8-9D38-C445544CCCC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497939" y="1673366"/>
              <a:ext cx="1882" cy="4585740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9613" name="Shape 1578">
              <a:extLst>
                <a:ext uri="{FF2B5EF4-FFF2-40B4-BE49-F238E27FC236}">
                  <a16:creationId xmlns:a16="http://schemas.microsoft.com/office/drawing/2014/main" id="{C038D352-EABB-4398-93E3-E344A78534B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039972" y="1673366"/>
              <a:ext cx="3766" cy="4585740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9614" name="Shape 1579">
              <a:extLst>
                <a:ext uri="{FF2B5EF4-FFF2-40B4-BE49-F238E27FC236}">
                  <a16:creationId xmlns:a16="http://schemas.microsoft.com/office/drawing/2014/main" id="{2F445F77-EBE2-42B4-B7AA-BF47F044DFD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609295" y="1673366"/>
              <a:ext cx="2825" cy="4585740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9615" name="Shape 1580">
              <a:extLst>
                <a:ext uri="{FF2B5EF4-FFF2-40B4-BE49-F238E27FC236}">
                  <a16:creationId xmlns:a16="http://schemas.microsoft.com/office/drawing/2014/main" id="{C1EE972D-F53D-4566-91F7-159E278295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4156035" y="1673366"/>
              <a:ext cx="1098" cy="4625834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9616" name="Shape 1581">
              <a:extLst>
                <a:ext uri="{FF2B5EF4-FFF2-40B4-BE49-F238E27FC236}">
                  <a16:creationId xmlns:a16="http://schemas.microsoft.com/office/drawing/2014/main" id="{7CA04798-DC7D-4A8F-B368-4F65FF80626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4698069" y="1673366"/>
              <a:ext cx="931" cy="4600434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9617" name="Shape 1582">
              <a:extLst>
                <a:ext uri="{FF2B5EF4-FFF2-40B4-BE49-F238E27FC236}">
                  <a16:creationId xmlns:a16="http://schemas.microsoft.com/office/drawing/2014/main" id="{E843DB6C-0D98-46A6-B6B5-998F12CF7D1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266267" y="1673366"/>
              <a:ext cx="2066" cy="4617367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9618" name="Shape 1583">
              <a:extLst>
                <a:ext uri="{FF2B5EF4-FFF2-40B4-BE49-F238E27FC236}">
                  <a16:creationId xmlns:a16="http://schemas.microsoft.com/office/drawing/2014/main" id="{96A40B8D-B55A-4ED6-95D1-E3122B93C64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808133" y="1673366"/>
              <a:ext cx="2234" cy="4617367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9619" name="Shape 1584">
              <a:extLst>
                <a:ext uri="{FF2B5EF4-FFF2-40B4-BE49-F238E27FC236}">
                  <a16:creationId xmlns:a16="http://schemas.microsoft.com/office/drawing/2014/main" id="{15C2D7A5-7716-45CE-8DCA-568BFA04155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380631" y="1673366"/>
              <a:ext cx="3236" cy="4608901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9620" name="Shape 1585">
              <a:extLst>
                <a:ext uri="{FF2B5EF4-FFF2-40B4-BE49-F238E27FC236}">
                  <a16:creationId xmlns:a16="http://schemas.microsoft.com/office/drawing/2014/main" id="{39D9E778-CB4E-403C-B434-AE1CF33D4F5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922664" y="1673366"/>
              <a:ext cx="3069" cy="4617367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9621" name="Shape 1586">
              <a:extLst>
                <a:ext uri="{FF2B5EF4-FFF2-40B4-BE49-F238E27FC236}">
                  <a16:creationId xmlns:a16="http://schemas.microsoft.com/office/drawing/2014/main" id="{6B89AB62-CACD-4F9A-BC9F-FCD80949CAC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7491045" y="1673366"/>
              <a:ext cx="1955" cy="4625834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9622" name="Shape 1587">
              <a:extLst>
                <a:ext uri="{FF2B5EF4-FFF2-40B4-BE49-F238E27FC236}">
                  <a16:creationId xmlns:a16="http://schemas.microsoft.com/office/drawing/2014/main" id="{B006FFE2-BBC0-4436-BB25-F8D836EBDBD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8034867" y="1673366"/>
              <a:ext cx="95" cy="4625834"/>
            </a:xfrm>
            <a:prstGeom prst="straightConnector1">
              <a:avLst/>
            </a:prstGeom>
            <a:noFill/>
            <a:ln w="95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19623" name="Shape 1588">
              <a:extLst>
                <a:ext uri="{FF2B5EF4-FFF2-40B4-BE49-F238E27FC236}">
                  <a16:creationId xmlns:a16="http://schemas.microsoft.com/office/drawing/2014/main" id="{047FD3A1-D060-4D34-8BFD-8886639F1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541" y="1302169"/>
              <a:ext cx="2222713" cy="327259"/>
            </a:xfrm>
            <a:custGeom>
              <a:avLst/>
              <a:gdLst>
                <a:gd name="T0" fmla="*/ 2147483646 w 2364"/>
                <a:gd name="T1" fmla="*/ 2147483646 h 433"/>
                <a:gd name="T2" fmla="*/ 2147483646 w 2364"/>
                <a:gd name="T3" fmla="*/ 0 h 433"/>
                <a:gd name="T4" fmla="*/ 2147483646 w 2364"/>
                <a:gd name="T5" fmla="*/ 0 h 433"/>
                <a:gd name="T6" fmla="*/ 2147483646 w 2364"/>
                <a:gd name="T7" fmla="*/ 2147483646 h 433"/>
                <a:gd name="T8" fmla="*/ 2147483646 w 2364"/>
                <a:gd name="T9" fmla="*/ 2147483646 h 433"/>
                <a:gd name="T10" fmla="*/ 2147483646 w 2364"/>
                <a:gd name="T11" fmla="*/ 0 h 433"/>
                <a:gd name="T12" fmla="*/ 2147483646 w 2364"/>
                <a:gd name="T13" fmla="*/ 0 h 433"/>
                <a:gd name="T14" fmla="*/ 2147483646 w 2364"/>
                <a:gd name="T15" fmla="*/ 2147483646 h 433"/>
                <a:gd name="T16" fmla="*/ 2147483646 w 2364"/>
                <a:gd name="T17" fmla="*/ 2147483646 h 433"/>
                <a:gd name="T18" fmla="*/ 2147483646 w 2364"/>
                <a:gd name="T19" fmla="*/ 0 h 433"/>
                <a:gd name="T20" fmla="*/ 2147483646 w 2364"/>
                <a:gd name="T21" fmla="*/ 0 h 433"/>
                <a:gd name="T22" fmla="*/ 2147483646 w 2364"/>
                <a:gd name="T23" fmla="*/ 2147483646 h 433"/>
                <a:gd name="T24" fmla="*/ 2147483646 w 2364"/>
                <a:gd name="T25" fmla="*/ 2147483646 h 433"/>
                <a:gd name="T26" fmla="*/ 2147483646 w 2364"/>
                <a:gd name="T27" fmla="*/ 0 h 433"/>
                <a:gd name="T28" fmla="*/ 2147483646 w 2364"/>
                <a:gd name="T29" fmla="*/ 0 h 433"/>
                <a:gd name="T30" fmla="*/ 2147483646 w 2364"/>
                <a:gd name="T31" fmla="*/ 2147483646 h 433"/>
                <a:gd name="T32" fmla="*/ 0 w 2364"/>
                <a:gd name="T33" fmla="*/ 2147483646 h 4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364"/>
                <a:gd name="T52" fmla="*/ 0 h 433"/>
                <a:gd name="T53" fmla="*/ 2364 w 2364"/>
                <a:gd name="T54" fmla="*/ 433 h 43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364" h="433" extrusionOk="0">
                  <a:moveTo>
                    <a:pt x="2364" y="433"/>
                  </a:moveTo>
                  <a:lnTo>
                    <a:pt x="2364" y="0"/>
                  </a:lnTo>
                  <a:lnTo>
                    <a:pt x="2076" y="0"/>
                  </a:lnTo>
                  <a:lnTo>
                    <a:pt x="2076" y="433"/>
                  </a:lnTo>
                  <a:lnTo>
                    <a:pt x="1759" y="433"/>
                  </a:lnTo>
                  <a:lnTo>
                    <a:pt x="1759" y="0"/>
                  </a:lnTo>
                  <a:lnTo>
                    <a:pt x="1470" y="0"/>
                  </a:lnTo>
                  <a:lnTo>
                    <a:pt x="1470" y="433"/>
                  </a:lnTo>
                  <a:lnTo>
                    <a:pt x="1182" y="433"/>
                  </a:lnTo>
                  <a:lnTo>
                    <a:pt x="1182" y="0"/>
                  </a:lnTo>
                  <a:lnTo>
                    <a:pt x="894" y="0"/>
                  </a:lnTo>
                  <a:lnTo>
                    <a:pt x="894" y="433"/>
                  </a:lnTo>
                  <a:lnTo>
                    <a:pt x="605" y="433"/>
                  </a:lnTo>
                  <a:lnTo>
                    <a:pt x="605" y="0"/>
                  </a:lnTo>
                  <a:lnTo>
                    <a:pt x="288" y="0"/>
                  </a:lnTo>
                  <a:lnTo>
                    <a:pt x="288" y="433"/>
                  </a:lnTo>
                  <a:lnTo>
                    <a:pt x="0" y="433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9624" name="Shape 1589">
              <a:extLst>
                <a:ext uri="{FF2B5EF4-FFF2-40B4-BE49-F238E27FC236}">
                  <a16:creationId xmlns:a16="http://schemas.microsoft.com/office/drawing/2014/main" id="{7E247DF1-53B8-4D09-9921-89A0CA1CA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256" y="1302169"/>
              <a:ext cx="2198246" cy="327259"/>
            </a:xfrm>
            <a:custGeom>
              <a:avLst/>
              <a:gdLst>
                <a:gd name="T0" fmla="*/ 2147483646 w 2335"/>
                <a:gd name="T1" fmla="*/ 2147483646 h 433"/>
                <a:gd name="T2" fmla="*/ 2147483646 w 2335"/>
                <a:gd name="T3" fmla="*/ 0 h 433"/>
                <a:gd name="T4" fmla="*/ 2147483646 w 2335"/>
                <a:gd name="T5" fmla="*/ 0 h 433"/>
                <a:gd name="T6" fmla="*/ 2147483646 w 2335"/>
                <a:gd name="T7" fmla="*/ 2147483646 h 433"/>
                <a:gd name="T8" fmla="*/ 2147483646 w 2335"/>
                <a:gd name="T9" fmla="*/ 2147483646 h 433"/>
                <a:gd name="T10" fmla="*/ 2147483646 w 2335"/>
                <a:gd name="T11" fmla="*/ 0 h 433"/>
                <a:gd name="T12" fmla="*/ 2147483646 w 2335"/>
                <a:gd name="T13" fmla="*/ 0 h 433"/>
                <a:gd name="T14" fmla="*/ 2147483646 w 2335"/>
                <a:gd name="T15" fmla="*/ 2147483646 h 433"/>
                <a:gd name="T16" fmla="*/ 2147483646 w 2335"/>
                <a:gd name="T17" fmla="*/ 2147483646 h 433"/>
                <a:gd name="T18" fmla="*/ 2147483646 w 2335"/>
                <a:gd name="T19" fmla="*/ 0 h 433"/>
                <a:gd name="T20" fmla="*/ 2147483646 w 2335"/>
                <a:gd name="T21" fmla="*/ 0 h 433"/>
                <a:gd name="T22" fmla="*/ 2147483646 w 2335"/>
                <a:gd name="T23" fmla="*/ 2147483646 h 433"/>
                <a:gd name="T24" fmla="*/ 2147483646 w 2335"/>
                <a:gd name="T25" fmla="*/ 2147483646 h 433"/>
                <a:gd name="T26" fmla="*/ 2147483646 w 2335"/>
                <a:gd name="T27" fmla="*/ 0 h 433"/>
                <a:gd name="T28" fmla="*/ 2147483646 w 2335"/>
                <a:gd name="T29" fmla="*/ 0 h 433"/>
                <a:gd name="T30" fmla="*/ 2147483646 w 2335"/>
                <a:gd name="T31" fmla="*/ 2147483646 h 433"/>
                <a:gd name="T32" fmla="*/ 0 w 2335"/>
                <a:gd name="T33" fmla="*/ 2147483646 h 4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335"/>
                <a:gd name="T52" fmla="*/ 0 h 433"/>
                <a:gd name="T53" fmla="*/ 2335 w 2335"/>
                <a:gd name="T54" fmla="*/ 433 h 43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335" h="433" extrusionOk="0">
                  <a:moveTo>
                    <a:pt x="2335" y="433"/>
                  </a:moveTo>
                  <a:lnTo>
                    <a:pt x="2335" y="0"/>
                  </a:lnTo>
                  <a:lnTo>
                    <a:pt x="2047" y="0"/>
                  </a:lnTo>
                  <a:lnTo>
                    <a:pt x="2047" y="433"/>
                  </a:lnTo>
                  <a:lnTo>
                    <a:pt x="1758" y="433"/>
                  </a:lnTo>
                  <a:lnTo>
                    <a:pt x="1758" y="0"/>
                  </a:lnTo>
                  <a:lnTo>
                    <a:pt x="1470" y="0"/>
                  </a:lnTo>
                  <a:lnTo>
                    <a:pt x="1470" y="433"/>
                  </a:lnTo>
                  <a:lnTo>
                    <a:pt x="1182" y="433"/>
                  </a:lnTo>
                  <a:lnTo>
                    <a:pt x="1182" y="0"/>
                  </a:lnTo>
                  <a:lnTo>
                    <a:pt x="865" y="0"/>
                  </a:lnTo>
                  <a:lnTo>
                    <a:pt x="865" y="433"/>
                  </a:lnTo>
                  <a:lnTo>
                    <a:pt x="576" y="433"/>
                  </a:lnTo>
                  <a:lnTo>
                    <a:pt x="576" y="0"/>
                  </a:lnTo>
                  <a:lnTo>
                    <a:pt x="288" y="0"/>
                  </a:lnTo>
                  <a:lnTo>
                    <a:pt x="288" y="433"/>
                  </a:lnTo>
                  <a:lnTo>
                    <a:pt x="0" y="433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9625" name="Shape 1590">
              <a:extLst>
                <a:ext uri="{FF2B5EF4-FFF2-40B4-BE49-F238E27FC236}">
                  <a16:creationId xmlns:a16="http://schemas.microsoft.com/office/drawing/2014/main" id="{FE2DA5A0-FA2E-443C-8EA0-27BAD1BFB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9503" y="1302169"/>
              <a:ext cx="2224595" cy="327259"/>
            </a:xfrm>
            <a:custGeom>
              <a:avLst/>
              <a:gdLst>
                <a:gd name="T0" fmla="*/ 2147483646 w 2364"/>
                <a:gd name="T1" fmla="*/ 0 h 433"/>
                <a:gd name="T2" fmla="*/ 2147483646 w 2364"/>
                <a:gd name="T3" fmla="*/ 0 h 433"/>
                <a:gd name="T4" fmla="*/ 2147483646 w 2364"/>
                <a:gd name="T5" fmla="*/ 2147483646 h 433"/>
                <a:gd name="T6" fmla="*/ 2147483646 w 2364"/>
                <a:gd name="T7" fmla="*/ 2147483646 h 433"/>
                <a:gd name="T8" fmla="*/ 2147483646 w 2364"/>
                <a:gd name="T9" fmla="*/ 0 h 433"/>
                <a:gd name="T10" fmla="*/ 2147483646 w 2364"/>
                <a:gd name="T11" fmla="*/ 0 h 433"/>
                <a:gd name="T12" fmla="*/ 2147483646 w 2364"/>
                <a:gd name="T13" fmla="*/ 2147483646 h 433"/>
                <a:gd name="T14" fmla="*/ 2147483646 w 2364"/>
                <a:gd name="T15" fmla="*/ 2147483646 h 433"/>
                <a:gd name="T16" fmla="*/ 2147483646 w 2364"/>
                <a:gd name="T17" fmla="*/ 0 h 433"/>
                <a:gd name="T18" fmla="*/ 2147483646 w 2364"/>
                <a:gd name="T19" fmla="*/ 0 h 433"/>
                <a:gd name="T20" fmla="*/ 2147483646 w 2364"/>
                <a:gd name="T21" fmla="*/ 2147483646 h 433"/>
                <a:gd name="T22" fmla="*/ 2147483646 w 2364"/>
                <a:gd name="T23" fmla="*/ 2147483646 h 433"/>
                <a:gd name="T24" fmla="*/ 2147483646 w 2364"/>
                <a:gd name="T25" fmla="*/ 0 h 433"/>
                <a:gd name="T26" fmla="*/ 2147483646 w 2364"/>
                <a:gd name="T27" fmla="*/ 0 h 433"/>
                <a:gd name="T28" fmla="*/ 2147483646 w 2364"/>
                <a:gd name="T29" fmla="*/ 2147483646 h 433"/>
                <a:gd name="T30" fmla="*/ 0 w 2364"/>
                <a:gd name="T31" fmla="*/ 2147483646 h 43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364"/>
                <a:gd name="T49" fmla="*/ 0 h 433"/>
                <a:gd name="T50" fmla="*/ 2364 w 2364"/>
                <a:gd name="T51" fmla="*/ 433 h 433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364" h="433" extrusionOk="0">
                  <a:moveTo>
                    <a:pt x="2364" y="0"/>
                  </a:moveTo>
                  <a:lnTo>
                    <a:pt x="2076" y="0"/>
                  </a:lnTo>
                  <a:lnTo>
                    <a:pt x="2076" y="433"/>
                  </a:lnTo>
                  <a:lnTo>
                    <a:pt x="1787" y="433"/>
                  </a:lnTo>
                  <a:lnTo>
                    <a:pt x="1787" y="0"/>
                  </a:lnTo>
                  <a:lnTo>
                    <a:pt x="1470" y="0"/>
                  </a:lnTo>
                  <a:lnTo>
                    <a:pt x="1470" y="433"/>
                  </a:lnTo>
                  <a:lnTo>
                    <a:pt x="1182" y="433"/>
                  </a:lnTo>
                  <a:lnTo>
                    <a:pt x="1182" y="0"/>
                  </a:lnTo>
                  <a:lnTo>
                    <a:pt x="894" y="0"/>
                  </a:lnTo>
                  <a:lnTo>
                    <a:pt x="894" y="433"/>
                  </a:lnTo>
                  <a:lnTo>
                    <a:pt x="605" y="433"/>
                  </a:lnTo>
                  <a:lnTo>
                    <a:pt x="605" y="0"/>
                  </a:lnTo>
                  <a:lnTo>
                    <a:pt x="317" y="0"/>
                  </a:lnTo>
                  <a:lnTo>
                    <a:pt x="317" y="433"/>
                  </a:lnTo>
                  <a:lnTo>
                    <a:pt x="0" y="433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9626" name="Shape 1591">
              <a:extLst>
                <a:ext uri="{FF2B5EF4-FFF2-40B4-BE49-F238E27FC236}">
                  <a16:creationId xmlns:a16="http://schemas.microsoft.com/office/drawing/2014/main" id="{6BCC7422-5223-48B4-8247-D8217A2C7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312" y="2066578"/>
              <a:ext cx="6842089" cy="330141"/>
            </a:xfrm>
            <a:custGeom>
              <a:avLst/>
              <a:gdLst>
                <a:gd name="T0" fmla="*/ 2147483646 w 12738"/>
                <a:gd name="T1" fmla="*/ 11554445 h 9433"/>
                <a:gd name="T2" fmla="*/ 1996554121 w 12738"/>
                <a:gd name="T3" fmla="*/ 11478498 h 9433"/>
                <a:gd name="T4" fmla="*/ 1690146382 w 12738"/>
                <a:gd name="T5" fmla="*/ 11478498 h 9433"/>
                <a:gd name="T6" fmla="*/ 801795286 w 12738"/>
                <a:gd name="T7" fmla="*/ 11478498 h 9433"/>
                <a:gd name="T8" fmla="*/ 801795286 w 12738"/>
                <a:gd name="T9" fmla="*/ 0 h 9433"/>
                <a:gd name="T10" fmla="*/ 655515957 w 12738"/>
                <a:gd name="T11" fmla="*/ 0 h 9433"/>
                <a:gd name="T12" fmla="*/ 510101960 w 12738"/>
                <a:gd name="T13" fmla="*/ 0 h 9433"/>
                <a:gd name="T14" fmla="*/ 510101960 w 12738"/>
                <a:gd name="T15" fmla="*/ 11478498 h 9433"/>
                <a:gd name="T16" fmla="*/ 0 w 12738"/>
                <a:gd name="T17" fmla="*/ 11478498 h 94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38" h="9433" extrusionOk="0">
                  <a:moveTo>
                    <a:pt x="12738" y="9433"/>
                  </a:moveTo>
                  <a:lnTo>
                    <a:pt x="6920" y="9371"/>
                  </a:lnTo>
                  <a:lnTo>
                    <a:pt x="5858" y="9371"/>
                  </a:lnTo>
                  <a:lnTo>
                    <a:pt x="2779" y="9371"/>
                  </a:lnTo>
                  <a:lnTo>
                    <a:pt x="2779" y="0"/>
                  </a:lnTo>
                  <a:lnTo>
                    <a:pt x="2272" y="0"/>
                  </a:lnTo>
                  <a:lnTo>
                    <a:pt x="1768" y="0"/>
                  </a:lnTo>
                  <a:lnTo>
                    <a:pt x="1768" y="9371"/>
                  </a:lnTo>
                  <a:lnTo>
                    <a:pt x="0" y="9371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9627" name="Shape 1592">
              <a:extLst>
                <a:ext uri="{FF2B5EF4-FFF2-40B4-BE49-F238E27FC236}">
                  <a16:creationId xmlns:a16="http://schemas.microsoft.com/office/drawing/2014/main" id="{DBADF4FF-F0F1-438C-9B15-1B516E20F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541" y="2829011"/>
              <a:ext cx="3150069" cy="391284"/>
            </a:xfrm>
            <a:custGeom>
              <a:avLst/>
              <a:gdLst>
                <a:gd name="T0" fmla="*/ 980134567 w 10101"/>
                <a:gd name="T1" fmla="*/ 13694380 h 11180"/>
                <a:gd name="T2" fmla="*/ 982371518 w 10101"/>
                <a:gd name="T3" fmla="*/ 0 h 11180"/>
                <a:gd name="T4" fmla="*/ 803519887 w 10101"/>
                <a:gd name="T5" fmla="*/ 66147 h 11180"/>
                <a:gd name="T6" fmla="*/ 803519887 w 10101"/>
                <a:gd name="T7" fmla="*/ 12315156 h 11180"/>
                <a:gd name="T8" fmla="*/ 634296222 w 10101"/>
                <a:gd name="T9" fmla="*/ 12315156 h 11180"/>
                <a:gd name="T10" fmla="*/ 634296222 w 10101"/>
                <a:gd name="T11" fmla="*/ 66147 h 11180"/>
                <a:gd name="T12" fmla="*/ 465267468 w 10101"/>
                <a:gd name="T13" fmla="*/ 66147 h 11180"/>
                <a:gd name="T14" fmla="*/ 465267468 w 10101"/>
                <a:gd name="T15" fmla="*/ 12315156 h 11180"/>
                <a:gd name="T16" fmla="*/ 0 w 10101"/>
                <a:gd name="T17" fmla="*/ 12315156 h 111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01" h="11180" extrusionOk="0">
                  <a:moveTo>
                    <a:pt x="10078" y="11180"/>
                  </a:moveTo>
                  <a:cubicBezTo>
                    <a:pt x="10086" y="7453"/>
                    <a:pt x="10093" y="3727"/>
                    <a:pt x="10101" y="0"/>
                  </a:cubicBezTo>
                  <a:lnTo>
                    <a:pt x="8262" y="54"/>
                  </a:lnTo>
                  <a:lnTo>
                    <a:pt x="8262" y="10054"/>
                  </a:lnTo>
                  <a:lnTo>
                    <a:pt x="6522" y="10054"/>
                  </a:lnTo>
                  <a:lnTo>
                    <a:pt x="6522" y="54"/>
                  </a:lnTo>
                  <a:lnTo>
                    <a:pt x="4784" y="54"/>
                  </a:lnTo>
                  <a:lnTo>
                    <a:pt x="4784" y="10054"/>
                  </a:lnTo>
                  <a:lnTo>
                    <a:pt x="0" y="10054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9628" name="Shape 1593">
              <a:extLst>
                <a:ext uri="{FF2B5EF4-FFF2-40B4-BE49-F238E27FC236}">
                  <a16:creationId xmlns:a16="http://schemas.microsoft.com/office/drawing/2014/main" id="{38E395B3-6517-4064-9F7F-F1FF64314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541" y="3638444"/>
              <a:ext cx="6816890" cy="362339"/>
            </a:xfrm>
            <a:custGeom>
              <a:avLst/>
              <a:gdLst>
                <a:gd name="T0" fmla="*/ 2147483646 w 14121"/>
                <a:gd name="T1" fmla="*/ 12465715 h 10353"/>
                <a:gd name="T2" fmla="*/ 1520159229 w 14121"/>
                <a:gd name="T3" fmla="*/ 12681305 h 10353"/>
                <a:gd name="T4" fmla="*/ 1523188475 w 14121"/>
                <a:gd name="T5" fmla="*/ 0 h 10353"/>
                <a:gd name="T6" fmla="*/ 977395077 w 14121"/>
                <a:gd name="T7" fmla="*/ 30624 h 10353"/>
                <a:gd name="T8" fmla="*/ 977860930 w 14121"/>
                <a:gd name="T9" fmla="*/ 11488278 h 10353"/>
                <a:gd name="T10" fmla="*/ 0 w 14121"/>
                <a:gd name="T11" fmla="*/ 11505392 h 103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21" h="10353" extrusionOk="0">
                  <a:moveTo>
                    <a:pt x="14121" y="10177"/>
                  </a:moveTo>
                  <a:lnTo>
                    <a:pt x="6523" y="10353"/>
                  </a:lnTo>
                  <a:cubicBezTo>
                    <a:pt x="6527" y="6902"/>
                    <a:pt x="6532" y="3451"/>
                    <a:pt x="6536" y="0"/>
                  </a:cubicBezTo>
                  <a:lnTo>
                    <a:pt x="4194" y="25"/>
                  </a:lnTo>
                  <a:cubicBezTo>
                    <a:pt x="4190" y="3121"/>
                    <a:pt x="4200" y="6283"/>
                    <a:pt x="4196" y="9379"/>
                  </a:cubicBezTo>
                  <a:lnTo>
                    <a:pt x="0" y="9393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9629" name="Shape 1594">
              <a:extLst>
                <a:ext uri="{FF2B5EF4-FFF2-40B4-BE49-F238E27FC236}">
                  <a16:creationId xmlns:a16="http://schemas.microsoft.com/office/drawing/2014/main" id="{A588CE4D-C0CD-4102-9760-08B1BA2408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7877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19630" name="Shape 1595">
              <a:extLst>
                <a:ext uri="{FF2B5EF4-FFF2-40B4-BE49-F238E27FC236}">
                  <a16:creationId xmlns:a16="http://schemas.microsoft.com/office/drawing/2014/main" id="{0C7676F9-7B3A-4928-934D-76150650DB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5631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19631" name="Shape 1596">
              <a:extLst>
                <a:ext uri="{FF2B5EF4-FFF2-40B4-BE49-F238E27FC236}">
                  <a16:creationId xmlns:a16="http://schemas.microsoft.com/office/drawing/2014/main" id="{10373764-4073-473D-ABC9-D83F30091A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97438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19632" name="Shape 1597">
              <a:extLst>
                <a:ext uri="{FF2B5EF4-FFF2-40B4-BE49-F238E27FC236}">
                  <a16:creationId xmlns:a16="http://schemas.microsoft.com/office/drawing/2014/main" id="{79B8AC01-7536-4005-A32B-17C28DAF30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65193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19633" name="Shape 1598">
              <a:extLst>
                <a:ext uri="{FF2B5EF4-FFF2-40B4-BE49-F238E27FC236}">
                  <a16:creationId xmlns:a16="http://schemas.microsoft.com/office/drawing/2014/main" id="{40268C59-09CA-47DD-A133-429A615FA6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67704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19634" name="Shape 1599">
              <a:extLst>
                <a:ext uri="{FF2B5EF4-FFF2-40B4-BE49-F238E27FC236}">
                  <a16:creationId xmlns:a16="http://schemas.microsoft.com/office/drawing/2014/main" id="{198BA72F-70FF-43C2-B8A1-698B235D96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5459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319635" name="Shape 1600">
              <a:extLst>
                <a:ext uri="{FF2B5EF4-FFF2-40B4-BE49-F238E27FC236}">
                  <a16:creationId xmlns:a16="http://schemas.microsoft.com/office/drawing/2014/main" id="{6407BA79-0DD2-40F8-80C6-21BFEA14ED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4091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19636" name="Shape 1601">
              <a:extLst>
                <a:ext uri="{FF2B5EF4-FFF2-40B4-BE49-F238E27FC236}">
                  <a16:creationId xmlns:a16="http://schemas.microsoft.com/office/drawing/2014/main" id="{9E0CBCF7-B800-4FF7-AA6C-8BC2AF2850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1845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 </a:t>
              </a:r>
            </a:p>
          </p:txBody>
        </p:sp>
        <p:sp>
          <p:nvSpPr>
            <p:cNvPr id="319637" name="Shape 1602">
              <a:extLst>
                <a:ext uri="{FF2B5EF4-FFF2-40B4-BE49-F238E27FC236}">
                  <a16:creationId xmlns:a16="http://schemas.microsoft.com/office/drawing/2014/main" id="{C6454E59-160E-403B-8CFE-7A7909EEE0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66828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19638" name="Shape 1603">
              <a:extLst>
                <a:ext uri="{FF2B5EF4-FFF2-40B4-BE49-F238E27FC236}">
                  <a16:creationId xmlns:a16="http://schemas.microsoft.com/office/drawing/2014/main" id="{F899096E-DEA8-410D-8239-5D6A9237D7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34582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4 </a:t>
              </a:r>
            </a:p>
          </p:txBody>
        </p:sp>
        <p:sp>
          <p:nvSpPr>
            <p:cNvPr id="319639" name="Shape 1604">
              <a:extLst>
                <a:ext uri="{FF2B5EF4-FFF2-40B4-BE49-F238E27FC236}">
                  <a16:creationId xmlns:a16="http://schemas.microsoft.com/office/drawing/2014/main" id="{ACE4E32D-B62C-4EFD-8887-1E6FC0989D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6978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19640" name="Shape 1605">
              <a:extLst>
                <a:ext uri="{FF2B5EF4-FFF2-40B4-BE49-F238E27FC236}">
                  <a16:creationId xmlns:a16="http://schemas.microsoft.com/office/drawing/2014/main" id="{589408FE-AE1C-4C43-BECB-9BC66D5FE8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74733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5 </a:t>
              </a:r>
            </a:p>
          </p:txBody>
        </p:sp>
        <p:sp>
          <p:nvSpPr>
            <p:cNvPr id="319641" name="Shape 1606">
              <a:extLst>
                <a:ext uri="{FF2B5EF4-FFF2-40B4-BE49-F238E27FC236}">
                  <a16:creationId xmlns:a16="http://schemas.microsoft.com/office/drawing/2014/main" id="{753DEB48-7FE1-4AD3-8EC2-2FECB3524C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77243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19642" name="Shape 1607">
              <a:extLst>
                <a:ext uri="{FF2B5EF4-FFF2-40B4-BE49-F238E27FC236}">
                  <a16:creationId xmlns:a16="http://schemas.microsoft.com/office/drawing/2014/main" id="{353865E2-BB30-4658-B058-F7A7839B8D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44997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6 </a:t>
              </a:r>
            </a:p>
          </p:txBody>
        </p:sp>
        <p:sp>
          <p:nvSpPr>
            <p:cNvPr id="319643" name="Shape 1608">
              <a:extLst>
                <a:ext uri="{FF2B5EF4-FFF2-40B4-BE49-F238E27FC236}">
                  <a16:creationId xmlns:a16="http://schemas.microsoft.com/office/drawing/2014/main" id="{21D5E445-27EF-44EA-A081-F74AAF667D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36215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19644" name="Shape 1609">
              <a:extLst>
                <a:ext uri="{FF2B5EF4-FFF2-40B4-BE49-F238E27FC236}">
                  <a16:creationId xmlns:a16="http://schemas.microsoft.com/office/drawing/2014/main" id="{B1BD9C20-B72D-4F88-9EB2-DE7CD16AC5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03969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7 </a:t>
              </a:r>
            </a:p>
          </p:txBody>
        </p:sp>
        <p:sp>
          <p:nvSpPr>
            <p:cNvPr id="319645" name="Shape 1610">
              <a:extLst>
                <a:ext uri="{FF2B5EF4-FFF2-40B4-BE49-F238E27FC236}">
                  <a16:creationId xmlns:a16="http://schemas.microsoft.com/office/drawing/2014/main" id="{CC11260E-B407-44B1-83B0-9AF84DCE30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83895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19646" name="Shape 1611">
              <a:extLst>
                <a:ext uri="{FF2B5EF4-FFF2-40B4-BE49-F238E27FC236}">
                  <a16:creationId xmlns:a16="http://schemas.microsoft.com/office/drawing/2014/main" id="{68B9ADD3-FFDA-4F5A-B466-4F6555E1E8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51649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8 </a:t>
              </a:r>
            </a:p>
          </p:txBody>
        </p:sp>
        <p:sp>
          <p:nvSpPr>
            <p:cNvPr id="319647" name="Shape 1612">
              <a:extLst>
                <a:ext uri="{FF2B5EF4-FFF2-40B4-BE49-F238E27FC236}">
                  <a16:creationId xmlns:a16="http://schemas.microsoft.com/office/drawing/2014/main" id="{CB0C3F18-D7D9-40B3-BBC4-5F1E5E6118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65702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19648" name="Shape 1613">
              <a:extLst>
                <a:ext uri="{FF2B5EF4-FFF2-40B4-BE49-F238E27FC236}">
                  <a16:creationId xmlns:a16="http://schemas.microsoft.com/office/drawing/2014/main" id="{A2F7A612-E486-45F5-8AE6-156DB89F96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33456" y="100218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9 </a:t>
              </a:r>
            </a:p>
          </p:txBody>
        </p:sp>
        <p:sp>
          <p:nvSpPr>
            <p:cNvPr id="319649" name="Shape 1614">
              <a:extLst>
                <a:ext uri="{FF2B5EF4-FFF2-40B4-BE49-F238E27FC236}">
                  <a16:creationId xmlns:a16="http://schemas.microsoft.com/office/drawing/2014/main" id="{9E122B47-190C-466E-9D2F-5C3B294239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28436" y="920365"/>
              <a:ext cx="127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t </a:t>
              </a:r>
            </a:p>
          </p:txBody>
        </p:sp>
        <p:sp>
          <p:nvSpPr>
            <p:cNvPr id="319650" name="Shape 1615">
              <a:extLst>
                <a:ext uri="{FF2B5EF4-FFF2-40B4-BE49-F238E27FC236}">
                  <a16:creationId xmlns:a16="http://schemas.microsoft.com/office/drawing/2014/main" id="{526CBE70-9308-47A8-B6D3-068C4AA78B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96170" y="1002169"/>
              <a:ext cx="281685" cy="1895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319651" name="Shape 1616">
              <a:extLst>
                <a:ext uri="{FF2B5EF4-FFF2-40B4-BE49-F238E27FC236}">
                  <a16:creationId xmlns:a16="http://schemas.microsoft.com/office/drawing/2014/main" id="{12DF535C-FA87-47D3-9842-95A2625D04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0109" y="1203688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19652" name="Shape 1617">
              <a:extLst>
                <a:ext uri="{FF2B5EF4-FFF2-40B4-BE49-F238E27FC236}">
                  <a16:creationId xmlns:a16="http://schemas.microsoft.com/office/drawing/2014/main" id="{96C475D5-1411-4EC1-93B9-C491BBDEC0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0109" y="1520341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19653" name="Shape 1618">
              <a:extLst>
                <a:ext uri="{FF2B5EF4-FFF2-40B4-BE49-F238E27FC236}">
                  <a16:creationId xmlns:a16="http://schemas.microsoft.com/office/drawing/2014/main" id="{3EF890A7-266C-4204-88E3-BF9D1C38DA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0109" y="1946084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19654" name="Shape 1619">
              <a:extLst>
                <a:ext uri="{FF2B5EF4-FFF2-40B4-BE49-F238E27FC236}">
                  <a16:creationId xmlns:a16="http://schemas.microsoft.com/office/drawing/2014/main" id="{1C5670D4-5216-4855-B2E8-41E84BF3BD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0109" y="2300617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19655" name="Shape 1620">
              <a:extLst>
                <a:ext uri="{FF2B5EF4-FFF2-40B4-BE49-F238E27FC236}">
                  <a16:creationId xmlns:a16="http://schemas.microsoft.com/office/drawing/2014/main" id="{B80BCF5B-5ED0-4D26-978F-C58D59C8E0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0109" y="2764235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19656" name="Shape 1621">
              <a:extLst>
                <a:ext uri="{FF2B5EF4-FFF2-40B4-BE49-F238E27FC236}">
                  <a16:creationId xmlns:a16="http://schemas.microsoft.com/office/drawing/2014/main" id="{FD067215-3818-4B36-924B-E282C11101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0109" y="3088466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19657" name="Shape 1622">
              <a:extLst>
                <a:ext uri="{FF2B5EF4-FFF2-40B4-BE49-F238E27FC236}">
                  <a16:creationId xmlns:a16="http://schemas.microsoft.com/office/drawing/2014/main" id="{686F4AF1-533D-4A9B-8741-856ABF30B3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0109" y="3509662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19658" name="Shape 1623">
              <a:extLst>
                <a:ext uri="{FF2B5EF4-FFF2-40B4-BE49-F238E27FC236}">
                  <a16:creationId xmlns:a16="http://schemas.microsoft.com/office/drawing/2014/main" id="{9AF7872C-A89B-44DE-BD3D-B808E8FE59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0109" y="3862678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19659" name="Shape 1624">
              <a:extLst>
                <a:ext uri="{FF2B5EF4-FFF2-40B4-BE49-F238E27FC236}">
                  <a16:creationId xmlns:a16="http://schemas.microsoft.com/office/drawing/2014/main" id="{248B07CA-ECEE-4D0F-BBF5-404F909256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3522" y="1370349"/>
              <a:ext cx="622961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Clock </a:t>
              </a:r>
            </a:p>
          </p:txBody>
        </p:sp>
        <p:sp>
          <p:nvSpPr>
            <p:cNvPr id="319660" name="Shape 1625">
              <a:extLst>
                <a:ext uri="{FF2B5EF4-FFF2-40B4-BE49-F238E27FC236}">
                  <a16:creationId xmlns:a16="http://schemas.microsoft.com/office/drawing/2014/main" id="{0676EEC9-2BA4-439A-92C2-5DB35DF59E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6785" y="2123349"/>
              <a:ext cx="22019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319661" name="Shape 1626">
              <a:extLst>
                <a:ext uri="{FF2B5EF4-FFF2-40B4-BE49-F238E27FC236}">
                  <a16:creationId xmlns:a16="http://schemas.microsoft.com/office/drawing/2014/main" id="{70776108-D006-474A-AE20-E9D6EC4354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6082" y="2911198"/>
              <a:ext cx="167503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319662" name="Shape 1627">
              <a:extLst>
                <a:ext uri="{FF2B5EF4-FFF2-40B4-BE49-F238E27FC236}">
                  <a16:creationId xmlns:a16="http://schemas.microsoft.com/office/drawing/2014/main" id="{EC7755C1-C456-48AA-A2F2-720A7CA7C4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59" y="2993014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19663" name="Shape 1628">
              <a:extLst>
                <a:ext uri="{FF2B5EF4-FFF2-40B4-BE49-F238E27FC236}">
                  <a16:creationId xmlns:a16="http://schemas.microsoft.com/office/drawing/2014/main" id="{9D4E1DFC-4A6A-4217-81CE-656EFD8700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6082" y="3647535"/>
              <a:ext cx="167503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319664" name="Shape 1630">
              <a:extLst>
                <a:ext uri="{FF2B5EF4-FFF2-40B4-BE49-F238E27FC236}">
                  <a16:creationId xmlns:a16="http://schemas.microsoft.com/office/drawing/2014/main" id="{05B1BD7C-B1DC-4DA6-96EA-B46FBD2A7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610" y="3208754"/>
              <a:ext cx="3688806" cy="4465"/>
            </a:xfrm>
            <a:custGeom>
              <a:avLst/>
              <a:gdLst>
                <a:gd name="T0" fmla="*/ 1360728971 w 10000"/>
                <a:gd name="T1" fmla="*/ 0 h 8368"/>
                <a:gd name="T2" fmla="*/ 0 w 10000"/>
                <a:gd name="T3" fmla="*/ 2382 h 83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00" h="8368" extrusionOk="0">
                  <a:moveTo>
                    <a:pt x="10000" y="0"/>
                  </a:moveTo>
                  <a:lnTo>
                    <a:pt x="0" y="8367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9665" name="Shape 1633">
              <a:extLst>
                <a:ext uri="{FF2B5EF4-FFF2-40B4-BE49-F238E27FC236}">
                  <a16:creationId xmlns:a16="http://schemas.microsoft.com/office/drawing/2014/main" id="{05C9DC1E-F056-406A-B480-4DFA2E1C5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009" y="4403568"/>
              <a:ext cx="6826062" cy="355585"/>
            </a:xfrm>
            <a:custGeom>
              <a:avLst/>
              <a:gdLst>
                <a:gd name="T0" fmla="*/ 2147483646 w 14140"/>
                <a:gd name="T1" fmla="*/ 12444950 h 10160"/>
                <a:gd name="T2" fmla="*/ 970636569 w 14140"/>
                <a:gd name="T3" fmla="*/ 12248958 h 10160"/>
                <a:gd name="T4" fmla="*/ 970636569 w 14140"/>
                <a:gd name="T5" fmla="*/ 0 h 10160"/>
                <a:gd name="T6" fmla="*/ 708692957 w 14140"/>
                <a:gd name="T7" fmla="*/ 0 h 10160"/>
                <a:gd name="T8" fmla="*/ 708692957 w 14140"/>
                <a:gd name="T9" fmla="*/ 12248958 h 10160"/>
                <a:gd name="T10" fmla="*/ 0 w 14140"/>
                <a:gd name="T11" fmla="*/ 11952556 h 101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40" h="10160" extrusionOk="0">
                  <a:moveTo>
                    <a:pt x="14140" y="10160"/>
                  </a:moveTo>
                  <a:lnTo>
                    <a:pt x="4165" y="10000"/>
                  </a:lnTo>
                  <a:lnTo>
                    <a:pt x="4165" y="0"/>
                  </a:lnTo>
                  <a:lnTo>
                    <a:pt x="3041" y="0"/>
                  </a:lnTo>
                  <a:lnTo>
                    <a:pt x="3041" y="10000"/>
                  </a:lnTo>
                  <a:lnTo>
                    <a:pt x="0" y="9758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9666" name="Shape 1634">
              <a:extLst>
                <a:ext uri="{FF2B5EF4-FFF2-40B4-BE49-F238E27FC236}">
                  <a16:creationId xmlns:a16="http://schemas.microsoft.com/office/drawing/2014/main" id="{ED075974-DD9F-4EA9-95BD-DD8397C3C5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59" y="3729350"/>
              <a:ext cx="146800" cy="189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319667" name="Shape 1635">
              <a:extLst>
                <a:ext uri="{FF2B5EF4-FFF2-40B4-BE49-F238E27FC236}">
                  <a16:creationId xmlns:a16="http://schemas.microsoft.com/office/drawing/2014/main" id="{A3E5FC81-A9A3-4BE8-AA52-8BBE490DA1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1401" y="4309632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19668" name="Shape 1636">
              <a:extLst>
                <a:ext uri="{FF2B5EF4-FFF2-40B4-BE49-F238E27FC236}">
                  <a16:creationId xmlns:a16="http://schemas.microsoft.com/office/drawing/2014/main" id="{89EAE7E0-243F-4511-B2DF-2A771E3D0A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1401" y="4662648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19669" name="Shape 1638">
              <a:extLst>
                <a:ext uri="{FF2B5EF4-FFF2-40B4-BE49-F238E27FC236}">
                  <a16:creationId xmlns:a16="http://schemas.microsoft.com/office/drawing/2014/main" id="{8A67AD33-8CC9-4E7E-A2EE-E8B5CFCA18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952" y="4388238"/>
              <a:ext cx="444246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319670" name="Shape 1593">
              <a:extLst>
                <a:ext uri="{FF2B5EF4-FFF2-40B4-BE49-F238E27FC236}">
                  <a16:creationId xmlns:a16="http://schemas.microsoft.com/office/drawing/2014/main" id="{3702A3A8-F951-4A28-BC88-D8D99B1B6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075" y="5196311"/>
              <a:ext cx="6816890" cy="356179"/>
            </a:xfrm>
            <a:custGeom>
              <a:avLst/>
              <a:gdLst>
                <a:gd name="T0" fmla="*/ 2147483646 w 14121"/>
                <a:gd name="T1" fmla="*/ 12465705 h 10177"/>
                <a:gd name="T2" fmla="*/ 1238173343 w 14121"/>
                <a:gd name="T3" fmla="*/ 12384859 h 10177"/>
                <a:gd name="T4" fmla="*/ 1241203072 w 14121"/>
                <a:gd name="T5" fmla="*/ 0 h 10177"/>
                <a:gd name="T6" fmla="*/ 981589678 w 14121"/>
                <a:gd name="T7" fmla="*/ 30624 h 10177"/>
                <a:gd name="T8" fmla="*/ 981822846 w 14121"/>
                <a:gd name="T9" fmla="*/ 12081072 h 10177"/>
                <a:gd name="T10" fmla="*/ 0 w 14121"/>
                <a:gd name="T11" fmla="*/ 11505383 h 101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21" h="10177" extrusionOk="0">
                  <a:moveTo>
                    <a:pt x="14121" y="10177"/>
                  </a:moveTo>
                  <a:lnTo>
                    <a:pt x="5313" y="10111"/>
                  </a:lnTo>
                  <a:cubicBezTo>
                    <a:pt x="5317" y="6821"/>
                    <a:pt x="5322" y="3290"/>
                    <a:pt x="5326" y="0"/>
                  </a:cubicBezTo>
                  <a:lnTo>
                    <a:pt x="4212" y="25"/>
                  </a:lnTo>
                  <a:cubicBezTo>
                    <a:pt x="4207" y="3143"/>
                    <a:pt x="4218" y="6745"/>
                    <a:pt x="4213" y="9863"/>
                  </a:cubicBezTo>
                  <a:lnTo>
                    <a:pt x="0" y="9393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9671" name="Shape 1593">
              <a:extLst>
                <a:ext uri="{FF2B5EF4-FFF2-40B4-BE49-F238E27FC236}">
                  <a16:creationId xmlns:a16="http://schemas.microsoft.com/office/drawing/2014/main" id="{30A239A1-F2C9-46B6-80C1-F48822DD1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674" y="5865179"/>
              <a:ext cx="6816890" cy="362339"/>
            </a:xfrm>
            <a:custGeom>
              <a:avLst/>
              <a:gdLst>
                <a:gd name="T0" fmla="*/ 2147483646 w 14121"/>
                <a:gd name="T1" fmla="*/ 12465715 h 10353"/>
                <a:gd name="T2" fmla="*/ 1520159229 w 14121"/>
                <a:gd name="T3" fmla="*/ 12681305 h 10353"/>
                <a:gd name="T4" fmla="*/ 1523188475 w 14121"/>
                <a:gd name="T5" fmla="*/ 0 h 10353"/>
                <a:gd name="T6" fmla="*/ 1255651732 w 14121"/>
                <a:gd name="T7" fmla="*/ 327061 h 10353"/>
                <a:gd name="T8" fmla="*/ 1255884899 w 14121"/>
                <a:gd name="T9" fmla="*/ 12081117 h 10353"/>
                <a:gd name="T10" fmla="*/ 0 w 14121"/>
                <a:gd name="T11" fmla="*/ 11505392 h 103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21" h="10353" extrusionOk="0">
                  <a:moveTo>
                    <a:pt x="14121" y="10177"/>
                  </a:moveTo>
                  <a:lnTo>
                    <a:pt x="6523" y="10353"/>
                  </a:lnTo>
                  <a:cubicBezTo>
                    <a:pt x="6527" y="6902"/>
                    <a:pt x="6532" y="3451"/>
                    <a:pt x="6536" y="0"/>
                  </a:cubicBezTo>
                  <a:lnTo>
                    <a:pt x="5388" y="267"/>
                  </a:lnTo>
                  <a:cubicBezTo>
                    <a:pt x="5394" y="3466"/>
                    <a:pt x="5383" y="6664"/>
                    <a:pt x="5389" y="9863"/>
                  </a:cubicBezTo>
                  <a:lnTo>
                    <a:pt x="0" y="9393"/>
                  </a:lnTo>
                </a:path>
              </a:pathLst>
            </a:custGeom>
            <a:noFill/>
            <a:ln w="28575" cap="rnd">
              <a:solidFill>
                <a:srgbClr val="00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9672" name="Shape 1635">
              <a:extLst>
                <a:ext uri="{FF2B5EF4-FFF2-40B4-BE49-F238E27FC236}">
                  <a16:creationId xmlns:a16="http://schemas.microsoft.com/office/drawing/2014/main" id="{47E07135-CB27-4406-9AF0-5CC66C62AD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2935" y="5037766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19673" name="Shape 1636">
              <a:extLst>
                <a:ext uri="{FF2B5EF4-FFF2-40B4-BE49-F238E27FC236}">
                  <a16:creationId xmlns:a16="http://schemas.microsoft.com/office/drawing/2014/main" id="{C201983F-5EBB-4A01-8B4C-945431AC9E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12935" y="5390782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19674" name="Shape 1635">
              <a:extLst>
                <a:ext uri="{FF2B5EF4-FFF2-40B4-BE49-F238E27FC236}">
                  <a16:creationId xmlns:a16="http://schemas.microsoft.com/office/drawing/2014/main" id="{36B9E983-673D-4910-AD77-942D9B706C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1401" y="5706634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19675" name="Shape 1636">
              <a:extLst>
                <a:ext uri="{FF2B5EF4-FFF2-40B4-BE49-F238E27FC236}">
                  <a16:creationId xmlns:a16="http://schemas.microsoft.com/office/drawing/2014/main" id="{722497DE-5D67-4C1C-9930-EB98272CA8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1401" y="6059650"/>
              <a:ext cx="180677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19676" name="Shape 1638">
              <a:extLst>
                <a:ext uri="{FF2B5EF4-FFF2-40B4-BE49-F238E27FC236}">
                  <a16:creationId xmlns:a16="http://schemas.microsoft.com/office/drawing/2014/main" id="{5E015BCF-977F-4FA8-88F3-7A15FBA04E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8685" y="6030771"/>
              <a:ext cx="765979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 </a:t>
              </a:r>
            </a:p>
          </p:txBody>
        </p:sp>
        <p:sp>
          <p:nvSpPr>
            <p:cNvPr id="319677" name="Shape 1638">
              <a:extLst>
                <a:ext uri="{FF2B5EF4-FFF2-40B4-BE49-F238E27FC236}">
                  <a16:creationId xmlns:a16="http://schemas.microsoft.com/office/drawing/2014/main" id="{988E7F41-3BAF-46AC-B97C-011184BBF9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152" y="4388237"/>
              <a:ext cx="555150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, R3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        </a:t>
              </a:r>
            </a:p>
          </p:txBody>
        </p:sp>
        <p:sp>
          <p:nvSpPr>
            <p:cNvPr id="319678" name="Shape 1638">
              <a:extLst>
                <a:ext uri="{FF2B5EF4-FFF2-40B4-BE49-F238E27FC236}">
                  <a16:creationId xmlns:a16="http://schemas.microsoft.com/office/drawing/2014/main" id="{82B16A8F-2F71-4AF3-929C-655B130A1E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952" y="5158705"/>
              <a:ext cx="444246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319679" name="Shape 1638">
              <a:extLst>
                <a:ext uri="{FF2B5EF4-FFF2-40B4-BE49-F238E27FC236}">
                  <a16:creationId xmlns:a16="http://schemas.microsoft.com/office/drawing/2014/main" id="{48C57307-7C2E-4A1A-B2A8-31C09792C2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152" y="5158704"/>
              <a:ext cx="555150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, R2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        </a:t>
              </a:r>
            </a:p>
          </p:txBody>
        </p:sp>
        <p:sp>
          <p:nvSpPr>
            <p:cNvPr id="319680" name="Shape 1638">
              <a:extLst>
                <a:ext uri="{FF2B5EF4-FFF2-40B4-BE49-F238E27FC236}">
                  <a16:creationId xmlns:a16="http://schemas.microsoft.com/office/drawing/2014/main" id="{800E73BE-BFBD-4506-BF80-24617A6227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952" y="5751369"/>
              <a:ext cx="444246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319681" name="Shape 1638">
              <a:extLst>
                <a:ext uri="{FF2B5EF4-FFF2-40B4-BE49-F238E27FC236}">
                  <a16:creationId xmlns:a16="http://schemas.microsoft.com/office/drawing/2014/main" id="{11AEC595-B409-47AF-8B64-9769FC2DEC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152" y="5751368"/>
              <a:ext cx="555150" cy="23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, R1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        </a:t>
              </a:r>
            </a:p>
          </p:txBody>
        </p:sp>
      </p:grpSp>
      <p:grpSp>
        <p:nvGrpSpPr>
          <p:cNvPr id="319490" name="Group 96">
            <a:extLst>
              <a:ext uri="{FF2B5EF4-FFF2-40B4-BE49-F238E27FC236}">
                <a16:creationId xmlns:a16="http://schemas.microsoft.com/office/drawing/2014/main" id="{B80E8419-8130-4806-B51F-3AF08F12EFC5}"/>
              </a:ext>
            </a:extLst>
          </p:cNvPr>
          <p:cNvGrpSpPr>
            <a:grpSpLocks/>
          </p:cNvGrpSpPr>
          <p:nvPr/>
        </p:nvGrpSpPr>
        <p:grpSpPr bwMode="auto">
          <a:xfrm>
            <a:off x="1893888" y="2741613"/>
            <a:ext cx="6016625" cy="1325562"/>
            <a:chOff x="2249614" y="4070341"/>
            <a:chExt cx="6016467" cy="1326204"/>
          </a:xfrm>
        </p:grpSpPr>
        <p:grpSp>
          <p:nvGrpSpPr>
            <p:cNvPr id="319578" name="Group 97">
              <a:extLst>
                <a:ext uri="{FF2B5EF4-FFF2-40B4-BE49-F238E27FC236}">
                  <a16:creationId xmlns:a16="http://schemas.microsoft.com/office/drawing/2014/main" id="{1EE5203E-7175-4733-B34C-4FA15D9ABC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49614" y="4071329"/>
              <a:ext cx="407484" cy="1302026"/>
              <a:chOff x="142519" y="3892425"/>
              <a:chExt cx="407484" cy="1302026"/>
            </a:xfrm>
          </p:grpSpPr>
          <p:sp>
            <p:nvSpPr>
              <p:cNvPr id="151" name="Frame 150">
                <a:extLst>
                  <a:ext uri="{FF2B5EF4-FFF2-40B4-BE49-F238E27FC236}">
                    <a16:creationId xmlns:a16="http://schemas.microsoft.com/office/drawing/2014/main" id="{72A62749-32C7-E842-B2BB-3A6199E15F21}"/>
                  </a:ext>
                </a:extLst>
              </p:cNvPr>
              <p:cNvSpPr/>
              <p:nvPr/>
            </p:nvSpPr>
            <p:spPr>
              <a:xfrm>
                <a:off x="169505" y="3893024"/>
                <a:ext cx="355590" cy="1300792"/>
              </a:xfrm>
              <a:prstGeom prst="frame">
                <a:avLst>
                  <a:gd name="adj1" fmla="val 0"/>
                </a:avLst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/>
                  <a:cs typeface="+mn-cs"/>
                  <a:sym typeface="Arial" charset="0"/>
                </a:endParaRPr>
              </a:p>
            </p:txBody>
          </p:sp>
          <p:sp>
            <p:nvSpPr>
              <p:cNvPr id="319610" name="TextBox 151">
                <a:extLst>
                  <a:ext uri="{FF2B5EF4-FFF2-40B4-BE49-F238E27FC236}">
                    <a16:creationId xmlns:a16="http://schemas.microsoft.com/office/drawing/2014/main" id="{A07CA9AD-AF1B-49F2-BA80-91B0F65377E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19" y="4306659"/>
                <a:ext cx="40748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319579" name="Group 98">
              <a:extLst>
                <a:ext uri="{FF2B5EF4-FFF2-40B4-BE49-F238E27FC236}">
                  <a16:creationId xmlns:a16="http://schemas.microsoft.com/office/drawing/2014/main" id="{DD9F662B-12C2-4AE5-9098-BA2111C6B2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44263" y="4080656"/>
              <a:ext cx="407484" cy="1302026"/>
              <a:chOff x="142519" y="3892425"/>
              <a:chExt cx="407484" cy="1302026"/>
            </a:xfrm>
          </p:grpSpPr>
          <p:sp>
            <p:nvSpPr>
              <p:cNvPr id="147" name="Frame 146">
                <a:extLst>
                  <a:ext uri="{FF2B5EF4-FFF2-40B4-BE49-F238E27FC236}">
                    <a16:creationId xmlns:a16="http://schemas.microsoft.com/office/drawing/2014/main" id="{CD9AA7A9-4643-2F4D-845B-4CB313D8B271}"/>
                  </a:ext>
                </a:extLst>
              </p:cNvPr>
              <p:cNvSpPr/>
              <p:nvPr/>
            </p:nvSpPr>
            <p:spPr>
              <a:xfrm>
                <a:off x="170213" y="3891640"/>
                <a:ext cx="354002" cy="1302380"/>
              </a:xfrm>
              <a:prstGeom prst="frame">
                <a:avLst>
                  <a:gd name="adj1" fmla="val 0"/>
                </a:avLst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/>
                  <a:cs typeface="+mn-cs"/>
                  <a:sym typeface="Arial" charset="0"/>
                </a:endParaRPr>
              </a:p>
            </p:txBody>
          </p:sp>
          <p:sp>
            <p:nvSpPr>
              <p:cNvPr id="319608" name="TextBox 147">
                <a:extLst>
                  <a:ext uri="{FF2B5EF4-FFF2-40B4-BE49-F238E27FC236}">
                    <a16:creationId xmlns:a16="http://schemas.microsoft.com/office/drawing/2014/main" id="{6867C32B-B089-4712-93F2-A915B22854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19" y="4306659"/>
                <a:ext cx="40748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319580" name="Group 99">
              <a:extLst>
                <a:ext uri="{FF2B5EF4-FFF2-40B4-BE49-F238E27FC236}">
                  <a16:creationId xmlns:a16="http://schemas.microsoft.com/office/drawing/2014/main" id="{3396D0CC-1633-4CFB-A151-F50F9CD664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05838" y="4070341"/>
              <a:ext cx="407484" cy="1302026"/>
              <a:chOff x="142519" y="3892425"/>
              <a:chExt cx="407484" cy="1302026"/>
            </a:xfrm>
          </p:grpSpPr>
          <p:sp>
            <p:nvSpPr>
              <p:cNvPr id="143" name="Frame 142">
                <a:extLst>
                  <a:ext uri="{FF2B5EF4-FFF2-40B4-BE49-F238E27FC236}">
                    <a16:creationId xmlns:a16="http://schemas.microsoft.com/office/drawing/2014/main" id="{9F7CA4DD-4D24-0840-85A4-7EB420ACA22B}"/>
                  </a:ext>
                </a:extLst>
              </p:cNvPr>
              <p:cNvSpPr/>
              <p:nvPr/>
            </p:nvSpPr>
            <p:spPr>
              <a:xfrm>
                <a:off x="169119" y="3892425"/>
                <a:ext cx="355590" cy="1302380"/>
              </a:xfrm>
              <a:prstGeom prst="frame">
                <a:avLst>
                  <a:gd name="adj1" fmla="val 0"/>
                </a:avLst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/>
                  <a:cs typeface="+mn-cs"/>
                  <a:sym typeface="Arial" charset="0"/>
                </a:endParaRPr>
              </a:p>
            </p:txBody>
          </p:sp>
          <p:sp>
            <p:nvSpPr>
              <p:cNvPr id="319606" name="TextBox 143">
                <a:extLst>
                  <a:ext uri="{FF2B5EF4-FFF2-40B4-BE49-F238E27FC236}">
                    <a16:creationId xmlns:a16="http://schemas.microsoft.com/office/drawing/2014/main" id="{ABCA96EB-BC1C-4070-9A53-8D83E120445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19" y="4306659"/>
                <a:ext cx="40748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319581" name="Group 100">
              <a:extLst>
                <a:ext uri="{FF2B5EF4-FFF2-40B4-BE49-F238E27FC236}">
                  <a16:creationId xmlns:a16="http://schemas.microsoft.com/office/drawing/2014/main" id="{3422ECAB-108B-412D-916F-AB3FA4EEBB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9397" y="4074642"/>
              <a:ext cx="407484" cy="1302026"/>
              <a:chOff x="142519" y="3892425"/>
              <a:chExt cx="407484" cy="1302026"/>
            </a:xfrm>
          </p:grpSpPr>
          <p:sp>
            <p:nvSpPr>
              <p:cNvPr id="139" name="Frame 138">
                <a:extLst>
                  <a:ext uri="{FF2B5EF4-FFF2-40B4-BE49-F238E27FC236}">
                    <a16:creationId xmlns:a16="http://schemas.microsoft.com/office/drawing/2014/main" id="{76913C1A-DDCB-9640-A1A4-6CD3763EC448}"/>
                  </a:ext>
                </a:extLst>
              </p:cNvPr>
              <p:cNvSpPr/>
              <p:nvPr/>
            </p:nvSpPr>
            <p:spPr>
              <a:xfrm>
                <a:off x="169145" y="3892888"/>
                <a:ext cx="355590" cy="1300792"/>
              </a:xfrm>
              <a:prstGeom prst="frame">
                <a:avLst>
                  <a:gd name="adj1" fmla="val 0"/>
                </a:avLst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/>
                  <a:cs typeface="+mn-cs"/>
                  <a:sym typeface="Arial" charset="0"/>
                </a:endParaRPr>
              </a:p>
            </p:txBody>
          </p:sp>
          <p:sp>
            <p:nvSpPr>
              <p:cNvPr id="319604" name="TextBox 139">
                <a:extLst>
                  <a:ext uri="{FF2B5EF4-FFF2-40B4-BE49-F238E27FC236}">
                    <a16:creationId xmlns:a16="http://schemas.microsoft.com/office/drawing/2014/main" id="{A0D2A673-935B-42E3-9F14-200A3D2BB9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19" y="4306659"/>
                <a:ext cx="40748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319582" name="Group 101">
              <a:extLst>
                <a:ext uri="{FF2B5EF4-FFF2-40B4-BE49-F238E27FC236}">
                  <a16:creationId xmlns:a16="http://schemas.microsoft.com/office/drawing/2014/main" id="{6D45058D-3C45-4869-A9EA-1300FE548D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95589" y="4079590"/>
              <a:ext cx="407484" cy="1302026"/>
              <a:chOff x="142519" y="3892425"/>
              <a:chExt cx="407484" cy="1302026"/>
            </a:xfrm>
          </p:grpSpPr>
          <p:sp>
            <p:nvSpPr>
              <p:cNvPr id="135" name="Frame 134">
                <a:extLst>
                  <a:ext uri="{FF2B5EF4-FFF2-40B4-BE49-F238E27FC236}">
                    <a16:creationId xmlns:a16="http://schemas.microsoft.com/office/drawing/2014/main" id="{F6D40B2C-B1D5-944C-8AB9-BE997D256443}"/>
                  </a:ext>
                </a:extLst>
              </p:cNvPr>
              <p:cNvSpPr/>
              <p:nvPr/>
            </p:nvSpPr>
            <p:spPr>
              <a:xfrm>
                <a:off x="169734" y="3892705"/>
                <a:ext cx="355590" cy="1302380"/>
              </a:xfrm>
              <a:prstGeom prst="frame">
                <a:avLst>
                  <a:gd name="adj1" fmla="val 0"/>
                </a:avLst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/>
                  <a:cs typeface="+mn-cs"/>
                  <a:sym typeface="Arial" charset="0"/>
                </a:endParaRPr>
              </a:p>
            </p:txBody>
          </p:sp>
          <p:sp>
            <p:nvSpPr>
              <p:cNvPr id="319602" name="TextBox 135">
                <a:extLst>
                  <a:ext uri="{FF2B5EF4-FFF2-40B4-BE49-F238E27FC236}">
                    <a16:creationId xmlns:a16="http://schemas.microsoft.com/office/drawing/2014/main" id="{BB35D2F0-1D10-4CA2-B8F4-57E4197596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19" y="4306659"/>
                <a:ext cx="40748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319583" name="Group 102">
              <a:extLst>
                <a:ext uri="{FF2B5EF4-FFF2-40B4-BE49-F238E27FC236}">
                  <a16:creationId xmlns:a16="http://schemas.microsoft.com/office/drawing/2014/main" id="{34D65FC1-A102-49E9-AC54-9A192B3EA9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18980" y="4081268"/>
              <a:ext cx="407484" cy="1302026"/>
              <a:chOff x="142519" y="3892425"/>
              <a:chExt cx="407484" cy="1302026"/>
            </a:xfrm>
          </p:grpSpPr>
          <p:sp>
            <p:nvSpPr>
              <p:cNvPr id="131" name="Frame 130">
                <a:extLst>
                  <a:ext uri="{FF2B5EF4-FFF2-40B4-BE49-F238E27FC236}">
                    <a16:creationId xmlns:a16="http://schemas.microsoft.com/office/drawing/2014/main" id="{A6AD5E71-4E56-A74E-B4EF-A1C571C61FEB}"/>
                  </a:ext>
                </a:extLst>
              </p:cNvPr>
              <p:cNvSpPr/>
              <p:nvPr/>
            </p:nvSpPr>
            <p:spPr>
              <a:xfrm>
                <a:off x="168726" y="3892615"/>
                <a:ext cx="355590" cy="1302380"/>
              </a:xfrm>
              <a:prstGeom prst="frame">
                <a:avLst>
                  <a:gd name="adj1" fmla="val 0"/>
                </a:avLst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/>
                  <a:cs typeface="+mn-cs"/>
                  <a:sym typeface="Arial" charset="0"/>
                </a:endParaRPr>
              </a:p>
            </p:txBody>
          </p:sp>
          <p:sp>
            <p:nvSpPr>
              <p:cNvPr id="319600" name="TextBox 131">
                <a:extLst>
                  <a:ext uri="{FF2B5EF4-FFF2-40B4-BE49-F238E27FC236}">
                    <a16:creationId xmlns:a16="http://schemas.microsoft.com/office/drawing/2014/main" id="{91F1A303-6A27-4E83-8B90-5A69B25948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19" y="4306659"/>
                <a:ext cx="40748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319584" name="Group 103">
              <a:extLst>
                <a:ext uri="{FF2B5EF4-FFF2-40B4-BE49-F238E27FC236}">
                  <a16:creationId xmlns:a16="http://schemas.microsoft.com/office/drawing/2014/main" id="{B5FF4A57-009F-4DF3-9470-578382CB2A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858597" y="4094519"/>
              <a:ext cx="407484" cy="1302026"/>
              <a:chOff x="142519" y="3892425"/>
              <a:chExt cx="407484" cy="1302026"/>
            </a:xfrm>
          </p:grpSpPr>
          <p:sp>
            <p:nvSpPr>
              <p:cNvPr id="127" name="Frame 126">
                <a:extLst>
                  <a:ext uri="{FF2B5EF4-FFF2-40B4-BE49-F238E27FC236}">
                    <a16:creationId xmlns:a16="http://schemas.microsoft.com/office/drawing/2014/main" id="{492384E0-9317-6C4C-B847-221672552511}"/>
                  </a:ext>
                </a:extLst>
              </p:cNvPr>
              <p:cNvSpPr/>
              <p:nvPr/>
            </p:nvSpPr>
            <p:spPr>
              <a:xfrm>
                <a:off x="169013" y="3892071"/>
                <a:ext cx="355590" cy="1302380"/>
              </a:xfrm>
              <a:prstGeom prst="frame">
                <a:avLst>
                  <a:gd name="adj1" fmla="val 0"/>
                </a:avLst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/>
                  <a:cs typeface="+mn-cs"/>
                  <a:sym typeface="Arial" charset="0"/>
                </a:endParaRPr>
              </a:p>
            </p:txBody>
          </p:sp>
          <p:sp>
            <p:nvSpPr>
              <p:cNvPr id="319598" name="TextBox 127">
                <a:extLst>
                  <a:ext uri="{FF2B5EF4-FFF2-40B4-BE49-F238E27FC236}">
                    <a16:creationId xmlns:a16="http://schemas.microsoft.com/office/drawing/2014/main" id="{C6457E7B-3800-4F45-9717-EF1404501D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19" y="4306659"/>
                <a:ext cx="40748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319585" name="Group 104">
              <a:extLst>
                <a:ext uri="{FF2B5EF4-FFF2-40B4-BE49-F238E27FC236}">
                  <a16:creationId xmlns:a16="http://schemas.microsoft.com/office/drawing/2014/main" id="{C1EB452C-7EFB-414A-909B-6D7F6135F7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0941" y="4074030"/>
              <a:ext cx="407484" cy="1302026"/>
              <a:chOff x="142519" y="3892425"/>
              <a:chExt cx="407484" cy="1302026"/>
            </a:xfrm>
          </p:grpSpPr>
          <p:sp>
            <p:nvSpPr>
              <p:cNvPr id="123" name="Frame 122">
                <a:extLst>
                  <a:ext uri="{FF2B5EF4-FFF2-40B4-BE49-F238E27FC236}">
                    <a16:creationId xmlns:a16="http://schemas.microsoft.com/office/drawing/2014/main" id="{3FC4BC9D-A060-4842-8179-6995042220F0}"/>
                  </a:ext>
                </a:extLst>
              </p:cNvPr>
              <p:cNvSpPr/>
              <p:nvPr/>
            </p:nvSpPr>
            <p:spPr>
              <a:xfrm>
                <a:off x="169356" y="3891913"/>
                <a:ext cx="355590" cy="1302380"/>
              </a:xfrm>
              <a:prstGeom prst="frame">
                <a:avLst>
                  <a:gd name="adj1" fmla="val 0"/>
                </a:avLst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/>
                  <a:cs typeface="+mn-cs"/>
                  <a:sym typeface="Arial" charset="0"/>
                </a:endParaRPr>
              </a:p>
            </p:txBody>
          </p:sp>
          <p:sp>
            <p:nvSpPr>
              <p:cNvPr id="319596" name="TextBox 123">
                <a:extLst>
                  <a:ext uri="{FF2B5EF4-FFF2-40B4-BE49-F238E27FC236}">
                    <a16:creationId xmlns:a16="http://schemas.microsoft.com/office/drawing/2014/main" id="{55CCD753-9621-45F8-8E62-54EE5A8880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19" y="4306659"/>
                <a:ext cx="40748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319586" name="Group 105">
              <a:extLst>
                <a:ext uri="{FF2B5EF4-FFF2-40B4-BE49-F238E27FC236}">
                  <a16:creationId xmlns:a16="http://schemas.microsoft.com/office/drawing/2014/main" id="{0232770E-4577-4073-AF4A-E480C68F3A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50411" y="4083969"/>
              <a:ext cx="407484" cy="1302026"/>
              <a:chOff x="142519" y="3892425"/>
              <a:chExt cx="407484" cy="1302026"/>
            </a:xfrm>
          </p:grpSpPr>
          <p:sp>
            <p:nvSpPr>
              <p:cNvPr id="119" name="Frame 118">
                <a:extLst>
                  <a:ext uri="{FF2B5EF4-FFF2-40B4-BE49-F238E27FC236}">
                    <a16:creationId xmlns:a16="http://schemas.microsoft.com/office/drawing/2014/main" id="{6D2128F5-0BDF-6C42-ADE8-4AA9583B9366}"/>
                  </a:ext>
                </a:extLst>
              </p:cNvPr>
              <p:cNvSpPr/>
              <p:nvPr/>
            </p:nvSpPr>
            <p:spPr>
              <a:xfrm>
                <a:off x="169103" y="3893091"/>
                <a:ext cx="355590" cy="1300792"/>
              </a:xfrm>
              <a:prstGeom prst="frame">
                <a:avLst>
                  <a:gd name="adj1" fmla="val 0"/>
                </a:avLst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/>
                  <a:cs typeface="+mn-cs"/>
                  <a:sym typeface="Arial" charset="0"/>
                </a:endParaRPr>
              </a:p>
            </p:txBody>
          </p:sp>
          <p:sp>
            <p:nvSpPr>
              <p:cNvPr id="319594" name="TextBox 119">
                <a:extLst>
                  <a:ext uri="{FF2B5EF4-FFF2-40B4-BE49-F238E27FC236}">
                    <a16:creationId xmlns:a16="http://schemas.microsoft.com/office/drawing/2014/main" id="{937D4498-F3FC-4710-A692-0BD7E3995E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19" y="4306659"/>
                <a:ext cx="40748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319587" name="Group 106">
              <a:extLst>
                <a:ext uri="{FF2B5EF4-FFF2-40B4-BE49-F238E27FC236}">
                  <a16:creationId xmlns:a16="http://schemas.microsoft.com/office/drawing/2014/main" id="{6A23D482-CA12-4323-BBAA-90B237902E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68986" y="4073654"/>
              <a:ext cx="407484" cy="1302026"/>
              <a:chOff x="142519" y="3892425"/>
              <a:chExt cx="407484" cy="1302026"/>
            </a:xfrm>
          </p:grpSpPr>
          <p:sp>
            <p:nvSpPr>
              <p:cNvPr id="115" name="Frame 114">
                <a:extLst>
                  <a:ext uri="{FF2B5EF4-FFF2-40B4-BE49-F238E27FC236}">
                    <a16:creationId xmlns:a16="http://schemas.microsoft.com/office/drawing/2014/main" id="{D60C97FC-2369-624C-9B3A-B47A233138D6}"/>
                  </a:ext>
                </a:extLst>
              </p:cNvPr>
              <p:cNvSpPr/>
              <p:nvPr/>
            </p:nvSpPr>
            <p:spPr>
              <a:xfrm>
                <a:off x="169627" y="3892289"/>
                <a:ext cx="355590" cy="1302380"/>
              </a:xfrm>
              <a:prstGeom prst="frame">
                <a:avLst>
                  <a:gd name="adj1" fmla="val 0"/>
                </a:avLst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/>
                  <a:cs typeface="+mn-cs"/>
                  <a:sym typeface="Arial" charset="0"/>
                </a:endParaRPr>
              </a:p>
            </p:txBody>
          </p:sp>
          <p:sp>
            <p:nvSpPr>
              <p:cNvPr id="319592" name="TextBox 115">
                <a:extLst>
                  <a:ext uri="{FF2B5EF4-FFF2-40B4-BE49-F238E27FC236}">
                    <a16:creationId xmlns:a16="http://schemas.microsoft.com/office/drawing/2014/main" id="{CE4B5FD7-121C-4A91-93B2-6386AE0CFB4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19" y="4306659"/>
                <a:ext cx="40748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319588" name="Group 107">
              <a:extLst>
                <a:ext uri="{FF2B5EF4-FFF2-40B4-BE49-F238E27FC236}">
                  <a16:creationId xmlns:a16="http://schemas.microsoft.com/office/drawing/2014/main" id="{FBCF2564-8C2F-495D-B3E0-383A53C428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85821" y="4083593"/>
              <a:ext cx="407484" cy="1302026"/>
              <a:chOff x="142519" y="3892425"/>
              <a:chExt cx="407484" cy="1302026"/>
            </a:xfrm>
          </p:grpSpPr>
          <p:sp>
            <p:nvSpPr>
              <p:cNvPr id="111" name="Frame 110">
                <a:extLst>
                  <a:ext uri="{FF2B5EF4-FFF2-40B4-BE49-F238E27FC236}">
                    <a16:creationId xmlns:a16="http://schemas.microsoft.com/office/drawing/2014/main" id="{EBA3E1AC-114A-E44F-BA30-8C13115FEDEF}"/>
                  </a:ext>
                </a:extLst>
              </p:cNvPr>
              <p:cNvSpPr/>
              <p:nvPr/>
            </p:nvSpPr>
            <p:spPr>
              <a:xfrm>
                <a:off x="168716" y="3891879"/>
                <a:ext cx="355590" cy="1302380"/>
              </a:xfrm>
              <a:prstGeom prst="frame">
                <a:avLst>
                  <a:gd name="adj1" fmla="val 0"/>
                </a:avLst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/>
                  <a:cs typeface="+mn-cs"/>
                  <a:sym typeface="Arial" charset="0"/>
                </a:endParaRPr>
              </a:p>
            </p:txBody>
          </p:sp>
          <p:sp>
            <p:nvSpPr>
              <p:cNvPr id="319590" name="TextBox 111">
                <a:extLst>
                  <a:ext uri="{FF2B5EF4-FFF2-40B4-BE49-F238E27FC236}">
                    <a16:creationId xmlns:a16="http://schemas.microsoft.com/office/drawing/2014/main" id="{DF830173-2180-4D81-BA5E-0AA7791171F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19" y="4306659"/>
                <a:ext cx="40748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7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endPara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</p:grpSp>
      <p:sp>
        <p:nvSpPr>
          <p:cNvPr id="215" name="Rectangle 214">
            <a:extLst>
              <a:ext uri="{FF2B5EF4-FFF2-40B4-BE49-F238E27FC236}">
                <a16:creationId xmlns:a16="http://schemas.microsoft.com/office/drawing/2014/main" id="{F008876E-7116-C549-B04F-34BE0EFD480D}"/>
              </a:ext>
            </a:extLst>
          </p:cNvPr>
          <p:cNvSpPr/>
          <p:nvPr/>
        </p:nvSpPr>
        <p:spPr>
          <a:xfrm>
            <a:off x="5164138" y="806450"/>
            <a:ext cx="3946525" cy="590708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ＭＳ Ｐゴシック"/>
              <a:cs typeface="+mn-cs"/>
              <a:sym typeface="Arial" charset="0"/>
            </a:endParaRPr>
          </a:p>
        </p:txBody>
      </p:sp>
      <p:grpSp>
        <p:nvGrpSpPr>
          <p:cNvPr id="319492" name="Group 215">
            <a:extLst>
              <a:ext uri="{FF2B5EF4-FFF2-40B4-BE49-F238E27FC236}">
                <a16:creationId xmlns:a16="http://schemas.microsoft.com/office/drawing/2014/main" id="{F1275AE7-E394-490D-826A-F7943B5E14FB}"/>
              </a:ext>
            </a:extLst>
          </p:cNvPr>
          <p:cNvGrpSpPr>
            <a:grpSpLocks/>
          </p:cNvGrpSpPr>
          <p:nvPr/>
        </p:nvGrpSpPr>
        <p:grpSpPr bwMode="auto">
          <a:xfrm>
            <a:off x="5402263" y="788988"/>
            <a:ext cx="3649662" cy="5486400"/>
            <a:chOff x="5367868" y="789517"/>
            <a:chExt cx="3650832" cy="5486400"/>
          </a:xfrm>
        </p:grpSpPr>
        <p:sp>
          <p:nvSpPr>
            <p:cNvPr id="319496" name="Shape 1958">
              <a:extLst>
                <a:ext uri="{FF2B5EF4-FFF2-40B4-BE49-F238E27FC236}">
                  <a16:creationId xmlns:a16="http://schemas.microsoft.com/office/drawing/2014/main" id="{E1159011-9A1C-4B4F-904C-740F3CE48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7217" y="1586443"/>
              <a:ext cx="114303" cy="138111"/>
            </a:xfrm>
            <a:custGeom>
              <a:avLst/>
              <a:gdLst>
                <a:gd name="T0" fmla="*/ 2147483646 w 144"/>
                <a:gd name="T1" fmla="*/ 0 h 173"/>
                <a:gd name="T2" fmla="*/ 0 w 144"/>
                <a:gd name="T3" fmla="*/ 2147483646 h 173"/>
                <a:gd name="T4" fmla="*/ 2147483646 w 144"/>
                <a:gd name="T5" fmla="*/ 2147483646 h 173"/>
                <a:gd name="T6" fmla="*/ 2147483646 w 144"/>
                <a:gd name="T7" fmla="*/ 2147483646 h 173"/>
                <a:gd name="T8" fmla="*/ 2147483646 w 144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73"/>
                <a:gd name="T17" fmla="*/ 144 w 144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73" extrusionOk="0">
                  <a:moveTo>
                    <a:pt x="86" y="0"/>
                  </a:moveTo>
                  <a:lnTo>
                    <a:pt x="0" y="173"/>
                  </a:lnTo>
                  <a:lnTo>
                    <a:pt x="144" y="57"/>
                  </a:lnTo>
                  <a:lnTo>
                    <a:pt x="115" y="29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9497" name="Shape 1959">
              <a:extLst>
                <a:ext uri="{FF2B5EF4-FFF2-40B4-BE49-F238E27FC236}">
                  <a16:creationId xmlns:a16="http://schemas.microsoft.com/office/drawing/2014/main" id="{6DD96554-58AA-433C-B16E-579A7FE7D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3968" y="1129242"/>
              <a:ext cx="639777" cy="641350"/>
            </a:xfrm>
            <a:custGeom>
              <a:avLst/>
              <a:gdLst>
                <a:gd name="T0" fmla="*/ 2147483646 w 808"/>
                <a:gd name="T1" fmla="*/ 2147483646 h 807"/>
                <a:gd name="T2" fmla="*/ 2147483646 w 808"/>
                <a:gd name="T3" fmla="*/ 2147483646 h 807"/>
                <a:gd name="T4" fmla="*/ 2147483646 w 808"/>
                <a:gd name="T5" fmla="*/ 2147483646 h 807"/>
                <a:gd name="T6" fmla="*/ 2147483646 w 808"/>
                <a:gd name="T7" fmla="*/ 2147483646 h 807"/>
                <a:gd name="T8" fmla="*/ 2147483646 w 808"/>
                <a:gd name="T9" fmla="*/ 2147483646 h 807"/>
                <a:gd name="T10" fmla="*/ 2147483646 w 808"/>
                <a:gd name="T11" fmla="*/ 2147483646 h 807"/>
                <a:gd name="T12" fmla="*/ 2147483646 w 808"/>
                <a:gd name="T13" fmla="*/ 2147483646 h 807"/>
                <a:gd name="T14" fmla="*/ 2147483646 w 808"/>
                <a:gd name="T15" fmla="*/ 2147483646 h 807"/>
                <a:gd name="T16" fmla="*/ 2147483646 w 808"/>
                <a:gd name="T17" fmla="*/ 2147483646 h 807"/>
                <a:gd name="T18" fmla="*/ 2147483646 w 808"/>
                <a:gd name="T19" fmla="*/ 2147483646 h 807"/>
                <a:gd name="T20" fmla="*/ 2147483646 w 808"/>
                <a:gd name="T21" fmla="*/ 0 h 807"/>
                <a:gd name="T22" fmla="*/ 2147483646 w 808"/>
                <a:gd name="T23" fmla="*/ 0 h 807"/>
                <a:gd name="T24" fmla="*/ 2147483646 w 808"/>
                <a:gd name="T25" fmla="*/ 2147483646 h 807"/>
                <a:gd name="T26" fmla="*/ 2147483646 w 808"/>
                <a:gd name="T27" fmla="*/ 2147483646 h 807"/>
                <a:gd name="T28" fmla="*/ 2147483646 w 808"/>
                <a:gd name="T29" fmla="*/ 2147483646 h 807"/>
                <a:gd name="T30" fmla="*/ 2147483646 w 808"/>
                <a:gd name="T31" fmla="*/ 2147483646 h 807"/>
                <a:gd name="T32" fmla="*/ 2147483646 w 808"/>
                <a:gd name="T33" fmla="*/ 2147483646 h 807"/>
                <a:gd name="T34" fmla="*/ 2147483646 w 808"/>
                <a:gd name="T35" fmla="*/ 2147483646 h 807"/>
                <a:gd name="T36" fmla="*/ 2147483646 w 808"/>
                <a:gd name="T37" fmla="*/ 2147483646 h 807"/>
                <a:gd name="T38" fmla="*/ 2147483646 w 808"/>
                <a:gd name="T39" fmla="*/ 2147483646 h 807"/>
                <a:gd name="T40" fmla="*/ 2147483646 w 808"/>
                <a:gd name="T41" fmla="*/ 2147483646 h 807"/>
                <a:gd name="T42" fmla="*/ 2147483646 w 808"/>
                <a:gd name="T43" fmla="*/ 2147483646 h 807"/>
                <a:gd name="T44" fmla="*/ 2147483646 w 808"/>
                <a:gd name="T45" fmla="*/ 2147483646 h 807"/>
                <a:gd name="T46" fmla="*/ 2147483646 w 808"/>
                <a:gd name="T47" fmla="*/ 2147483646 h 807"/>
                <a:gd name="T48" fmla="*/ 2147483646 w 808"/>
                <a:gd name="T49" fmla="*/ 2147483646 h 807"/>
                <a:gd name="T50" fmla="*/ 2147483646 w 808"/>
                <a:gd name="T51" fmla="*/ 2147483646 h 807"/>
                <a:gd name="T52" fmla="*/ 2147483646 w 808"/>
                <a:gd name="T53" fmla="*/ 2147483646 h 807"/>
                <a:gd name="T54" fmla="*/ 2147483646 w 808"/>
                <a:gd name="T55" fmla="*/ 2147483646 h 807"/>
                <a:gd name="T56" fmla="*/ 2147483646 w 808"/>
                <a:gd name="T57" fmla="*/ 2147483646 h 807"/>
                <a:gd name="T58" fmla="*/ 2147483646 w 808"/>
                <a:gd name="T59" fmla="*/ 2147483646 h 807"/>
                <a:gd name="T60" fmla="*/ 2147483646 w 808"/>
                <a:gd name="T61" fmla="*/ 2147483646 h 807"/>
                <a:gd name="T62" fmla="*/ 2147483646 w 808"/>
                <a:gd name="T63" fmla="*/ 2147483646 h 807"/>
                <a:gd name="T64" fmla="*/ 2147483646 w 808"/>
                <a:gd name="T65" fmla="*/ 2147483646 h 807"/>
                <a:gd name="T66" fmla="*/ 2147483646 w 808"/>
                <a:gd name="T67" fmla="*/ 2147483646 h 807"/>
                <a:gd name="T68" fmla="*/ 2147483646 w 808"/>
                <a:gd name="T69" fmla="*/ 2147483646 h 807"/>
                <a:gd name="T70" fmla="*/ 2147483646 w 808"/>
                <a:gd name="T71" fmla="*/ 2147483646 h 807"/>
                <a:gd name="T72" fmla="*/ 2147483646 w 808"/>
                <a:gd name="T73" fmla="*/ 2147483646 h 807"/>
                <a:gd name="T74" fmla="*/ 2147483646 w 808"/>
                <a:gd name="T75" fmla="*/ 2147483646 h 807"/>
                <a:gd name="T76" fmla="*/ 2147483646 w 808"/>
                <a:gd name="T77" fmla="*/ 2147483646 h 807"/>
                <a:gd name="T78" fmla="*/ 2147483646 w 808"/>
                <a:gd name="T79" fmla="*/ 2147483646 h 807"/>
                <a:gd name="T80" fmla="*/ 2147483646 w 808"/>
                <a:gd name="T81" fmla="*/ 2147483646 h 807"/>
                <a:gd name="T82" fmla="*/ 2147483646 w 808"/>
                <a:gd name="T83" fmla="*/ 2147483646 h 807"/>
                <a:gd name="T84" fmla="*/ 2147483646 w 808"/>
                <a:gd name="T85" fmla="*/ 2147483646 h 807"/>
                <a:gd name="T86" fmla="*/ 2147483646 w 808"/>
                <a:gd name="T87" fmla="*/ 2147483646 h 80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08"/>
                <a:gd name="T133" fmla="*/ 0 h 807"/>
                <a:gd name="T134" fmla="*/ 808 w 808"/>
                <a:gd name="T135" fmla="*/ 807 h 80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08" h="807" extrusionOk="0">
                  <a:moveTo>
                    <a:pt x="0" y="400"/>
                  </a:moveTo>
                  <a:lnTo>
                    <a:pt x="0" y="408"/>
                  </a:lnTo>
                  <a:lnTo>
                    <a:pt x="2" y="388"/>
                  </a:lnTo>
                  <a:lnTo>
                    <a:pt x="3" y="366"/>
                  </a:lnTo>
                  <a:lnTo>
                    <a:pt x="6" y="346"/>
                  </a:lnTo>
                  <a:lnTo>
                    <a:pt x="9" y="326"/>
                  </a:lnTo>
                  <a:lnTo>
                    <a:pt x="13" y="307"/>
                  </a:lnTo>
                  <a:lnTo>
                    <a:pt x="19" y="287"/>
                  </a:lnTo>
                  <a:lnTo>
                    <a:pt x="26" y="268"/>
                  </a:lnTo>
                  <a:lnTo>
                    <a:pt x="34" y="250"/>
                  </a:lnTo>
                  <a:lnTo>
                    <a:pt x="41" y="232"/>
                  </a:lnTo>
                  <a:lnTo>
                    <a:pt x="51" y="214"/>
                  </a:lnTo>
                  <a:lnTo>
                    <a:pt x="61" y="196"/>
                  </a:lnTo>
                  <a:lnTo>
                    <a:pt x="71" y="180"/>
                  </a:lnTo>
                  <a:lnTo>
                    <a:pt x="83" y="165"/>
                  </a:lnTo>
                  <a:lnTo>
                    <a:pt x="94" y="149"/>
                  </a:lnTo>
                  <a:lnTo>
                    <a:pt x="107" y="134"/>
                  </a:lnTo>
                  <a:lnTo>
                    <a:pt x="122" y="120"/>
                  </a:lnTo>
                  <a:lnTo>
                    <a:pt x="135" y="107"/>
                  </a:lnTo>
                  <a:lnTo>
                    <a:pt x="150" y="94"/>
                  </a:lnTo>
                  <a:lnTo>
                    <a:pt x="165" y="81"/>
                  </a:lnTo>
                  <a:lnTo>
                    <a:pt x="181" y="69"/>
                  </a:lnTo>
                  <a:lnTo>
                    <a:pt x="198" y="59"/>
                  </a:lnTo>
                  <a:lnTo>
                    <a:pt x="215" y="49"/>
                  </a:lnTo>
                  <a:lnTo>
                    <a:pt x="233" y="41"/>
                  </a:lnTo>
                  <a:lnTo>
                    <a:pt x="251" y="32"/>
                  </a:lnTo>
                  <a:lnTo>
                    <a:pt x="269" y="25"/>
                  </a:lnTo>
                  <a:lnTo>
                    <a:pt x="289" y="19"/>
                  </a:lnTo>
                  <a:lnTo>
                    <a:pt x="307" y="13"/>
                  </a:lnTo>
                  <a:lnTo>
                    <a:pt x="328" y="9"/>
                  </a:lnTo>
                  <a:lnTo>
                    <a:pt x="348" y="5"/>
                  </a:lnTo>
                  <a:lnTo>
                    <a:pt x="368" y="2"/>
                  </a:lnTo>
                  <a:lnTo>
                    <a:pt x="388" y="0"/>
                  </a:lnTo>
                  <a:lnTo>
                    <a:pt x="410" y="0"/>
                  </a:lnTo>
                  <a:lnTo>
                    <a:pt x="400" y="0"/>
                  </a:lnTo>
                  <a:lnTo>
                    <a:pt x="421" y="0"/>
                  </a:lnTo>
                  <a:lnTo>
                    <a:pt x="442" y="2"/>
                  </a:lnTo>
                  <a:lnTo>
                    <a:pt x="462" y="5"/>
                  </a:lnTo>
                  <a:lnTo>
                    <a:pt x="482" y="9"/>
                  </a:lnTo>
                  <a:lnTo>
                    <a:pt x="502" y="13"/>
                  </a:lnTo>
                  <a:lnTo>
                    <a:pt x="521" y="19"/>
                  </a:lnTo>
                  <a:lnTo>
                    <a:pt x="541" y="25"/>
                  </a:lnTo>
                  <a:lnTo>
                    <a:pt x="558" y="32"/>
                  </a:lnTo>
                  <a:lnTo>
                    <a:pt x="577" y="41"/>
                  </a:lnTo>
                  <a:lnTo>
                    <a:pt x="594" y="49"/>
                  </a:lnTo>
                  <a:lnTo>
                    <a:pt x="612" y="59"/>
                  </a:lnTo>
                  <a:lnTo>
                    <a:pt x="629" y="69"/>
                  </a:lnTo>
                  <a:lnTo>
                    <a:pt x="645" y="81"/>
                  </a:lnTo>
                  <a:lnTo>
                    <a:pt x="659" y="94"/>
                  </a:lnTo>
                  <a:lnTo>
                    <a:pt x="675" y="107"/>
                  </a:lnTo>
                  <a:lnTo>
                    <a:pt x="688" y="120"/>
                  </a:lnTo>
                  <a:lnTo>
                    <a:pt x="702" y="134"/>
                  </a:lnTo>
                  <a:lnTo>
                    <a:pt x="715" y="149"/>
                  </a:lnTo>
                  <a:lnTo>
                    <a:pt x="727" y="165"/>
                  </a:lnTo>
                  <a:lnTo>
                    <a:pt x="738" y="180"/>
                  </a:lnTo>
                  <a:lnTo>
                    <a:pt x="749" y="196"/>
                  </a:lnTo>
                  <a:lnTo>
                    <a:pt x="759" y="214"/>
                  </a:lnTo>
                  <a:lnTo>
                    <a:pt x="769" y="232"/>
                  </a:lnTo>
                  <a:lnTo>
                    <a:pt x="776" y="250"/>
                  </a:lnTo>
                  <a:lnTo>
                    <a:pt x="783" y="268"/>
                  </a:lnTo>
                  <a:lnTo>
                    <a:pt x="790" y="287"/>
                  </a:lnTo>
                  <a:lnTo>
                    <a:pt x="796" y="307"/>
                  </a:lnTo>
                  <a:lnTo>
                    <a:pt x="800" y="326"/>
                  </a:lnTo>
                  <a:lnTo>
                    <a:pt x="803" y="346"/>
                  </a:lnTo>
                  <a:lnTo>
                    <a:pt x="806" y="366"/>
                  </a:lnTo>
                  <a:lnTo>
                    <a:pt x="808" y="388"/>
                  </a:lnTo>
                  <a:lnTo>
                    <a:pt x="808" y="408"/>
                  </a:lnTo>
                  <a:lnTo>
                    <a:pt x="808" y="400"/>
                  </a:lnTo>
                  <a:lnTo>
                    <a:pt x="808" y="420"/>
                  </a:lnTo>
                  <a:lnTo>
                    <a:pt x="806" y="441"/>
                  </a:lnTo>
                  <a:lnTo>
                    <a:pt x="803" y="461"/>
                  </a:lnTo>
                  <a:lnTo>
                    <a:pt x="800" y="482"/>
                  </a:lnTo>
                  <a:lnTo>
                    <a:pt x="796" y="500"/>
                  </a:lnTo>
                  <a:lnTo>
                    <a:pt x="790" y="521"/>
                  </a:lnTo>
                  <a:lnTo>
                    <a:pt x="783" y="539"/>
                  </a:lnTo>
                  <a:lnTo>
                    <a:pt x="776" y="558"/>
                  </a:lnTo>
                  <a:lnTo>
                    <a:pt x="769" y="575"/>
                  </a:lnTo>
                  <a:lnTo>
                    <a:pt x="759" y="594"/>
                  </a:lnTo>
                  <a:lnTo>
                    <a:pt x="749" y="611"/>
                  </a:lnTo>
                  <a:lnTo>
                    <a:pt x="738" y="627"/>
                  </a:lnTo>
                  <a:lnTo>
                    <a:pt x="727" y="643"/>
                  </a:lnTo>
                  <a:lnTo>
                    <a:pt x="715" y="659"/>
                  </a:lnTo>
                  <a:lnTo>
                    <a:pt x="702" y="673"/>
                  </a:lnTo>
                  <a:lnTo>
                    <a:pt x="688" y="688"/>
                  </a:lnTo>
                  <a:lnTo>
                    <a:pt x="675" y="701"/>
                  </a:lnTo>
                  <a:lnTo>
                    <a:pt x="659" y="714"/>
                  </a:lnTo>
                  <a:lnTo>
                    <a:pt x="645" y="727"/>
                  </a:lnTo>
                  <a:lnTo>
                    <a:pt x="629" y="738"/>
                  </a:lnTo>
                  <a:lnTo>
                    <a:pt x="612" y="748"/>
                  </a:lnTo>
                  <a:lnTo>
                    <a:pt x="594" y="758"/>
                  </a:lnTo>
                  <a:lnTo>
                    <a:pt x="577" y="767"/>
                  </a:lnTo>
                  <a:lnTo>
                    <a:pt x="558" y="776"/>
                  </a:lnTo>
                  <a:lnTo>
                    <a:pt x="541" y="783"/>
                  </a:lnTo>
                  <a:lnTo>
                    <a:pt x="521" y="789"/>
                  </a:lnTo>
                  <a:lnTo>
                    <a:pt x="502" y="794"/>
                  </a:lnTo>
                  <a:lnTo>
                    <a:pt x="482" y="799"/>
                  </a:lnTo>
                  <a:lnTo>
                    <a:pt x="462" y="803"/>
                  </a:lnTo>
                  <a:lnTo>
                    <a:pt x="442" y="806"/>
                  </a:lnTo>
                  <a:lnTo>
                    <a:pt x="421" y="807"/>
                  </a:lnTo>
                  <a:lnTo>
                    <a:pt x="400" y="807"/>
                  </a:lnTo>
                  <a:lnTo>
                    <a:pt x="410" y="807"/>
                  </a:lnTo>
                  <a:lnTo>
                    <a:pt x="388" y="807"/>
                  </a:lnTo>
                  <a:lnTo>
                    <a:pt x="368" y="806"/>
                  </a:lnTo>
                  <a:lnTo>
                    <a:pt x="348" y="803"/>
                  </a:lnTo>
                  <a:lnTo>
                    <a:pt x="328" y="799"/>
                  </a:lnTo>
                  <a:lnTo>
                    <a:pt x="307" y="794"/>
                  </a:lnTo>
                  <a:lnTo>
                    <a:pt x="289" y="789"/>
                  </a:lnTo>
                  <a:lnTo>
                    <a:pt x="269" y="783"/>
                  </a:lnTo>
                  <a:lnTo>
                    <a:pt x="251" y="776"/>
                  </a:lnTo>
                  <a:lnTo>
                    <a:pt x="233" y="767"/>
                  </a:lnTo>
                  <a:lnTo>
                    <a:pt x="215" y="758"/>
                  </a:lnTo>
                  <a:lnTo>
                    <a:pt x="198" y="748"/>
                  </a:lnTo>
                  <a:lnTo>
                    <a:pt x="181" y="738"/>
                  </a:lnTo>
                  <a:lnTo>
                    <a:pt x="165" y="727"/>
                  </a:lnTo>
                  <a:lnTo>
                    <a:pt x="150" y="714"/>
                  </a:lnTo>
                  <a:lnTo>
                    <a:pt x="135" y="701"/>
                  </a:lnTo>
                  <a:lnTo>
                    <a:pt x="122" y="688"/>
                  </a:lnTo>
                  <a:lnTo>
                    <a:pt x="107" y="673"/>
                  </a:lnTo>
                  <a:lnTo>
                    <a:pt x="94" y="659"/>
                  </a:lnTo>
                  <a:lnTo>
                    <a:pt x="83" y="643"/>
                  </a:lnTo>
                  <a:lnTo>
                    <a:pt x="71" y="627"/>
                  </a:lnTo>
                  <a:lnTo>
                    <a:pt x="61" y="611"/>
                  </a:lnTo>
                  <a:lnTo>
                    <a:pt x="51" y="594"/>
                  </a:lnTo>
                  <a:lnTo>
                    <a:pt x="41" y="575"/>
                  </a:lnTo>
                  <a:lnTo>
                    <a:pt x="34" y="558"/>
                  </a:lnTo>
                  <a:lnTo>
                    <a:pt x="26" y="539"/>
                  </a:lnTo>
                  <a:lnTo>
                    <a:pt x="19" y="521"/>
                  </a:lnTo>
                  <a:lnTo>
                    <a:pt x="13" y="500"/>
                  </a:lnTo>
                  <a:lnTo>
                    <a:pt x="9" y="482"/>
                  </a:lnTo>
                  <a:lnTo>
                    <a:pt x="6" y="461"/>
                  </a:lnTo>
                  <a:lnTo>
                    <a:pt x="3" y="441"/>
                  </a:lnTo>
                  <a:lnTo>
                    <a:pt x="2" y="420"/>
                  </a:lnTo>
                  <a:lnTo>
                    <a:pt x="0" y="400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9498" name="Shape 1960">
              <a:extLst>
                <a:ext uri="{FF2B5EF4-FFF2-40B4-BE49-F238E27FC236}">
                  <a16:creationId xmlns:a16="http://schemas.microsoft.com/office/drawing/2014/main" id="{448A5209-CB38-4182-813F-1E70D1E78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9013" y="5132923"/>
              <a:ext cx="3249687" cy="481013"/>
            </a:xfrm>
            <a:custGeom>
              <a:avLst/>
              <a:gdLst>
                <a:gd name="T0" fmla="*/ 2147483646 w 4094"/>
                <a:gd name="T1" fmla="*/ 2147483646 h 606"/>
                <a:gd name="T2" fmla="*/ 2147483646 w 4094"/>
                <a:gd name="T3" fmla="*/ 2147483646 h 606"/>
                <a:gd name="T4" fmla="*/ 2147483646 w 4094"/>
                <a:gd name="T5" fmla="*/ 2147483646 h 606"/>
                <a:gd name="T6" fmla="*/ 2147483646 w 4094"/>
                <a:gd name="T7" fmla="*/ 2147483646 h 606"/>
                <a:gd name="T8" fmla="*/ 2147483646 w 4094"/>
                <a:gd name="T9" fmla="*/ 2147483646 h 606"/>
                <a:gd name="T10" fmla="*/ 2147483646 w 4094"/>
                <a:gd name="T11" fmla="*/ 2147483646 h 606"/>
                <a:gd name="T12" fmla="*/ 2147483646 w 4094"/>
                <a:gd name="T13" fmla="*/ 2147483646 h 606"/>
                <a:gd name="T14" fmla="*/ 2147483646 w 4094"/>
                <a:gd name="T15" fmla="*/ 2147483646 h 606"/>
                <a:gd name="T16" fmla="*/ 2147483646 w 4094"/>
                <a:gd name="T17" fmla="*/ 2147483646 h 606"/>
                <a:gd name="T18" fmla="*/ 2147483646 w 4094"/>
                <a:gd name="T19" fmla="*/ 2147483646 h 606"/>
                <a:gd name="T20" fmla="*/ 2147483646 w 4094"/>
                <a:gd name="T21" fmla="*/ 0 h 606"/>
                <a:gd name="T22" fmla="*/ 2147483646 w 4094"/>
                <a:gd name="T23" fmla="*/ 0 h 606"/>
                <a:gd name="T24" fmla="*/ 2147483646 w 4094"/>
                <a:gd name="T25" fmla="*/ 2147483646 h 606"/>
                <a:gd name="T26" fmla="*/ 2147483646 w 4094"/>
                <a:gd name="T27" fmla="*/ 2147483646 h 606"/>
                <a:gd name="T28" fmla="*/ 2147483646 w 4094"/>
                <a:gd name="T29" fmla="*/ 2147483646 h 606"/>
                <a:gd name="T30" fmla="*/ 2147483646 w 4094"/>
                <a:gd name="T31" fmla="*/ 2147483646 h 606"/>
                <a:gd name="T32" fmla="*/ 2147483646 w 4094"/>
                <a:gd name="T33" fmla="*/ 2147483646 h 606"/>
                <a:gd name="T34" fmla="*/ 2147483646 w 4094"/>
                <a:gd name="T35" fmla="*/ 2147483646 h 606"/>
                <a:gd name="T36" fmla="*/ 2147483646 w 4094"/>
                <a:gd name="T37" fmla="*/ 2147483646 h 606"/>
                <a:gd name="T38" fmla="*/ 2147483646 w 4094"/>
                <a:gd name="T39" fmla="*/ 2147483646 h 606"/>
                <a:gd name="T40" fmla="*/ 2147483646 w 4094"/>
                <a:gd name="T41" fmla="*/ 2147483646 h 606"/>
                <a:gd name="T42" fmla="*/ 2147483646 w 4094"/>
                <a:gd name="T43" fmla="*/ 2147483646 h 606"/>
                <a:gd name="T44" fmla="*/ 2147483646 w 4094"/>
                <a:gd name="T45" fmla="*/ 2147483646 h 606"/>
                <a:gd name="T46" fmla="*/ 2147483646 w 4094"/>
                <a:gd name="T47" fmla="*/ 2147483646 h 606"/>
                <a:gd name="T48" fmla="*/ 2147483646 w 4094"/>
                <a:gd name="T49" fmla="*/ 2147483646 h 606"/>
                <a:gd name="T50" fmla="*/ 2147483646 w 4094"/>
                <a:gd name="T51" fmla="*/ 2147483646 h 606"/>
                <a:gd name="T52" fmla="*/ 2147483646 w 4094"/>
                <a:gd name="T53" fmla="*/ 2147483646 h 606"/>
                <a:gd name="T54" fmla="*/ 2147483646 w 4094"/>
                <a:gd name="T55" fmla="*/ 2147483646 h 606"/>
                <a:gd name="T56" fmla="*/ 2147483646 w 4094"/>
                <a:gd name="T57" fmla="*/ 2147483646 h 606"/>
                <a:gd name="T58" fmla="*/ 2147483646 w 4094"/>
                <a:gd name="T59" fmla="*/ 2147483646 h 606"/>
                <a:gd name="T60" fmla="*/ 2147483646 w 4094"/>
                <a:gd name="T61" fmla="*/ 2147483646 h 606"/>
                <a:gd name="T62" fmla="*/ 2147483646 w 4094"/>
                <a:gd name="T63" fmla="*/ 2147483646 h 606"/>
                <a:gd name="T64" fmla="*/ 2147483646 w 4094"/>
                <a:gd name="T65" fmla="*/ 2147483646 h 606"/>
                <a:gd name="T66" fmla="*/ 2147483646 w 4094"/>
                <a:gd name="T67" fmla="*/ 2147483646 h 606"/>
                <a:gd name="T68" fmla="*/ 2147483646 w 4094"/>
                <a:gd name="T69" fmla="*/ 2147483646 h 606"/>
                <a:gd name="T70" fmla="*/ 2147483646 w 4094"/>
                <a:gd name="T71" fmla="*/ 2147483646 h 606"/>
                <a:gd name="T72" fmla="*/ 2147483646 w 4094"/>
                <a:gd name="T73" fmla="*/ 2147483646 h 606"/>
                <a:gd name="T74" fmla="*/ 2147483646 w 4094"/>
                <a:gd name="T75" fmla="*/ 2147483646 h 606"/>
                <a:gd name="T76" fmla="*/ 2147483646 w 4094"/>
                <a:gd name="T77" fmla="*/ 2147483646 h 606"/>
                <a:gd name="T78" fmla="*/ 2147483646 w 4094"/>
                <a:gd name="T79" fmla="*/ 2147483646 h 606"/>
                <a:gd name="T80" fmla="*/ 2147483646 w 4094"/>
                <a:gd name="T81" fmla="*/ 2147483646 h 606"/>
                <a:gd name="T82" fmla="*/ 2147483646 w 4094"/>
                <a:gd name="T83" fmla="*/ 2147483646 h 606"/>
                <a:gd name="T84" fmla="*/ 2147483646 w 4094"/>
                <a:gd name="T85" fmla="*/ 2147483646 h 606"/>
                <a:gd name="T86" fmla="*/ 2147483646 w 4094"/>
                <a:gd name="T87" fmla="*/ 2147483646 h 60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94"/>
                <a:gd name="T133" fmla="*/ 0 h 606"/>
                <a:gd name="T134" fmla="*/ 4094 w 4094"/>
                <a:gd name="T135" fmla="*/ 606 h 60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94" h="606" extrusionOk="0">
                  <a:moveTo>
                    <a:pt x="0" y="299"/>
                  </a:moveTo>
                  <a:lnTo>
                    <a:pt x="0" y="307"/>
                  </a:lnTo>
                  <a:lnTo>
                    <a:pt x="2" y="292"/>
                  </a:lnTo>
                  <a:lnTo>
                    <a:pt x="3" y="276"/>
                  </a:lnTo>
                  <a:lnTo>
                    <a:pt x="5" y="260"/>
                  </a:lnTo>
                  <a:lnTo>
                    <a:pt x="8" y="245"/>
                  </a:lnTo>
                  <a:lnTo>
                    <a:pt x="11" y="230"/>
                  </a:lnTo>
                  <a:lnTo>
                    <a:pt x="15" y="215"/>
                  </a:lnTo>
                  <a:lnTo>
                    <a:pt x="19" y="202"/>
                  </a:lnTo>
                  <a:lnTo>
                    <a:pt x="25" y="188"/>
                  </a:lnTo>
                  <a:lnTo>
                    <a:pt x="31" y="173"/>
                  </a:lnTo>
                  <a:lnTo>
                    <a:pt x="38" y="160"/>
                  </a:lnTo>
                  <a:lnTo>
                    <a:pt x="45" y="147"/>
                  </a:lnTo>
                  <a:lnTo>
                    <a:pt x="54" y="136"/>
                  </a:lnTo>
                  <a:lnTo>
                    <a:pt x="62" y="123"/>
                  </a:lnTo>
                  <a:lnTo>
                    <a:pt x="71" y="111"/>
                  </a:lnTo>
                  <a:lnTo>
                    <a:pt x="81" y="101"/>
                  </a:lnTo>
                  <a:lnTo>
                    <a:pt x="91" y="90"/>
                  </a:lnTo>
                  <a:lnTo>
                    <a:pt x="101" y="80"/>
                  </a:lnTo>
                  <a:lnTo>
                    <a:pt x="113" y="71"/>
                  </a:lnTo>
                  <a:lnTo>
                    <a:pt x="124" y="61"/>
                  </a:lnTo>
                  <a:lnTo>
                    <a:pt x="136" y="52"/>
                  </a:lnTo>
                  <a:lnTo>
                    <a:pt x="149" y="45"/>
                  </a:lnTo>
                  <a:lnTo>
                    <a:pt x="162" y="38"/>
                  </a:lnTo>
                  <a:lnTo>
                    <a:pt x="175" y="31"/>
                  </a:lnTo>
                  <a:lnTo>
                    <a:pt x="188" y="25"/>
                  </a:lnTo>
                  <a:lnTo>
                    <a:pt x="202" y="19"/>
                  </a:lnTo>
                  <a:lnTo>
                    <a:pt x="217" y="15"/>
                  </a:lnTo>
                  <a:lnTo>
                    <a:pt x="231" y="11"/>
                  </a:lnTo>
                  <a:lnTo>
                    <a:pt x="245" y="6"/>
                  </a:lnTo>
                  <a:lnTo>
                    <a:pt x="261" y="3"/>
                  </a:lnTo>
                  <a:lnTo>
                    <a:pt x="276" y="2"/>
                  </a:lnTo>
                  <a:lnTo>
                    <a:pt x="292" y="0"/>
                  </a:lnTo>
                  <a:lnTo>
                    <a:pt x="307" y="0"/>
                  </a:lnTo>
                  <a:lnTo>
                    <a:pt x="3788" y="0"/>
                  </a:lnTo>
                  <a:lnTo>
                    <a:pt x="3804" y="0"/>
                  </a:lnTo>
                  <a:lnTo>
                    <a:pt x="3820" y="2"/>
                  </a:lnTo>
                  <a:lnTo>
                    <a:pt x="3834" y="3"/>
                  </a:lnTo>
                  <a:lnTo>
                    <a:pt x="3850" y="6"/>
                  </a:lnTo>
                  <a:lnTo>
                    <a:pt x="3864" y="11"/>
                  </a:lnTo>
                  <a:lnTo>
                    <a:pt x="3879" y="15"/>
                  </a:lnTo>
                  <a:lnTo>
                    <a:pt x="3893" y="19"/>
                  </a:lnTo>
                  <a:lnTo>
                    <a:pt x="3908" y="25"/>
                  </a:lnTo>
                  <a:lnTo>
                    <a:pt x="3921" y="31"/>
                  </a:lnTo>
                  <a:lnTo>
                    <a:pt x="3934" y="38"/>
                  </a:lnTo>
                  <a:lnTo>
                    <a:pt x="3947" y="45"/>
                  </a:lnTo>
                  <a:lnTo>
                    <a:pt x="3960" y="52"/>
                  </a:lnTo>
                  <a:lnTo>
                    <a:pt x="3971" y="61"/>
                  </a:lnTo>
                  <a:lnTo>
                    <a:pt x="3983" y="71"/>
                  </a:lnTo>
                  <a:lnTo>
                    <a:pt x="3994" y="80"/>
                  </a:lnTo>
                  <a:lnTo>
                    <a:pt x="4004" y="90"/>
                  </a:lnTo>
                  <a:lnTo>
                    <a:pt x="4014" y="101"/>
                  </a:lnTo>
                  <a:lnTo>
                    <a:pt x="4024" y="111"/>
                  </a:lnTo>
                  <a:lnTo>
                    <a:pt x="4033" y="123"/>
                  </a:lnTo>
                  <a:lnTo>
                    <a:pt x="4042" y="136"/>
                  </a:lnTo>
                  <a:lnTo>
                    <a:pt x="4050" y="147"/>
                  </a:lnTo>
                  <a:lnTo>
                    <a:pt x="4058" y="160"/>
                  </a:lnTo>
                  <a:lnTo>
                    <a:pt x="4065" y="173"/>
                  </a:lnTo>
                  <a:lnTo>
                    <a:pt x="4071" y="188"/>
                  </a:lnTo>
                  <a:lnTo>
                    <a:pt x="4076" y="202"/>
                  </a:lnTo>
                  <a:lnTo>
                    <a:pt x="4081" y="215"/>
                  </a:lnTo>
                  <a:lnTo>
                    <a:pt x="4085" y="230"/>
                  </a:lnTo>
                  <a:lnTo>
                    <a:pt x="4088" y="245"/>
                  </a:lnTo>
                  <a:lnTo>
                    <a:pt x="4091" y="260"/>
                  </a:lnTo>
                  <a:lnTo>
                    <a:pt x="4092" y="276"/>
                  </a:lnTo>
                  <a:lnTo>
                    <a:pt x="4094" y="292"/>
                  </a:lnTo>
                  <a:lnTo>
                    <a:pt x="4094" y="307"/>
                  </a:lnTo>
                  <a:lnTo>
                    <a:pt x="4094" y="299"/>
                  </a:lnTo>
                  <a:lnTo>
                    <a:pt x="4094" y="315"/>
                  </a:lnTo>
                  <a:lnTo>
                    <a:pt x="4092" y="330"/>
                  </a:lnTo>
                  <a:lnTo>
                    <a:pt x="4091" y="346"/>
                  </a:lnTo>
                  <a:lnTo>
                    <a:pt x="4088" y="361"/>
                  </a:lnTo>
                  <a:lnTo>
                    <a:pt x="4085" y="377"/>
                  </a:lnTo>
                  <a:lnTo>
                    <a:pt x="4081" y="391"/>
                  </a:lnTo>
                  <a:lnTo>
                    <a:pt x="4076" y="405"/>
                  </a:lnTo>
                  <a:lnTo>
                    <a:pt x="4071" y="418"/>
                  </a:lnTo>
                  <a:lnTo>
                    <a:pt x="4065" y="433"/>
                  </a:lnTo>
                  <a:lnTo>
                    <a:pt x="4058" y="446"/>
                  </a:lnTo>
                  <a:lnTo>
                    <a:pt x="4050" y="459"/>
                  </a:lnTo>
                  <a:lnTo>
                    <a:pt x="4042" y="470"/>
                  </a:lnTo>
                  <a:lnTo>
                    <a:pt x="4033" y="483"/>
                  </a:lnTo>
                  <a:lnTo>
                    <a:pt x="4024" y="495"/>
                  </a:lnTo>
                  <a:lnTo>
                    <a:pt x="4014" y="505"/>
                  </a:lnTo>
                  <a:lnTo>
                    <a:pt x="4004" y="516"/>
                  </a:lnTo>
                  <a:lnTo>
                    <a:pt x="3994" y="526"/>
                  </a:lnTo>
                  <a:lnTo>
                    <a:pt x="3983" y="535"/>
                  </a:lnTo>
                  <a:lnTo>
                    <a:pt x="3971" y="545"/>
                  </a:lnTo>
                  <a:lnTo>
                    <a:pt x="3960" y="554"/>
                  </a:lnTo>
                  <a:lnTo>
                    <a:pt x="3947" y="561"/>
                  </a:lnTo>
                  <a:lnTo>
                    <a:pt x="3934" y="568"/>
                  </a:lnTo>
                  <a:lnTo>
                    <a:pt x="3921" y="575"/>
                  </a:lnTo>
                  <a:lnTo>
                    <a:pt x="3908" y="581"/>
                  </a:lnTo>
                  <a:lnTo>
                    <a:pt x="3893" y="587"/>
                  </a:lnTo>
                  <a:lnTo>
                    <a:pt x="3879" y="591"/>
                  </a:lnTo>
                  <a:lnTo>
                    <a:pt x="3864" y="596"/>
                  </a:lnTo>
                  <a:lnTo>
                    <a:pt x="3850" y="600"/>
                  </a:lnTo>
                  <a:lnTo>
                    <a:pt x="3834" y="603"/>
                  </a:lnTo>
                  <a:lnTo>
                    <a:pt x="3820" y="604"/>
                  </a:lnTo>
                  <a:lnTo>
                    <a:pt x="3804" y="606"/>
                  </a:lnTo>
                  <a:lnTo>
                    <a:pt x="3788" y="606"/>
                  </a:lnTo>
                  <a:lnTo>
                    <a:pt x="307" y="606"/>
                  </a:lnTo>
                  <a:lnTo>
                    <a:pt x="292" y="606"/>
                  </a:lnTo>
                  <a:lnTo>
                    <a:pt x="276" y="604"/>
                  </a:lnTo>
                  <a:lnTo>
                    <a:pt x="261" y="603"/>
                  </a:lnTo>
                  <a:lnTo>
                    <a:pt x="245" y="600"/>
                  </a:lnTo>
                  <a:lnTo>
                    <a:pt x="231" y="596"/>
                  </a:lnTo>
                  <a:lnTo>
                    <a:pt x="217" y="591"/>
                  </a:lnTo>
                  <a:lnTo>
                    <a:pt x="202" y="587"/>
                  </a:lnTo>
                  <a:lnTo>
                    <a:pt x="188" y="581"/>
                  </a:lnTo>
                  <a:lnTo>
                    <a:pt x="175" y="575"/>
                  </a:lnTo>
                  <a:lnTo>
                    <a:pt x="162" y="568"/>
                  </a:lnTo>
                  <a:lnTo>
                    <a:pt x="149" y="561"/>
                  </a:lnTo>
                  <a:lnTo>
                    <a:pt x="136" y="554"/>
                  </a:lnTo>
                  <a:lnTo>
                    <a:pt x="124" y="545"/>
                  </a:lnTo>
                  <a:lnTo>
                    <a:pt x="113" y="535"/>
                  </a:lnTo>
                  <a:lnTo>
                    <a:pt x="101" y="526"/>
                  </a:lnTo>
                  <a:lnTo>
                    <a:pt x="91" y="516"/>
                  </a:lnTo>
                  <a:lnTo>
                    <a:pt x="81" y="505"/>
                  </a:lnTo>
                  <a:lnTo>
                    <a:pt x="71" y="495"/>
                  </a:lnTo>
                  <a:lnTo>
                    <a:pt x="62" y="483"/>
                  </a:lnTo>
                  <a:lnTo>
                    <a:pt x="54" y="470"/>
                  </a:lnTo>
                  <a:lnTo>
                    <a:pt x="45" y="459"/>
                  </a:lnTo>
                  <a:lnTo>
                    <a:pt x="38" y="446"/>
                  </a:lnTo>
                  <a:lnTo>
                    <a:pt x="31" y="433"/>
                  </a:lnTo>
                  <a:lnTo>
                    <a:pt x="25" y="418"/>
                  </a:lnTo>
                  <a:lnTo>
                    <a:pt x="19" y="405"/>
                  </a:lnTo>
                  <a:lnTo>
                    <a:pt x="15" y="391"/>
                  </a:lnTo>
                  <a:lnTo>
                    <a:pt x="11" y="377"/>
                  </a:lnTo>
                  <a:lnTo>
                    <a:pt x="8" y="361"/>
                  </a:lnTo>
                  <a:lnTo>
                    <a:pt x="5" y="346"/>
                  </a:lnTo>
                  <a:lnTo>
                    <a:pt x="3" y="330"/>
                  </a:lnTo>
                  <a:lnTo>
                    <a:pt x="2" y="315"/>
                  </a:lnTo>
                  <a:lnTo>
                    <a:pt x="0" y="299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9499" name="Shape 1961">
              <a:extLst>
                <a:ext uri="{FF2B5EF4-FFF2-40B4-BE49-F238E27FC236}">
                  <a16:creationId xmlns:a16="http://schemas.microsoft.com/office/drawing/2014/main" id="{27B30816-8497-4D47-94D1-A24196F7E4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9810" y="5264686"/>
              <a:ext cx="252306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: </a:t>
              </a:r>
            </a:p>
          </p:txBody>
        </p:sp>
        <p:sp>
          <p:nvSpPr>
            <p:cNvPr id="319500" name="Shape 1962">
              <a:extLst>
                <a:ext uri="{FF2B5EF4-FFF2-40B4-BE49-F238E27FC236}">
                  <a16:creationId xmlns:a16="http://schemas.microsoft.com/office/drawing/2014/main" id="{939CD3EE-22D0-4794-94A3-671C5ADF9D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08760" y="5264686"/>
              <a:ext cx="174604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319501" name="Shape 1963">
              <a:extLst>
                <a:ext uri="{FF2B5EF4-FFF2-40B4-BE49-F238E27FC236}">
                  <a16:creationId xmlns:a16="http://schemas.microsoft.com/office/drawing/2014/main" id="{A5757A36-D386-4216-AA5F-9F96D71117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46876" y="5264686"/>
              <a:ext cx="152403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 </a:t>
              </a:r>
            </a:p>
          </p:txBody>
        </p:sp>
        <p:sp>
          <p:nvSpPr>
            <p:cNvPr id="319502" name="Shape 1964">
              <a:extLst>
                <a:ext uri="{FF2B5EF4-FFF2-40B4-BE49-F238E27FC236}">
                  <a16:creationId xmlns:a16="http://schemas.microsoft.com/office/drawing/2014/main" id="{AF721E95-4482-4DAD-9FE4-B63361DAFA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58004" y="5369461"/>
              <a:ext cx="252306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 </a:t>
              </a:r>
            </a:p>
          </p:txBody>
        </p:sp>
        <p:sp>
          <p:nvSpPr>
            <p:cNvPr id="319503" name="Shape 1965">
              <a:extLst>
                <a:ext uri="{FF2B5EF4-FFF2-40B4-BE49-F238E27FC236}">
                  <a16:creationId xmlns:a16="http://schemas.microsoft.com/office/drawing/2014/main" id="{8B135D8D-07BE-4131-8219-71C0E9779C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43790" y="5264686"/>
              <a:ext cx="152403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19504" name="Shape 1966">
              <a:extLst>
                <a:ext uri="{FF2B5EF4-FFF2-40B4-BE49-F238E27FC236}">
                  <a16:creationId xmlns:a16="http://schemas.microsoft.com/office/drawing/2014/main" id="{893F56C2-C2C3-4CBE-8EFA-56147F0888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59636" y="5264686"/>
              <a:ext cx="165003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319505" name="Shape 1967">
              <a:extLst>
                <a:ext uri="{FF2B5EF4-FFF2-40B4-BE49-F238E27FC236}">
                  <a16:creationId xmlns:a16="http://schemas.microsoft.com/office/drawing/2014/main" id="{A9DC05E6-D0C6-429A-9ED1-3B5E878992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51757" y="5264686"/>
              <a:ext cx="174604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319506" name="Shape 1968">
              <a:extLst>
                <a:ext uri="{FF2B5EF4-FFF2-40B4-BE49-F238E27FC236}">
                  <a16:creationId xmlns:a16="http://schemas.microsoft.com/office/drawing/2014/main" id="{A5B798CA-6C03-469C-9242-C834F4873A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9873" y="5264686"/>
              <a:ext cx="152403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19507" name="Shape 1969">
              <a:extLst>
                <a:ext uri="{FF2B5EF4-FFF2-40B4-BE49-F238E27FC236}">
                  <a16:creationId xmlns:a16="http://schemas.microsoft.com/office/drawing/2014/main" id="{E48961E7-210A-4034-B3EE-E216C078AC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01001" y="5369461"/>
              <a:ext cx="165003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19508" name="Shape 1970">
              <a:extLst>
                <a:ext uri="{FF2B5EF4-FFF2-40B4-BE49-F238E27FC236}">
                  <a16:creationId xmlns:a16="http://schemas.microsoft.com/office/drawing/2014/main" id="{6CB3381B-1839-45A0-8458-CBF6F458B6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91535" y="5264686"/>
              <a:ext cx="152403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19509" name="Shape 1971">
              <a:extLst>
                <a:ext uri="{FF2B5EF4-FFF2-40B4-BE49-F238E27FC236}">
                  <a16:creationId xmlns:a16="http://schemas.microsoft.com/office/drawing/2014/main" id="{D3CC1B1D-E165-4362-A5BC-D4A336B93C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5792" y="5264686"/>
              <a:ext cx="165003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319510" name="Shape 1972">
              <a:extLst>
                <a:ext uri="{FF2B5EF4-FFF2-40B4-BE49-F238E27FC236}">
                  <a16:creationId xmlns:a16="http://schemas.microsoft.com/office/drawing/2014/main" id="{CE1DFA48-E1F4-463B-A16F-5DEBA3B588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97914" y="5264686"/>
              <a:ext cx="550812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319511" name="Shape 1973">
              <a:extLst>
                <a:ext uri="{FF2B5EF4-FFF2-40B4-BE49-F238E27FC236}">
                  <a16:creationId xmlns:a16="http://schemas.microsoft.com/office/drawing/2014/main" id="{5DD8BFEE-5A6B-4159-8634-73CBC19E43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32943" y="5264686"/>
              <a:ext cx="152403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19512" name="Shape 1974">
              <a:extLst>
                <a:ext uri="{FF2B5EF4-FFF2-40B4-BE49-F238E27FC236}">
                  <a16:creationId xmlns:a16="http://schemas.microsoft.com/office/drawing/2014/main" id="{C4F31D05-FA39-44FC-8363-B143AB439E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48789" y="5264686"/>
              <a:ext cx="165003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319513" name="Shape 1975">
              <a:extLst>
                <a:ext uri="{FF2B5EF4-FFF2-40B4-BE49-F238E27FC236}">
                  <a16:creationId xmlns:a16="http://schemas.microsoft.com/office/drawing/2014/main" id="{E96CCB64-1412-4D65-89F9-DDA27C342C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45392" y="5258336"/>
              <a:ext cx="108001" cy="258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Noto Symbol" charset="0"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Noto Symbol" charset="0"/>
                  <a:ea typeface="ＭＳ Ｐゴシック" panose="020B0600070205080204" pitchFamily="34" charset="-128"/>
                  <a:cs typeface="Arial" panose="020B0604020202020204" pitchFamily="34" charset="0"/>
                  <a:sym typeface="Noto Symbol" charset="0"/>
                </a:rPr>
                <a:t>, </a:t>
              </a:r>
            </a:p>
          </p:txBody>
        </p:sp>
        <p:sp>
          <p:nvSpPr>
            <p:cNvPr id="319514" name="Shape 1976">
              <a:extLst>
                <a:ext uri="{FF2B5EF4-FFF2-40B4-BE49-F238E27FC236}">
                  <a16:creationId xmlns:a16="http://schemas.microsoft.com/office/drawing/2014/main" id="{0C9E34D1-B03A-481D-A205-8D1B65C551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93137" y="5258336"/>
              <a:ext cx="108001" cy="258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Noto Symbol" charset="0"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Noto Symbol" charset="0"/>
                  <a:ea typeface="ＭＳ Ｐゴシック" panose="020B0600070205080204" pitchFamily="34" charset="-128"/>
                  <a:cs typeface="Arial" panose="020B0604020202020204" pitchFamily="34" charset="0"/>
                  <a:sym typeface="Noto Symbol" charset="0"/>
                </a:rPr>
                <a:t>, </a:t>
              </a:r>
            </a:p>
          </p:txBody>
        </p:sp>
        <p:sp>
          <p:nvSpPr>
            <p:cNvPr id="319515" name="Shape 1977">
              <a:extLst>
                <a:ext uri="{FF2B5EF4-FFF2-40B4-BE49-F238E27FC236}">
                  <a16:creationId xmlns:a16="http://schemas.microsoft.com/office/drawing/2014/main" id="{6D5C3FBD-89BB-469B-99FD-FAEB6DD44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9013" y="4012146"/>
              <a:ext cx="3249687" cy="481012"/>
            </a:xfrm>
            <a:custGeom>
              <a:avLst/>
              <a:gdLst>
                <a:gd name="T0" fmla="*/ 2147483646 w 4094"/>
                <a:gd name="T1" fmla="*/ 2147483646 h 605"/>
                <a:gd name="T2" fmla="*/ 2147483646 w 4094"/>
                <a:gd name="T3" fmla="*/ 2147483646 h 605"/>
                <a:gd name="T4" fmla="*/ 2147483646 w 4094"/>
                <a:gd name="T5" fmla="*/ 2147483646 h 605"/>
                <a:gd name="T6" fmla="*/ 2147483646 w 4094"/>
                <a:gd name="T7" fmla="*/ 2147483646 h 605"/>
                <a:gd name="T8" fmla="*/ 2147483646 w 4094"/>
                <a:gd name="T9" fmla="*/ 2147483646 h 605"/>
                <a:gd name="T10" fmla="*/ 2147483646 w 4094"/>
                <a:gd name="T11" fmla="*/ 2147483646 h 605"/>
                <a:gd name="T12" fmla="*/ 2147483646 w 4094"/>
                <a:gd name="T13" fmla="*/ 2147483646 h 605"/>
                <a:gd name="T14" fmla="*/ 2147483646 w 4094"/>
                <a:gd name="T15" fmla="*/ 2147483646 h 605"/>
                <a:gd name="T16" fmla="*/ 2147483646 w 4094"/>
                <a:gd name="T17" fmla="*/ 2147483646 h 605"/>
                <a:gd name="T18" fmla="*/ 2147483646 w 4094"/>
                <a:gd name="T19" fmla="*/ 2147483646 h 605"/>
                <a:gd name="T20" fmla="*/ 2147483646 w 4094"/>
                <a:gd name="T21" fmla="*/ 0 h 605"/>
                <a:gd name="T22" fmla="*/ 2147483646 w 4094"/>
                <a:gd name="T23" fmla="*/ 0 h 605"/>
                <a:gd name="T24" fmla="*/ 2147483646 w 4094"/>
                <a:gd name="T25" fmla="*/ 2147483646 h 605"/>
                <a:gd name="T26" fmla="*/ 2147483646 w 4094"/>
                <a:gd name="T27" fmla="*/ 2147483646 h 605"/>
                <a:gd name="T28" fmla="*/ 2147483646 w 4094"/>
                <a:gd name="T29" fmla="*/ 2147483646 h 605"/>
                <a:gd name="T30" fmla="*/ 2147483646 w 4094"/>
                <a:gd name="T31" fmla="*/ 2147483646 h 605"/>
                <a:gd name="T32" fmla="*/ 2147483646 w 4094"/>
                <a:gd name="T33" fmla="*/ 2147483646 h 605"/>
                <a:gd name="T34" fmla="*/ 2147483646 w 4094"/>
                <a:gd name="T35" fmla="*/ 2147483646 h 605"/>
                <a:gd name="T36" fmla="*/ 2147483646 w 4094"/>
                <a:gd name="T37" fmla="*/ 2147483646 h 605"/>
                <a:gd name="T38" fmla="*/ 2147483646 w 4094"/>
                <a:gd name="T39" fmla="*/ 2147483646 h 605"/>
                <a:gd name="T40" fmla="*/ 2147483646 w 4094"/>
                <a:gd name="T41" fmla="*/ 2147483646 h 605"/>
                <a:gd name="T42" fmla="*/ 2147483646 w 4094"/>
                <a:gd name="T43" fmla="*/ 2147483646 h 605"/>
                <a:gd name="T44" fmla="*/ 2147483646 w 4094"/>
                <a:gd name="T45" fmla="*/ 2147483646 h 605"/>
                <a:gd name="T46" fmla="*/ 2147483646 w 4094"/>
                <a:gd name="T47" fmla="*/ 2147483646 h 605"/>
                <a:gd name="T48" fmla="*/ 2147483646 w 4094"/>
                <a:gd name="T49" fmla="*/ 2147483646 h 605"/>
                <a:gd name="T50" fmla="*/ 2147483646 w 4094"/>
                <a:gd name="T51" fmla="*/ 2147483646 h 605"/>
                <a:gd name="T52" fmla="*/ 2147483646 w 4094"/>
                <a:gd name="T53" fmla="*/ 2147483646 h 605"/>
                <a:gd name="T54" fmla="*/ 2147483646 w 4094"/>
                <a:gd name="T55" fmla="*/ 2147483646 h 605"/>
                <a:gd name="T56" fmla="*/ 2147483646 w 4094"/>
                <a:gd name="T57" fmla="*/ 2147483646 h 605"/>
                <a:gd name="T58" fmla="*/ 2147483646 w 4094"/>
                <a:gd name="T59" fmla="*/ 2147483646 h 605"/>
                <a:gd name="T60" fmla="*/ 2147483646 w 4094"/>
                <a:gd name="T61" fmla="*/ 2147483646 h 605"/>
                <a:gd name="T62" fmla="*/ 2147483646 w 4094"/>
                <a:gd name="T63" fmla="*/ 2147483646 h 605"/>
                <a:gd name="T64" fmla="*/ 2147483646 w 4094"/>
                <a:gd name="T65" fmla="*/ 2147483646 h 605"/>
                <a:gd name="T66" fmla="*/ 2147483646 w 4094"/>
                <a:gd name="T67" fmla="*/ 2147483646 h 605"/>
                <a:gd name="T68" fmla="*/ 2147483646 w 4094"/>
                <a:gd name="T69" fmla="*/ 2147483646 h 605"/>
                <a:gd name="T70" fmla="*/ 2147483646 w 4094"/>
                <a:gd name="T71" fmla="*/ 2147483646 h 605"/>
                <a:gd name="T72" fmla="*/ 2147483646 w 4094"/>
                <a:gd name="T73" fmla="*/ 2147483646 h 605"/>
                <a:gd name="T74" fmla="*/ 2147483646 w 4094"/>
                <a:gd name="T75" fmla="*/ 2147483646 h 605"/>
                <a:gd name="T76" fmla="*/ 2147483646 w 4094"/>
                <a:gd name="T77" fmla="*/ 2147483646 h 605"/>
                <a:gd name="T78" fmla="*/ 2147483646 w 4094"/>
                <a:gd name="T79" fmla="*/ 2147483646 h 605"/>
                <a:gd name="T80" fmla="*/ 2147483646 w 4094"/>
                <a:gd name="T81" fmla="*/ 2147483646 h 605"/>
                <a:gd name="T82" fmla="*/ 2147483646 w 4094"/>
                <a:gd name="T83" fmla="*/ 2147483646 h 605"/>
                <a:gd name="T84" fmla="*/ 2147483646 w 4094"/>
                <a:gd name="T85" fmla="*/ 2147483646 h 605"/>
                <a:gd name="T86" fmla="*/ 2147483646 w 4094"/>
                <a:gd name="T87" fmla="*/ 2147483646 h 60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94"/>
                <a:gd name="T133" fmla="*/ 0 h 605"/>
                <a:gd name="T134" fmla="*/ 4094 w 4094"/>
                <a:gd name="T135" fmla="*/ 605 h 60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94" h="605" extrusionOk="0">
                  <a:moveTo>
                    <a:pt x="0" y="298"/>
                  </a:moveTo>
                  <a:lnTo>
                    <a:pt x="0" y="307"/>
                  </a:lnTo>
                  <a:lnTo>
                    <a:pt x="2" y="291"/>
                  </a:lnTo>
                  <a:lnTo>
                    <a:pt x="3" y="275"/>
                  </a:lnTo>
                  <a:lnTo>
                    <a:pt x="5" y="259"/>
                  </a:lnTo>
                  <a:lnTo>
                    <a:pt x="8" y="245"/>
                  </a:lnTo>
                  <a:lnTo>
                    <a:pt x="11" y="229"/>
                  </a:lnTo>
                  <a:lnTo>
                    <a:pt x="15" y="215"/>
                  </a:lnTo>
                  <a:lnTo>
                    <a:pt x="19" y="202"/>
                  </a:lnTo>
                  <a:lnTo>
                    <a:pt x="25" y="187"/>
                  </a:lnTo>
                  <a:lnTo>
                    <a:pt x="31" y="173"/>
                  </a:lnTo>
                  <a:lnTo>
                    <a:pt x="38" y="160"/>
                  </a:lnTo>
                  <a:lnTo>
                    <a:pt x="45" y="147"/>
                  </a:lnTo>
                  <a:lnTo>
                    <a:pt x="54" y="136"/>
                  </a:lnTo>
                  <a:lnTo>
                    <a:pt x="62" y="123"/>
                  </a:lnTo>
                  <a:lnTo>
                    <a:pt x="71" y="111"/>
                  </a:lnTo>
                  <a:lnTo>
                    <a:pt x="81" y="101"/>
                  </a:lnTo>
                  <a:lnTo>
                    <a:pt x="91" y="89"/>
                  </a:lnTo>
                  <a:lnTo>
                    <a:pt x="101" y="79"/>
                  </a:lnTo>
                  <a:lnTo>
                    <a:pt x="113" y="71"/>
                  </a:lnTo>
                  <a:lnTo>
                    <a:pt x="124" y="61"/>
                  </a:lnTo>
                  <a:lnTo>
                    <a:pt x="136" y="52"/>
                  </a:lnTo>
                  <a:lnTo>
                    <a:pt x="149" y="45"/>
                  </a:lnTo>
                  <a:lnTo>
                    <a:pt x="162" y="38"/>
                  </a:lnTo>
                  <a:lnTo>
                    <a:pt x="175" y="30"/>
                  </a:lnTo>
                  <a:lnTo>
                    <a:pt x="188" y="25"/>
                  </a:lnTo>
                  <a:lnTo>
                    <a:pt x="202" y="19"/>
                  </a:lnTo>
                  <a:lnTo>
                    <a:pt x="217" y="14"/>
                  </a:lnTo>
                  <a:lnTo>
                    <a:pt x="231" y="10"/>
                  </a:lnTo>
                  <a:lnTo>
                    <a:pt x="245" y="6"/>
                  </a:lnTo>
                  <a:lnTo>
                    <a:pt x="261" y="3"/>
                  </a:lnTo>
                  <a:lnTo>
                    <a:pt x="276" y="2"/>
                  </a:lnTo>
                  <a:lnTo>
                    <a:pt x="292" y="0"/>
                  </a:lnTo>
                  <a:lnTo>
                    <a:pt x="307" y="0"/>
                  </a:lnTo>
                  <a:lnTo>
                    <a:pt x="3788" y="0"/>
                  </a:lnTo>
                  <a:lnTo>
                    <a:pt x="3804" y="0"/>
                  </a:lnTo>
                  <a:lnTo>
                    <a:pt x="3820" y="2"/>
                  </a:lnTo>
                  <a:lnTo>
                    <a:pt x="3834" y="3"/>
                  </a:lnTo>
                  <a:lnTo>
                    <a:pt x="3850" y="6"/>
                  </a:lnTo>
                  <a:lnTo>
                    <a:pt x="3864" y="10"/>
                  </a:lnTo>
                  <a:lnTo>
                    <a:pt x="3879" y="14"/>
                  </a:lnTo>
                  <a:lnTo>
                    <a:pt x="3893" y="19"/>
                  </a:lnTo>
                  <a:lnTo>
                    <a:pt x="3908" y="25"/>
                  </a:lnTo>
                  <a:lnTo>
                    <a:pt x="3921" y="30"/>
                  </a:lnTo>
                  <a:lnTo>
                    <a:pt x="3934" y="38"/>
                  </a:lnTo>
                  <a:lnTo>
                    <a:pt x="3947" y="45"/>
                  </a:lnTo>
                  <a:lnTo>
                    <a:pt x="3960" y="52"/>
                  </a:lnTo>
                  <a:lnTo>
                    <a:pt x="3971" y="61"/>
                  </a:lnTo>
                  <a:lnTo>
                    <a:pt x="3983" y="71"/>
                  </a:lnTo>
                  <a:lnTo>
                    <a:pt x="3994" y="79"/>
                  </a:lnTo>
                  <a:lnTo>
                    <a:pt x="4004" y="89"/>
                  </a:lnTo>
                  <a:lnTo>
                    <a:pt x="4014" y="101"/>
                  </a:lnTo>
                  <a:lnTo>
                    <a:pt x="4024" y="111"/>
                  </a:lnTo>
                  <a:lnTo>
                    <a:pt x="4033" y="123"/>
                  </a:lnTo>
                  <a:lnTo>
                    <a:pt x="4042" y="136"/>
                  </a:lnTo>
                  <a:lnTo>
                    <a:pt x="4050" y="147"/>
                  </a:lnTo>
                  <a:lnTo>
                    <a:pt x="4058" y="160"/>
                  </a:lnTo>
                  <a:lnTo>
                    <a:pt x="4065" y="173"/>
                  </a:lnTo>
                  <a:lnTo>
                    <a:pt x="4071" y="187"/>
                  </a:lnTo>
                  <a:lnTo>
                    <a:pt x="4076" y="202"/>
                  </a:lnTo>
                  <a:lnTo>
                    <a:pt x="4081" y="215"/>
                  </a:lnTo>
                  <a:lnTo>
                    <a:pt x="4085" y="229"/>
                  </a:lnTo>
                  <a:lnTo>
                    <a:pt x="4088" y="245"/>
                  </a:lnTo>
                  <a:lnTo>
                    <a:pt x="4091" y="259"/>
                  </a:lnTo>
                  <a:lnTo>
                    <a:pt x="4092" y="275"/>
                  </a:lnTo>
                  <a:lnTo>
                    <a:pt x="4094" y="291"/>
                  </a:lnTo>
                  <a:lnTo>
                    <a:pt x="4094" y="307"/>
                  </a:lnTo>
                  <a:lnTo>
                    <a:pt x="4094" y="298"/>
                  </a:lnTo>
                  <a:lnTo>
                    <a:pt x="4094" y="314"/>
                  </a:lnTo>
                  <a:lnTo>
                    <a:pt x="4092" y="330"/>
                  </a:lnTo>
                  <a:lnTo>
                    <a:pt x="4091" y="346"/>
                  </a:lnTo>
                  <a:lnTo>
                    <a:pt x="4088" y="360"/>
                  </a:lnTo>
                  <a:lnTo>
                    <a:pt x="4085" y="376"/>
                  </a:lnTo>
                  <a:lnTo>
                    <a:pt x="4081" y="391"/>
                  </a:lnTo>
                  <a:lnTo>
                    <a:pt x="4076" y="405"/>
                  </a:lnTo>
                  <a:lnTo>
                    <a:pt x="4071" y="418"/>
                  </a:lnTo>
                  <a:lnTo>
                    <a:pt x="4065" y="432"/>
                  </a:lnTo>
                  <a:lnTo>
                    <a:pt x="4058" y="445"/>
                  </a:lnTo>
                  <a:lnTo>
                    <a:pt x="4050" y="458"/>
                  </a:lnTo>
                  <a:lnTo>
                    <a:pt x="4042" y="470"/>
                  </a:lnTo>
                  <a:lnTo>
                    <a:pt x="4033" y="483"/>
                  </a:lnTo>
                  <a:lnTo>
                    <a:pt x="4024" y="494"/>
                  </a:lnTo>
                  <a:lnTo>
                    <a:pt x="4014" y="504"/>
                  </a:lnTo>
                  <a:lnTo>
                    <a:pt x="4004" y="516"/>
                  </a:lnTo>
                  <a:lnTo>
                    <a:pt x="3994" y="526"/>
                  </a:lnTo>
                  <a:lnTo>
                    <a:pt x="3983" y="535"/>
                  </a:lnTo>
                  <a:lnTo>
                    <a:pt x="3971" y="545"/>
                  </a:lnTo>
                  <a:lnTo>
                    <a:pt x="3960" y="553"/>
                  </a:lnTo>
                  <a:lnTo>
                    <a:pt x="3947" y="561"/>
                  </a:lnTo>
                  <a:lnTo>
                    <a:pt x="3934" y="568"/>
                  </a:lnTo>
                  <a:lnTo>
                    <a:pt x="3921" y="575"/>
                  </a:lnTo>
                  <a:lnTo>
                    <a:pt x="3908" y="581"/>
                  </a:lnTo>
                  <a:lnTo>
                    <a:pt x="3893" y="587"/>
                  </a:lnTo>
                  <a:lnTo>
                    <a:pt x="3879" y="591"/>
                  </a:lnTo>
                  <a:lnTo>
                    <a:pt x="3864" y="595"/>
                  </a:lnTo>
                  <a:lnTo>
                    <a:pt x="3850" y="600"/>
                  </a:lnTo>
                  <a:lnTo>
                    <a:pt x="3834" y="602"/>
                  </a:lnTo>
                  <a:lnTo>
                    <a:pt x="3820" y="604"/>
                  </a:lnTo>
                  <a:lnTo>
                    <a:pt x="3804" y="605"/>
                  </a:lnTo>
                  <a:lnTo>
                    <a:pt x="3788" y="605"/>
                  </a:lnTo>
                  <a:lnTo>
                    <a:pt x="307" y="605"/>
                  </a:lnTo>
                  <a:lnTo>
                    <a:pt x="292" y="605"/>
                  </a:lnTo>
                  <a:lnTo>
                    <a:pt x="276" y="604"/>
                  </a:lnTo>
                  <a:lnTo>
                    <a:pt x="261" y="602"/>
                  </a:lnTo>
                  <a:lnTo>
                    <a:pt x="245" y="600"/>
                  </a:lnTo>
                  <a:lnTo>
                    <a:pt x="231" y="595"/>
                  </a:lnTo>
                  <a:lnTo>
                    <a:pt x="217" y="591"/>
                  </a:lnTo>
                  <a:lnTo>
                    <a:pt x="202" y="587"/>
                  </a:lnTo>
                  <a:lnTo>
                    <a:pt x="188" y="581"/>
                  </a:lnTo>
                  <a:lnTo>
                    <a:pt x="175" y="575"/>
                  </a:lnTo>
                  <a:lnTo>
                    <a:pt x="162" y="568"/>
                  </a:lnTo>
                  <a:lnTo>
                    <a:pt x="149" y="561"/>
                  </a:lnTo>
                  <a:lnTo>
                    <a:pt x="136" y="553"/>
                  </a:lnTo>
                  <a:lnTo>
                    <a:pt x="124" y="545"/>
                  </a:lnTo>
                  <a:lnTo>
                    <a:pt x="113" y="535"/>
                  </a:lnTo>
                  <a:lnTo>
                    <a:pt x="101" y="526"/>
                  </a:lnTo>
                  <a:lnTo>
                    <a:pt x="91" y="516"/>
                  </a:lnTo>
                  <a:lnTo>
                    <a:pt x="81" y="504"/>
                  </a:lnTo>
                  <a:lnTo>
                    <a:pt x="71" y="494"/>
                  </a:lnTo>
                  <a:lnTo>
                    <a:pt x="62" y="483"/>
                  </a:lnTo>
                  <a:lnTo>
                    <a:pt x="54" y="470"/>
                  </a:lnTo>
                  <a:lnTo>
                    <a:pt x="45" y="458"/>
                  </a:lnTo>
                  <a:lnTo>
                    <a:pt x="38" y="445"/>
                  </a:lnTo>
                  <a:lnTo>
                    <a:pt x="31" y="432"/>
                  </a:lnTo>
                  <a:lnTo>
                    <a:pt x="25" y="418"/>
                  </a:lnTo>
                  <a:lnTo>
                    <a:pt x="19" y="405"/>
                  </a:lnTo>
                  <a:lnTo>
                    <a:pt x="15" y="391"/>
                  </a:lnTo>
                  <a:lnTo>
                    <a:pt x="11" y="376"/>
                  </a:lnTo>
                  <a:lnTo>
                    <a:pt x="8" y="360"/>
                  </a:lnTo>
                  <a:lnTo>
                    <a:pt x="5" y="346"/>
                  </a:lnTo>
                  <a:lnTo>
                    <a:pt x="3" y="330"/>
                  </a:lnTo>
                  <a:lnTo>
                    <a:pt x="2" y="314"/>
                  </a:lnTo>
                  <a:lnTo>
                    <a:pt x="0" y="298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9516" name="Shape 1978">
              <a:extLst>
                <a:ext uri="{FF2B5EF4-FFF2-40B4-BE49-F238E27FC236}">
                  <a16:creationId xmlns:a16="http://schemas.microsoft.com/office/drawing/2014/main" id="{BD384B67-85E2-4249-A7C9-410DD17D6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0837" y="4972585"/>
              <a:ext cx="46038" cy="138111"/>
            </a:xfrm>
            <a:custGeom>
              <a:avLst/>
              <a:gdLst>
                <a:gd name="T0" fmla="*/ 0 w 58"/>
                <a:gd name="T1" fmla="*/ 0 h 173"/>
                <a:gd name="T2" fmla="*/ 2147483646 w 58"/>
                <a:gd name="T3" fmla="*/ 2147483646 h 173"/>
                <a:gd name="T4" fmla="*/ 2147483646 w 58"/>
                <a:gd name="T5" fmla="*/ 0 h 173"/>
                <a:gd name="T6" fmla="*/ 2147483646 w 58"/>
                <a:gd name="T7" fmla="*/ 0 h 173"/>
                <a:gd name="T8" fmla="*/ 0 w 58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8"/>
                <a:gd name="T16" fmla="*/ 0 h 173"/>
                <a:gd name="T17" fmla="*/ 58 w 58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8" h="173" extrusionOk="0">
                  <a:moveTo>
                    <a:pt x="0" y="0"/>
                  </a:moveTo>
                  <a:lnTo>
                    <a:pt x="29" y="173"/>
                  </a:lnTo>
                  <a:lnTo>
                    <a:pt x="58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319517" name="Shape 1979">
              <a:extLst>
                <a:ext uri="{FF2B5EF4-FFF2-40B4-BE49-F238E27FC236}">
                  <a16:creationId xmlns:a16="http://schemas.microsoft.com/office/drawing/2014/main" id="{709DFE6B-81F0-4435-BB27-7D85D071157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7394650" y="4493159"/>
              <a:ext cx="1500" cy="457201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19518" name="Shape 1980">
              <a:extLst>
                <a:ext uri="{FF2B5EF4-FFF2-40B4-BE49-F238E27FC236}">
                  <a16:creationId xmlns:a16="http://schemas.microsoft.com/office/drawing/2014/main" id="{E3509043-9405-4F9F-90EC-D8E6AB0FC0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77217" y="4588410"/>
              <a:ext cx="185704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319519" name="Shape 1981">
              <a:extLst>
                <a:ext uri="{FF2B5EF4-FFF2-40B4-BE49-F238E27FC236}">
                  <a16:creationId xmlns:a16="http://schemas.microsoft.com/office/drawing/2014/main" id="{E4DAB68F-DDDD-4FCE-8042-319785DF6D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7602" y="4588410"/>
              <a:ext cx="152403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19520" name="Shape 1982">
              <a:extLst>
                <a:ext uri="{FF2B5EF4-FFF2-40B4-BE49-F238E27FC236}">
                  <a16:creationId xmlns:a16="http://schemas.microsoft.com/office/drawing/2014/main" id="{8C2CBAA2-05BB-4824-AFE5-990FF677F4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6935" y="4588410"/>
              <a:ext cx="165003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319521" name="Shape 1983">
              <a:extLst>
                <a:ext uri="{FF2B5EF4-FFF2-40B4-BE49-F238E27FC236}">
                  <a16:creationId xmlns:a16="http://schemas.microsoft.com/office/drawing/2014/main" id="{150FD382-1CA6-4B54-8553-EB111CDA8E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77217" y="4812247"/>
              <a:ext cx="185704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319522" name="Shape 1984">
              <a:extLst>
                <a:ext uri="{FF2B5EF4-FFF2-40B4-BE49-F238E27FC236}">
                  <a16:creationId xmlns:a16="http://schemas.microsoft.com/office/drawing/2014/main" id="{7DFEBADC-BDA4-468E-BBB9-41910902EE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7602" y="4812247"/>
              <a:ext cx="152403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19523" name="Shape 1985">
              <a:extLst>
                <a:ext uri="{FF2B5EF4-FFF2-40B4-BE49-F238E27FC236}">
                  <a16:creationId xmlns:a16="http://schemas.microsoft.com/office/drawing/2014/main" id="{8685D6CD-F6CB-4F9F-A24C-A0C9030F03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6935" y="4812247"/>
              <a:ext cx="165003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319524" name="Shape 1986">
              <a:extLst>
                <a:ext uri="{FF2B5EF4-FFF2-40B4-BE49-F238E27FC236}">
                  <a16:creationId xmlns:a16="http://schemas.microsoft.com/office/drawing/2014/main" id="{3CE47C76-579A-4468-966E-7AE134A898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07224" y="4118509"/>
              <a:ext cx="252306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: </a:t>
              </a:r>
            </a:p>
          </p:txBody>
        </p:sp>
        <p:sp>
          <p:nvSpPr>
            <p:cNvPr id="319525" name="Shape 1987">
              <a:extLst>
                <a:ext uri="{FF2B5EF4-FFF2-40B4-BE49-F238E27FC236}">
                  <a16:creationId xmlns:a16="http://schemas.microsoft.com/office/drawing/2014/main" id="{DEDC5AC0-A6DD-4231-A748-943A6DEBFF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75496" y="4118509"/>
              <a:ext cx="174604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319526" name="Shape 1988">
              <a:extLst>
                <a:ext uri="{FF2B5EF4-FFF2-40B4-BE49-F238E27FC236}">
                  <a16:creationId xmlns:a16="http://schemas.microsoft.com/office/drawing/2014/main" id="{E79D3F8D-152E-477F-A80F-3A7D861A2C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12024" y="4118509"/>
              <a:ext cx="152403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19527" name="Shape 1989">
              <a:extLst>
                <a:ext uri="{FF2B5EF4-FFF2-40B4-BE49-F238E27FC236}">
                  <a16:creationId xmlns:a16="http://schemas.microsoft.com/office/drawing/2014/main" id="{DBBA03EE-5C2F-4249-9ADD-F49BD433BB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23152" y="4223284"/>
              <a:ext cx="252306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 </a:t>
              </a:r>
            </a:p>
          </p:txBody>
        </p:sp>
        <p:sp>
          <p:nvSpPr>
            <p:cNvPr id="319528" name="Shape 1990">
              <a:extLst>
                <a:ext uri="{FF2B5EF4-FFF2-40B4-BE49-F238E27FC236}">
                  <a16:creationId xmlns:a16="http://schemas.microsoft.com/office/drawing/2014/main" id="{71E133D3-6691-4C05-A43A-1A5E3FB4D4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08938" y="4118509"/>
              <a:ext cx="152403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19529" name="Shape 1991">
              <a:extLst>
                <a:ext uri="{FF2B5EF4-FFF2-40B4-BE49-F238E27FC236}">
                  <a16:creationId xmlns:a16="http://schemas.microsoft.com/office/drawing/2014/main" id="{8FFCDAD0-A590-4105-A26A-CC9A590655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24784" y="4118509"/>
              <a:ext cx="165003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319530" name="Shape 1992">
              <a:extLst>
                <a:ext uri="{FF2B5EF4-FFF2-40B4-BE49-F238E27FC236}">
                  <a16:creationId xmlns:a16="http://schemas.microsoft.com/office/drawing/2014/main" id="{5B3E2B34-7928-4FAF-B65A-751AD967CA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18493" y="4118509"/>
              <a:ext cx="174604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319531" name="Shape 1993">
              <a:extLst>
                <a:ext uri="{FF2B5EF4-FFF2-40B4-BE49-F238E27FC236}">
                  <a16:creationId xmlns:a16="http://schemas.microsoft.com/office/drawing/2014/main" id="{85E2E946-EA9E-46C7-ABE6-FC2C613473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55021" y="4118509"/>
              <a:ext cx="152403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319532" name="Shape 1994">
              <a:extLst>
                <a:ext uri="{FF2B5EF4-FFF2-40B4-BE49-F238E27FC236}">
                  <a16:creationId xmlns:a16="http://schemas.microsoft.com/office/drawing/2014/main" id="{EDE1B111-7251-49EB-BF86-7A81320C90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66130" y="4223284"/>
              <a:ext cx="185704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19533" name="Shape 1995">
              <a:extLst>
                <a:ext uri="{FF2B5EF4-FFF2-40B4-BE49-F238E27FC236}">
                  <a16:creationId xmlns:a16="http://schemas.microsoft.com/office/drawing/2014/main" id="{8164754E-61D4-469A-AD35-AFA7F6DD1E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56682" y="4118509"/>
              <a:ext cx="152403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19534" name="Shape 1996">
              <a:extLst>
                <a:ext uri="{FF2B5EF4-FFF2-40B4-BE49-F238E27FC236}">
                  <a16:creationId xmlns:a16="http://schemas.microsoft.com/office/drawing/2014/main" id="{3C318E94-4F02-465B-96AB-228FE7002B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2528" y="4118509"/>
              <a:ext cx="165003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319535" name="Shape 1997">
              <a:extLst>
                <a:ext uri="{FF2B5EF4-FFF2-40B4-BE49-F238E27FC236}">
                  <a16:creationId xmlns:a16="http://schemas.microsoft.com/office/drawing/2014/main" id="{60A50724-1987-40FD-8B35-4FA9EFB5B2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2128" y="4112159"/>
              <a:ext cx="108001" cy="258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Noto Symbol" charset="0"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Noto Symbol" charset="0"/>
                  <a:ea typeface="ＭＳ Ｐゴシック" panose="020B0600070205080204" pitchFamily="34" charset="-128"/>
                  <a:cs typeface="Arial" panose="020B0604020202020204" pitchFamily="34" charset="0"/>
                  <a:sym typeface="Noto Symbol" charset="0"/>
                </a:rPr>
                <a:t>, </a:t>
              </a:r>
            </a:p>
          </p:txBody>
        </p:sp>
        <p:sp>
          <p:nvSpPr>
            <p:cNvPr id="319536" name="Shape 1998">
              <a:extLst>
                <a:ext uri="{FF2B5EF4-FFF2-40B4-BE49-F238E27FC236}">
                  <a16:creationId xmlns:a16="http://schemas.microsoft.com/office/drawing/2014/main" id="{921B9642-63BA-4C94-B703-13228A7FF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9013" y="2867558"/>
              <a:ext cx="3249687" cy="481012"/>
            </a:xfrm>
            <a:custGeom>
              <a:avLst/>
              <a:gdLst>
                <a:gd name="T0" fmla="*/ 2147483646 w 4094"/>
                <a:gd name="T1" fmla="*/ 2147483646 h 605"/>
                <a:gd name="T2" fmla="*/ 2147483646 w 4094"/>
                <a:gd name="T3" fmla="*/ 2147483646 h 605"/>
                <a:gd name="T4" fmla="*/ 2147483646 w 4094"/>
                <a:gd name="T5" fmla="*/ 2147483646 h 605"/>
                <a:gd name="T6" fmla="*/ 2147483646 w 4094"/>
                <a:gd name="T7" fmla="*/ 2147483646 h 605"/>
                <a:gd name="T8" fmla="*/ 2147483646 w 4094"/>
                <a:gd name="T9" fmla="*/ 2147483646 h 605"/>
                <a:gd name="T10" fmla="*/ 2147483646 w 4094"/>
                <a:gd name="T11" fmla="*/ 2147483646 h 605"/>
                <a:gd name="T12" fmla="*/ 2147483646 w 4094"/>
                <a:gd name="T13" fmla="*/ 2147483646 h 605"/>
                <a:gd name="T14" fmla="*/ 2147483646 w 4094"/>
                <a:gd name="T15" fmla="*/ 2147483646 h 605"/>
                <a:gd name="T16" fmla="*/ 2147483646 w 4094"/>
                <a:gd name="T17" fmla="*/ 2147483646 h 605"/>
                <a:gd name="T18" fmla="*/ 2147483646 w 4094"/>
                <a:gd name="T19" fmla="*/ 2147483646 h 605"/>
                <a:gd name="T20" fmla="*/ 2147483646 w 4094"/>
                <a:gd name="T21" fmla="*/ 0 h 605"/>
                <a:gd name="T22" fmla="*/ 2147483646 w 4094"/>
                <a:gd name="T23" fmla="*/ 0 h 605"/>
                <a:gd name="T24" fmla="*/ 2147483646 w 4094"/>
                <a:gd name="T25" fmla="*/ 2147483646 h 605"/>
                <a:gd name="T26" fmla="*/ 2147483646 w 4094"/>
                <a:gd name="T27" fmla="*/ 2147483646 h 605"/>
                <a:gd name="T28" fmla="*/ 2147483646 w 4094"/>
                <a:gd name="T29" fmla="*/ 2147483646 h 605"/>
                <a:gd name="T30" fmla="*/ 2147483646 w 4094"/>
                <a:gd name="T31" fmla="*/ 2147483646 h 605"/>
                <a:gd name="T32" fmla="*/ 2147483646 w 4094"/>
                <a:gd name="T33" fmla="*/ 2147483646 h 605"/>
                <a:gd name="T34" fmla="*/ 2147483646 w 4094"/>
                <a:gd name="T35" fmla="*/ 2147483646 h 605"/>
                <a:gd name="T36" fmla="*/ 2147483646 w 4094"/>
                <a:gd name="T37" fmla="*/ 2147483646 h 605"/>
                <a:gd name="T38" fmla="*/ 2147483646 w 4094"/>
                <a:gd name="T39" fmla="*/ 2147483646 h 605"/>
                <a:gd name="T40" fmla="*/ 2147483646 w 4094"/>
                <a:gd name="T41" fmla="*/ 2147483646 h 605"/>
                <a:gd name="T42" fmla="*/ 2147483646 w 4094"/>
                <a:gd name="T43" fmla="*/ 2147483646 h 605"/>
                <a:gd name="T44" fmla="*/ 2147483646 w 4094"/>
                <a:gd name="T45" fmla="*/ 2147483646 h 605"/>
                <a:gd name="T46" fmla="*/ 2147483646 w 4094"/>
                <a:gd name="T47" fmla="*/ 2147483646 h 605"/>
                <a:gd name="T48" fmla="*/ 2147483646 w 4094"/>
                <a:gd name="T49" fmla="*/ 2147483646 h 605"/>
                <a:gd name="T50" fmla="*/ 2147483646 w 4094"/>
                <a:gd name="T51" fmla="*/ 2147483646 h 605"/>
                <a:gd name="T52" fmla="*/ 2147483646 w 4094"/>
                <a:gd name="T53" fmla="*/ 2147483646 h 605"/>
                <a:gd name="T54" fmla="*/ 2147483646 w 4094"/>
                <a:gd name="T55" fmla="*/ 2147483646 h 605"/>
                <a:gd name="T56" fmla="*/ 2147483646 w 4094"/>
                <a:gd name="T57" fmla="*/ 2147483646 h 605"/>
                <a:gd name="T58" fmla="*/ 2147483646 w 4094"/>
                <a:gd name="T59" fmla="*/ 2147483646 h 605"/>
                <a:gd name="T60" fmla="*/ 2147483646 w 4094"/>
                <a:gd name="T61" fmla="*/ 2147483646 h 605"/>
                <a:gd name="T62" fmla="*/ 2147483646 w 4094"/>
                <a:gd name="T63" fmla="*/ 2147483646 h 605"/>
                <a:gd name="T64" fmla="*/ 2147483646 w 4094"/>
                <a:gd name="T65" fmla="*/ 2147483646 h 605"/>
                <a:gd name="T66" fmla="*/ 2147483646 w 4094"/>
                <a:gd name="T67" fmla="*/ 2147483646 h 605"/>
                <a:gd name="T68" fmla="*/ 2147483646 w 4094"/>
                <a:gd name="T69" fmla="*/ 2147483646 h 605"/>
                <a:gd name="T70" fmla="*/ 2147483646 w 4094"/>
                <a:gd name="T71" fmla="*/ 2147483646 h 605"/>
                <a:gd name="T72" fmla="*/ 2147483646 w 4094"/>
                <a:gd name="T73" fmla="*/ 2147483646 h 605"/>
                <a:gd name="T74" fmla="*/ 2147483646 w 4094"/>
                <a:gd name="T75" fmla="*/ 2147483646 h 605"/>
                <a:gd name="T76" fmla="*/ 2147483646 w 4094"/>
                <a:gd name="T77" fmla="*/ 2147483646 h 605"/>
                <a:gd name="T78" fmla="*/ 2147483646 w 4094"/>
                <a:gd name="T79" fmla="*/ 2147483646 h 605"/>
                <a:gd name="T80" fmla="*/ 2147483646 w 4094"/>
                <a:gd name="T81" fmla="*/ 2147483646 h 605"/>
                <a:gd name="T82" fmla="*/ 2147483646 w 4094"/>
                <a:gd name="T83" fmla="*/ 2147483646 h 605"/>
                <a:gd name="T84" fmla="*/ 2147483646 w 4094"/>
                <a:gd name="T85" fmla="*/ 2147483646 h 605"/>
                <a:gd name="T86" fmla="*/ 2147483646 w 4094"/>
                <a:gd name="T87" fmla="*/ 2147483646 h 60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94"/>
                <a:gd name="T133" fmla="*/ 0 h 605"/>
                <a:gd name="T134" fmla="*/ 4094 w 4094"/>
                <a:gd name="T135" fmla="*/ 605 h 60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94" h="605" extrusionOk="0">
                  <a:moveTo>
                    <a:pt x="0" y="298"/>
                  </a:moveTo>
                  <a:lnTo>
                    <a:pt x="0" y="307"/>
                  </a:lnTo>
                  <a:lnTo>
                    <a:pt x="2" y="291"/>
                  </a:lnTo>
                  <a:lnTo>
                    <a:pt x="3" y="275"/>
                  </a:lnTo>
                  <a:lnTo>
                    <a:pt x="5" y="259"/>
                  </a:lnTo>
                  <a:lnTo>
                    <a:pt x="8" y="245"/>
                  </a:lnTo>
                  <a:lnTo>
                    <a:pt x="11" y="229"/>
                  </a:lnTo>
                  <a:lnTo>
                    <a:pt x="15" y="215"/>
                  </a:lnTo>
                  <a:lnTo>
                    <a:pt x="19" y="202"/>
                  </a:lnTo>
                  <a:lnTo>
                    <a:pt x="25" y="187"/>
                  </a:lnTo>
                  <a:lnTo>
                    <a:pt x="31" y="173"/>
                  </a:lnTo>
                  <a:lnTo>
                    <a:pt x="38" y="160"/>
                  </a:lnTo>
                  <a:lnTo>
                    <a:pt x="45" y="147"/>
                  </a:lnTo>
                  <a:lnTo>
                    <a:pt x="54" y="135"/>
                  </a:lnTo>
                  <a:lnTo>
                    <a:pt x="62" y="122"/>
                  </a:lnTo>
                  <a:lnTo>
                    <a:pt x="71" y="111"/>
                  </a:lnTo>
                  <a:lnTo>
                    <a:pt x="81" y="101"/>
                  </a:lnTo>
                  <a:lnTo>
                    <a:pt x="91" y="89"/>
                  </a:lnTo>
                  <a:lnTo>
                    <a:pt x="101" y="79"/>
                  </a:lnTo>
                  <a:lnTo>
                    <a:pt x="113" y="71"/>
                  </a:lnTo>
                  <a:lnTo>
                    <a:pt x="124" y="60"/>
                  </a:lnTo>
                  <a:lnTo>
                    <a:pt x="136" y="52"/>
                  </a:lnTo>
                  <a:lnTo>
                    <a:pt x="149" y="45"/>
                  </a:lnTo>
                  <a:lnTo>
                    <a:pt x="162" y="37"/>
                  </a:lnTo>
                  <a:lnTo>
                    <a:pt x="175" y="30"/>
                  </a:lnTo>
                  <a:lnTo>
                    <a:pt x="188" y="24"/>
                  </a:lnTo>
                  <a:lnTo>
                    <a:pt x="202" y="19"/>
                  </a:lnTo>
                  <a:lnTo>
                    <a:pt x="217" y="14"/>
                  </a:lnTo>
                  <a:lnTo>
                    <a:pt x="231" y="10"/>
                  </a:lnTo>
                  <a:lnTo>
                    <a:pt x="245" y="6"/>
                  </a:lnTo>
                  <a:lnTo>
                    <a:pt x="261" y="3"/>
                  </a:lnTo>
                  <a:lnTo>
                    <a:pt x="276" y="1"/>
                  </a:lnTo>
                  <a:lnTo>
                    <a:pt x="292" y="0"/>
                  </a:lnTo>
                  <a:lnTo>
                    <a:pt x="307" y="0"/>
                  </a:lnTo>
                  <a:lnTo>
                    <a:pt x="3788" y="0"/>
                  </a:lnTo>
                  <a:lnTo>
                    <a:pt x="3804" y="0"/>
                  </a:lnTo>
                  <a:lnTo>
                    <a:pt x="3820" y="1"/>
                  </a:lnTo>
                  <a:lnTo>
                    <a:pt x="3834" y="3"/>
                  </a:lnTo>
                  <a:lnTo>
                    <a:pt x="3850" y="6"/>
                  </a:lnTo>
                  <a:lnTo>
                    <a:pt x="3864" y="10"/>
                  </a:lnTo>
                  <a:lnTo>
                    <a:pt x="3879" y="14"/>
                  </a:lnTo>
                  <a:lnTo>
                    <a:pt x="3893" y="19"/>
                  </a:lnTo>
                  <a:lnTo>
                    <a:pt x="3908" y="24"/>
                  </a:lnTo>
                  <a:lnTo>
                    <a:pt x="3921" y="30"/>
                  </a:lnTo>
                  <a:lnTo>
                    <a:pt x="3934" y="37"/>
                  </a:lnTo>
                  <a:lnTo>
                    <a:pt x="3947" y="45"/>
                  </a:lnTo>
                  <a:lnTo>
                    <a:pt x="3960" y="52"/>
                  </a:lnTo>
                  <a:lnTo>
                    <a:pt x="3971" y="60"/>
                  </a:lnTo>
                  <a:lnTo>
                    <a:pt x="3983" y="71"/>
                  </a:lnTo>
                  <a:lnTo>
                    <a:pt x="3994" y="79"/>
                  </a:lnTo>
                  <a:lnTo>
                    <a:pt x="4004" y="89"/>
                  </a:lnTo>
                  <a:lnTo>
                    <a:pt x="4014" y="101"/>
                  </a:lnTo>
                  <a:lnTo>
                    <a:pt x="4024" y="111"/>
                  </a:lnTo>
                  <a:lnTo>
                    <a:pt x="4033" y="122"/>
                  </a:lnTo>
                  <a:lnTo>
                    <a:pt x="4042" y="135"/>
                  </a:lnTo>
                  <a:lnTo>
                    <a:pt x="4050" y="147"/>
                  </a:lnTo>
                  <a:lnTo>
                    <a:pt x="4058" y="160"/>
                  </a:lnTo>
                  <a:lnTo>
                    <a:pt x="4065" y="173"/>
                  </a:lnTo>
                  <a:lnTo>
                    <a:pt x="4071" y="187"/>
                  </a:lnTo>
                  <a:lnTo>
                    <a:pt x="4076" y="202"/>
                  </a:lnTo>
                  <a:lnTo>
                    <a:pt x="4081" y="215"/>
                  </a:lnTo>
                  <a:lnTo>
                    <a:pt x="4085" y="229"/>
                  </a:lnTo>
                  <a:lnTo>
                    <a:pt x="4088" y="245"/>
                  </a:lnTo>
                  <a:lnTo>
                    <a:pt x="4091" y="259"/>
                  </a:lnTo>
                  <a:lnTo>
                    <a:pt x="4092" y="275"/>
                  </a:lnTo>
                  <a:lnTo>
                    <a:pt x="4094" y="291"/>
                  </a:lnTo>
                  <a:lnTo>
                    <a:pt x="4094" y="307"/>
                  </a:lnTo>
                  <a:lnTo>
                    <a:pt x="4094" y="298"/>
                  </a:lnTo>
                  <a:lnTo>
                    <a:pt x="4094" y="314"/>
                  </a:lnTo>
                  <a:lnTo>
                    <a:pt x="4092" y="330"/>
                  </a:lnTo>
                  <a:lnTo>
                    <a:pt x="4091" y="346"/>
                  </a:lnTo>
                  <a:lnTo>
                    <a:pt x="4088" y="360"/>
                  </a:lnTo>
                  <a:lnTo>
                    <a:pt x="4085" y="376"/>
                  </a:lnTo>
                  <a:lnTo>
                    <a:pt x="4081" y="390"/>
                  </a:lnTo>
                  <a:lnTo>
                    <a:pt x="4076" y="405"/>
                  </a:lnTo>
                  <a:lnTo>
                    <a:pt x="4071" y="418"/>
                  </a:lnTo>
                  <a:lnTo>
                    <a:pt x="4065" y="432"/>
                  </a:lnTo>
                  <a:lnTo>
                    <a:pt x="4058" y="445"/>
                  </a:lnTo>
                  <a:lnTo>
                    <a:pt x="4050" y="458"/>
                  </a:lnTo>
                  <a:lnTo>
                    <a:pt x="4042" y="470"/>
                  </a:lnTo>
                  <a:lnTo>
                    <a:pt x="4033" y="483"/>
                  </a:lnTo>
                  <a:lnTo>
                    <a:pt x="4024" y="494"/>
                  </a:lnTo>
                  <a:lnTo>
                    <a:pt x="4014" y="504"/>
                  </a:lnTo>
                  <a:lnTo>
                    <a:pt x="4004" y="516"/>
                  </a:lnTo>
                  <a:lnTo>
                    <a:pt x="3994" y="526"/>
                  </a:lnTo>
                  <a:lnTo>
                    <a:pt x="3983" y="535"/>
                  </a:lnTo>
                  <a:lnTo>
                    <a:pt x="3971" y="545"/>
                  </a:lnTo>
                  <a:lnTo>
                    <a:pt x="3960" y="553"/>
                  </a:lnTo>
                  <a:lnTo>
                    <a:pt x="3947" y="561"/>
                  </a:lnTo>
                  <a:lnTo>
                    <a:pt x="3934" y="568"/>
                  </a:lnTo>
                  <a:lnTo>
                    <a:pt x="3921" y="575"/>
                  </a:lnTo>
                  <a:lnTo>
                    <a:pt x="3908" y="581"/>
                  </a:lnTo>
                  <a:lnTo>
                    <a:pt x="3893" y="586"/>
                  </a:lnTo>
                  <a:lnTo>
                    <a:pt x="3879" y="591"/>
                  </a:lnTo>
                  <a:lnTo>
                    <a:pt x="3864" y="595"/>
                  </a:lnTo>
                  <a:lnTo>
                    <a:pt x="3850" y="599"/>
                  </a:lnTo>
                  <a:lnTo>
                    <a:pt x="3834" y="602"/>
                  </a:lnTo>
                  <a:lnTo>
                    <a:pt x="3820" y="604"/>
                  </a:lnTo>
                  <a:lnTo>
                    <a:pt x="3804" y="605"/>
                  </a:lnTo>
                  <a:lnTo>
                    <a:pt x="3788" y="605"/>
                  </a:lnTo>
                  <a:lnTo>
                    <a:pt x="307" y="605"/>
                  </a:lnTo>
                  <a:lnTo>
                    <a:pt x="292" y="605"/>
                  </a:lnTo>
                  <a:lnTo>
                    <a:pt x="276" y="604"/>
                  </a:lnTo>
                  <a:lnTo>
                    <a:pt x="261" y="602"/>
                  </a:lnTo>
                  <a:lnTo>
                    <a:pt x="245" y="599"/>
                  </a:lnTo>
                  <a:lnTo>
                    <a:pt x="231" y="595"/>
                  </a:lnTo>
                  <a:lnTo>
                    <a:pt x="217" y="591"/>
                  </a:lnTo>
                  <a:lnTo>
                    <a:pt x="202" y="586"/>
                  </a:lnTo>
                  <a:lnTo>
                    <a:pt x="188" y="581"/>
                  </a:lnTo>
                  <a:lnTo>
                    <a:pt x="175" y="575"/>
                  </a:lnTo>
                  <a:lnTo>
                    <a:pt x="162" y="568"/>
                  </a:lnTo>
                  <a:lnTo>
                    <a:pt x="149" y="561"/>
                  </a:lnTo>
                  <a:lnTo>
                    <a:pt x="136" y="553"/>
                  </a:lnTo>
                  <a:lnTo>
                    <a:pt x="124" y="545"/>
                  </a:lnTo>
                  <a:lnTo>
                    <a:pt x="113" y="535"/>
                  </a:lnTo>
                  <a:lnTo>
                    <a:pt x="101" y="526"/>
                  </a:lnTo>
                  <a:lnTo>
                    <a:pt x="91" y="516"/>
                  </a:lnTo>
                  <a:lnTo>
                    <a:pt x="81" y="504"/>
                  </a:lnTo>
                  <a:lnTo>
                    <a:pt x="71" y="494"/>
                  </a:lnTo>
                  <a:lnTo>
                    <a:pt x="62" y="483"/>
                  </a:lnTo>
                  <a:lnTo>
                    <a:pt x="54" y="470"/>
                  </a:lnTo>
                  <a:lnTo>
                    <a:pt x="45" y="458"/>
                  </a:lnTo>
                  <a:lnTo>
                    <a:pt x="38" y="445"/>
                  </a:lnTo>
                  <a:lnTo>
                    <a:pt x="31" y="432"/>
                  </a:lnTo>
                  <a:lnTo>
                    <a:pt x="25" y="418"/>
                  </a:lnTo>
                  <a:lnTo>
                    <a:pt x="19" y="405"/>
                  </a:lnTo>
                  <a:lnTo>
                    <a:pt x="15" y="390"/>
                  </a:lnTo>
                  <a:lnTo>
                    <a:pt x="11" y="376"/>
                  </a:lnTo>
                  <a:lnTo>
                    <a:pt x="8" y="360"/>
                  </a:lnTo>
                  <a:lnTo>
                    <a:pt x="5" y="346"/>
                  </a:lnTo>
                  <a:lnTo>
                    <a:pt x="3" y="330"/>
                  </a:lnTo>
                  <a:lnTo>
                    <a:pt x="2" y="314"/>
                  </a:lnTo>
                  <a:lnTo>
                    <a:pt x="0" y="298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9537" name="Shape 1999">
              <a:extLst>
                <a:ext uri="{FF2B5EF4-FFF2-40B4-BE49-F238E27FC236}">
                  <a16:creationId xmlns:a16="http://schemas.microsoft.com/office/drawing/2014/main" id="{9B3CE53B-279B-472E-857A-C8DDB0F761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07198" y="2996133"/>
              <a:ext cx="252306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: </a:t>
              </a:r>
            </a:p>
          </p:txBody>
        </p:sp>
        <p:sp>
          <p:nvSpPr>
            <p:cNvPr id="319538" name="Shape 2000">
              <a:extLst>
                <a:ext uri="{FF2B5EF4-FFF2-40B4-BE49-F238E27FC236}">
                  <a16:creationId xmlns:a16="http://schemas.microsoft.com/office/drawing/2014/main" id="{153CC431-2123-4F8F-B5FB-65FBC84878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75496" y="2996144"/>
              <a:ext cx="174604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319539" name="Shape 2001">
              <a:extLst>
                <a:ext uri="{FF2B5EF4-FFF2-40B4-BE49-F238E27FC236}">
                  <a16:creationId xmlns:a16="http://schemas.microsoft.com/office/drawing/2014/main" id="{748860C1-2ADE-4524-8111-AB9AFFC419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12024" y="2996144"/>
              <a:ext cx="152403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319540" name="Shape 2002">
              <a:extLst>
                <a:ext uri="{FF2B5EF4-FFF2-40B4-BE49-F238E27FC236}">
                  <a16:creationId xmlns:a16="http://schemas.microsoft.com/office/drawing/2014/main" id="{3C446992-1EA8-4F6A-A5B5-E6239AC743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23152" y="3099333"/>
              <a:ext cx="252306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 </a:t>
              </a:r>
            </a:p>
          </p:txBody>
        </p:sp>
        <p:sp>
          <p:nvSpPr>
            <p:cNvPr id="319541" name="Shape 2003">
              <a:extLst>
                <a:ext uri="{FF2B5EF4-FFF2-40B4-BE49-F238E27FC236}">
                  <a16:creationId xmlns:a16="http://schemas.microsoft.com/office/drawing/2014/main" id="{6373E933-1D28-4784-97CF-8B1902D29C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08938" y="2996144"/>
              <a:ext cx="152403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19542" name="Shape 2004">
              <a:extLst>
                <a:ext uri="{FF2B5EF4-FFF2-40B4-BE49-F238E27FC236}">
                  <a16:creationId xmlns:a16="http://schemas.microsoft.com/office/drawing/2014/main" id="{EAFE7B32-402D-40E6-8947-A0BFDE6A9B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24784" y="2996144"/>
              <a:ext cx="165003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319543" name="Shape 2005">
              <a:extLst>
                <a:ext uri="{FF2B5EF4-FFF2-40B4-BE49-F238E27FC236}">
                  <a16:creationId xmlns:a16="http://schemas.microsoft.com/office/drawing/2014/main" id="{6838FF81-FA2A-42CB-8247-5C78F669DF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18493" y="2996144"/>
              <a:ext cx="174604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319544" name="Shape 2006">
              <a:extLst>
                <a:ext uri="{FF2B5EF4-FFF2-40B4-BE49-F238E27FC236}">
                  <a16:creationId xmlns:a16="http://schemas.microsoft.com/office/drawing/2014/main" id="{38FD3E4D-6871-4047-9331-EEBB805BB2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55021" y="2996144"/>
              <a:ext cx="152403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 </a:t>
              </a:r>
            </a:p>
          </p:txBody>
        </p:sp>
        <p:sp>
          <p:nvSpPr>
            <p:cNvPr id="319545" name="Shape 2007">
              <a:extLst>
                <a:ext uri="{FF2B5EF4-FFF2-40B4-BE49-F238E27FC236}">
                  <a16:creationId xmlns:a16="http://schemas.microsoft.com/office/drawing/2014/main" id="{B7791E27-0379-43D9-BEB4-F1DE77AC42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66128" y="3099333"/>
              <a:ext cx="196805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19546" name="Shape 2008">
              <a:extLst>
                <a:ext uri="{FF2B5EF4-FFF2-40B4-BE49-F238E27FC236}">
                  <a16:creationId xmlns:a16="http://schemas.microsoft.com/office/drawing/2014/main" id="{8455D4C7-9D46-4BE8-A2C0-15A42A8358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56682" y="2996144"/>
              <a:ext cx="152403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19547" name="Shape 2009">
              <a:extLst>
                <a:ext uri="{FF2B5EF4-FFF2-40B4-BE49-F238E27FC236}">
                  <a16:creationId xmlns:a16="http://schemas.microsoft.com/office/drawing/2014/main" id="{62FB056A-47EE-4093-B975-93E2D7BE52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2528" y="2996144"/>
              <a:ext cx="165003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319548" name="Shape 2010">
              <a:extLst>
                <a:ext uri="{FF2B5EF4-FFF2-40B4-BE49-F238E27FC236}">
                  <a16:creationId xmlns:a16="http://schemas.microsoft.com/office/drawing/2014/main" id="{601B16E9-9A56-485A-B5F6-6D89126CE0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2128" y="2989794"/>
              <a:ext cx="108001" cy="258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Noto Symbol" charset="0"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Noto Symbol" charset="0"/>
                  <a:ea typeface="ＭＳ Ｐゴシック" panose="020B0600070205080204" pitchFamily="34" charset="-128"/>
                  <a:cs typeface="Arial" panose="020B0604020202020204" pitchFamily="34" charset="0"/>
                  <a:sym typeface="Noto Symbol" charset="0"/>
                </a:rPr>
                <a:t>, </a:t>
              </a:r>
            </a:p>
          </p:txBody>
        </p:sp>
        <p:sp>
          <p:nvSpPr>
            <p:cNvPr id="319549" name="Shape 2011">
              <a:extLst>
                <a:ext uri="{FF2B5EF4-FFF2-40B4-BE49-F238E27FC236}">
                  <a16:creationId xmlns:a16="http://schemas.microsoft.com/office/drawing/2014/main" id="{4482ABBE-43F7-4ABC-8DFB-458B99B95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9013" y="1724556"/>
              <a:ext cx="3249687" cy="503238"/>
            </a:xfrm>
            <a:custGeom>
              <a:avLst/>
              <a:gdLst>
                <a:gd name="T0" fmla="*/ 2147483646 w 4094"/>
                <a:gd name="T1" fmla="*/ 2147483646 h 634"/>
                <a:gd name="T2" fmla="*/ 2147483646 w 4094"/>
                <a:gd name="T3" fmla="*/ 2147483646 h 634"/>
                <a:gd name="T4" fmla="*/ 2147483646 w 4094"/>
                <a:gd name="T5" fmla="*/ 2147483646 h 634"/>
                <a:gd name="T6" fmla="*/ 2147483646 w 4094"/>
                <a:gd name="T7" fmla="*/ 2147483646 h 634"/>
                <a:gd name="T8" fmla="*/ 2147483646 w 4094"/>
                <a:gd name="T9" fmla="*/ 2147483646 h 634"/>
                <a:gd name="T10" fmla="*/ 2147483646 w 4094"/>
                <a:gd name="T11" fmla="*/ 2147483646 h 634"/>
                <a:gd name="T12" fmla="*/ 2147483646 w 4094"/>
                <a:gd name="T13" fmla="*/ 2147483646 h 634"/>
                <a:gd name="T14" fmla="*/ 2147483646 w 4094"/>
                <a:gd name="T15" fmla="*/ 2147483646 h 634"/>
                <a:gd name="T16" fmla="*/ 2147483646 w 4094"/>
                <a:gd name="T17" fmla="*/ 2147483646 h 634"/>
                <a:gd name="T18" fmla="*/ 2147483646 w 4094"/>
                <a:gd name="T19" fmla="*/ 2147483646 h 634"/>
                <a:gd name="T20" fmla="*/ 2147483646 w 4094"/>
                <a:gd name="T21" fmla="*/ 0 h 634"/>
                <a:gd name="T22" fmla="*/ 2147483646 w 4094"/>
                <a:gd name="T23" fmla="*/ 0 h 634"/>
                <a:gd name="T24" fmla="*/ 2147483646 w 4094"/>
                <a:gd name="T25" fmla="*/ 2147483646 h 634"/>
                <a:gd name="T26" fmla="*/ 2147483646 w 4094"/>
                <a:gd name="T27" fmla="*/ 2147483646 h 634"/>
                <a:gd name="T28" fmla="*/ 2147483646 w 4094"/>
                <a:gd name="T29" fmla="*/ 2147483646 h 634"/>
                <a:gd name="T30" fmla="*/ 2147483646 w 4094"/>
                <a:gd name="T31" fmla="*/ 2147483646 h 634"/>
                <a:gd name="T32" fmla="*/ 2147483646 w 4094"/>
                <a:gd name="T33" fmla="*/ 2147483646 h 634"/>
                <a:gd name="T34" fmla="*/ 2147483646 w 4094"/>
                <a:gd name="T35" fmla="*/ 2147483646 h 634"/>
                <a:gd name="T36" fmla="*/ 2147483646 w 4094"/>
                <a:gd name="T37" fmla="*/ 2147483646 h 634"/>
                <a:gd name="T38" fmla="*/ 2147483646 w 4094"/>
                <a:gd name="T39" fmla="*/ 2147483646 h 634"/>
                <a:gd name="T40" fmla="*/ 2147483646 w 4094"/>
                <a:gd name="T41" fmla="*/ 2147483646 h 634"/>
                <a:gd name="T42" fmla="*/ 2147483646 w 4094"/>
                <a:gd name="T43" fmla="*/ 2147483646 h 634"/>
                <a:gd name="T44" fmla="*/ 2147483646 w 4094"/>
                <a:gd name="T45" fmla="*/ 2147483646 h 634"/>
                <a:gd name="T46" fmla="*/ 2147483646 w 4094"/>
                <a:gd name="T47" fmla="*/ 2147483646 h 634"/>
                <a:gd name="T48" fmla="*/ 2147483646 w 4094"/>
                <a:gd name="T49" fmla="*/ 2147483646 h 634"/>
                <a:gd name="T50" fmla="*/ 2147483646 w 4094"/>
                <a:gd name="T51" fmla="*/ 2147483646 h 634"/>
                <a:gd name="T52" fmla="*/ 2147483646 w 4094"/>
                <a:gd name="T53" fmla="*/ 2147483646 h 634"/>
                <a:gd name="T54" fmla="*/ 2147483646 w 4094"/>
                <a:gd name="T55" fmla="*/ 2147483646 h 634"/>
                <a:gd name="T56" fmla="*/ 2147483646 w 4094"/>
                <a:gd name="T57" fmla="*/ 2147483646 h 634"/>
                <a:gd name="T58" fmla="*/ 2147483646 w 4094"/>
                <a:gd name="T59" fmla="*/ 2147483646 h 634"/>
                <a:gd name="T60" fmla="*/ 2147483646 w 4094"/>
                <a:gd name="T61" fmla="*/ 2147483646 h 634"/>
                <a:gd name="T62" fmla="*/ 2147483646 w 4094"/>
                <a:gd name="T63" fmla="*/ 2147483646 h 634"/>
                <a:gd name="T64" fmla="*/ 2147483646 w 4094"/>
                <a:gd name="T65" fmla="*/ 2147483646 h 634"/>
                <a:gd name="T66" fmla="*/ 2147483646 w 4094"/>
                <a:gd name="T67" fmla="*/ 2147483646 h 634"/>
                <a:gd name="T68" fmla="*/ 2147483646 w 4094"/>
                <a:gd name="T69" fmla="*/ 2147483646 h 634"/>
                <a:gd name="T70" fmla="*/ 2147483646 w 4094"/>
                <a:gd name="T71" fmla="*/ 2147483646 h 634"/>
                <a:gd name="T72" fmla="*/ 2147483646 w 4094"/>
                <a:gd name="T73" fmla="*/ 2147483646 h 634"/>
                <a:gd name="T74" fmla="*/ 2147483646 w 4094"/>
                <a:gd name="T75" fmla="*/ 2147483646 h 634"/>
                <a:gd name="T76" fmla="*/ 2147483646 w 4094"/>
                <a:gd name="T77" fmla="*/ 2147483646 h 634"/>
                <a:gd name="T78" fmla="*/ 2147483646 w 4094"/>
                <a:gd name="T79" fmla="*/ 2147483646 h 634"/>
                <a:gd name="T80" fmla="*/ 2147483646 w 4094"/>
                <a:gd name="T81" fmla="*/ 2147483646 h 634"/>
                <a:gd name="T82" fmla="*/ 2147483646 w 4094"/>
                <a:gd name="T83" fmla="*/ 2147483646 h 634"/>
                <a:gd name="T84" fmla="*/ 2147483646 w 4094"/>
                <a:gd name="T85" fmla="*/ 2147483646 h 634"/>
                <a:gd name="T86" fmla="*/ 2147483646 w 4094"/>
                <a:gd name="T87" fmla="*/ 2147483646 h 63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94"/>
                <a:gd name="T133" fmla="*/ 0 h 634"/>
                <a:gd name="T134" fmla="*/ 4094 w 4094"/>
                <a:gd name="T135" fmla="*/ 634 h 63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94" h="634" extrusionOk="0">
                  <a:moveTo>
                    <a:pt x="0" y="327"/>
                  </a:moveTo>
                  <a:lnTo>
                    <a:pt x="0" y="307"/>
                  </a:lnTo>
                  <a:lnTo>
                    <a:pt x="2" y="291"/>
                  </a:lnTo>
                  <a:lnTo>
                    <a:pt x="3" y="275"/>
                  </a:lnTo>
                  <a:lnTo>
                    <a:pt x="5" y="259"/>
                  </a:lnTo>
                  <a:lnTo>
                    <a:pt x="8" y="245"/>
                  </a:lnTo>
                  <a:lnTo>
                    <a:pt x="11" y="229"/>
                  </a:lnTo>
                  <a:lnTo>
                    <a:pt x="15" y="214"/>
                  </a:lnTo>
                  <a:lnTo>
                    <a:pt x="19" y="201"/>
                  </a:lnTo>
                  <a:lnTo>
                    <a:pt x="25" y="187"/>
                  </a:lnTo>
                  <a:lnTo>
                    <a:pt x="31" y="173"/>
                  </a:lnTo>
                  <a:lnTo>
                    <a:pt x="38" y="160"/>
                  </a:lnTo>
                  <a:lnTo>
                    <a:pt x="45" y="147"/>
                  </a:lnTo>
                  <a:lnTo>
                    <a:pt x="54" y="135"/>
                  </a:lnTo>
                  <a:lnTo>
                    <a:pt x="62" y="122"/>
                  </a:lnTo>
                  <a:lnTo>
                    <a:pt x="71" y="111"/>
                  </a:lnTo>
                  <a:lnTo>
                    <a:pt x="81" y="101"/>
                  </a:lnTo>
                  <a:lnTo>
                    <a:pt x="91" y="89"/>
                  </a:lnTo>
                  <a:lnTo>
                    <a:pt x="101" y="79"/>
                  </a:lnTo>
                  <a:lnTo>
                    <a:pt x="113" y="70"/>
                  </a:lnTo>
                  <a:lnTo>
                    <a:pt x="124" y="60"/>
                  </a:lnTo>
                  <a:lnTo>
                    <a:pt x="136" y="52"/>
                  </a:lnTo>
                  <a:lnTo>
                    <a:pt x="149" y="44"/>
                  </a:lnTo>
                  <a:lnTo>
                    <a:pt x="162" y="37"/>
                  </a:lnTo>
                  <a:lnTo>
                    <a:pt x="175" y="30"/>
                  </a:lnTo>
                  <a:lnTo>
                    <a:pt x="188" y="24"/>
                  </a:lnTo>
                  <a:lnTo>
                    <a:pt x="202" y="18"/>
                  </a:lnTo>
                  <a:lnTo>
                    <a:pt x="217" y="14"/>
                  </a:lnTo>
                  <a:lnTo>
                    <a:pt x="231" y="10"/>
                  </a:lnTo>
                  <a:lnTo>
                    <a:pt x="245" y="5"/>
                  </a:lnTo>
                  <a:lnTo>
                    <a:pt x="261" y="3"/>
                  </a:lnTo>
                  <a:lnTo>
                    <a:pt x="276" y="1"/>
                  </a:lnTo>
                  <a:lnTo>
                    <a:pt x="292" y="0"/>
                  </a:lnTo>
                  <a:lnTo>
                    <a:pt x="307" y="0"/>
                  </a:lnTo>
                  <a:lnTo>
                    <a:pt x="3788" y="0"/>
                  </a:lnTo>
                  <a:lnTo>
                    <a:pt x="3804" y="0"/>
                  </a:lnTo>
                  <a:lnTo>
                    <a:pt x="3820" y="1"/>
                  </a:lnTo>
                  <a:lnTo>
                    <a:pt x="3834" y="3"/>
                  </a:lnTo>
                  <a:lnTo>
                    <a:pt x="3850" y="5"/>
                  </a:lnTo>
                  <a:lnTo>
                    <a:pt x="3864" y="10"/>
                  </a:lnTo>
                  <a:lnTo>
                    <a:pt x="3879" y="14"/>
                  </a:lnTo>
                  <a:lnTo>
                    <a:pt x="3893" y="18"/>
                  </a:lnTo>
                  <a:lnTo>
                    <a:pt x="3908" y="24"/>
                  </a:lnTo>
                  <a:lnTo>
                    <a:pt x="3921" y="30"/>
                  </a:lnTo>
                  <a:lnTo>
                    <a:pt x="3934" y="37"/>
                  </a:lnTo>
                  <a:lnTo>
                    <a:pt x="3947" y="44"/>
                  </a:lnTo>
                  <a:lnTo>
                    <a:pt x="3960" y="52"/>
                  </a:lnTo>
                  <a:lnTo>
                    <a:pt x="3971" y="60"/>
                  </a:lnTo>
                  <a:lnTo>
                    <a:pt x="3983" y="70"/>
                  </a:lnTo>
                  <a:lnTo>
                    <a:pt x="3994" y="79"/>
                  </a:lnTo>
                  <a:lnTo>
                    <a:pt x="4004" y="89"/>
                  </a:lnTo>
                  <a:lnTo>
                    <a:pt x="4014" y="101"/>
                  </a:lnTo>
                  <a:lnTo>
                    <a:pt x="4024" y="111"/>
                  </a:lnTo>
                  <a:lnTo>
                    <a:pt x="4033" y="122"/>
                  </a:lnTo>
                  <a:lnTo>
                    <a:pt x="4042" y="135"/>
                  </a:lnTo>
                  <a:lnTo>
                    <a:pt x="4050" y="147"/>
                  </a:lnTo>
                  <a:lnTo>
                    <a:pt x="4058" y="160"/>
                  </a:lnTo>
                  <a:lnTo>
                    <a:pt x="4065" y="173"/>
                  </a:lnTo>
                  <a:lnTo>
                    <a:pt x="4071" y="187"/>
                  </a:lnTo>
                  <a:lnTo>
                    <a:pt x="4076" y="201"/>
                  </a:lnTo>
                  <a:lnTo>
                    <a:pt x="4081" y="214"/>
                  </a:lnTo>
                  <a:lnTo>
                    <a:pt x="4085" y="229"/>
                  </a:lnTo>
                  <a:lnTo>
                    <a:pt x="4088" y="245"/>
                  </a:lnTo>
                  <a:lnTo>
                    <a:pt x="4091" y="259"/>
                  </a:lnTo>
                  <a:lnTo>
                    <a:pt x="4092" y="275"/>
                  </a:lnTo>
                  <a:lnTo>
                    <a:pt x="4094" y="291"/>
                  </a:lnTo>
                  <a:lnTo>
                    <a:pt x="4094" y="307"/>
                  </a:lnTo>
                  <a:lnTo>
                    <a:pt x="4094" y="327"/>
                  </a:lnTo>
                  <a:lnTo>
                    <a:pt x="4094" y="343"/>
                  </a:lnTo>
                  <a:lnTo>
                    <a:pt x="4092" y="359"/>
                  </a:lnTo>
                  <a:lnTo>
                    <a:pt x="4091" y="374"/>
                  </a:lnTo>
                  <a:lnTo>
                    <a:pt x="4088" y="389"/>
                  </a:lnTo>
                  <a:lnTo>
                    <a:pt x="4085" y="405"/>
                  </a:lnTo>
                  <a:lnTo>
                    <a:pt x="4081" y="419"/>
                  </a:lnTo>
                  <a:lnTo>
                    <a:pt x="4076" y="434"/>
                  </a:lnTo>
                  <a:lnTo>
                    <a:pt x="4071" y="446"/>
                  </a:lnTo>
                  <a:lnTo>
                    <a:pt x="4065" y="461"/>
                  </a:lnTo>
                  <a:lnTo>
                    <a:pt x="4058" y="474"/>
                  </a:lnTo>
                  <a:lnTo>
                    <a:pt x="4050" y="487"/>
                  </a:lnTo>
                  <a:lnTo>
                    <a:pt x="4042" y="498"/>
                  </a:lnTo>
                  <a:lnTo>
                    <a:pt x="4033" y="511"/>
                  </a:lnTo>
                  <a:lnTo>
                    <a:pt x="4024" y="523"/>
                  </a:lnTo>
                  <a:lnTo>
                    <a:pt x="4014" y="533"/>
                  </a:lnTo>
                  <a:lnTo>
                    <a:pt x="4004" y="544"/>
                  </a:lnTo>
                  <a:lnTo>
                    <a:pt x="3994" y="555"/>
                  </a:lnTo>
                  <a:lnTo>
                    <a:pt x="3983" y="563"/>
                  </a:lnTo>
                  <a:lnTo>
                    <a:pt x="3971" y="573"/>
                  </a:lnTo>
                  <a:lnTo>
                    <a:pt x="3960" y="582"/>
                  </a:lnTo>
                  <a:lnTo>
                    <a:pt x="3947" y="589"/>
                  </a:lnTo>
                  <a:lnTo>
                    <a:pt x="3934" y="596"/>
                  </a:lnTo>
                  <a:lnTo>
                    <a:pt x="3921" y="604"/>
                  </a:lnTo>
                  <a:lnTo>
                    <a:pt x="3908" y="609"/>
                  </a:lnTo>
                  <a:lnTo>
                    <a:pt x="3893" y="615"/>
                  </a:lnTo>
                  <a:lnTo>
                    <a:pt x="3879" y="619"/>
                  </a:lnTo>
                  <a:lnTo>
                    <a:pt x="3864" y="624"/>
                  </a:lnTo>
                  <a:lnTo>
                    <a:pt x="3850" y="628"/>
                  </a:lnTo>
                  <a:lnTo>
                    <a:pt x="3834" y="631"/>
                  </a:lnTo>
                  <a:lnTo>
                    <a:pt x="3820" y="632"/>
                  </a:lnTo>
                  <a:lnTo>
                    <a:pt x="3804" y="634"/>
                  </a:lnTo>
                  <a:lnTo>
                    <a:pt x="3788" y="634"/>
                  </a:lnTo>
                  <a:lnTo>
                    <a:pt x="307" y="634"/>
                  </a:lnTo>
                  <a:lnTo>
                    <a:pt x="292" y="634"/>
                  </a:lnTo>
                  <a:lnTo>
                    <a:pt x="276" y="632"/>
                  </a:lnTo>
                  <a:lnTo>
                    <a:pt x="261" y="631"/>
                  </a:lnTo>
                  <a:lnTo>
                    <a:pt x="245" y="628"/>
                  </a:lnTo>
                  <a:lnTo>
                    <a:pt x="231" y="624"/>
                  </a:lnTo>
                  <a:lnTo>
                    <a:pt x="217" y="619"/>
                  </a:lnTo>
                  <a:lnTo>
                    <a:pt x="202" y="615"/>
                  </a:lnTo>
                  <a:lnTo>
                    <a:pt x="188" y="609"/>
                  </a:lnTo>
                  <a:lnTo>
                    <a:pt x="175" y="604"/>
                  </a:lnTo>
                  <a:lnTo>
                    <a:pt x="162" y="596"/>
                  </a:lnTo>
                  <a:lnTo>
                    <a:pt x="149" y="589"/>
                  </a:lnTo>
                  <a:lnTo>
                    <a:pt x="136" y="582"/>
                  </a:lnTo>
                  <a:lnTo>
                    <a:pt x="124" y="573"/>
                  </a:lnTo>
                  <a:lnTo>
                    <a:pt x="113" y="563"/>
                  </a:lnTo>
                  <a:lnTo>
                    <a:pt x="101" y="555"/>
                  </a:lnTo>
                  <a:lnTo>
                    <a:pt x="91" y="544"/>
                  </a:lnTo>
                  <a:lnTo>
                    <a:pt x="81" y="533"/>
                  </a:lnTo>
                  <a:lnTo>
                    <a:pt x="71" y="523"/>
                  </a:lnTo>
                  <a:lnTo>
                    <a:pt x="62" y="511"/>
                  </a:lnTo>
                  <a:lnTo>
                    <a:pt x="54" y="498"/>
                  </a:lnTo>
                  <a:lnTo>
                    <a:pt x="45" y="487"/>
                  </a:lnTo>
                  <a:lnTo>
                    <a:pt x="38" y="474"/>
                  </a:lnTo>
                  <a:lnTo>
                    <a:pt x="31" y="461"/>
                  </a:lnTo>
                  <a:lnTo>
                    <a:pt x="25" y="446"/>
                  </a:lnTo>
                  <a:lnTo>
                    <a:pt x="19" y="434"/>
                  </a:lnTo>
                  <a:lnTo>
                    <a:pt x="15" y="419"/>
                  </a:lnTo>
                  <a:lnTo>
                    <a:pt x="11" y="405"/>
                  </a:lnTo>
                  <a:lnTo>
                    <a:pt x="8" y="389"/>
                  </a:lnTo>
                  <a:lnTo>
                    <a:pt x="5" y="374"/>
                  </a:lnTo>
                  <a:lnTo>
                    <a:pt x="3" y="359"/>
                  </a:lnTo>
                  <a:lnTo>
                    <a:pt x="2" y="343"/>
                  </a:lnTo>
                  <a:lnTo>
                    <a:pt x="0" y="327"/>
                  </a:lnTo>
                  <a:close/>
                </a:path>
              </a:pathLst>
            </a:custGeom>
            <a:solidFill>
              <a:schemeClr val="bg1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9550" name="Shape 2012">
              <a:extLst>
                <a:ext uri="{FF2B5EF4-FFF2-40B4-BE49-F238E27FC236}">
                  <a16:creationId xmlns:a16="http://schemas.microsoft.com/office/drawing/2014/main" id="{CA01DF39-497A-44E4-95BB-E4F56D87E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0837" y="2708807"/>
              <a:ext cx="46038" cy="136525"/>
            </a:xfrm>
            <a:custGeom>
              <a:avLst/>
              <a:gdLst>
                <a:gd name="T0" fmla="*/ 0 w 58"/>
                <a:gd name="T1" fmla="*/ 0 h 173"/>
                <a:gd name="T2" fmla="*/ 2147483646 w 58"/>
                <a:gd name="T3" fmla="*/ 2147483646 h 173"/>
                <a:gd name="T4" fmla="*/ 2147483646 w 58"/>
                <a:gd name="T5" fmla="*/ 0 h 173"/>
                <a:gd name="T6" fmla="*/ 2147483646 w 58"/>
                <a:gd name="T7" fmla="*/ 0 h 173"/>
                <a:gd name="T8" fmla="*/ 0 w 58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8"/>
                <a:gd name="T16" fmla="*/ 0 h 173"/>
                <a:gd name="T17" fmla="*/ 58 w 58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8" h="173" extrusionOk="0">
                  <a:moveTo>
                    <a:pt x="0" y="0"/>
                  </a:moveTo>
                  <a:lnTo>
                    <a:pt x="29" y="173"/>
                  </a:lnTo>
                  <a:lnTo>
                    <a:pt x="58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319551" name="Shape 2013">
              <a:extLst>
                <a:ext uri="{FF2B5EF4-FFF2-40B4-BE49-F238E27FC236}">
                  <a16:creationId xmlns:a16="http://schemas.microsoft.com/office/drawing/2014/main" id="{C4B37D2A-BD95-4FB4-AF72-D623F3D8A11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7394650" y="2227793"/>
              <a:ext cx="1500" cy="457201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19552" name="Shape 2014">
              <a:extLst>
                <a:ext uri="{FF2B5EF4-FFF2-40B4-BE49-F238E27FC236}">
                  <a16:creationId xmlns:a16="http://schemas.microsoft.com/office/drawing/2014/main" id="{99F95892-104A-489D-AA73-E8DC09DF20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77217" y="2438932"/>
              <a:ext cx="185704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319553" name="Shape 2015">
              <a:extLst>
                <a:ext uri="{FF2B5EF4-FFF2-40B4-BE49-F238E27FC236}">
                  <a16:creationId xmlns:a16="http://schemas.microsoft.com/office/drawing/2014/main" id="{5CF898DD-384D-426B-A04D-C80D18E8A7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7602" y="2438932"/>
              <a:ext cx="152403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19554" name="Shape 2016">
              <a:extLst>
                <a:ext uri="{FF2B5EF4-FFF2-40B4-BE49-F238E27FC236}">
                  <a16:creationId xmlns:a16="http://schemas.microsoft.com/office/drawing/2014/main" id="{392EF2AC-527D-4C92-BA7B-7E0B29400D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6935" y="2438932"/>
              <a:ext cx="165003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319555" name="Shape 2017">
              <a:extLst>
                <a:ext uri="{FF2B5EF4-FFF2-40B4-BE49-F238E27FC236}">
                  <a16:creationId xmlns:a16="http://schemas.microsoft.com/office/drawing/2014/main" id="{BFDBBE4C-C965-4D4E-9D8B-BC6437E143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48529" y="1845206"/>
              <a:ext cx="1417532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A: 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No Transfer</a:t>
              </a:r>
            </a:p>
          </p:txBody>
        </p:sp>
        <p:sp>
          <p:nvSpPr>
            <p:cNvPr id="319556" name="Shape 2018">
              <a:extLst>
                <a:ext uri="{FF2B5EF4-FFF2-40B4-BE49-F238E27FC236}">
                  <a16:creationId xmlns:a16="http://schemas.microsoft.com/office/drawing/2014/main" id="{DC8FCCCC-0F89-408D-9809-759D139BA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0837" y="3829584"/>
              <a:ext cx="46038" cy="136525"/>
            </a:xfrm>
            <a:custGeom>
              <a:avLst/>
              <a:gdLst>
                <a:gd name="T0" fmla="*/ 0 w 58"/>
                <a:gd name="T1" fmla="*/ 0 h 173"/>
                <a:gd name="T2" fmla="*/ 2147483646 w 58"/>
                <a:gd name="T3" fmla="*/ 2147483646 h 173"/>
                <a:gd name="T4" fmla="*/ 2147483646 w 58"/>
                <a:gd name="T5" fmla="*/ 0 h 173"/>
                <a:gd name="T6" fmla="*/ 2147483646 w 58"/>
                <a:gd name="T7" fmla="*/ 0 h 173"/>
                <a:gd name="T8" fmla="*/ 0 w 58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8"/>
                <a:gd name="T16" fmla="*/ 0 h 173"/>
                <a:gd name="T17" fmla="*/ 58 w 58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8" h="173" extrusionOk="0">
                  <a:moveTo>
                    <a:pt x="0" y="0"/>
                  </a:moveTo>
                  <a:lnTo>
                    <a:pt x="29" y="173"/>
                  </a:lnTo>
                  <a:lnTo>
                    <a:pt x="58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319557" name="Shape 2019">
              <a:extLst>
                <a:ext uri="{FF2B5EF4-FFF2-40B4-BE49-F238E27FC236}">
                  <a16:creationId xmlns:a16="http://schemas.microsoft.com/office/drawing/2014/main" id="{442A1A6C-D087-4A35-85F1-DC60ED8CCA3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7394650" y="3348681"/>
              <a:ext cx="1500" cy="480901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19558" name="Shape 2020">
              <a:extLst>
                <a:ext uri="{FF2B5EF4-FFF2-40B4-BE49-F238E27FC236}">
                  <a16:creationId xmlns:a16="http://schemas.microsoft.com/office/drawing/2014/main" id="{5C6A4AEA-D64A-4D3B-AE52-7ACD73096F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86742" y="3453344"/>
              <a:ext cx="185704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319559" name="Shape 2021">
              <a:extLst>
                <a:ext uri="{FF2B5EF4-FFF2-40B4-BE49-F238E27FC236}">
                  <a16:creationId xmlns:a16="http://schemas.microsoft.com/office/drawing/2014/main" id="{886277FD-573B-49B3-80FB-25D4F19532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5541" y="3453344"/>
              <a:ext cx="152403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19560" name="Shape 2022">
              <a:extLst>
                <a:ext uri="{FF2B5EF4-FFF2-40B4-BE49-F238E27FC236}">
                  <a16:creationId xmlns:a16="http://schemas.microsoft.com/office/drawing/2014/main" id="{8733AB19-3639-48B9-B01F-0ABCA813A6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26460" y="3453344"/>
              <a:ext cx="165003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319561" name="Shape 2023">
              <a:extLst>
                <a:ext uri="{FF2B5EF4-FFF2-40B4-BE49-F238E27FC236}">
                  <a16:creationId xmlns:a16="http://schemas.microsoft.com/office/drawing/2014/main" id="{F2D9AD55-D7E0-4DCB-8511-D1BF2D7326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86742" y="3677184"/>
              <a:ext cx="185704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319562" name="Shape 2024">
              <a:extLst>
                <a:ext uri="{FF2B5EF4-FFF2-40B4-BE49-F238E27FC236}">
                  <a16:creationId xmlns:a16="http://schemas.microsoft.com/office/drawing/2014/main" id="{D6688B8D-5823-408F-A551-97E8964335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5541" y="3677184"/>
              <a:ext cx="152403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19563" name="Shape 2025">
              <a:extLst>
                <a:ext uri="{FF2B5EF4-FFF2-40B4-BE49-F238E27FC236}">
                  <a16:creationId xmlns:a16="http://schemas.microsoft.com/office/drawing/2014/main" id="{70BC5312-8175-4C6E-A343-2623258970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26460" y="3677184"/>
              <a:ext cx="165003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319564" name="Shape 2026">
              <a:extLst>
                <a:ext uri="{FF2B5EF4-FFF2-40B4-BE49-F238E27FC236}">
                  <a16:creationId xmlns:a16="http://schemas.microsoft.com/office/drawing/2014/main" id="{F1F424AD-EBDF-46A2-8749-D2D205743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6445" y="1953156"/>
              <a:ext cx="160340" cy="46037"/>
            </a:xfrm>
            <a:custGeom>
              <a:avLst/>
              <a:gdLst>
                <a:gd name="T0" fmla="*/ 0 w 202"/>
                <a:gd name="T1" fmla="*/ 2147483646 h 58"/>
                <a:gd name="T2" fmla="*/ 2147483646 w 202"/>
                <a:gd name="T3" fmla="*/ 2147483646 h 58"/>
                <a:gd name="T4" fmla="*/ 0 w 202"/>
                <a:gd name="T5" fmla="*/ 0 h 58"/>
                <a:gd name="T6" fmla="*/ 0 w 202"/>
                <a:gd name="T7" fmla="*/ 2147483646 h 58"/>
                <a:gd name="T8" fmla="*/ 0 w 202"/>
                <a:gd name="T9" fmla="*/ 214748364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2"/>
                <a:gd name="T16" fmla="*/ 0 h 58"/>
                <a:gd name="T17" fmla="*/ 202 w 202"/>
                <a:gd name="T18" fmla="*/ 58 h 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2" h="58" extrusionOk="0">
                  <a:moveTo>
                    <a:pt x="0" y="58"/>
                  </a:moveTo>
                  <a:lnTo>
                    <a:pt x="202" y="29"/>
                  </a:lnTo>
                  <a:lnTo>
                    <a:pt x="0" y="0"/>
                  </a:lnTo>
                  <a:lnTo>
                    <a:pt x="0" y="29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9565" name="Shape 2027">
              <a:extLst>
                <a:ext uri="{FF2B5EF4-FFF2-40B4-BE49-F238E27FC236}">
                  <a16:creationId xmlns:a16="http://schemas.microsoft.com/office/drawing/2014/main" id="{C36B1148-1AEF-4043-B244-9EF0A9E18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7868" y="1973781"/>
              <a:ext cx="2020947" cy="4302136"/>
            </a:xfrm>
            <a:custGeom>
              <a:avLst/>
              <a:gdLst>
                <a:gd name="T0" fmla="*/ 80949436 w 10000"/>
                <a:gd name="T1" fmla="*/ 3701558 h 10000"/>
                <a:gd name="T2" fmla="*/ 0 w 10000"/>
                <a:gd name="T3" fmla="*/ 0 h 10000"/>
                <a:gd name="T4" fmla="*/ 0 w 10000"/>
                <a:gd name="T5" fmla="*/ 1850837416 h 10000"/>
                <a:gd name="T6" fmla="*/ 408422678 w 10000"/>
                <a:gd name="T7" fmla="*/ 1850837416 h 10000"/>
                <a:gd name="T8" fmla="*/ 408422678 w 10000"/>
                <a:gd name="T9" fmla="*/ 1565253024 h 100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00" h="10000" extrusionOk="0">
                  <a:moveTo>
                    <a:pt x="1982" y="20"/>
                  </a:moveTo>
                  <a:lnTo>
                    <a:pt x="0" y="0"/>
                  </a:lnTo>
                  <a:lnTo>
                    <a:pt x="0" y="10000"/>
                  </a:lnTo>
                  <a:lnTo>
                    <a:pt x="10000" y="10000"/>
                  </a:lnTo>
                  <a:lnTo>
                    <a:pt x="10000" y="8457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9566" name="Shape 2028">
              <a:extLst>
                <a:ext uri="{FF2B5EF4-FFF2-40B4-BE49-F238E27FC236}">
                  <a16:creationId xmlns:a16="http://schemas.microsoft.com/office/drawing/2014/main" id="{CA8929C5-C2AB-4058-9F62-AFEFB153F6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22944" y="5795438"/>
              <a:ext cx="185704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319567" name="Shape 2029">
              <a:extLst>
                <a:ext uri="{FF2B5EF4-FFF2-40B4-BE49-F238E27FC236}">
                  <a16:creationId xmlns:a16="http://schemas.microsoft.com/office/drawing/2014/main" id="{F2A771B6-AE96-4908-A0A2-9033365DB5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81740" y="5795438"/>
              <a:ext cx="152403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19568" name="Shape 2030">
              <a:extLst>
                <a:ext uri="{FF2B5EF4-FFF2-40B4-BE49-F238E27FC236}">
                  <a16:creationId xmlns:a16="http://schemas.microsoft.com/office/drawing/2014/main" id="{4BD18C3A-E912-4A24-94B0-80F0159B69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62660" y="5795438"/>
              <a:ext cx="165003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319569" name="Shape 2031">
              <a:extLst>
                <a:ext uri="{FF2B5EF4-FFF2-40B4-BE49-F238E27FC236}">
                  <a16:creationId xmlns:a16="http://schemas.microsoft.com/office/drawing/2014/main" id="{995B8E87-CB2C-4215-B0F0-1B012E7214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22944" y="6019276"/>
              <a:ext cx="185704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319570" name="Shape 2032">
              <a:extLst>
                <a:ext uri="{FF2B5EF4-FFF2-40B4-BE49-F238E27FC236}">
                  <a16:creationId xmlns:a16="http://schemas.microsoft.com/office/drawing/2014/main" id="{097040CA-FCBF-4891-962C-4006DC3F8F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81739" y="6019276"/>
              <a:ext cx="152403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cxnSp>
          <p:nvCxnSpPr>
            <p:cNvPr id="319571" name="Shape 2034">
              <a:extLst>
                <a:ext uri="{FF2B5EF4-FFF2-40B4-BE49-F238E27FC236}">
                  <a16:creationId xmlns:a16="http://schemas.microsoft.com/office/drawing/2014/main" id="{1DFA05C9-9336-4EFD-8233-BB2DF23A75E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8344476" y="1219664"/>
              <a:ext cx="1658" cy="374716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19572" name="Shape 2035">
              <a:extLst>
                <a:ext uri="{FF2B5EF4-FFF2-40B4-BE49-F238E27FC236}">
                  <a16:creationId xmlns:a16="http://schemas.microsoft.com/office/drawing/2014/main" id="{DA4695F8-4338-4822-87EC-9CDEC40822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62659" y="6019276"/>
              <a:ext cx="165003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319573" name="Shape 2036">
              <a:extLst>
                <a:ext uri="{FF2B5EF4-FFF2-40B4-BE49-F238E27FC236}">
                  <a16:creationId xmlns:a16="http://schemas.microsoft.com/office/drawing/2014/main" id="{DF5DBB2A-1B52-4A15-86B7-8D8F0692E0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4656" y="920223"/>
              <a:ext cx="503111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Reset </a:t>
              </a:r>
            </a:p>
          </p:txBody>
        </p:sp>
        <p:sp>
          <p:nvSpPr>
            <p:cNvPr id="319574" name="Shape 2037">
              <a:extLst>
                <a:ext uri="{FF2B5EF4-FFF2-40B4-BE49-F238E27FC236}">
                  <a16:creationId xmlns:a16="http://schemas.microsoft.com/office/drawing/2014/main" id="{DEF965CE-C43A-4143-9E82-DBC269B43C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14731" y="789517"/>
              <a:ext cx="185704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319575" name="Shape 2038">
              <a:extLst>
                <a:ext uri="{FF2B5EF4-FFF2-40B4-BE49-F238E27FC236}">
                  <a16:creationId xmlns:a16="http://schemas.microsoft.com/office/drawing/2014/main" id="{E60B7017-15CB-41E6-B3A6-0585A9F04C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73530" y="789517"/>
              <a:ext cx="152403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19576" name="Shape 2039">
              <a:extLst>
                <a:ext uri="{FF2B5EF4-FFF2-40B4-BE49-F238E27FC236}">
                  <a16:creationId xmlns:a16="http://schemas.microsoft.com/office/drawing/2014/main" id="{5A0536C1-90A1-4ACC-923C-44E8F10A88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52862" y="789517"/>
              <a:ext cx="165003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319577" name="Shape 2012">
              <a:extLst>
                <a:ext uri="{FF2B5EF4-FFF2-40B4-BE49-F238E27FC236}">
                  <a16:creationId xmlns:a16="http://schemas.microsoft.com/office/drawing/2014/main" id="{1011BEEE-D491-4BE8-89B5-E2C8992D5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7571" y="1591207"/>
              <a:ext cx="46038" cy="136525"/>
            </a:xfrm>
            <a:custGeom>
              <a:avLst/>
              <a:gdLst>
                <a:gd name="T0" fmla="*/ 0 w 58"/>
                <a:gd name="T1" fmla="*/ 0 h 173"/>
                <a:gd name="T2" fmla="*/ 2147483646 w 58"/>
                <a:gd name="T3" fmla="*/ 2147483646 h 173"/>
                <a:gd name="T4" fmla="*/ 2147483646 w 58"/>
                <a:gd name="T5" fmla="*/ 0 h 173"/>
                <a:gd name="T6" fmla="*/ 2147483646 w 58"/>
                <a:gd name="T7" fmla="*/ 0 h 173"/>
                <a:gd name="T8" fmla="*/ 0 w 58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8"/>
                <a:gd name="T16" fmla="*/ 0 h 173"/>
                <a:gd name="T17" fmla="*/ 58 w 58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8" h="173" extrusionOk="0">
                  <a:moveTo>
                    <a:pt x="0" y="0"/>
                  </a:moveTo>
                  <a:lnTo>
                    <a:pt x="29" y="173"/>
                  </a:lnTo>
                  <a:lnTo>
                    <a:pt x="58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cxnSp>
        <p:nvCxnSpPr>
          <p:cNvPr id="3" name="Straight Arrow Connector 2">
            <a:extLst>
              <a:ext uri="{FF2B5EF4-FFF2-40B4-BE49-F238E27FC236}">
                <a16:creationId xmlns:a16="http://schemas.microsoft.com/office/drawing/2014/main" id="{411D046B-AEB0-8044-8495-96378FB7F4A6}"/>
              </a:ext>
            </a:extLst>
          </p:cNvPr>
          <p:cNvCxnSpPr/>
          <p:nvPr/>
        </p:nvCxnSpPr>
        <p:spPr>
          <a:xfrm flipH="1">
            <a:off x="3268663" y="3360738"/>
            <a:ext cx="2733675" cy="1228725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7" name="Straight Arrow Connector 196">
            <a:extLst>
              <a:ext uri="{FF2B5EF4-FFF2-40B4-BE49-F238E27FC236}">
                <a16:creationId xmlns:a16="http://schemas.microsoft.com/office/drawing/2014/main" id="{58A0A2A3-4CAE-494D-8296-F4B6D66FF5FF}"/>
              </a:ext>
            </a:extLst>
          </p:cNvPr>
          <p:cNvCxnSpPr/>
          <p:nvPr/>
        </p:nvCxnSpPr>
        <p:spPr>
          <a:xfrm flipH="1">
            <a:off x="3835400" y="4419600"/>
            <a:ext cx="2014538" cy="973138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9" name="Straight Arrow Connector 198">
            <a:extLst>
              <a:ext uri="{FF2B5EF4-FFF2-40B4-BE49-F238E27FC236}">
                <a16:creationId xmlns:a16="http://schemas.microsoft.com/office/drawing/2014/main" id="{40A7002A-4D0A-F549-995A-74557CC358AA}"/>
              </a:ext>
            </a:extLst>
          </p:cNvPr>
          <p:cNvCxnSpPr/>
          <p:nvPr/>
        </p:nvCxnSpPr>
        <p:spPr>
          <a:xfrm flipH="1">
            <a:off x="4394200" y="5443538"/>
            <a:ext cx="1422400" cy="669925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537" name="Rectangle 2">
            <a:extLst>
              <a:ext uri="{FF2B5EF4-FFF2-40B4-BE49-F238E27FC236}">
                <a16:creationId xmlns:a16="http://schemas.microsoft.com/office/drawing/2014/main" id="{AD0A307A-4824-451E-BCF1-D968B5B43E1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0" y="1709738"/>
            <a:ext cx="9144000" cy="2328862"/>
          </a:xfrm>
        </p:spPr>
        <p:txBody>
          <a:bodyPr/>
          <a:lstStyle/>
          <a:p>
            <a:pPr eaLnBrk="1" hangingPunct="1"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Encoding #2:</a:t>
            </a:r>
            <a:b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</a:b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A=00, B=01</a:t>
            </a:r>
            <a:r>
              <a:rPr lang="en-US" altLang="en-US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,</a:t>
            </a:r>
            <a:r>
              <a:rPr lang="en-US" altLang="en-US">
                <a:solidFill>
                  <a:srgbClr val="FF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 C=11, D=10</a:t>
            </a:r>
            <a:b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</a:br>
            <a:br>
              <a:rPr lang="en-US" altLang="en-US" sz="28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</a:br>
            <a:r>
              <a:rPr lang="en-US" altLang="en-US" sz="28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(Also Uses Two Flip-Flops)</a:t>
            </a: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2561" name="Group 2">
            <a:extLst>
              <a:ext uri="{FF2B5EF4-FFF2-40B4-BE49-F238E27FC236}">
                <a16:creationId xmlns:a16="http://schemas.microsoft.com/office/drawing/2014/main" id="{EB7C08D4-250A-4BA8-99AC-58296D29FC4D}"/>
              </a:ext>
            </a:extLst>
          </p:cNvPr>
          <p:cNvGrpSpPr>
            <a:grpSpLocks/>
          </p:cNvGrpSpPr>
          <p:nvPr/>
        </p:nvGrpSpPr>
        <p:grpSpPr bwMode="auto">
          <a:xfrm>
            <a:off x="485775" y="3865563"/>
            <a:ext cx="8174038" cy="2514600"/>
            <a:chOff x="485775" y="4084638"/>
            <a:chExt cx="8174038" cy="2514600"/>
          </a:xfrm>
        </p:grpSpPr>
        <p:sp>
          <p:nvSpPr>
            <p:cNvPr id="322650" name="Shape 3111">
              <a:extLst>
                <a:ext uri="{FF2B5EF4-FFF2-40B4-BE49-F238E27FC236}">
                  <a16:creationId xmlns:a16="http://schemas.microsoft.com/office/drawing/2014/main" id="{FDE496D6-C2C4-4B77-8542-2D3E4FD764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4106863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651" name="Shape 3112">
              <a:extLst>
                <a:ext uri="{FF2B5EF4-FFF2-40B4-BE49-F238E27FC236}">
                  <a16:creationId xmlns:a16="http://schemas.microsoft.com/office/drawing/2014/main" id="{EB3AE0FF-94FC-443C-8FEF-5363BB452A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4106863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652" name="Shape 3113">
              <a:extLst>
                <a:ext uri="{FF2B5EF4-FFF2-40B4-BE49-F238E27FC236}">
                  <a16:creationId xmlns:a16="http://schemas.microsoft.com/office/drawing/2014/main" id="{F73DF5B4-78A6-48C8-A96C-98B1DD0E09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4106863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653" name="Shape 3114">
              <a:extLst>
                <a:ext uri="{FF2B5EF4-FFF2-40B4-BE49-F238E27FC236}">
                  <a16:creationId xmlns:a16="http://schemas.microsoft.com/office/drawing/2014/main" id="{D67A7A49-94BA-4570-8C9C-DBAEA6BEEC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963" y="4556125"/>
              <a:ext cx="1724025" cy="111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654" name="Shape 3115">
              <a:extLst>
                <a:ext uri="{FF2B5EF4-FFF2-40B4-BE49-F238E27FC236}">
                  <a16:creationId xmlns:a16="http://schemas.microsoft.com/office/drawing/2014/main" id="{61881B57-5D6B-44D8-9A7F-9A100A093A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4516438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655" name="Shape 3116">
              <a:extLst>
                <a:ext uri="{FF2B5EF4-FFF2-40B4-BE49-F238E27FC236}">
                  <a16:creationId xmlns:a16="http://schemas.microsoft.com/office/drawing/2014/main" id="{96C45A20-2DA8-49DE-816A-5105125092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4516438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656" name="Shape 3117">
              <a:extLst>
                <a:ext uri="{FF2B5EF4-FFF2-40B4-BE49-F238E27FC236}">
                  <a16:creationId xmlns:a16="http://schemas.microsoft.com/office/drawing/2014/main" id="{790153AB-42E1-4672-ACC5-1B50AFB7A4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4516438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657" name="Shape 3118">
              <a:extLst>
                <a:ext uri="{FF2B5EF4-FFF2-40B4-BE49-F238E27FC236}">
                  <a16:creationId xmlns:a16="http://schemas.microsoft.com/office/drawing/2014/main" id="{AF68BA69-6A12-42EA-A0F0-55B0E58122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49307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658" name="Shape 3119">
              <a:extLst>
                <a:ext uri="{FF2B5EF4-FFF2-40B4-BE49-F238E27FC236}">
                  <a16:creationId xmlns:a16="http://schemas.microsoft.com/office/drawing/2014/main" id="{E871AF1D-1F16-4648-856E-390BBD2202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49307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659" name="Shape 3120">
              <a:extLst>
                <a:ext uri="{FF2B5EF4-FFF2-40B4-BE49-F238E27FC236}">
                  <a16:creationId xmlns:a16="http://schemas.microsoft.com/office/drawing/2014/main" id="{94509A3F-B706-4634-BA67-92ACE42351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49307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660" name="Shape 3121">
              <a:extLst>
                <a:ext uri="{FF2B5EF4-FFF2-40B4-BE49-F238E27FC236}">
                  <a16:creationId xmlns:a16="http://schemas.microsoft.com/office/drawing/2014/main" id="{8C9C5617-46BC-45A8-9162-7496FD02D5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5346700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661" name="Shape 3122">
              <a:extLst>
                <a:ext uri="{FF2B5EF4-FFF2-40B4-BE49-F238E27FC236}">
                  <a16:creationId xmlns:a16="http://schemas.microsoft.com/office/drawing/2014/main" id="{FAF0C251-A35A-43E0-9D9B-DFF6A75B83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5346700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662" name="Shape 3123">
              <a:extLst>
                <a:ext uri="{FF2B5EF4-FFF2-40B4-BE49-F238E27FC236}">
                  <a16:creationId xmlns:a16="http://schemas.microsoft.com/office/drawing/2014/main" id="{372AEB6C-DC4C-497A-928B-5757107EA8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5346700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663" name="Shape 3124">
              <a:extLst>
                <a:ext uri="{FF2B5EF4-FFF2-40B4-BE49-F238E27FC236}">
                  <a16:creationId xmlns:a16="http://schemas.microsoft.com/office/drawing/2014/main" id="{CE6CB2F1-2592-4524-BE58-DCF0D4C41A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5708650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664" name="Shape 3125">
              <a:extLst>
                <a:ext uri="{FF2B5EF4-FFF2-40B4-BE49-F238E27FC236}">
                  <a16:creationId xmlns:a16="http://schemas.microsoft.com/office/drawing/2014/main" id="{1D47D9EF-EB22-42E0-ADF9-816A671B22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5708650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665" name="Shape 3126">
              <a:extLst>
                <a:ext uri="{FF2B5EF4-FFF2-40B4-BE49-F238E27FC236}">
                  <a16:creationId xmlns:a16="http://schemas.microsoft.com/office/drawing/2014/main" id="{DFE5303C-57E7-45B0-A14B-15BD7CFC0E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5708650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666" name="Shape 3127">
              <a:extLst>
                <a:ext uri="{FF2B5EF4-FFF2-40B4-BE49-F238E27FC236}">
                  <a16:creationId xmlns:a16="http://schemas.microsoft.com/office/drawing/2014/main" id="{A02B3D58-E1B8-4890-A5A9-37B3447C3F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59610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667" name="Shape 3128">
              <a:extLst>
                <a:ext uri="{FF2B5EF4-FFF2-40B4-BE49-F238E27FC236}">
                  <a16:creationId xmlns:a16="http://schemas.microsoft.com/office/drawing/2014/main" id="{F8FC2109-A567-44EF-9F9A-96EFCBC412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59610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668" name="Shape 3129">
              <a:extLst>
                <a:ext uri="{FF2B5EF4-FFF2-40B4-BE49-F238E27FC236}">
                  <a16:creationId xmlns:a16="http://schemas.microsoft.com/office/drawing/2014/main" id="{F7795F4F-426A-4922-B6C7-3095E39180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59610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669" name="Shape 3130">
              <a:extLst>
                <a:ext uri="{FF2B5EF4-FFF2-40B4-BE49-F238E27FC236}">
                  <a16:creationId xmlns:a16="http://schemas.microsoft.com/office/drawing/2014/main" id="{EB3ED196-1867-40C4-AD4B-DCC58C20BF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6240463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670" name="Shape 3131">
              <a:extLst>
                <a:ext uri="{FF2B5EF4-FFF2-40B4-BE49-F238E27FC236}">
                  <a16:creationId xmlns:a16="http://schemas.microsoft.com/office/drawing/2014/main" id="{94580814-6E65-4968-B7CE-E46761C938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6240463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671" name="Shape 3132">
              <a:extLst>
                <a:ext uri="{FF2B5EF4-FFF2-40B4-BE49-F238E27FC236}">
                  <a16:creationId xmlns:a16="http://schemas.microsoft.com/office/drawing/2014/main" id="{90074CE6-BB06-40B5-B1EB-5D0CF6E65B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6240463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672" name="Shape 3133">
              <a:extLst>
                <a:ext uri="{FF2B5EF4-FFF2-40B4-BE49-F238E27FC236}">
                  <a16:creationId xmlns:a16="http://schemas.microsoft.com/office/drawing/2014/main" id="{53300A05-4410-4F87-ABCA-76710B9A84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95688" y="4984750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22673" name="Shape 3134">
              <a:extLst>
                <a:ext uri="{FF2B5EF4-FFF2-40B4-BE49-F238E27FC236}">
                  <a16:creationId xmlns:a16="http://schemas.microsoft.com/office/drawing/2014/main" id="{83EED91C-8C52-49CC-AFC2-B781F76C03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73563" y="4970463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22674" name="Shape 3135">
              <a:extLst>
                <a:ext uri="{FF2B5EF4-FFF2-40B4-BE49-F238E27FC236}">
                  <a16:creationId xmlns:a16="http://schemas.microsoft.com/office/drawing/2014/main" id="{C095B2FB-7534-4C0D-9E77-0365A5DF06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24450" y="4970463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22675" name="Shape 3136">
              <a:extLst>
                <a:ext uri="{FF2B5EF4-FFF2-40B4-BE49-F238E27FC236}">
                  <a16:creationId xmlns:a16="http://schemas.microsoft.com/office/drawing/2014/main" id="{BD6CBD5F-9988-49E3-8208-8C7C97C569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03900" y="4970463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22676" name="Shape 3137">
              <a:extLst>
                <a:ext uri="{FF2B5EF4-FFF2-40B4-BE49-F238E27FC236}">
                  <a16:creationId xmlns:a16="http://schemas.microsoft.com/office/drawing/2014/main" id="{8BF1B64A-2CC1-4AB6-AD7D-0FF4570752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9225" y="4984750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22677" name="Shape 3138">
              <a:extLst>
                <a:ext uri="{FF2B5EF4-FFF2-40B4-BE49-F238E27FC236}">
                  <a16:creationId xmlns:a16="http://schemas.microsoft.com/office/drawing/2014/main" id="{AAB27BEA-2909-4A94-8B7D-6C71563703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70750" y="4970463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22678" name="Shape 3139">
              <a:extLst>
                <a:ext uri="{FF2B5EF4-FFF2-40B4-BE49-F238E27FC236}">
                  <a16:creationId xmlns:a16="http://schemas.microsoft.com/office/drawing/2014/main" id="{EF39FB3F-111C-4143-BA3A-26313EEBBE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18450" y="4954588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322679" name="Shape 3140">
              <a:extLst>
                <a:ext uri="{FF2B5EF4-FFF2-40B4-BE49-F238E27FC236}">
                  <a16:creationId xmlns:a16="http://schemas.microsoft.com/office/drawing/2014/main" id="{2AE24A99-C2A7-404E-BF4C-C5F1628C94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4038" y="4567238"/>
              <a:ext cx="6508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= 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322680" name="Shape 3141">
              <a:extLst>
                <a:ext uri="{FF2B5EF4-FFF2-40B4-BE49-F238E27FC236}">
                  <a16:creationId xmlns:a16="http://schemas.microsoft.com/office/drawing/2014/main" id="{A2800C3E-78DE-4363-A7BC-68660686B3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6525" y="4567238"/>
              <a:ext cx="6508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= 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grpSp>
          <p:nvGrpSpPr>
            <p:cNvPr id="322681" name="Shape 3142">
              <a:extLst>
                <a:ext uri="{FF2B5EF4-FFF2-40B4-BE49-F238E27FC236}">
                  <a16:creationId xmlns:a16="http://schemas.microsoft.com/office/drawing/2014/main" id="{226EDC07-957F-4A2C-B8A5-59FCC195BB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5775" y="4084638"/>
              <a:ext cx="8166100" cy="2514600"/>
              <a:chOff x="603250" y="1414462"/>
              <a:chExt cx="8167586" cy="2514599"/>
            </a:xfrm>
          </p:grpSpPr>
          <p:sp>
            <p:nvSpPr>
              <p:cNvPr id="322685" name="Shape 3143">
                <a:extLst>
                  <a:ext uri="{FF2B5EF4-FFF2-40B4-BE49-F238E27FC236}">
                    <a16:creationId xmlns:a16="http://schemas.microsoft.com/office/drawing/2014/main" id="{AA017E05-121C-46A3-814C-5A1246DDF79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9637" y="1427162"/>
                <a:ext cx="7861199" cy="959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2686" name="Shape 3144">
                <a:extLst>
                  <a:ext uri="{FF2B5EF4-FFF2-40B4-BE49-F238E27FC236}">
                    <a16:creationId xmlns:a16="http://schemas.microsoft.com/office/drawing/2014/main" id="{C9DFE4A3-0F08-4479-90AF-BF20EBA182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1436687"/>
                <a:ext cx="11100" cy="4128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2687" name="Shape 3145">
                <a:extLst>
                  <a:ext uri="{FF2B5EF4-FFF2-40B4-BE49-F238E27FC236}">
                    <a16:creationId xmlns:a16="http://schemas.microsoft.com/office/drawing/2014/main" id="{1D49EECD-C8CF-4AB6-BF86-C6A07C649E5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1436687"/>
                <a:ext cx="11100" cy="4128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2688" name="Shape 3146">
                <a:extLst>
                  <a:ext uri="{FF2B5EF4-FFF2-40B4-BE49-F238E27FC236}">
                    <a16:creationId xmlns:a16="http://schemas.microsoft.com/office/drawing/2014/main" id="{74B2ED2E-02B9-4F50-B2D6-C7E42EC4A8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42987" y="1603375"/>
                <a:ext cx="730199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Present </a:t>
                </a:r>
              </a:p>
            </p:txBody>
          </p:sp>
          <p:sp>
            <p:nvSpPr>
              <p:cNvPr id="322689" name="Shape 3147">
                <a:extLst>
                  <a:ext uri="{FF2B5EF4-FFF2-40B4-BE49-F238E27FC236}">
                    <a16:creationId xmlns:a16="http://schemas.microsoft.com/office/drawing/2014/main" id="{B3428A9A-359F-4574-BE1F-A892A1BB53F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55836" y="1550987"/>
                <a:ext cx="9780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Next state </a:t>
                </a:r>
              </a:p>
            </p:txBody>
          </p:sp>
          <p:sp>
            <p:nvSpPr>
              <p:cNvPr id="322690" name="Shape 3148">
                <a:extLst>
                  <a:ext uri="{FF2B5EF4-FFF2-40B4-BE49-F238E27FC236}">
                    <a16:creationId xmlns:a16="http://schemas.microsoft.com/office/drawing/2014/main" id="{5C0102CF-FD67-424E-A34F-D60608C9F3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1846261"/>
                <a:ext cx="11100" cy="41429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2691" name="Shape 3149">
                <a:extLst>
                  <a:ext uri="{FF2B5EF4-FFF2-40B4-BE49-F238E27FC236}">
                    <a16:creationId xmlns:a16="http://schemas.microsoft.com/office/drawing/2014/main" id="{0D0EDD03-64B8-4F55-B0E0-99B06AF824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69987" y="1912936"/>
                <a:ext cx="4761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state </a:t>
                </a:r>
              </a:p>
            </p:txBody>
          </p:sp>
          <p:sp>
            <p:nvSpPr>
              <p:cNvPr id="322692" name="Shape 3150">
                <a:extLst>
                  <a:ext uri="{FF2B5EF4-FFF2-40B4-BE49-F238E27FC236}">
                    <a16:creationId xmlns:a16="http://schemas.microsoft.com/office/drawing/2014/main" id="{C0E1AC16-BBFE-4FF9-98A5-657F2205172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2249486"/>
                <a:ext cx="6915000" cy="111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2693" name="Shape 3151">
                <a:extLst>
                  <a:ext uri="{FF2B5EF4-FFF2-40B4-BE49-F238E27FC236}">
                    <a16:creationId xmlns:a16="http://schemas.microsoft.com/office/drawing/2014/main" id="{6CD344FE-6036-43C6-83DA-849B869F54E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2260600"/>
                <a:ext cx="11100" cy="4128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2694" name="Shape 3152">
                <a:extLst>
                  <a:ext uri="{FF2B5EF4-FFF2-40B4-BE49-F238E27FC236}">
                    <a16:creationId xmlns:a16="http://schemas.microsoft.com/office/drawing/2014/main" id="{6566110F-1DB8-42BB-989B-78EC680CA5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9637" y="2662236"/>
                <a:ext cx="7861199" cy="111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2695" name="Shape 3153">
                <a:extLst>
                  <a:ext uri="{FF2B5EF4-FFF2-40B4-BE49-F238E27FC236}">
                    <a16:creationId xmlns:a16="http://schemas.microsoft.com/office/drawing/2014/main" id="{030DB0B6-B0F8-4BFA-A817-10A7060EC0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10250" y="1808161"/>
                <a:ext cx="7809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Outputs </a:t>
                </a:r>
              </a:p>
            </p:txBody>
          </p:sp>
          <p:sp>
            <p:nvSpPr>
              <p:cNvPr id="322696" name="Shape 3154">
                <a:extLst>
                  <a:ext uri="{FF2B5EF4-FFF2-40B4-BE49-F238E27FC236}">
                    <a16:creationId xmlns:a16="http://schemas.microsoft.com/office/drawing/2014/main" id="{2FCDA191-DE68-49F4-9958-DE8EF59276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3250" y="2755900"/>
                <a:ext cx="222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A </a:t>
                </a:r>
              </a:p>
            </p:txBody>
          </p:sp>
          <p:sp>
            <p:nvSpPr>
              <p:cNvPr id="322697" name="Shape 3155">
                <a:extLst>
                  <a:ext uri="{FF2B5EF4-FFF2-40B4-BE49-F238E27FC236}">
                    <a16:creationId xmlns:a16="http://schemas.microsoft.com/office/drawing/2014/main" id="{C9ACDC0C-7902-48E6-A3A0-5D26EF43C8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2676525"/>
                <a:ext cx="11100" cy="3621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2698" name="Shape 3156">
                <a:extLst>
                  <a:ext uri="{FF2B5EF4-FFF2-40B4-BE49-F238E27FC236}">
                    <a16:creationId xmlns:a16="http://schemas.microsoft.com/office/drawing/2014/main" id="{F675205A-497B-4283-8D65-F9C43B3B583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35075" y="2755900"/>
                <a:ext cx="2286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00</a:t>
                </a:r>
              </a:p>
            </p:txBody>
          </p:sp>
          <p:sp>
            <p:nvSpPr>
              <p:cNvPr id="322699" name="Shape 3157">
                <a:extLst>
                  <a:ext uri="{FF2B5EF4-FFF2-40B4-BE49-F238E27FC236}">
                    <a16:creationId xmlns:a16="http://schemas.microsoft.com/office/drawing/2014/main" id="{26D2B4E4-2717-4C5D-98AB-21C32CD1EC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36775" y="2755900"/>
                <a:ext cx="2286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00</a:t>
                </a:r>
              </a:p>
            </p:txBody>
          </p:sp>
          <p:sp>
            <p:nvSpPr>
              <p:cNvPr id="322700" name="Shape 3158">
                <a:extLst>
                  <a:ext uri="{FF2B5EF4-FFF2-40B4-BE49-F238E27FC236}">
                    <a16:creationId xmlns:a16="http://schemas.microsoft.com/office/drawing/2014/main" id="{4ABF9A04-0B02-4C9F-A106-2E45F2F2F27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94025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22701" name="Shape 3159">
                <a:extLst>
                  <a:ext uri="{FF2B5EF4-FFF2-40B4-BE49-F238E27FC236}">
                    <a16:creationId xmlns:a16="http://schemas.microsoft.com/office/drawing/2014/main" id="{E4334162-07DC-4F56-8DC2-67C5271E37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67061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22702" name="Shape 3160">
                <a:extLst>
                  <a:ext uri="{FF2B5EF4-FFF2-40B4-BE49-F238E27FC236}">
                    <a16:creationId xmlns:a16="http://schemas.microsoft.com/office/drawing/2014/main" id="{B23BE40E-97C9-4393-AAD1-AD867E8419C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29062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22703" name="Shape 3161">
                <a:extLst>
                  <a:ext uri="{FF2B5EF4-FFF2-40B4-BE49-F238E27FC236}">
                    <a16:creationId xmlns:a16="http://schemas.microsoft.com/office/drawing/2014/main" id="{FE582A6F-456A-43DA-8FFE-40E7A90BD6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56137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22704" name="Shape 3162">
                <a:extLst>
                  <a:ext uri="{FF2B5EF4-FFF2-40B4-BE49-F238E27FC236}">
                    <a16:creationId xmlns:a16="http://schemas.microsoft.com/office/drawing/2014/main" id="{8260FE0D-0B9A-4170-A3DE-FB7F5BC3305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83212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22705" name="Shape 3163">
                <a:extLst>
                  <a:ext uri="{FF2B5EF4-FFF2-40B4-BE49-F238E27FC236}">
                    <a16:creationId xmlns:a16="http://schemas.microsoft.com/office/drawing/2014/main" id="{241E9B34-48D7-4FDD-AFDA-49486EA1E55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111875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22706" name="Shape 3164">
                <a:extLst>
                  <a:ext uri="{FF2B5EF4-FFF2-40B4-BE49-F238E27FC236}">
                    <a16:creationId xmlns:a16="http://schemas.microsoft.com/office/drawing/2014/main" id="{89FEA7E3-B167-43EB-AC7D-FBAD489ECA4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38950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22707" name="Shape 3165">
                <a:extLst>
                  <a:ext uri="{FF2B5EF4-FFF2-40B4-BE49-F238E27FC236}">
                    <a16:creationId xmlns:a16="http://schemas.microsoft.com/office/drawing/2014/main" id="{A32106F2-464A-4A81-A83D-FB79FB8FEE9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64436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22708" name="Shape 3166">
                <a:extLst>
                  <a:ext uri="{FF2B5EF4-FFF2-40B4-BE49-F238E27FC236}">
                    <a16:creationId xmlns:a16="http://schemas.microsoft.com/office/drawing/2014/main" id="{BED47B05-0A1E-4F6B-B923-D10058FE90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81986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22709" name="Shape 3167">
                <a:extLst>
                  <a:ext uri="{FF2B5EF4-FFF2-40B4-BE49-F238E27FC236}">
                    <a16:creationId xmlns:a16="http://schemas.microsoft.com/office/drawing/2014/main" id="{09C02563-C4D4-4CA1-9F09-3E7FFDA166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9600" y="3030536"/>
                <a:ext cx="209399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B </a:t>
                </a:r>
              </a:p>
            </p:txBody>
          </p:sp>
          <p:sp>
            <p:nvSpPr>
              <p:cNvPr id="322710" name="Shape 3168">
                <a:extLst>
                  <a:ext uri="{FF2B5EF4-FFF2-40B4-BE49-F238E27FC236}">
                    <a16:creationId xmlns:a16="http://schemas.microsoft.com/office/drawing/2014/main" id="{6BBA95DB-DBCE-46E9-800B-BB9CE4D984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3038475"/>
                <a:ext cx="11100" cy="27449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2711" name="Shape 3169">
                <a:extLst>
                  <a:ext uri="{FF2B5EF4-FFF2-40B4-BE49-F238E27FC236}">
                    <a16:creationId xmlns:a16="http://schemas.microsoft.com/office/drawing/2014/main" id="{AC4391AC-C880-4FB7-AD52-5647842E41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36662" y="3030536"/>
                <a:ext cx="2286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01</a:t>
                </a:r>
              </a:p>
            </p:txBody>
          </p:sp>
          <p:sp>
            <p:nvSpPr>
              <p:cNvPr id="322712" name="Shape 3170">
                <a:extLst>
                  <a:ext uri="{FF2B5EF4-FFF2-40B4-BE49-F238E27FC236}">
                    <a16:creationId xmlns:a16="http://schemas.microsoft.com/office/drawing/2014/main" id="{D09BB9BC-FEB7-4F8E-ACEF-1286F5E6F07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38361" y="3030536"/>
                <a:ext cx="2286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11</a:t>
                </a:r>
              </a:p>
            </p:txBody>
          </p:sp>
          <p:sp>
            <p:nvSpPr>
              <p:cNvPr id="322713" name="Shape 3171">
                <a:extLst>
                  <a:ext uri="{FF2B5EF4-FFF2-40B4-BE49-F238E27FC236}">
                    <a16:creationId xmlns:a16="http://schemas.microsoft.com/office/drawing/2014/main" id="{A214ED81-63E5-4295-ACBE-07FE6C48C76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95611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22714" name="Shape 3172">
                <a:extLst>
                  <a:ext uri="{FF2B5EF4-FFF2-40B4-BE49-F238E27FC236}">
                    <a16:creationId xmlns:a16="http://schemas.microsoft.com/office/drawing/2014/main" id="{409230E9-F690-4C7A-9648-0DB03F6E394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67061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22715" name="Shape 3173">
                <a:extLst>
                  <a:ext uri="{FF2B5EF4-FFF2-40B4-BE49-F238E27FC236}">
                    <a16:creationId xmlns:a16="http://schemas.microsoft.com/office/drawing/2014/main" id="{CDB54102-803D-4EC1-B7A6-B22D6900433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0650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22716" name="Shape 3174">
                <a:extLst>
                  <a:ext uri="{FF2B5EF4-FFF2-40B4-BE49-F238E27FC236}">
                    <a16:creationId xmlns:a16="http://schemas.microsoft.com/office/drawing/2014/main" id="{59B98849-2533-42D9-A4D2-65D9CCDE64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57725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22717" name="Shape 3175">
                <a:extLst>
                  <a:ext uri="{FF2B5EF4-FFF2-40B4-BE49-F238E27FC236}">
                    <a16:creationId xmlns:a16="http://schemas.microsoft.com/office/drawing/2014/main" id="{66A5C09C-F7FF-4BF3-8615-1F5D95C807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84800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22718" name="Shape 3176">
                <a:extLst>
                  <a:ext uri="{FF2B5EF4-FFF2-40B4-BE49-F238E27FC236}">
                    <a16:creationId xmlns:a16="http://schemas.microsoft.com/office/drawing/2014/main" id="{BB093F93-DA6F-4DCE-B6EF-DF182F2AB0F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111875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22719" name="Shape 3177">
                <a:extLst>
                  <a:ext uri="{FF2B5EF4-FFF2-40B4-BE49-F238E27FC236}">
                    <a16:creationId xmlns:a16="http://schemas.microsoft.com/office/drawing/2014/main" id="{82467478-7228-46F1-B6E4-06B7E45F286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38950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22720" name="Shape 3178">
                <a:extLst>
                  <a:ext uri="{FF2B5EF4-FFF2-40B4-BE49-F238E27FC236}">
                    <a16:creationId xmlns:a16="http://schemas.microsoft.com/office/drawing/2014/main" id="{045253F6-9A2E-4745-B845-D6BC442D23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66025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22721" name="Shape 3179">
                <a:extLst>
                  <a:ext uri="{FF2B5EF4-FFF2-40B4-BE49-F238E27FC236}">
                    <a16:creationId xmlns:a16="http://schemas.microsoft.com/office/drawing/2014/main" id="{0491F332-3F7D-4B4B-8BF8-068A56CB764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81986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22722" name="Shape 3180">
                <a:extLst>
                  <a:ext uri="{FF2B5EF4-FFF2-40B4-BE49-F238E27FC236}">
                    <a16:creationId xmlns:a16="http://schemas.microsoft.com/office/drawing/2014/main" id="{02D2FD35-AFB9-48AC-9F91-33E84B658D7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9600" y="3302000"/>
                <a:ext cx="209399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C </a:t>
                </a:r>
              </a:p>
            </p:txBody>
          </p:sp>
          <p:sp>
            <p:nvSpPr>
              <p:cNvPr id="322723" name="Shape 3181">
                <a:extLst>
                  <a:ext uri="{FF2B5EF4-FFF2-40B4-BE49-F238E27FC236}">
                    <a16:creationId xmlns:a16="http://schemas.microsoft.com/office/drawing/2014/main" id="{79A9BB84-F999-4A6D-B17E-3E8ACB87CE8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3290887"/>
                <a:ext cx="11100" cy="27449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2724" name="Shape 3182">
                <a:extLst>
                  <a:ext uri="{FF2B5EF4-FFF2-40B4-BE49-F238E27FC236}">
                    <a16:creationId xmlns:a16="http://schemas.microsoft.com/office/drawing/2014/main" id="{E2D3109E-1FFC-4CDA-B278-E5BC8EE064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36662" y="3302000"/>
                <a:ext cx="2286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11</a:t>
                </a:r>
              </a:p>
            </p:txBody>
          </p:sp>
          <p:sp>
            <p:nvSpPr>
              <p:cNvPr id="322725" name="Shape 3183">
                <a:extLst>
                  <a:ext uri="{FF2B5EF4-FFF2-40B4-BE49-F238E27FC236}">
                    <a16:creationId xmlns:a16="http://schemas.microsoft.com/office/drawing/2014/main" id="{51AC5047-5EA9-4C80-8542-60A88F9A5B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38361" y="3302000"/>
                <a:ext cx="2286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10</a:t>
                </a:r>
              </a:p>
            </p:txBody>
          </p:sp>
          <p:sp>
            <p:nvSpPr>
              <p:cNvPr id="322726" name="Shape 3184">
                <a:extLst>
                  <a:ext uri="{FF2B5EF4-FFF2-40B4-BE49-F238E27FC236}">
                    <a16:creationId xmlns:a16="http://schemas.microsoft.com/office/drawing/2014/main" id="{9EDE97A9-A08D-4A78-9A8B-744C218259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95611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22727" name="Shape 3185">
                <a:extLst>
                  <a:ext uri="{FF2B5EF4-FFF2-40B4-BE49-F238E27FC236}">
                    <a16:creationId xmlns:a16="http://schemas.microsoft.com/office/drawing/2014/main" id="{ECEE2548-FEE5-4671-A0C4-43275FBE63F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67061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22728" name="Shape 3186">
                <a:extLst>
                  <a:ext uri="{FF2B5EF4-FFF2-40B4-BE49-F238E27FC236}">
                    <a16:creationId xmlns:a16="http://schemas.microsoft.com/office/drawing/2014/main" id="{A1DE43D1-20B4-4C33-BCDE-2334358A77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0650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22729" name="Shape 3187">
                <a:extLst>
                  <a:ext uri="{FF2B5EF4-FFF2-40B4-BE49-F238E27FC236}">
                    <a16:creationId xmlns:a16="http://schemas.microsoft.com/office/drawing/2014/main" id="{F1099261-9593-4BE8-931E-A84F0014780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57725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22730" name="Shape 3188">
                <a:extLst>
                  <a:ext uri="{FF2B5EF4-FFF2-40B4-BE49-F238E27FC236}">
                    <a16:creationId xmlns:a16="http://schemas.microsoft.com/office/drawing/2014/main" id="{D5DEE127-5C4C-4A1F-ADC2-5382E59F5B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84800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22731" name="Shape 3189">
                <a:extLst>
                  <a:ext uri="{FF2B5EF4-FFF2-40B4-BE49-F238E27FC236}">
                    <a16:creationId xmlns:a16="http://schemas.microsoft.com/office/drawing/2014/main" id="{7B10C52E-F89F-4842-AD94-FA0D3C9215E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111875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22732" name="Shape 3190">
                <a:extLst>
                  <a:ext uri="{FF2B5EF4-FFF2-40B4-BE49-F238E27FC236}">
                    <a16:creationId xmlns:a16="http://schemas.microsoft.com/office/drawing/2014/main" id="{2C20F9D4-637A-4B7A-BC65-1366B59127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38950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22733" name="Shape 3191">
                <a:extLst>
                  <a:ext uri="{FF2B5EF4-FFF2-40B4-BE49-F238E27FC236}">
                    <a16:creationId xmlns:a16="http://schemas.microsoft.com/office/drawing/2014/main" id="{6949F99A-635E-4B88-BE08-663B782BC3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66025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22734" name="Shape 3192">
                <a:extLst>
                  <a:ext uri="{FF2B5EF4-FFF2-40B4-BE49-F238E27FC236}">
                    <a16:creationId xmlns:a16="http://schemas.microsoft.com/office/drawing/2014/main" id="{1A204CEB-4E3F-4045-A752-E8D6C37F5C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81986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22735" name="Shape 3193">
                <a:extLst>
                  <a:ext uri="{FF2B5EF4-FFF2-40B4-BE49-F238E27FC236}">
                    <a16:creationId xmlns:a16="http://schemas.microsoft.com/office/drawing/2014/main" id="{53570942-4DEF-401A-A44F-109B5D148AB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3250" y="3576637"/>
                <a:ext cx="222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D </a:t>
                </a:r>
              </a:p>
            </p:txBody>
          </p:sp>
          <p:sp>
            <p:nvSpPr>
              <p:cNvPr id="322736" name="Shape 3194">
                <a:extLst>
                  <a:ext uri="{FF2B5EF4-FFF2-40B4-BE49-F238E27FC236}">
                    <a16:creationId xmlns:a16="http://schemas.microsoft.com/office/drawing/2014/main" id="{4B593700-3E56-4068-8E04-B6CA29B0A2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3570287"/>
                <a:ext cx="11100" cy="3159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2737" name="Shape 3197">
                <a:extLst>
                  <a:ext uri="{FF2B5EF4-FFF2-40B4-BE49-F238E27FC236}">
                    <a16:creationId xmlns:a16="http://schemas.microsoft.com/office/drawing/2014/main" id="{62ABB814-86A0-4B76-AA5B-35959915C36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94025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22738" name="Shape 3198">
                <a:extLst>
                  <a:ext uri="{FF2B5EF4-FFF2-40B4-BE49-F238E27FC236}">
                    <a16:creationId xmlns:a16="http://schemas.microsoft.com/office/drawing/2014/main" id="{B6DEFE3F-CB53-40EB-B104-6B42E14449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67061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22739" name="Shape 3199">
                <a:extLst>
                  <a:ext uri="{FF2B5EF4-FFF2-40B4-BE49-F238E27FC236}">
                    <a16:creationId xmlns:a16="http://schemas.microsoft.com/office/drawing/2014/main" id="{899BF429-3C40-499B-867C-2DCE9577F5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29062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22740" name="Shape 3200">
                <a:extLst>
                  <a:ext uri="{FF2B5EF4-FFF2-40B4-BE49-F238E27FC236}">
                    <a16:creationId xmlns:a16="http://schemas.microsoft.com/office/drawing/2014/main" id="{DA1AE5D8-DE70-424A-B318-3CCF15685E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56137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22741" name="Shape 3201">
                <a:extLst>
                  <a:ext uri="{FF2B5EF4-FFF2-40B4-BE49-F238E27FC236}">
                    <a16:creationId xmlns:a16="http://schemas.microsoft.com/office/drawing/2014/main" id="{01B9294D-89F6-4B1D-B86F-FD8F003C3D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83212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22742" name="Shape 3202">
                <a:extLst>
                  <a:ext uri="{FF2B5EF4-FFF2-40B4-BE49-F238E27FC236}">
                    <a16:creationId xmlns:a16="http://schemas.microsoft.com/office/drawing/2014/main" id="{3C682119-7213-4EE9-9B52-CF3A8AF481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111875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22743" name="Shape 3203">
                <a:extLst>
                  <a:ext uri="{FF2B5EF4-FFF2-40B4-BE49-F238E27FC236}">
                    <a16:creationId xmlns:a16="http://schemas.microsoft.com/office/drawing/2014/main" id="{369DB883-3F76-4422-B3F3-15BC232BA7D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38950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22744" name="Shape 3204">
                <a:extLst>
                  <a:ext uri="{FF2B5EF4-FFF2-40B4-BE49-F238E27FC236}">
                    <a16:creationId xmlns:a16="http://schemas.microsoft.com/office/drawing/2014/main" id="{6B0D175E-903A-4875-A0E7-7DA4B040981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64436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22745" name="Shape 3205">
                <a:extLst>
                  <a:ext uri="{FF2B5EF4-FFF2-40B4-BE49-F238E27FC236}">
                    <a16:creationId xmlns:a16="http://schemas.microsoft.com/office/drawing/2014/main" id="{7EDF50F0-1E26-46B9-901B-DB045FF79FC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9637" y="3897312"/>
                <a:ext cx="7861199" cy="111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2746" name="Shape 3206">
                <a:extLst>
                  <a:ext uri="{FF2B5EF4-FFF2-40B4-BE49-F238E27FC236}">
                    <a16:creationId xmlns:a16="http://schemas.microsoft.com/office/drawing/2014/main" id="{B5A48518-3D40-4616-86ED-145FECFDC48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81986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cxnSp>
            <p:nvCxnSpPr>
              <p:cNvPr id="322747" name="Shape 3207">
                <a:extLst>
                  <a:ext uri="{FF2B5EF4-FFF2-40B4-BE49-F238E27FC236}">
                    <a16:creationId xmlns:a16="http://schemas.microsoft.com/office/drawing/2014/main" id="{E0210788-A190-462C-99B5-5DB10EE3851C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14400" y="1428750"/>
                <a:ext cx="0" cy="2471699"/>
              </a:xfrm>
              <a:prstGeom prst="straightConnector1">
                <a:avLst/>
              </a:prstGeom>
              <a:noFill/>
              <a:ln w="9525" cap="rnd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22748" name="Shape 3208">
                <a:extLst>
                  <a:ext uri="{FF2B5EF4-FFF2-40B4-BE49-F238E27FC236}">
                    <a16:creationId xmlns:a16="http://schemas.microsoft.com/office/drawing/2014/main" id="{3BC42C80-7361-4A43-B6AB-65EAE2AA70B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571875" y="1443037"/>
                <a:ext cx="0" cy="2443200"/>
              </a:xfrm>
              <a:prstGeom prst="straightConnector1">
                <a:avLst/>
              </a:prstGeom>
              <a:noFill/>
              <a:ln w="9525" cap="rnd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22749" name="Shape 3209">
                <a:extLst>
                  <a:ext uri="{FF2B5EF4-FFF2-40B4-BE49-F238E27FC236}">
                    <a16:creationId xmlns:a16="http://schemas.microsoft.com/office/drawing/2014/main" id="{AEC5D2F3-0A76-46CA-92D0-DC1DD94537E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1843086" y="1885950"/>
                <a:ext cx="1728900" cy="0"/>
              </a:xfrm>
              <a:prstGeom prst="straightConnector1">
                <a:avLst/>
              </a:prstGeom>
              <a:noFill/>
              <a:ln w="9525" cap="rnd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22750" name="Shape 3210">
                <a:extLst>
                  <a:ext uri="{FF2B5EF4-FFF2-40B4-BE49-F238E27FC236}">
                    <a16:creationId xmlns:a16="http://schemas.microsoft.com/office/drawing/2014/main" id="{F0093611-F635-43DA-9AFA-22CB6396FD1F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8758236" y="1414462"/>
                <a:ext cx="0" cy="2514599"/>
              </a:xfrm>
              <a:prstGeom prst="straightConnector1">
                <a:avLst/>
              </a:prstGeom>
              <a:noFill/>
              <a:ln w="9525" cap="rnd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322682" name="Shape 3211">
              <a:extLst>
                <a:ext uri="{FF2B5EF4-FFF2-40B4-BE49-F238E27FC236}">
                  <a16:creationId xmlns:a16="http://schemas.microsoft.com/office/drawing/2014/main" id="{677E7BA7-CAEE-4F08-BA05-81161BDDD7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0238" y="4954588"/>
              <a:ext cx="512762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22683" name="Shape 3212">
              <a:extLst>
                <a:ext uri="{FF2B5EF4-FFF2-40B4-BE49-F238E27FC236}">
                  <a16:creationId xmlns:a16="http://schemas.microsoft.com/office/drawing/2014/main" id="{3F7EFB5E-6F10-4355-806E-D080383C9E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7963" y="4984750"/>
              <a:ext cx="5111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22684" name="Shape 3213">
              <a:extLst>
                <a:ext uri="{FF2B5EF4-FFF2-40B4-BE49-F238E27FC236}">
                  <a16:creationId xmlns:a16="http://schemas.microsoft.com/office/drawing/2014/main" id="{77ED3751-1C20-4439-AD0A-ACEF36E167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363" y="4968875"/>
              <a:ext cx="5111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</p:grpSp>
      <p:grpSp>
        <p:nvGrpSpPr>
          <p:cNvPr id="322562" name="Group 1">
            <a:extLst>
              <a:ext uri="{FF2B5EF4-FFF2-40B4-BE49-F238E27FC236}">
                <a16:creationId xmlns:a16="http://schemas.microsoft.com/office/drawing/2014/main" id="{DAED7ADA-1F01-47C5-9E6A-F611274966BD}"/>
              </a:ext>
            </a:extLst>
          </p:cNvPr>
          <p:cNvGrpSpPr>
            <a:grpSpLocks/>
          </p:cNvGrpSpPr>
          <p:nvPr/>
        </p:nvGrpSpPr>
        <p:grpSpPr bwMode="auto">
          <a:xfrm>
            <a:off x="633413" y="766763"/>
            <a:ext cx="8181975" cy="2066925"/>
            <a:chOff x="633413" y="1682750"/>
            <a:chExt cx="8181975" cy="2066925"/>
          </a:xfrm>
        </p:grpSpPr>
        <p:sp>
          <p:nvSpPr>
            <p:cNvPr id="322569" name="Shape 3214">
              <a:extLst>
                <a:ext uri="{FF2B5EF4-FFF2-40B4-BE49-F238E27FC236}">
                  <a16:creationId xmlns:a16="http://schemas.microsoft.com/office/drawing/2014/main" id="{2841B05C-3BBC-45CB-BDCB-67BCB10C9A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1692275"/>
              <a:ext cx="9525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570" name="Shape 3215">
              <a:extLst>
                <a:ext uri="{FF2B5EF4-FFF2-40B4-BE49-F238E27FC236}">
                  <a16:creationId xmlns:a16="http://schemas.microsoft.com/office/drawing/2014/main" id="{8FBAA260-55A6-47DC-ABE2-A75787165C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1692275"/>
              <a:ext cx="11113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571" name="Shape 3216">
              <a:extLst>
                <a:ext uri="{FF2B5EF4-FFF2-40B4-BE49-F238E27FC236}">
                  <a16:creationId xmlns:a16="http://schemas.microsoft.com/office/drawing/2014/main" id="{BCC61627-5496-434F-8C75-FA657D1295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2638" y="1865313"/>
              <a:ext cx="730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322572" name="Shape 3217">
              <a:extLst>
                <a:ext uri="{FF2B5EF4-FFF2-40B4-BE49-F238E27FC236}">
                  <a16:creationId xmlns:a16="http://schemas.microsoft.com/office/drawing/2014/main" id="{7EAF8762-18F7-4786-9F46-0262BB728D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1692275"/>
              <a:ext cx="11113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573" name="Shape 3218">
              <a:extLst>
                <a:ext uri="{FF2B5EF4-FFF2-40B4-BE49-F238E27FC236}">
                  <a16:creationId xmlns:a16="http://schemas.microsoft.com/office/drawing/2014/main" id="{6FC4D724-B903-4F24-8BC6-EE3E15F516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4375" y="1816100"/>
              <a:ext cx="9779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322574" name="Shape 3219">
              <a:extLst>
                <a:ext uri="{FF2B5EF4-FFF2-40B4-BE49-F238E27FC236}">
                  <a16:creationId xmlns:a16="http://schemas.microsoft.com/office/drawing/2014/main" id="{E1480DB3-F5AD-4D5E-B0B0-F065367F74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1692275"/>
              <a:ext cx="11113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575" name="Shape 3220">
              <a:extLst>
                <a:ext uri="{FF2B5EF4-FFF2-40B4-BE49-F238E27FC236}">
                  <a16:creationId xmlns:a16="http://schemas.microsoft.com/office/drawing/2014/main" id="{D328F8EE-AA0F-455F-A2FF-7A4AD4FA1F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2116138"/>
              <a:ext cx="7215188" cy="111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576" name="Shape 3221">
              <a:extLst>
                <a:ext uri="{FF2B5EF4-FFF2-40B4-BE49-F238E27FC236}">
                  <a16:creationId xmlns:a16="http://schemas.microsoft.com/office/drawing/2014/main" id="{F6796E0A-A4CA-4242-936B-EB58D8406B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2105025"/>
              <a:ext cx="9525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577" name="Shape 3222">
              <a:extLst>
                <a:ext uri="{FF2B5EF4-FFF2-40B4-BE49-F238E27FC236}">
                  <a16:creationId xmlns:a16="http://schemas.microsoft.com/office/drawing/2014/main" id="{4458CBE8-0D38-4138-B758-42B7C4404E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88013" y="1816100"/>
              <a:ext cx="7810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322578" name="Shape 3223">
              <a:extLst>
                <a:ext uri="{FF2B5EF4-FFF2-40B4-BE49-F238E27FC236}">
                  <a16:creationId xmlns:a16="http://schemas.microsoft.com/office/drawing/2014/main" id="{8FAB3CA4-DCE8-4F95-92D2-D3822116FB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2105025"/>
              <a:ext cx="11113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579" name="Shape 3224">
              <a:extLst>
                <a:ext uri="{FF2B5EF4-FFF2-40B4-BE49-F238E27FC236}">
                  <a16:creationId xmlns:a16="http://schemas.microsoft.com/office/drawing/2014/main" id="{AE15FC33-9B0A-45BF-A1BD-97314F3466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2105025"/>
              <a:ext cx="11113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580" name="Shape 3225">
              <a:extLst>
                <a:ext uri="{FF2B5EF4-FFF2-40B4-BE49-F238E27FC236}">
                  <a16:creationId xmlns:a16="http://schemas.microsoft.com/office/drawing/2014/main" id="{7A1C7111-AB1A-465F-8D05-8B3BB585C3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2105025"/>
              <a:ext cx="11113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581" name="Shape 3226">
              <a:extLst>
                <a:ext uri="{FF2B5EF4-FFF2-40B4-BE49-F238E27FC236}">
                  <a16:creationId xmlns:a16="http://schemas.microsoft.com/office/drawing/2014/main" id="{AA62FCD6-3059-497E-BD48-D8B701B6F7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5638" y="2527300"/>
              <a:ext cx="8159750" cy="1111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582" name="Shape 3227">
              <a:extLst>
                <a:ext uri="{FF2B5EF4-FFF2-40B4-BE49-F238E27FC236}">
                  <a16:creationId xmlns:a16="http://schemas.microsoft.com/office/drawing/2014/main" id="{B2503375-887F-42B6-92B6-42E52B0E6A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2519363"/>
              <a:ext cx="9525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583" name="Shape 3228">
              <a:extLst>
                <a:ext uri="{FF2B5EF4-FFF2-40B4-BE49-F238E27FC236}">
                  <a16:creationId xmlns:a16="http://schemas.microsoft.com/office/drawing/2014/main" id="{637B4D26-98DC-4D17-BCF4-B410D70060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8050" y="2173288"/>
              <a:ext cx="476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322584" name="Shape 3229">
              <a:extLst>
                <a:ext uri="{FF2B5EF4-FFF2-40B4-BE49-F238E27FC236}">
                  <a16:creationId xmlns:a16="http://schemas.microsoft.com/office/drawing/2014/main" id="{72757AC4-A5BE-4F7B-88F6-5160FC24D6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2519363"/>
              <a:ext cx="11113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585" name="Shape 3230">
              <a:extLst>
                <a:ext uri="{FF2B5EF4-FFF2-40B4-BE49-F238E27FC236}">
                  <a16:creationId xmlns:a16="http://schemas.microsoft.com/office/drawing/2014/main" id="{7B03BC74-1DCE-4711-8118-F51C0A7F2C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5050" y="26177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22586" name="Shape 3231">
              <a:extLst>
                <a:ext uri="{FF2B5EF4-FFF2-40B4-BE49-F238E27FC236}">
                  <a16:creationId xmlns:a16="http://schemas.microsoft.com/office/drawing/2014/main" id="{801CFF41-3A4C-481F-9717-4EA5A11F5B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338" y="26177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22587" name="Shape 3232">
              <a:extLst>
                <a:ext uri="{FF2B5EF4-FFF2-40B4-BE49-F238E27FC236}">
                  <a16:creationId xmlns:a16="http://schemas.microsoft.com/office/drawing/2014/main" id="{C9B6BFFD-92D0-4CCA-A063-B0138F0DDA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2519363"/>
              <a:ext cx="11113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588" name="Shape 3233">
              <a:extLst>
                <a:ext uri="{FF2B5EF4-FFF2-40B4-BE49-F238E27FC236}">
                  <a16:creationId xmlns:a16="http://schemas.microsoft.com/office/drawing/2014/main" id="{E0972D0D-D794-439C-9DEF-1E1863C940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6063" y="2617788"/>
              <a:ext cx="2095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322589" name="Shape 3234">
              <a:extLst>
                <a:ext uri="{FF2B5EF4-FFF2-40B4-BE49-F238E27FC236}">
                  <a16:creationId xmlns:a16="http://schemas.microsoft.com/office/drawing/2014/main" id="{DF641AAF-A862-4CAF-8729-86EFBDFB5C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7600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2590" name="Shape 3235">
              <a:extLst>
                <a:ext uri="{FF2B5EF4-FFF2-40B4-BE49-F238E27FC236}">
                  <a16:creationId xmlns:a16="http://schemas.microsoft.com/office/drawing/2014/main" id="{E1AC3273-02E3-4DD8-9AAF-6CE6F926A3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35475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2591" name="Shape 3236">
              <a:extLst>
                <a:ext uri="{FF2B5EF4-FFF2-40B4-BE49-F238E27FC236}">
                  <a16:creationId xmlns:a16="http://schemas.microsoft.com/office/drawing/2014/main" id="{4A7A286B-6367-4915-90B6-7C6F1D2A39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1763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2592" name="Shape 3237">
              <a:extLst>
                <a:ext uri="{FF2B5EF4-FFF2-40B4-BE49-F238E27FC236}">
                  <a16:creationId xmlns:a16="http://schemas.microsoft.com/office/drawing/2014/main" id="{9A4A9B3D-CBFB-47E9-850A-C2331465ED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7100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2593" name="Shape 3238">
              <a:extLst>
                <a:ext uri="{FF2B5EF4-FFF2-40B4-BE49-F238E27FC236}">
                  <a16:creationId xmlns:a16="http://schemas.microsoft.com/office/drawing/2014/main" id="{241E89BA-F459-4E9A-9C43-B0D2F95EDD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4975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2594" name="Shape 3239">
              <a:extLst>
                <a:ext uri="{FF2B5EF4-FFF2-40B4-BE49-F238E27FC236}">
                  <a16:creationId xmlns:a16="http://schemas.microsoft.com/office/drawing/2014/main" id="{977E7AAE-CEE5-49D1-BF7A-D92682A540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59675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2595" name="Shape 3240">
              <a:extLst>
                <a:ext uri="{FF2B5EF4-FFF2-40B4-BE49-F238E27FC236}">
                  <a16:creationId xmlns:a16="http://schemas.microsoft.com/office/drawing/2014/main" id="{A9F24E71-C359-4FAB-BFBE-2B9BD02F1A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2519363"/>
              <a:ext cx="11113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596" name="Shape 3241">
              <a:extLst>
                <a:ext uri="{FF2B5EF4-FFF2-40B4-BE49-F238E27FC236}">
                  <a16:creationId xmlns:a16="http://schemas.microsoft.com/office/drawing/2014/main" id="{7F400A85-F0A2-41C1-B264-4EDAF253EC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2881313"/>
              <a:ext cx="9525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597" name="Shape 3242">
              <a:extLst>
                <a:ext uri="{FF2B5EF4-FFF2-40B4-BE49-F238E27FC236}">
                  <a16:creationId xmlns:a16="http://schemas.microsoft.com/office/drawing/2014/main" id="{979EA37E-190E-4CE6-B130-03B4C9F555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8025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2598" name="Shape 3243">
              <a:extLst>
                <a:ext uri="{FF2B5EF4-FFF2-40B4-BE49-F238E27FC236}">
                  <a16:creationId xmlns:a16="http://schemas.microsoft.com/office/drawing/2014/main" id="{F4060DB5-2230-4998-9BA8-7653761ABD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2881313"/>
              <a:ext cx="11113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599" name="Shape 3244">
              <a:extLst>
                <a:ext uri="{FF2B5EF4-FFF2-40B4-BE49-F238E27FC236}">
                  <a16:creationId xmlns:a16="http://schemas.microsoft.com/office/drawing/2014/main" id="{09A70295-695C-4366-8421-C9B49A0B2C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9813" y="2889250"/>
              <a:ext cx="2095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322600" name="Shape 3245">
              <a:extLst>
                <a:ext uri="{FF2B5EF4-FFF2-40B4-BE49-F238E27FC236}">
                  <a16:creationId xmlns:a16="http://schemas.microsoft.com/office/drawing/2014/main" id="{771B1C85-E982-4724-B0E2-9500D54951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44688" y="2889250"/>
              <a:ext cx="2095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22601" name="Shape 3246">
              <a:extLst>
                <a:ext uri="{FF2B5EF4-FFF2-40B4-BE49-F238E27FC236}">
                  <a16:creationId xmlns:a16="http://schemas.microsoft.com/office/drawing/2014/main" id="{A010BBE7-BB9F-4B4B-B442-F2B5E2556C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2881313"/>
              <a:ext cx="11113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602" name="Shape 3247">
              <a:extLst>
                <a:ext uri="{FF2B5EF4-FFF2-40B4-BE49-F238E27FC236}">
                  <a16:creationId xmlns:a16="http://schemas.microsoft.com/office/drawing/2014/main" id="{57A764EC-B5E4-489D-9A98-4D35813AFD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9238" y="2889250"/>
              <a:ext cx="2095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22603" name="Shape 3248">
              <a:extLst>
                <a:ext uri="{FF2B5EF4-FFF2-40B4-BE49-F238E27FC236}">
                  <a16:creationId xmlns:a16="http://schemas.microsoft.com/office/drawing/2014/main" id="{FC343526-465C-4D06-A682-91476A462B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9188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2604" name="Shape 3249">
              <a:extLst>
                <a:ext uri="{FF2B5EF4-FFF2-40B4-BE49-F238E27FC236}">
                  <a16:creationId xmlns:a16="http://schemas.microsoft.com/office/drawing/2014/main" id="{617F65CD-67EA-4CDA-A2CB-CBDEEF9D87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38650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2605" name="Shape 3250">
              <a:extLst>
                <a:ext uri="{FF2B5EF4-FFF2-40B4-BE49-F238E27FC236}">
                  <a16:creationId xmlns:a16="http://schemas.microsoft.com/office/drawing/2014/main" id="{BDB8A861-F203-4451-9FDB-6FCC4227A8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3350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2606" name="Shape 3251">
              <a:extLst>
                <a:ext uri="{FF2B5EF4-FFF2-40B4-BE49-F238E27FC236}">
                  <a16:creationId xmlns:a16="http://schemas.microsoft.com/office/drawing/2014/main" id="{66838C5C-D8A4-4FDC-BCFF-D65DF5A6B2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8688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2607" name="Shape 3252">
              <a:extLst>
                <a:ext uri="{FF2B5EF4-FFF2-40B4-BE49-F238E27FC236}">
                  <a16:creationId xmlns:a16="http://schemas.microsoft.com/office/drawing/2014/main" id="{94594A27-D44B-4386-9533-D682E5A51B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6563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2608" name="Shape 3253">
              <a:extLst>
                <a:ext uri="{FF2B5EF4-FFF2-40B4-BE49-F238E27FC236}">
                  <a16:creationId xmlns:a16="http://schemas.microsoft.com/office/drawing/2014/main" id="{EB31938F-1BF3-43EF-ADD6-EBBB1054CC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2850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2609" name="Shape 3254">
              <a:extLst>
                <a:ext uri="{FF2B5EF4-FFF2-40B4-BE49-F238E27FC236}">
                  <a16:creationId xmlns:a16="http://schemas.microsoft.com/office/drawing/2014/main" id="{DE8E82C8-6C8C-4BF7-9701-93E970E86E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2881313"/>
              <a:ext cx="11113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610" name="Shape 3255">
              <a:extLst>
                <a:ext uri="{FF2B5EF4-FFF2-40B4-BE49-F238E27FC236}">
                  <a16:creationId xmlns:a16="http://schemas.microsoft.com/office/drawing/2014/main" id="{65A31A0B-A31E-4324-ACDF-52DB475531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3155950"/>
              <a:ext cx="9525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611" name="Shape 3256">
              <a:extLst>
                <a:ext uri="{FF2B5EF4-FFF2-40B4-BE49-F238E27FC236}">
                  <a16:creationId xmlns:a16="http://schemas.microsoft.com/office/drawing/2014/main" id="{BD97CB8C-B3A7-47D7-A454-F77B694DB3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9613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2612" name="Shape 3257">
              <a:extLst>
                <a:ext uri="{FF2B5EF4-FFF2-40B4-BE49-F238E27FC236}">
                  <a16:creationId xmlns:a16="http://schemas.microsoft.com/office/drawing/2014/main" id="{BBE3B9EA-931E-424A-96BE-B71BF22D77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3155950"/>
              <a:ext cx="11113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613" name="Shape 3258">
              <a:extLst>
                <a:ext uri="{FF2B5EF4-FFF2-40B4-BE49-F238E27FC236}">
                  <a16:creationId xmlns:a16="http://schemas.microsoft.com/office/drawing/2014/main" id="{36404C36-053C-4F39-B9E5-8D4BBDC2A2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9813" y="3163888"/>
              <a:ext cx="2095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22614" name="Shape 3259">
              <a:extLst>
                <a:ext uri="{FF2B5EF4-FFF2-40B4-BE49-F238E27FC236}">
                  <a16:creationId xmlns:a16="http://schemas.microsoft.com/office/drawing/2014/main" id="{3EBDD94C-9B07-4249-BCB8-628C56E456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338" y="31638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22615" name="Shape 3260">
              <a:extLst>
                <a:ext uri="{FF2B5EF4-FFF2-40B4-BE49-F238E27FC236}">
                  <a16:creationId xmlns:a16="http://schemas.microsoft.com/office/drawing/2014/main" id="{AA96B3F9-96D6-4CB4-A3C6-C6B5571983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3155950"/>
              <a:ext cx="11113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616" name="Shape 3261">
              <a:extLst>
                <a:ext uri="{FF2B5EF4-FFF2-40B4-BE49-F238E27FC236}">
                  <a16:creationId xmlns:a16="http://schemas.microsoft.com/office/drawing/2014/main" id="{62BFEB24-B72A-484D-9E3D-3B9E782693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1300" y="31638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22617" name="Shape 3262">
              <a:extLst>
                <a:ext uri="{FF2B5EF4-FFF2-40B4-BE49-F238E27FC236}">
                  <a16:creationId xmlns:a16="http://schemas.microsoft.com/office/drawing/2014/main" id="{2BBE4E67-83FF-45D9-A561-EBC43AD6FC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7600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2618" name="Shape 3263">
              <a:extLst>
                <a:ext uri="{FF2B5EF4-FFF2-40B4-BE49-F238E27FC236}">
                  <a16:creationId xmlns:a16="http://schemas.microsoft.com/office/drawing/2014/main" id="{EC5B7D1E-4978-4904-8479-B2E3597E48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35475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2619" name="Shape 3264">
              <a:extLst>
                <a:ext uri="{FF2B5EF4-FFF2-40B4-BE49-F238E27FC236}">
                  <a16:creationId xmlns:a16="http://schemas.microsoft.com/office/drawing/2014/main" id="{4A1F6026-CDA8-40D1-903E-692248A4D9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1763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2620" name="Shape 3265">
              <a:extLst>
                <a:ext uri="{FF2B5EF4-FFF2-40B4-BE49-F238E27FC236}">
                  <a16:creationId xmlns:a16="http://schemas.microsoft.com/office/drawing/2014/main" id="{D22F3171-B9C6-43E1-AF39-E6FA201A60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7100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2621" name="Shape 3266">
              <a:extLst>
                <a:ext uri="{FF2B5EF4-FFF2-40B4-BE49-F238E27FC236}">
                  <a16:creationId xmlns:a16="http://schemas.microsoft.com/office/drawing/2014/main" id="{A228A9E5-889F-426A-B4A8-A321D3B975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4975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2622" name="Shape 3267">
              <a:extLst>
                <a:ext uri="{FF2B5EF4-FFF2-40B4-BE49-F238E27FC236}">
                  <a16:creationId xmlns:a16="http://schemas.microsoft.com/office/drawing/2014/main" id="{B35BBBB2-B992-41EC-8D32-F14DFB3C57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59675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2623" name="Shape 3268">
              <a:extLst>
                <a:ext uri="{FF2B5EF4-FFF2-40B4-BE49-F238E27FC236}">
                  <a16:creationId xmlns:a16="http://schemas.microsoft.com/office/drawing/2014/main" id="{DEAED7BE-62D2-4BFB-857A-DAC3DE9984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3155950"/>
              <a:ext cx="11113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624" name="Shape 3269">
              <a:extLst>
                <a:ext uri="{FF2B5EF4-FFF2-40B4-BE49-F238E27FC236}">
                  <a16:creationId xmlns:a16="http://schemas.microsoft.com/office/drawing/2014/main" id="{A91E1A8A-7222-44AD-AD2F-A3F8BAE4AB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3433763"/>
              <a:ext cx="9525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625" name="Shape 3270">
              <a:extLst>
                <a:ext uri="{FF2B5EF4-FFF2-40B4-BE49-F238E27FC236}">
                  <a16:creationId xmlns:a16="http://schemas.microsoft.com/office/drawing/2014/main" id="{A2592911-DF58-4BDA-9E4C-8B54E8221D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8025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2626" name="Shape 3271">
              <a:extLst>
                <a:ext uri="{FF2B5EF4-FFF2-40B4-BE49-F238E27FC236}">
                  <a16:creationId xmlns:a16="http://schemas.microsoft.com/office/drawing/2014/main" id="{E4E0CD31-3C85-47F2-9FF3-AFACFC5565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3433763"/>
              <a:ext cx="11113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627" name="Shape 3272">
              <a:extLst>
                <a:ext uri="{FF2B5EF4-FFF2-40B4-BE49-F238E27FC236}">
                  <a16:creationId xmlns:a16="http://schemas.microsoft.com/office/drawing/2014/main" id="{533EEB54-49E6-4D3C-8102-C64F29CB4D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5050" y="3438525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22628" name="Shape 3273">
              <a:extLst>
                <a:ext uri="{FF2B5EF4-FFF2-40B4-BE49-F238E27FC236}">
                  <a16:creationId xmlns:a16="http://schemas.microsoft.com/office/drawing/2014/main" id="{29328003-88E1-420D-ADD1-3FDE2DEBFF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338" y="3438525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22629" name="Shape 3274">
              <a:extLst>
                <a:ext uri="{FF2B5EF4-FFF2-40B4-BE49-F238E27FC236}">
                  <a16:creationId xmlns:a16="http://schemas.microsoft.com/office/drawing/2014/main" id="{1F795C09-AC19-443A-948A-8FEA57AF96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3433763"/>
              <a:ext cx="11113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630" name="Shape 3275">
              <a:extLst>
                <a:ext uri="{FF2B5EF4-FFF2-40B4-BE49-F238E27FC236}">
                  <a16:creationId xmlns:a16="http://schemas.microsoft.com/office/drawing/2014/main" id="{15F6A18F-62F2-4209-B87C-704C45A8A8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1300" y="3438525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22631" name="Shape 3276">
              <a:extLst>
                <a:ext uri="{FF2B5EF4-FFF2-40B4-BE49-F238E27FC236}">
                  <a16:creationId xmlns:a16="http://schemas.microsoft.com/office/drawing/2014/main" id="{693991EC-4289-493D-A582-72D822FE36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6013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2632" name="Shape 3277">
              <a:extLst>
                <a:ext uri="{FF2B5EF4-FFF2-40B4-BE49-F238E27FC236}">
                  <a16:creationId xmlns:a16="http://schemas.microsoft.com/office/drawing/2014/main" id="{6CB9F8F2-72EB-4152-9B77-2303D77163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35475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2633" name="Shape 3278">
              <a:extLst>
                <a:ext uri="{FF2B5EF4-FFF2-40B4-BE49-F238E27FC236}">
                  <a16:creationId xmlns:a16="http://schemas.microsoft.com/office/drawing/2014/main" id="{4F8BC936-EE24-4159-9BE1-670906AA4F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0175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2634" name="Shape 3279">
              <a:extLst>
                <a:ext uri="{FF2B5EF4-FFF2-40B4-BE49-F238E27FC236}">
                  <a16:creationId xmlns:a16="http://schemas.microsoft.com/office/drawing/2014/main" id="{2E1EA3E0-07BF-456C-BC27-048A426802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5513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2635" name="Shape 3280">
              <a:extLst>
                <a:ext uri="{FF2B5EF4-FFF2-40B4-BE49-F238E27FC236}">
                  <a16:creationId xmlns:a16="http://schemas.microsoft.com/office/drawing/2014/main" id="{5BC3EDD9-8810-4B31-80B3-CF10EAC607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3388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2636" name="Shape 3281">
              <a:extLst>
                <a:ext uri="{FF2B5EF4-FFF2-40B4-BE49-F238E27FC236}">
                  <a16:creationId xmlns:a16="http://schemas.microsoft.com/office/drawing/2014/main" id="{9C026343-7BFC-4CB6-8E55-4E0424B0DA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59675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2637" name="Shape 3282">
              <a:extLst>
                <a:ext uri="{FF2B5EF4-FFF2-40B4-BE49-F238E27FC236}">
                  <a16:creationId xmlns:a16="http://schemas.microsoft.com/office/drawing/2014/main" id="{2DFB4705-46F1-4B5A-B3BD-569188FEB5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3433763"/>
              <a:ext cx="11113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638" name="Shape 3283">
              <a:extLst>
                <a:ext uri="{FF2B5EF4-FFF2-40B4-BE49-F238E27FC236}">
                  <a16:creationId xmlns:a16="http://schemas.microsoft.com/office/drawing/2014/main" id="{80CD0BCE-2E29-4126-8792-8026FAB22D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5638" y="3738563"/>
              <a:ext cx="8159750" cy="111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639" name="Shape 3284">
              <a:extLst>
                <a:ext uri="{FF2B5EF4-FFF2-40B4-BE49-F238E27FC236}">
                  <a16:creationId xmlns:a16="http://schemas.microsoft.com/office/drawing/2014/main" id="{588D4C83-8F8B-499A-901D-03B17AFE3B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6438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2640" name="Shape 3285">
              <a:extLst>
                <a:ext uri="{FF2B5EF4-FFF2-40B4-BE49-F238E27FC236}">
                  <a16:creationId xmlns:a16="http://schemas.microsoft.com/office/drawing/2014/main" id="{F9B10024-306A-472D-AE0E-6124DB3509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8788" y="2214563"/>
              <a:ext cx="566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0 </a:t>
              </a:r>
            </a:p>
          </p:txBody>
        </p:sp>
        <p:sp>
          <p:nvSpPr>
            <p:cNvPr id="322641" name="Shape 3286">
              <a:extLst>
                <a:ext uri="{FF2B5EF4-FFF2-40B4-BE49-F238E27FC236}">
                  <a16:creationId xmlns:a16="http://schemas.microsoft.com/office/drawing/2014/main" id="{D3B3FAFF-D632-4AB7-AE2B-24C56A99C0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63813" y="2214563"/>
              <a:ext cx="566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1 </a:t>
              </a:r>
            </a:p>
          </p:txBody>
        </p:sp>
        <p:sp>
          <p:nvSpPr>
            <p:cNvPr id="322642" name="Shape 3287">
              <a:extLst>
                <a:ext uri="{FF2B5EF4-FFF2-40B4-BE49-F238E27FC236}">
                  <a16:creationId xmlns:a16="http://schemas.microsoft.com/office/drawing/2014/main" id="{6630564F-A847-48A8-8142-0CE430262A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1538" y="2173288"/>
              <a:ext cx="592137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22643" name="Shape 3288">
              <a:extLst>
                <a:ext uri="{FF2B5EF4-FFF2-40B4-BE49-F238E27FC236}">
                  <a16:creationId xmlns:a16="http://schemas.microsoft.com/office/drawing/2014/main" id="{9D79440B-CD58-45BA-AA1D-842D9F6FE4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9413" y="2159000"/>
              <a:ext cx="592137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22644" name="Shape 3289">
              <a:extLst>
                <a:ext uri="{FF2B5EF4-FFF2-40B4-BE49-F238E27FC236}">
                  <a16:creationId xmlns:a16="http://schemas.microsoft.com/office/drawing/2014/main" id="{1649D70F-2616-45DC-9710-C70E13DBCA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8088" y="2159000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22645" name="Shape 3290">
              <a:extLst>
                <a:ext uri="{FF2B5EF4-FFF2-40B4-BE49-F238E27FC236}">
                  <a16:creationId xmlns:a16="http://schemas.microsoft.com/office/drawing/2014/main" id="{8B65FF3E-3992-4E58-95B9-5B21DE3C9C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73738" y="2159000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22646" name="Shape 3291">
              <a:extLst>
                <a:ext uri="{FF2B5EF4-FFF2-40B4-BE49-F238E27FC236}">
                  <a16:creationId xmlns:a16="http://schemas.microsoft.com/office/drawing/2014/main" id="{95B3B4F0-816C-462E-B9B2-C4E15FC3E3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45263" y="217328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22647" name="Shape 3292">
              <a:extLst>
                <a:ext uri="{FF2B5EF4-FFF2-40B4-BE49-F238E27FC236}">
                  <a16:creationId xmlns:a16="http://schemas.microsoft.com/office/drawing/2014/main" id="{C49890D4-56E1-450F-B384-C5A4D454FB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16788" y="2159000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22648" name="Shape 3293">
              <a:extLst>
                <a:ext uri="{FF2B5EF4-FFF2-40B4-BE49-F238E27FC236}">
                  <a16:creationId xmlns:a16="http://schemas.microsoft.com/office/drawing/2014/main" id="{F8A34DB6-07A2-4273-910C-D63AC2F7BE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16888" y="21415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322649" name="Shape 3294">
              <a:extLst>
                <a:ext uri="{FF2B5EF4-FFF2-40B4-BE49-F238E27FC236}">
                  <a16:creationId xmlns:a16="http://schemas.microsoft.com/office/drawing/2014/main" id="{A93299DA-3453-40D8-B4C9-575B3C876A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5638" y="1682750"/>
              <a:ext cx="8159750" cy="9525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322563" name="Shape 2782">
            <a:extLst>
              <a:ext uri="{FF2B5EF4-FFF2-40B4-BE49-F238E27FC236}">
                <a16:creationId xmlns:a16="http://schemas.microsoft.com/office/drawing/2014/main" id="{245935B8-F733-42BB-89FE-121F581497FD}"/>
              </a:ext>
            </a:extLst>
          </p:cNvPr>
          <p:cNvSpPr txBox="1">
            <a:spLocks/>
          </p:cNvSpPr>
          <p:nvPr/>
        </p:nvSpPr>
        <p:spPr bwMode="auto">
          <a:xfrm>
            <a:off x="0" y="34925"/>
            <a:ext cx="9144000" cy="754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State Table (same as before)</a:t>
            </a:r>
          </a:p>
        </p:txBody>
      </p:sp>
      <p:sp>
        <p:nvSpPr>
          <p:cNvPr id="322564" name="Shape 2782">
            <a:extLst>
              <a:ext uri="{FF2B5EF4-FFF2-40B4-BE49-F238E27FC236}">
                <a16:creationId xmlns:a16="http://schemas.microsoft.com/office/drawing/2014/main" id="{989A5FCF-6E0B-4F2E-A2DE-C526C4613CAC}"/>
              </a:ext>
            </a:extLst>
          </p:cNvPr>
          <p:cNvSpPr txBox="1">
            <a:spLocks/>
          </p:cNvSpPr>
          <p:nvPr/>
        </p:nvSpPr>
        <p:spPr bwMode="auto">
          <a:xfrm>
            <a:off x="0" y="3157538"/>
            <a:ext cx="9144000" cy="755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State-Assigned Table</a:t>
            </a:r>
          </a:p>
        </p:txBody>
      </p:sp>
      <p:sp>
        <p:nvSpPr>
          <p:cNvPr id="322565" name="TextBox 125">
            <a:extLst>
              <a:ext uri="{FF2B5EF4-FFF2-40B4-BE49-F238E27FC236}">
                <a16:creationId xmlns:a16="http://schemas.microsoft.com/office/drawing/2014/main" id="{22F245FA-0B0F-4B14-A730-D0DEBDE096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5838" y="6550025"/>
            <a:ext cx="30956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[ Figure 6.12 &amp; 6.18 from the textbook ]</a:t>
            </a: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DDE1970F-9184-9149-BA9A-1B9E146C5787}"/>
              </a:ext>
            </a:extLst>
          </p:cNvPr>
          <p:cNvSpPr/>
          <p:nvPr/>
        </p:nvSpPr>
        <p:spPr>
          <a:xfrm>
            <a:off x="3659188" y="5207000"/>
            <a:ext cx="4673600" cy="10953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ＭＳ Ｐゴシック"/>
              <a:cs typeface="+mn-cs"/>
              <a:sym typeface="Arial" charset="0"/>
            </a:endParaRPr>
          </a:p>
        </p:txBody>
      </p:sp>
      <p:sp>
        <p:nvSpPr>
          <p:cNvPr id="194" name="Rectangle 193">
            <a:extLst>
              <a:ext uri="{FF2B5EF4-FFF2-40B4-BE49-F238E27FC236}">
                <a16:creationId xmlns:a16="http://schemas.microsoft.com/office/drawing/2014/main" id="{F010535F-A59D-5740-BB8C-541FAE251383}"/>
              </a:ext>
            </a:extLst>
          </p:cNvPr>
          <p:cNvSpPr/>
          <p:nvPr/>
        </p:nvSpPr>
        <p:spPr>
          <a:xfrm>
            <a:off x="1905000" y="5216525"/>
            <a:ext cx="1298575" cy="10953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ＭＳ Ｐゴシック"/>
              <a:cs typeface="+mn-cs"/>
              <a:sym typeface="Arial" charset="0"/>
            </a:endParaRPr>
          </a:p>
        </p:txBody>
      </p:sp>
      <p:sp>
        <p:nvSpPr>
          <p:cNvPr id="195" name="Rectangle 194">
            <a:extLst>
              <a:ext uri="{FF2B5EF4-FFF2-40B4-BE49-F238E27FC236}">
                <a16:creationId xmlns:a16="http://schemas.microsoft.com/office/drawing/2014/main" id="{6C648D64-67B6-7648-8DDD-B1BCF47326FC}"/>
              </a:ext>
            </a:extLst>
          </p:cNvPr>
          <p:cNvSpPr/>
          <p:nvPr/>
        </p:nvSpPr>
        <p:spPr>
          <a:xfrm>
            <a:off x="990600" y="5216525"/>
            <a:ext cx="525463" cy="10953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ＭＳ Ｐゴシック"/>
              <a:cs typeface="+mn-cs"/>
              <a:sym typeface="Arial" charset="0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4609" name="Group 1">
            <a:extLst>
              <a:ext uri="{FF2B5EF4-FFF2-40B4-BE49-F238E27FC236}">
                <a16:creationId xmlns:a16="http://schemas.microsoft.com/office/drawing/2014/main" id="{D9099AF6-9CD8-419D-861B-0884A955A6F0}"/>
              </a:ext>
            </a:extLst>
          </p:cNvPr>
          <p:cNvGrpSpPr>
            <a:grpSpLocks/>
          </p:cNvGrpSpPr>
          <p:nvPr/>
        </p:nvGrpSpPr>
        <p:grpSpPr bwMode="auto">
          <a:xfrm>
            <a:off x="633413" y="766763"/>
            <a:ext cx="8181975" cy="2066925"/>
            <a:chOff x="633413" y="1682750"/>
            <a:chExt cx="8181975" cy="2066925"/>
          </a:xfrm>
        </p:grpSpPr>
        <p:sp>
          <p:nvSpPr>
            <p:cNvPr id="324717" name="Shape 3214">
              <a:extLst>
                <a:ext uri="{FF2B5EF4-FFF2-40B4-BE49-F238E27FC236}">
                  <a16:creationId xmlns:a16="http://schemas.microsoft.com/office/drawing/2014/main" id="{3AF2DC9F-6EE2-4B07-BB11-732A99E3E9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1692275"/>
              <a:ext cx="9525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718" name="Shape 3215">
              <a:extLst>
                <a:ext uri="{FF2B5EF4-FFF2-40B4-BE49-F238E27FC236}">
                  <a16:creationId xmlns:a16="http://schemas.microsoft.com/office/drawing/2014/main" id="{BFF73179-70EF-4D1D-8DB9-08D0595C9F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1692275"/>
              <a:ext cx="11113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719" name="Shape 3216">
              <a:extLst>
                <a:ext uri="{FF2B5EF4-FFF2-40B4-BE49-F238E27FC236}">
                  <a16:creationId xmlns:a16="http://schemas.microsoft.com/office/drawing/2014/main" id="{8D109531-1B27-4F6F-888F-72208BB7C1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2638" y="1865313"/>
              <a:ext cx="730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324720" name="Shape 3217">
              <a:extLst>
                <a:ext uri="{FF2B5EF4-FFF2-40B4-BE49-F238E27FC236}">
                  <a16:creationId xmlns:a16="http://schemas.microsoft.com/office/drawing/2014/main" id="{56F47414-DE52-48B5-95F1-3EA6CB5FF9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1692275"/>
              <a:ext cx="11113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721" name="Shape 3218">
              <a:extLst>
                <a:ext uri="{FF2B5EF4-FFF2-40B4-BE49-F238E27FC236}">
                  <a16:creationId xmlns:a16="http://schemas.microsoft.com/office/drawing/2014/main" id="{21F61A38-A741-4033-B01C-C597965559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4375" y="1816100"/>
              <a:ext cx="9779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324722" name="Shape 3219">
              <a:extLst>
                <a:ext uri="{FF2B5EF4-FFF2-40B4-BE49-F238E27FC236}">
                  <a16:creationId xmlns:a16="http://schemas.microsoft.com/office/drawing/2014/main" id="{44FC6E37-75FE-417D-AEF9-6FC5803CBF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1692275"/>
              <a:ext cx="11113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723" name="Shape 3220">
              <a:extLst>
                <a:ext uri="{FF2B5EF4-FFF2-40B4-BE49-F238E27FC236}">
                  <a16:creationId xmlns:a16="http://schemas.microsoft.com/office/drawing/2014/main" id="{59F5C4A3-79BB-4C9F-B842-6D79DB48B2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2116138"/>
              <a:ext cx="7215188" cy="111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724" name="Shape 3221">
              <a:extLst>
                <a:ext uri="{FF2B5EF4-FFF2-40B4-BE49-F238E27FC236}">
                  <a16:creationId xmlns:a16="http://schemas.microsoft.com/office/drawing/2014/main" id="{BFABB709-ABA2-4E89-8E2F-195B59E7C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2105025"/>
              <a:ext cx="9525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725" name="Shape 3222">
              <a:extLst>
                <a:ext uri="{FF2B5EF4-FFF2-40B4-BE49-F238E27FC236}">
                  <a16:creationId xmlns:a16="http://schemas.microsoft.com/office/drawing/2014/main" id="{1A3834BD-90EC-4509-8D74-FF1C1099E8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88013" y="1816100"/>
              <a:ext cx="7810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324726" name="Shape 3223">
              <a:extLst>
                <a:ext uri="{FF2B5EF4-FFF2-40B4-BE49-F238E27FC236}">
                  <a16:creationId xmlns:a16="http://schemas.microsoft.com/office/drawing/2014/main" id="{E99FD1AC-C782-4FD0-8C68-E79130E930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2105025"/>
              <a:ext cx="11113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727" name="Shape 3224">
              <a:extLst>
                <a:ext uri="{FF2B5EF4-FFF2-40B4-BE49-F238E27FC236}">
                  <a16:creationId xmlns:a16="http://schemas.microsoft.com/office/drawing/2014/main" id="{FB8DF3A4-EC35-4991-966E-EA848C8949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2105025"/>
              <a:ext cx="11113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728" name="Shape 3225">
              <a:extLst>
                <a:ext uri="{FF2B5EF4-FFF2-40B4-BE49-F238E27FC236}">
                  <a16:creationId xmlns:a16="http://schemas.microsoft.com/office/drawing/2014/main" id="{F8407201-024F-47E5-81B6-40527AF441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2105025"/>
              <a:ext cx="11113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729" name="Shape 3226">
              <a:extLst>
                <a:ext uri="{FF2B5EF4-FFF2-40B4-BE49-F238E27FC236}">
                  <a16:creationId xmlns:a16="http://schemas.microsoft.com/office/drawing/2014/main" id="{EF60D5F1-2EE9-4D27-8AF8-9EC2D7D858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5638" y="2527300"/>
              <a:ext cx="8159750" cy="1111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730" name="Shape 3227">
              <a:extLst>
                <a:ext uri="{FF2B5EF4-FFF2-40B4-BE49-F238E27FC236}">
                  <a16:creationId xmlns:a16="http://schemas.microsoft.com/office/drawing/2014/main" id="{402146BD-69A7-4F0D-AC80-EBA3263225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2519363"/>
              <a:ext cx="9525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731" name="Shape 3228">
              <a:extLst>
                <a:ext uri="{FF2B5EF4-FFF2-40B4-BE49-F238E27FC236}">
                  <a16:creationId xmlns:a16="http://schemas.microsoft.com/office/drawing/2014/main" id="{E1CD5FC9-3F6E-4846-8E6F-B2773698D9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8050" y="2173288"/>
              <a:ext cx="476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324732" name="Shape 3229">
              <a:extLst>
                <a:ext uri="{FF2B5EF4-FFF2-40B4-BE49-F238E27FC236}">
                  <a16:creationId xmlns:a16="http://schemas.microsoft.com/office/drawing/2014/main" id="{A42E392B-BC53-42F6-AABA-8DBBBFF6FF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2519363"/>
              <a:ext cx="11113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733" name="Shape 3230">
              <a:extLst>
                <a:ext uri="{FF2B5EF4-FFF2-40B4-BE49-F238E27FC236}">
                  <a16:creationId xmlns:a16="http://schemas.microsoft.com/office/drawing/2014/main" id="{3A4D31F9-F6D6-45E8-AD6C-766F41CD10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5050" y="26177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24734" name="Shape 3231">
              <a:extLst>
                <a:ext uri="{FF2B5EF4-FFF2-40B4-BE49-F238E27FC236}">
                  <a16:creationId xmlns:a16="http://schemas.microsoft.com/office/drawing/2014/main" id="{307CD487-E8E2-405F-BA91-59AAD44D42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338" y="26177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24735" name="Shape 3232">
              <a:extLst>
                <a:ext uri="{FF2B5EF4-FFF2-40B4-BE49-F238E27FC236}">
                  <a16:creationId xmlns:a16="http://schemas.microsoft.com/office/drawing/2014/main" id="{8BB18C79-62FF-4529-96B3-52FE52C675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2519363"/>
              <a:ext cx="11113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736" name="Shape 3233">
              <a:extLst>
                <a:ext uri="{FF2B5EF4-FFF2-40B4-BE49-F238E27FC236}">
                  <a16:creationId xmlns:a16="http://schemas.microsoft.com/office/drawing/2014/main" id="{8C01F0B2-867E-4351-8BD6-ABF0683BDA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6063" y="2617788"/>
              <a:ext cx="2095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324737" name="Shape 3234">
              <a:extLst>
                <a:ext uri="{FF2B5EF4-FFF2-40B4-BE49-F238E27FC236}">
                  <a16:creationId xmlns:a16="http://schemas.microsoft.com/office/drawing/2014/main" id="{46971068-E965-4FED-AEDF-8419E4F3DB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7600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738" name="Shape 3235">
              <a:extLst>
                <a:ext uri="{FF2B5EF4-FFF2-40B4-BE49-F238E27FC236}">
                  <a16:creationId xmlns:a16="http://schemas.microsoft.com/office/drawing/2014/main" id="{B0D78D88-0DD4-4BA5-BBBE-151AD1B2C5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35475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739" name="Shape 3236">
              <a:extLst>
                <a:ext uri="{FF2B5EF4-FFF2-40B4-BE49-F238E27FC236}">
                  <a16:creationId xmlns:a16="http://schemas.microsoft.com/office/drawing/2014/main" id="{E8C4EB3C-7AFA-46FB-8A89-E649FF1C8D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1763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740" name="Shape 3237">
              <a:extLst>
                <a:ext uri="{FF2B5EF4-FFF2-40B4-BE49-F238E27FC236}">
                  <a16:creationId xmlns:a16="http://schemas.microsoft.com/office/drawing/2014/main" id="{6744AD61-D3A4-4F0A-A027-16D91CB4FA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7100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741" name="Shape 3238">
              <a:extLst>
                <a:ext uri="{FF2B5EF4-FFF2-40B4-BE49-F238E27FC236}">
                  <a16:creationId xmlns:a16="http://schemas.microsoft.com/office/drawing/2014/main" id="{068BEC80-EC7B-4D0D-B739-761656A000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4975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742" name="Shape 3239">
              <a:extLst>
                <a:ext uri="{FF2B5EF4-FFF2-40B4-BE49-F238E27FC236}">
                  <a16:creationId xmlns:a16="http://schemas.microsoft.com/office/drawing/2014/main" id="{705EA9EC-7908-4CF6-8CAF-E225E85D54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59675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743" name="Shape 3240">
              <a:extLst>
                <a:ext uri="{FF2B5EF4-FFF2-40B4-BE49-F238E27FC236}">
                  <a16:creationId xmlns:a16="http://schemas.microsoft.com/office/drawing/2014/main" id="{E1043231-F968-42FA-9E9B-442DD2A519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2519363"/>
              <a:ext cx="11113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744" name="Shape 3241">
              <a:extLst>
                <a:ext uri="{FF2B5EF4-FFF2-40B4-BE49-F238E27FC236}">
                  <a16:creationId xmlns:a16="http://schemas.microsoft.com/office/drawing/2014/main" id="{9A1F55C9-9BC1-4275-8D89-FFB091A551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2881313"/>
              <a:ext cx="9525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745" name="Shape 3242">
              <a:extLst>
                <a:ext uri="{FF2B5EF4-FFF2-40B4-BE49-F238E27FC236}">
                  <a16:creationId xmlns:a16="http://schemas.microsoft.com/office/drawing/2014/main" id="{4DADB34A-6ADB-4FA6-9DCC-95514F9F40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8025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746" name="Shape 3243">
              <a:extLst>
                <a:ext uri="{FF2B5EF4-FFF2-40B4-BE49-F238E27FC236}">
                  <a16:creationId xmlns:a16="http://schemas.microsoft.com/office/drawing/2014/main" id="{13C83F59-3DE3-4424-9BD3-2D99FAFB4C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2881313"/>
              <a:ext cx="11113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747" name="Shape 3244">
              <a:extLst>
                <a:ext uri="{FF2B5EF4-FFF2-40B4-BE49-F238E27FC236}">
                  <a16:creationId xmlns:a16="http://schemas.microsoft.com/office/drawing/2014/main" id="{FD4F894B-156E-414E-8F84-F8E94E94CF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9813" y="2889250"/>
              <a:ext cx="2095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324748" name="Shape 3245">
              <a:extLst>
                <a:ext uri="{FF2B5EF4-FFF2-40B4-BE49-F238E27FC236}">
                  <a16:creationId xmlns:a16="http://schemas.microsoft.com/office/drawing/2014/main" id="{10B6B0BA-3295-4EBF-A369-A95A7F5C14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44688" y="2889250"/>
              <a:ext cx="2095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24749" name="Shape 3246">
              <a:extLst>
                <a:ext uri="{FF2B5EF4-FFF2-40B4-BE49-F238E27FC236}">
                  <a16:creationId xmlns:a16="http://schemas.microsoft.com/office/drawing/2014/main" id="{26BF50FD-73CC-4FE0-8A38-54CBE51B7E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2881313"/>
              <a:ext cx="11113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750" name="Shape 3247">
              <a:extLst>
                <a:ext uri="{FF2B5EF4-FFF2-40B4-BE49-F238E27FC236}">
                  <a16:creationId xmlns:a16="http://schemas.microsoft.com/office/drawing/2014/main" id="{49AAFBFD-5E96-4EA5-85E9-8FF3D1EB53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9238" y="2889250"/>
              <a:ext cx="2095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24751" name="Shape 3248">
              <a:extLst>
                <a:ext uri="{FF2B5EF4-FFF2-40B4-BE49-F238E27FC236}">
                  <a16:creationId xmlns:a16="http://schemas.microsoft.com/office/drawing/2014/main" id="{0FB76A9F-311A-474E-A718-BD61FB7F93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9188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752" name="Shape 3249">
              <a:extLst>
                <a:ext uri="{FF2B5EF4-FFF2-40B4-BE49-F238E27FC236}">
                  <a16:creationId xmlns:a16="http://schemas.microsoft.com/office/drawing/2014/main" id="{155D5BF8-AEB9-46F4-9EF9-88E90F1BBD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38650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753" name="Shape 3250">
              <a:extLst>
                <a:ext uri="{FF2B5EF4-FFF2-40B4-BE49-F238E27FC236}">
                  <a16:creationId xmlns:a16="http://schemas.microsoft.com/office/drawing/2014/main" id="{B38B5FC5-3BE5-40EA-A5F6-60A99089B2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3350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4754" name="Shape 3251">
              <a:extLst>
                <a:ext uri="{FF2B5EF4-FFF2-40B4-BE49-F238E27FC236}">
                  <a16:creationId xmlns:a16="http://schemas.microsoft.com/office/drawing/2014/main" id="{B408320E-1AFC-4350-8005-C14982FE2B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8688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755" name="Shape 3252">
              <a:extLst>
                <a:ext uri="{FF2B5EF4-FFF2-40B4-BE49-F238E27FC236}">
                  <a16:creationId xmlns:a16="http://schemas.microsoft.com/office/drawing/2014/main" id="{CC075EC3-FC17-46C9-8BB4-DA866116D9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6563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756" name="Shape 3253">
              <a:extLst>
                <a:ext uri="{FF2B5EF4-FFF2-40B4-BE49-F238E27FC236}">
                  <a16:creationId xmlns:a16="http://schemas.microsoft.com/office/drawing/2014/main" id="{482F654F-33E1-46A9-BC4A-F103E7B98C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2850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4757" name="Shape 3254">
              <a:extLst>
                <a:ext uri="{FF2B5EF4-FFF2-40B4-BE49-F238E27FC236}">
                  <a16:creationId xmlns:a16="http://schemas.microsoft.com/office/drawing/2014/main" id="{8E46D56B-69D9-4484-8B58-5A10B3891E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2881313"/>
              <a:ext cx="11113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758" name="Shape 3255">
              <a:extLst>
                <a:ext uri="{FF2B5EF4-FFF2-40B4-BE49-F238E27FC236}">
                  <a16:creationId xmlns:a16="http://schemas.microsoft.com/office/drawing/2014/main" id="{0BF1E529-E6C0-4E15-9A9B-B90505757E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3155950"/>
              <a:ext cx="9525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759" name="Shape 3256">
              <a:extLst>
                <a:ext uri="{FF2B5EF4-FFF2-40B4-BE49-F238E27FC236}">
                  <a16:creationId xmlns:a16="http://schemas.microsoft.com/office/drawing/2014/main" id="{2C6E6D17-E6A5-457E-ADA3-83257E17B0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9613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760" name="Shape 3257">
              <a:extLst>
                <a:ext uri="{FF2B5EF4-FFF2-40B4-BE49-F238E27FC236}">
                  <a16:creationId xmlns:a16="http://schemas.microsoft.com/office/drawing/2014/main" id="{8B9C9382-509D-447E-B8ED-666329283B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3155950"/>
              <a:ext cx="11113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761" name="Shape 3258">
              <a:extLst>
                <a:ext uri="{FF2B5EF4-FFF2-40B4-BE49-F238E27FC236}">
                  <a16:creationId xmlns:a16="http://schemas.microsoft.com/office/drawing/2014/main" id="{37E993C6-8506-4491-8D89-770CA2A548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9813" y="3163888"/>
              <a:ext cx="2095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24762" name="Shape 3259">
              <a:extLst>
                <a:ext uri="{FF2B5EF4-FFF2-40B4-BE49-F238E27FC236}">
                  <a16:creationId xmlns:a16="http://schemas.microsoft.com/office/drawing/2014/main" id="{9A6BE9ED-879D-4F60-A529-4173ED8586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338" y="31638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24763" name="Shape 3260">
              <a:extLst>
                <a:ext uri="{FF2B5EF4-FFF2-40B4-BE49-F238E27FC236}">
                  <a16:creationId xmlns:a16="http://schemas.microsoft.com/office/drawing/2014/main" id="{5EAB8F57-B1AF-445A-97AA-11F892A3E6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3155950"/>
              <a:ext cx="11113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764" name="Shape 3261">
              <a:extLst>
                <a:ext uri="{FF2B5EF4-FFF2-40B4-BE49-F238E27FC236}">
                  <a16:creationId xmlns:a16="http://schemas.microsoft.com/office/drawing/2014/main" id="{7C632F7C-DDDD-4FC6-8AA0-DF691EF2B8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1300" y="31638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24765" name="Shape 3262">
              <a:extLst>
                <a:ext uri="{FF2B5EF4-FFF2-40B4-BE49-F238E27FC236}">
                  <a16:creationId xmlns:a16="http://schemas.microsoft.com/office/drawing/2014/main" id="{44CFEE70-C128-4858-AD9A-A1180F2FE2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7600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4766" name="Shape 3263">
              <a:extLst>
                <a:ext uri="{FF2B5EF4-FFF2-40B4-BE49-F238E27FC236}">
                  <a16:creationId xmlns:a16="http://schemas.microsoft.com/office/drawing/2014/main" id="{3BA5B495-E593-4340-9641-BDC3843F23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35475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767" name="Shape 3264">
              <a:extLst>
                <a:ext uri="{FF2B5EF4-FFF2-40B4-BE49-F238E27FC236}">
                  <a16:creationId xmlns:a16="http://schemas.microsoft.com/office/drawing/2014/main" id="{CF0A0065-29D9-454B-A90D-47E05BD364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1763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768" name="Shape 3265">
              <a:extLst>
                <a:ext uri="{FF2B5EF4-FFF2-40B4-BE49-F238E27FC236}">
                  <a16:creationId xmlns:a16="http://schemas.microsoft.com/office/drawing/2014/main" id="{54571673-74B3-4AC2-9B2F-D555D88A12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7100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4769" name="Shape 3266">
              <a:extLst>
                <a:ext uri="{FF2B5EF4-FFF2-40B4-BE49-F238E27FC236}">
                  <a16:creationId xmlns:a16="http://schemas.microsoft.com/office/drawing/2014/main" id="{5BC43527-B0DC-486C-B4EC-71EF790916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4975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770" name="Shape 3267">
              <a:extLst>
                <a:ext uri="{FF2B5EF4-FFF2-40B4-BE49-F238E27FC236}">
                  <a16:creationId xmlns:a16="http://schemas.microsoft.com/office/drawing/2014/main" id="{D93EC3E1-3C54-4E5A-9454-70C45D1645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59675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771" name="Shape 3268">
              <a:extLst>
                <a:ext uri="{FF2B5EF4-FFF2-40B4-BE49-F238E27FC236}">
                  <a16:creationId xmlns:a16="http://schemas.microsoft.com/office/drawing/2014/main" id="{AB794067-F449-4B50-843B-1C6B61332D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3155950"/>
              <a:ext cx="11113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772" name="Shape 3269">
              <a:extLst>
                <a:ext uri="{FF2B5EF4-FFF2-40B4-BE49-F238E27FC236}">
                  <a16:creationId xmlns:a16="http://schemas.microsoft.com/office/drawing/2014/main" id="{892EA618-B78C-49CF-8E63-1D4AC38127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3433763"/>
              <a:ext cx="9525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773" name="Shape 3270">
              <a:extLst>
                <a:ext uri="{FF2B5EF4-FFF2-40B4-BE49-F238E27FC236}">
                  <a16:creationId xmlns:a16="http://schemas.microsoft.com/office/drawing/2014/main" id="{96EA7BA6-5952-4CA2-9DD7-AE46AF0E86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8025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774" name="Shape 3271">
              <a:extLst>
                <a:ext uri="{FF2B5EF4-FFF2-40B4-BE49-F238E27FC236}">
                  <a16:creationId xmlns:a16="http://schemas.microsoft.com/office/drawing/2014/main" id="{75C74A7C-CBCE-41A5-A8CC-13FCC05B53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3433763"/>
              <a:ext cx="11113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775" name="Shape 3272">
              <a:extLst>
                <a:ext uri="{FF2B5EF4-FFF2-40B4-BE49-F238E27FC236}">
                  <a16:creationId xmlns:a16="http://schemas.microsoft.com/office/drawing/2014/main" id="{C4D21ED2-89CE-4F87-86E7-22509C50ED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5050" y="3438525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24776" name="Shape 3273">
              <a:extLst>
                <a:ext uri="{FF2B5EF4-FFF2-40B4-BE49-F238E27FC236}">
                  <a16:creationId xmlns:a16="http://schemas.microsoft.com/office/drawing/2014/main" id="{2F61C093-26A6-4EF5-8763-F93CE83F67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338" y="3438525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24777" name="Shape 3274">
              <a:extLst>
                <a:ext uri="{FF2B5EF4-FFF2-40B4-BE49-F238E27FC236}">
                  <a16:creationId xmlns:a16="http://schemas.microsoft.com/office/drawing/2014/main" id="{1CE33694-0C1B-4224-990F-C5EFE0E692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3433763"/>
              <a:ext cx="11113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778" name="Shape 3275">
              <a:extLst>
                <a:ext uri="{FF2B5EF4-FFF2-40B4-BE49-F238E27FC236}">
                  <a16:creationId xmlns:a16="http://schemas.microsoft.com/office/drawing/2014/main" id="{05EE73C6-371C-46BB-825E-C249443398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1300" y="3438525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24779" name="Shape 3276">
              <a:extLst>
                <a:ext uri="{FF2B5EF4-FFF2-40B4-BE49-F238E27FC236}">
                  <a16:creationId xmlns:a16="http://schemas.microsoft.com/office/drawing/2014/main" id="{08D8BCF1-D41C-4408-ACB9-B005E5855A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6013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780" name="Shape 3277">
              <a:extLst>
                <a:ext uri="{FF2B5EF4-FFF2-40B4-BE49-F238E27FC236}">
                  <a16:creationId xmlns:a16="http://schemas.microsoft.com/office/drawing/2014/main" id="{7A02FA49-2E2D-40E2-A1A6-1E30F7BC35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35475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4781" name="Shape 3278">
              <a:extLst>
                <a:ext uri="{FF2B5EF4-FFF2-40B4-BE49-F238E27FC236}">
                  <a16:creationId xmlns:a16="http://schemas.microsoft.com/office/drawing/2014/main" id="{2E6ACC42-A652-43F3-B55A-AC9E95BDA9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0175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782" name="Shape 3279">
              <a:extLst>
                <a:ext uri="{FF2B5EF4-FFF2-40B4-BE49-F238E27FC236}">
                  <a16:creationId xmlns:a16="http://schemas.microsoft.com/office/drawing/2014/main" id="{7A8A5589-EC55-410B-BBB8-78D2262758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5513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783" name="Shape 3280">
              <a:extLst>
                <a:ext uri="{FF2B5EF4-FFF2-40B4-BE49-F238E27FC236}">
                  <a16:creationId xmlns:a16="http://schemas.microsoft.com/office/drawing/2014/main" id="{5A170B44-1827-4D6D-BE08-7FC1037BB3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3388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4784" name="Shape 3281">
              <a:extLst>
                <a:ext uri="{FF2B5EF4-FFF2-40B4-BE49-F238E27FC236}">
                  <a16:creationId xmlns:a16="http://schemas.microsoft.com/office/drawing/2014/main" id="{DE9A6C7E-FED1-41BB-8F37-E02773DF8B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59675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785" name="Shape 3282">
              <a:extLst>
                <a:ext uri="{FF2B5EF4-FFF2-40B4-BE49-F238E27FC236}">
                  <a16:creationId xmlns:a16="http://schemas.microsoft.com/office/drawing/2014/main" id="{E7605465-8046-4D6E-A9C5-F86CA5AE2B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3433763"/>
              <a:ext cx="11113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786" name="Shape 3283">
              <a:extLst>
                <a:ext uri="{FF2B5EF4-FFF2-40B4-BE49-F238E27FC236}">
                  <a16:creationId xmlns:a16="http://schemas.microsoft.com/office/drawing/2014/main" id="{547BD10A-1154-479D-AD1A-147C4BC2F2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5638" y="3738563"/>
              <a:ext cx="8159750" cy="111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787" name="Shape 3284">
              <a:extLst>
                <a:ext uri="{FF2B5EF4-FFF2-40B4-BE49-F238E27FC236}">
                  <a16:creationId xmlns:a16="http://schemas.microsoft.com/office/drawing/2014/main" id="{B7647593-1221-4165-A8F3-E4E684A878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6438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4788" name="Shape 3285">
              <a:extLst>
                <a:ext uri="{FF2B5EF4-FFF2-40B4-BE49-F238E27FC236}">
                  <a16:creationId xmlns:a16="http://schemas.microsoft.com/office/drawing/2014/main" id="{84A86801-02B4-479B-8EC8-6D3C2897C6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8788" y="2214563"/>
              <a:ext cx="566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0 </a:t>
              </a:r>
            </a:p>
          </p:txBody>
        </p:sp>
        <p:sp>
          <p:nvSpPr>
            <p:cNvPr id="324789" name="Shape 3286">
              <a:extLst>
                <a:ext uri="{FF2B5EF4-FFF2-40B4-BE49-F238E27FC236}">
                  <a16:creationId xmlns:a16="http://schemas.microsoft.com/office/drawing/2014/main" id="{E7FB1E41-33F3-4F5D-8774-3217CB93B5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63813" y="2214563"/>
              <a:ext cx="566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1 </a:t>
              </a:r>
            </a:p>
          </p:txBody>
        </p:sp>
        <p:sp>
          <p:nvSpPr>
            <p:cNvPr id="324790" name="Shape 3287">
              <a:extLst>
                <a:ext uri="{FF2B5EF4-FFF2-40B4-BE49-F238E27FC236}">
                  <a16:creationId xmlns:a16="http://schemas.microsoft.com/office/drawing/2014/main" id="{BB51367E-F6B9-4F5D-8DBD-21D8A73536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1538" y="2173288"/>
              <a:ext cx="592137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24791" name="Shape 3288">
              <a:extLst>
                <a:ext uri="{FF2B5EF4-FFF2-40B4-BE49-F238E27FC236}">
                  <a16:creationId xmlns:a16="http://schemas.microsoft.com/office/drawing/2014/main" id="{606DE542-3931-4D07-9F50-D201016F77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9413" y="2159000"/>
              <a:ext cx="592137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24792" name="Shape 3289">
              <a:extLst>
                <a:ext uri="{FF2B5EF4-FFF2-40B4-BE49-F238E27FC236}">
                  <a16:creationId xmlns:a16="http://schemas.microsoft.com/office/drawing/2014/main" id="{F018748B-D5CD-4BFD-9F70-A2519AB5E1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8088" y="2159000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24793" name="Shape 3290">
              <a:extLst>
                <a:ext uri="{FF2B5EF4-FFF2-40B4-BE49-F238E27FC236}">
                  <a16:creationId xmlns:a16="http://schemas.microsoft.com/office/drawing/2014/main" id="{0FAE2496-51DA-4CA8-855F-A901D9160B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73738" y="2159000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24794" name="Shape 3291">
              <a:extLst>
                <a:ext uri="{FF2B5EF4-FFF2-40B4-BE49-F238E27FC236}">
                  <a16:creationId xmlns:a16="http://schemas.microsoft.com/office/drawing/2014/main" id="{C5BCEC1A-4400-407A-8633-77D705FD6C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45263" y="217328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24795" name="Shape 3292">
              <a:extLst>
                <a:ext uri="{FF2B5EF4-FFF2-40B4-BE49-F238E27FC236}">
                  <a16:creationId xmlns:a16="http://schemas.microsoft.com/office/drawing/2014/main" id="{8F7BD5C1-DC8C-401D-9D20-BC14559D00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16788" y="2159000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24796" name="Shape 3293">
              <a:extLst>
                <a:ext uri="{FF2B5EF4-FFF2-40B4-BE49-F238E27FC236}">
                  <a16:creationId xmlns:a16="http://schemas.microsoft.com/office/drawing/2014/main" id="{AF41B429-B61D-4755-A9A6-755F7AB9E1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16888" y="21415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324797" name="Shape 3294">
              <a:extLst>
                <a:ext uri="{FF2B5EF4-FFF2-40B4-BE49-F238E27FC236}">
                  <a16:creationId xmlns:a16="http://schemas.microsoft.com/office/drawing/2014/main" id="{9904D553-1EF0-4E32-BE12-14F1619F1E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5638" y="1682750"/>
              <a:ext cx="8159750" cy="9525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324610" name="Shape 2782">
            <a:extLst>
              <a:ext uri="{FF2B5EF4-FFF2-40B4-BE49-F238E27FC236}">
                <a16:creationId xmlns:a16="http://schemas.microsoft.com/office/drawing/2014/main" id="{813C5F82-5654-4BCA-BB87-5BA2BCE04033}"/>
              </a:ext>
            </a:extLst>
          </p:cNvPr>
          <p:cNvSpPr txBox="1">
            <a:spLocks/>
          </p:cNvSpPr>
          <p:nvPr/>
        </p:nvSpPr>
        <p:spPr bwMode="auto">
          <a:xfrm>
            <a:off x="0" y="34925"/>
            <a:ext cx="9144000" cy="754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State Table (same as before)</a:t>
            </a:r>
          </a:p>
        </p:txBody>
      </p:sp>
      <p:sp>
        <p:nvSpPr>
          <p:cNvPr id="324611" name="Shape 2782">
            <a:extLst>
              <a:ext uri="{FF2B5EF4-FFF2-40B4-BE49-F238E27FC236}">
                <a16:creationId xmlns:a16="http://schemas.microsoft.com/office/drawing/2014/main" id="{C49AE408-9DA0-419E-BBEE-3024905BBC8E}"/>
              </a:ext>
            </a:extLst>
          </p:cNvPr>
          <p:cNvSpPr txBox="1">
            <a:spLocks/>
          </p:cNvSpPr>
          <p:nvPr/>
        </p:nvSpPr>
        <p:spPr bwMode="auto">
          <a:xfrm>
            <a:off x="0" y="3157538"/>
            <a:ext cx="9144000" cy="755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State-Assigned Table</a:t>
            </a:r>
          </a:p>
        </p:txBody>
      </p:sp>
      <p:sp>
        <p:nvSpPr>
          <p:cNvPr id="324612" name="TextBox 125">
            <a:extLst>
              <a:ext uri="{FF2B5EF4-FFF2-40B4-BE49-F238E27FC236}">
                <a16:creationId xmlns:a16="http://schemas.microsoft.com/office/drawing/2014/main" id="{AF4F4E24-819E-4463-93C4-29BD3D4601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5838" y="6550025"/>
            <a:ext cx="30956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[ Figure 6.12 &amp; 6.18 from the textbook ]</a:t>
            </a:r>
          </a:p>
        </p:txBody>
      </p:sp>
      <p:grpSp>
        <p:nvGrpSpPr>
          <p:cNvPr id="324613" name="Group 1">
            <a:extLst>
              <a:ext uri="{FF2B5EF4-FFF2-40B4-BE49-F238E27FC236}">
                <a16:creationId xmlns:a16="http://schemas.microsoft.com/office/drawing/2014/main" id="{3A5E340B-7DA4-49B5-B777-5CBE0BDD0FA9}"/>
              </a:ext>
            </a:extLst>
          </p:cNvPr>
          <p:cNvGrpSpPr>
            <a:grpSpLocks/>
          </p:cNvGrpSpPr>
          <p:nvPr/>
        </p:nvGrpSpPr>
        <p:grpSpPr bwMode="auto">
          <a:xfrm>
            <a:off x="485775" y="3865563"/>
            <a:ext cx="8174038" cy="2514600"/>
            <a:chOff x="485775" y="3865563"/>
            <a:chExt cx="8174038" cy="2514600"/>
          </a:xfrm>
        </p:grpSpPr>
        <p:sp>
          <p:nvSpPr>
            <p:cNvPr id="324614" name="Shape 3111">
              <a:extLst>
                <a:ext uri="{FF2B5EF4-FFF2-40B4-BE49-F238E27FC236}">
                  <a16:creationId xmlns:a16="http://schemas.microsoft.com/office/drawing/2014/main" id="{56EF3405-6569-41D3-A7F4-BF4A572808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3887788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615" name="Shape 3112">
              <a:extLst>
                <a:ext uri="{FF2B5EF4-FFF2-40B4-BE49-F238E27FC236}">
                  <a16:creationId xmlns:a16="http://schemas.microsoft.com/office/drawing/2014/main" id="{D158BF17-E7F1-4694-B74E-81E23CED46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3887788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616" name="Shape 3113">
              <a:extLst>
                <a:ext uri="{FF2B5EF4-FFF2-40B4-BE49-F238E27FC236}">
                  <a16:creationId xmlns:a16="http://schemas.microsoft.com/office/drawing/2014/main" id="{19A4D978-52EF-45DE-9C84-A46EF77C56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3887788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617" name="Shape 3114">
              <a:extLst>
                <a:ext uri="{FF2B5EF4-FFF2-40B4-BE49-F238E27FC236}">
                  <a16:creationId xmlns:a16="http://schemas.microsoft.com/office/drawing/2014/main" id="{DD5A04ED-2BDB-4E49-B75E-CDC6CF7DBB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963" y="4337050"/>
              <a:ext cx="1724025" cy="111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618" name="Shape 3115">
              <a:extLst>
                <a:ext uri="{FF2B5EF4-FFF2-40B4-BE49-F238E27FC236}">
                  <a16:creationId xmlns:a16="http://schemas.microsoft.com/office/drawing/2014/main" id="{3D1E14F4-2949-4787-9494-43C41D09FB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4297363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619" name="Shape 3116">
              <a:extLst>
                <a:ext uri="{FF2B5EF4-FFF2-40B4-BE49-F238E27FC236}">
                  <a16:creationId xmlns:a16="http://schemas.microsoft.com/office/drawing/2014/main" id="{DF32BB55-5CDD-49B7-ACD5-B909D99F18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4297363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620" name="Shape 3117">
              <a:extLst>
                <a:ext uri="{FF2B5EF4-FFF2-40B4-BE49-F238E27FC236}">
                  <a16:creationId xmlns:a16="http://schemas.microsoft.com/office/drawing/2014/main" id="{2939554B-D8A5-42C2-BEF1-85DDFB7015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4297363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621" name="Shape 3118">
              <a:extLst>
                <a:ext uri="{FF2B5EF4-FFF2-40B4-BE49-F238E27FC236}">
                  <a16:creationId xmlns:a16="http://schemas.microsoft.com/office/drawing/2014/main" id="{5AD7C280-2666-463D-A9E7-93D8FAB55A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4711700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622" name="Shape 3119">
              <a:extLst>
                <a:ext uri="{FF2B5EF4-FFF2-40B4-BE49-F238E27FC236}">
                  <a16:creationId xmlns:a16="http://schemas.microsoft.com/office/drawing/2014/main" id="{B19720AA-2937-4CAE-B68A-2F1F54CD05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4711700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623" name="Shape 3120">
              <a:extLst>
                <a:ext uri="{FF2B5EF4-FFF2-40B4-BE49-F238E27FC236}">
                  <a16:creationId xmlns:a16="http://schemas.microsoft.com/office/drawing/2014/main" id="{DBCFCC23-333B-4EAE-9D97-F40E45D88E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4711700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624" name="Shape 3121">
              <a:extLst>
                <a:ext uri="{FF2B5EF4-FFF2-40B4-BE49-F238E27FC236}">
                  <a16:creationId xmlns:a16="http://schemas.microsoft.com/office/drawing/2014/main" id="{FEBE67E5-4967-4E9F-8B11-DF5CAB4510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5127625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625" name="Shape 3122">
              <a:extLst>
                <a:ext uri="{FF2B5EF4-FFF2-40B4-BE49-F238E27FC236}">
                  <a16:creationId xmlns:a16="http://schemas.microsoft.com/office/drawing/2014/main" id="{00FC29E2-3BDB-4940-ACEC-A7EC7975AE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5127625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626" name="Shape 3123">
              <a:extLst>
                <a:ext uri="{FF2B5EF4-FFF2-40B4-BE49-F238E27FC236}">
                  <a16:creationId xmlns:a16="http://schemas.microsoft.com/office/drawing/2014/main" id="{2BC424EC-0BDF-452B-8874-37BAE5B734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5127625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627" name="Shape 3124">
              <a:extLst>
                <a:ext uri="{FF2B5EF4-FFF2-40B4-BE49-F238E27FC236}">
                  <a16:creationId xmlns:a16="http://schemas.microsoft.com/office/drawing/2014/main" id="{5FC02835-10F1-4019-86F2-25A5A767F8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5489575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628" name="Shape 3125">
              <a:extLst>
                <a:ext uri="{FF2B5EF4-FFF2-40B4-BE49-F238E27FC236}">
                  <a16:creationId xmlns:a16="http://schemas.microsoft.com/office/drawing/2014/main" id="{82AB50C7-A23A-4F98-B5C0-8A35A21FAF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5489575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629" name="Shape 3126">
              <a:extLst>
                <a:ext uri="{FF2B5EF4-FFF2-40B4-BE49-F238E27FC236}">
                  <a16:creationId xmlns:a16="http://schemas.microsoft.com/office/drawing/2014/main" id="{CA2AFCF5-8EC5-4DAB-8C1B-17DB83603B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5489575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630" name="Shape 3127">
              <a:extLst>
                <a:ext uri="{FF2B5EF4-FFF2-40B4-BE49-F238E27FC236}">
                  <a16:creationId xmlns:a16="http://schemas.microsoft.com/office/drawing/2014/main" id="{3DD5AC37-F3D9-4941-847B-AC345B9DDA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5741988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631" name="Shape 3128">
              <a:extLst>
                <a:ext uri="{FF2B5EF4-FFF2-40B4-BE49-F238E27FC236}">
                  <a16:creationId xmlns:a16="http://schemas.microsoft.com/office/drawing/2014/main" id="{8FD37DFE-A0FF-450F-92D3-592981C6DE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5741988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632" name="Shape 3129">
              <a:extLst>
                <a:ext uri="{FF2B5EF4-FFF2-40B4-BE49-F238E27FC236}">
                  <a16:creationId xmlns:a16="http://schemas.microsoft.com/office/drawing/2014/main" id="{C92B5100-5BF7-4E21-9CB5-C20974A408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5741988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633" name="Shape 3130">
              <a:extLst>
                <a:ext uri="{FF2B5EF4-FFF2-40B4-BE49-F238E27FC236}">
                  <a16:creationId xmlns:a16="http://schemas.microsoft.com/office/drawing/2014/main" id="{D7A213DC-CA47-40A3-B26C-2FFA243243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6021388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634" name="Shape 3131">
              <a:extLst>
                <a:ext uri="{FF2B5EF4-FFF2-40B4-BE49-F238E27FC236}">
                  <a16:creationId xmlns:a16="http://schemas.microsoft.com/office/drawing/2014/main" id="{EC07220E-EE2D-4994-B135-0491E2DB5F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6021388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635" name="Shape 3132">
              <a:extLst>
                <a:ext uri="{FF2B5EF4-FFF2-40B4-BE49-F238E27FC236}">
                  <a16:creationId xmlns:a16="http://schemas.microsoft.com/office/drawing/2014/main" id="{C5DF6672-91A7-4700-A2C7-3CD1864137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6021388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636" name="Shape 3133">
              <a:extLst>
                <a:ext uri="{FF2B5EF4-FFF2-40B4-BE49-F238E27FC236}">
                  <a16:creationId xmlns:a16="http://schemas.microsoft.com/office/drawing/2014/main" id="{B1D7EE03-4B0B-4FF4-BB56-83580F3469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95688" y="4765675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24637" name="Shape 3134">
              <a:extLst>
                <a:ext uri="{FF2B5EF4-FFF2-40B4-BE49-F238E27FC236}">
                  <a16:creationId xmlns:a16="http://schemas.microsoft.com/office/drawing/2014/main" id="{C517E999-D7E6-4559-96DF-DF245A1244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73563" y="475138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24638" name="Shape 3135">
              <a:extLst>
                <a:ext uri="{FF2B5EF4-FFF2-40B4-BE49-F238E27FC236}">
                  <a16:creationId xmlns:a16="http://schemas.microsoft.com/office/drawing/2014/main" id="{465C417C-6F4C-4A05-B404-8FB9400CD6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24450" y="4751388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24639" name="Shape 3136">
              <a:extLst>
                <a:ext uri="{FF2B5EF4-FFF2-40B4-BE49-F238E27FC236}">
                  <a16:creationId xmlns:a16="http://schemas.microsoft.com/office/drawing/2014/main" id="{D345885F-F29F-4317-9D81-35B276D132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03900" y="475138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24640" name="Shape 3137">
              <a:extLst>
                <a:ext uri="{FF2B5EF4-FFF2-40B4-BE49-F238E27FC236}">
                  <a16:creationId xmlns:a16="http://schemas.microsoft.com/office/drawing/2014/main" id="{30C44387-17FC-4677-8262-B13E9C3B9E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9225" y="4765675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24641" name="Shape 3138">
              <a:extLst>
                <a:ext uri="{FF2B5EF4-FFF2-40B4-BE49-F238E27FC236}">
                  <a16:creationId xmlns:a16="http://schemas.microsoft.com/office/drawing/2014/main" id="{FF012704-1796-4DF0-8F2C-33B8A04C12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70750" y="4751388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24642" name="Shape 3139">
              <a:extLst>
                <a:ext uri="{FF2B5EF4-FFF2-40B4-BE49-F238E27FC236}">
                  <a16:creationId xmlns:a16="http://schemas.microsoft.com/office/drawing/2014/main" id="{7EA86FB0-31BF-431F-ADC4-78BE79FCB8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18450" y="4735513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324643" name="Shape 3140">
              <a:extLst>
                <a:ext uri="{FF2B5EF4-FFF2-40B4-BE49-F238E27FC236}">
                  <a16:creationId xmlns:a16="http://schemas.microsoft.com/office/drawing/2014/main" id="{AC3B01E6-8B3C-4084-B0AA-B6FFE8AC92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4038" y="4348163"/>
              <a:ext cx="6508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= 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324644" name="Shape 3141">
              <a:extLst>
                <a:ext uri="{FF2B5EF4-FFF2-40B4-BE49-F238E27FC236}">
                  <a16:creationId xmlns:a16="http://schemas.microsoft.com/office/drawing/2014/main" id="{08AD2EF0-29D4-4048-AB75-BA31B425B9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6525" y="4348163"/>
              <a:ext cx="6508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= 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24645" name="Shape 3143">
              <a:extLst>
                <a:ext uri="{FF2B5EF4-FFF2-40B4-BE49-F238E27FC236}">
                  <a16:creationId xmlns:a16="http://schemas.microsoft.com/office/drawing/2014/main" id="{3DDF7A98-D4B4-4852-8667-ABC25AB74A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06" y="3878263"/>
              <a:ext cx="7859769" cy="95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646" name="Shape 3144">
              <a:extLst>
                <a:ext uri="{FF2B5EF4-FFF2-40B4-BE49-F238E27FC236}">
                  <a16:creationId xmlns:a16="http://schemas.microsoft.com/office/drawing/2014/main" id="{652F4ECF-7EE9-4F00-9AEC-03C2FECF55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734" y="3887788"/>
              <a:ext cx="11098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647" name="Shape 3145">
              <a:extLst>
                <a:ext uri="{FF2B5EF4-FFF2-40B4-BE49-F238E27FC236}">
                  <a16:creationId xmlns:a16="http://schemas.microsoft.com/office/drawing/2014/main" id="{AB327F05-C4CE-42A2-AAE2-04D7AAB189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734" y="3887788"/>
              <a:ext cx="11098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648" name="Shape 3146">
              <a:extLst>
                <a:ext uri="{FF2B5EF4-FFF2-40B4-BE49-F238E27FC236}">
                  <a16:creationId xmlns:a16="http://schemas.microsoft.com/office/drawing/2014/main" id="{7F54BFCD-B57A-4ECF-AFD2-B0980043BD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5432" y="4054476"/>
              <a:ext cx="730066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324649" name="Shape 3147">
              <a:extLst>
                <a:ext uri="{FF2B5EF4-FFF2-40B4-BE49-F238E27FC236}">
                  <a16:creationId xmlns:a16="http://schemas.microsoft.com/office/drawing/2014/main" id="{0573B0F9-0E58-4B9F-A8C3-B52C764341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8060" y="4002088"/>
              <a:ext cx="977822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324650" name="Shape 3148">
              <a:extLst>
                <a:ext uri="{FF2B5EF4-FFF2-40B4-BE49-F238E27FC236}">
                  <a16:creationId xmlns:a16="http://schemas.microsoft.com/office/drawing/2014/main" id="{5F7E2BB4-36EA-4ED0-925D-514401170C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734" y="4297362"/>
              <a:ext cx="11098" cy="4142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651" name="Shape 3149">
              <a:extLst>
                <a:ext uri="{FF2B5EF4-FFF2-40B4-BE49-F238E27FC236}">
                  <a16:creationId xmlns:a16="http://schemas.microsoft.com/office/drawing/2014/main" id="{AB1D13E2-2E98-40C9-AB54-0D58388C1F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52409" y="4364037"/>
              <a:ext cx="476013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324652" name="Shape 3150">
              <a:extLst>
                <a:ext uri="{FF2B5EF4-FFF2-40B4-BE49-F238E27FC236}">
                  <a16:creationId xmlns:a16="http://schemas.microsoft.com/office/drawing/2014/main" id="{61434786-587E-480C-B6A5-D4671B8FC7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734" y="4700587"/>
              <a:ext cx="6913742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653" name="Shape 3151">
              <a:extLst>
                <a:ext uri="{FF2B5EF4-FFF2-40B4-BE49-F238E27FC236}">
                  <a16:creationId xmlns:a16="http://schemas.microsoft.com/office/drawing/2014/main" id="{6D37E8AF-45F5-4C66-84E0-307DAFBB5F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734" y="4711701"/>
              <a:ext cx="11098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654" name="Shape 3152">
              <a:extLst>
                <a:ext uri="{FF2B5EF4-FFF2-40B4-BE49-F238E27FC236}">
                  <a16:creationId xmlns:a16="http://schemas.microsoft.com/office/drawing/2014/main" id="{3523F065-C1E7-46A2-9C2A-0EF26F62EC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06" y="5113337"/>
              <a:ext cx="785976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655" name="Shape 3153">
              <a:extLst>
                <a:ext uri="{FF2B5EF4-FFF2-40B4-BE49-F238E27FC236}">
                  <a16:creationId xmlns:a16="http://schemas.microsoft.com/office/drawing/2014/main" id="{60C544BD-F9F4-41D3-B856-D411F77C9C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1828" y="4259262"/>
              <a:ext cx="780758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324656" name="Shape 3154">
              <a:extLst>
                <a:ext uri="{FF2B5EF4-FFF2-40B4-BE49-F238E27FC236}">
                  <a16:creationId xmlns:a16="http://schemas.microsoft.com/office/drawing/2014/main" id="{06274F67-24B0-4737-A80D-9F74A01B94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775" y="5207002"/>
              <a:ext cx="22226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24657" name="Shape 3155">
              <a:extLst>
                <a:ext uri="{FF2B5EF4-FFF2-40B4-BE49-F238E27FC236}">
                  <a16:creationId xmlns:a16="http://schemas.microsoft.com/office/drawing/2014/main" id="{891E1B9D-B027-41B1-8C43-DEFD1F5C48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734" y="5127627"/>
              <a:ext cx="11098" cy="362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658" name="Shape 3156">
              <a:extLst>
                <a:ext uri="{FF2B5EF4-FFF2-40B4-BE49-F238E27FC236}">
                  <a16:creationId xmlns:a16="http://schemas.microsoft.com/office/drawing/2014/main" id="{F36090D0-6CA3-41D7-89D8-C45C5B3AD4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7485" y="5207002"/>
              <a:ext cx="281206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324659" name="Shape 3157">
              <a:extLst>
                <a:ext uri="{FF2B5EF4-FFF2-40B4-BE49-F238E27FC236}">
                  <a16:creationId xmlns:a16="http://schemas.microsoft.com/office/drawing/2014/main" id="{18075A8C-B150-4AF7-B779-A929F13C09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19021" y="5207002"/>
              <a:ext cx="228558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324660" name="Shape 3158">
              <a:extLst>
                <a:ext uri="{FF2B5EF4-FFF2-40B4-BE49-F238E27FC236}">
                  <a16:creationId xmlns:a16="http://schemas.microsoft.com/office/drawing/2014/main" id="{FB820E9E-2D22-401C-BED0-F260E050C0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76115" y="52070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661" name="Shape 3159">
              <a:extLst>
                <a:ext uri="{FF2B5EF4-FFF2-40B4-BE49-F238E27FC236}">
                  <a16:creationId xmlns:a16="http://schemas.microsoft.com/office/drawing/2014/main" id="{3AD953A0-7685-4784-B4DB-B37981C2E9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9120" y="52070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4662" name="Shape 3160">
              <a:extLst>
                <a:ext uri="{FF2B5EF4-FFF2-40B4-BE49-F238E27FC236}">
                  <a16:creationId xmlns:a16="http://schemas.microsoft.com/office/drawing/2014/main" id="{C891BEB6-5EE9-4F11-9FB2-B86DAF85C6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10982" y="52070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663" name="Shape 3161">
              <a:extLst>
                <a:ext uri="{FF2B5EF4-FFF2-40B4-BE49-F238E27FC236}">
                  <a16:creationId xmlns:a16="http://schemas.microsoft.com/office/drawing/2014/main" id="{B4560CCC-7B64-4787-AD6E-76A5954DE1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37925" y="52070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664" name="Shape 3162">
              <a:extLst>
                <a:ext uri="{FF2B5EF4-FFF2-40B4-BE49-F238E27FC236}">
                  <a16:creationId xmlns:a16="http://schemas.microsoft.com/office/drawing/2014/main" id="{0521BD00-8EC6-4B44-99EF-4A675FD90D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64867" y="52070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665" name="Shape 3163">
              <a:extLst>
                <a:ext uri="{FF2B5EF4-FFF2-40B4-BE49-F238E27FC236}">
                  <a16:creationId xmlns:a16="http://schemas.microsoft.com/office/drawing/2014/main" id="{FB0C45AB-3A78-4D55-B687-78FFB3B84B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3398" y="52070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666" name="Shape 3164">
              <a:extLst>
                <a:ext uri="{FF2B5EF4-FFF2-40B4-BE49-F238E27FC236}">
                  <a16:creationId xmlns:a16="http://schemas.microsoft.com/office/drawing/2014/main" id="{8FC28C06-1DB0-4B7A-80E0-F6301F0B98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20340" y="52070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667" name="Shape 3165">
              <a:extLst>
                <a:ext uri="{FF2B5EF4-FFF2-40B4-BE49-F238E27FC236}">
                  <a16:creationId xmlns:a16="http://schemas.microsoft.com/office/drawing/2014/main" id="{D3B58CCB-0F8C-4C1B-85E6-075A9A50D1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5694" y="52070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668" name="Shape 3166">
              <a:extLst>
                <a:ext uri="{FF2B5EF4-FFF2-40B4-BE49-F238E27FC236}">
                  <a16:creationId xmlns:a16="http://schemas.microsoft.com/office/drawing/2014/main" id="{A239C551-F08D-4757-B526-399124BC06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63114" y="52070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669" name="Shape 3167">
              <a:extLst>
                <a:ext uri="{FF2B5EF4-FFF2-40B4-BE49-F238E27FC236}">
                  <a16:creationId xmlns:a16="http://schemas.microsoft.com/office/drawing/2014/main" id="{38008C32-5E59-4A38-AA65-6EE7507874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2124" y="5481638"/>
              <a:ext cx="209361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324670" name="Shape 3168">
              <a:extLst>
                <a:ext uri="{FF2B5EF4-FFF2-40B4-BE49-F238E27FC236}">
                  <a16:creationId xmlns:a16="http://schemas.microsoft.com/office/drawing/2014/main" id="{B583F3F0-72D2-4821-80BB-B7AD9423BB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734" y="5489577"/>
              <a:ext cx="11098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671" name="Shape 3169">
              <a:extLst>
                <a:ext uri="{FF2B5EF4-FFF2-40B4-BE49-F238E27FC236}">
                  <a16:creationId xmlns:a16="http://schemas.microsoft.com/office/drawing/2014/main" id="{39313C94-863D-4C05-9D16-7C4017E52F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9072" y="5481638"/>
              <a:ext cx="281206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324672" name="Shape 3170">
              <a:extLst>
                <a:ext uri="{FF2B5EF4-FFF2-40B4-BE49-F238E27FC236}">
                  <a16:creationId xmlns:a16="http://schemas.microsoft.com/office/drawing/2014/main" id="{3BC2DECF-220A-469A-B98E-18EDFA0406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20607" y="5481638"/>
              <a:ext cx="228558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324673" name="Shape 3171">
              <a:extLst>
                <a:ext uri="{FF2B5EF4-FFF2-40B4-BE49-F238E27FC236}">
                  <a16:creationId xmlns:a16="http://schemas.microsoft.com/office/drawing/2014/main" id="{F575BFC3-A1EE-45A6-B7C7-ED683E6CA7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77701" y="5481638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4674" name="Shape 3172">
              <a:extLst>
                <a:ext uri="{FF2B5EF4-FFF2-40B4-BE49-F238E27FC236}">
                  <a16:creationId xmlns:a16="http://schemas.microsoft.com/office/drawing/2014/main" id="{24F8E8C2-CACB-4EE3-B56D-89EDBA09E2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9120" y="5481638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4675" name="Shape 3173">
              <a:extLst>
                <a:ext uri="{FF2B5EF4-FFF2-40B4-BE49-F238E27FC236}">
                  <a16:creationId xmlns:a16="http://schemas.microsoft.com/office/drawing/2014/main" id="{4C12FA90-464F-4F1C-B395-03EE0102D9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12570" y="5481638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676" name="Shape 3174">
              <a:extLst>
                <a:ext uri="{FF2B5EF4-FFF2-40B4-BE49-F238E27FC236}">
                  <a16:creationId xmlns:a16="http://schemas.microsoft.com/office/drawing/2014/main" id="{2CB16919-16D5-4A35-BA44-8AA14B526D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39512" y="5481638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677" name="Shape 3175">
              <a:extLst>
                <a:ext uri="{FF2B5EF4-FFF2-40B4-BE49-F238E27FC236}">
                  <a16:creationId xmlns:a16="http://schemas.microsoft.com/office/drawing/2014/main" id="{6B43F7AB-DAB7-4DE7-84B2-8C2B8CDA77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66455" y="5481638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4678" name="Shape 3176">
              <a:extLst>
                <a:ext uri="{FF2B5EF4-FFF2-40B4-BE49-F238E27FC236}">
                  <a16:creationId xmlns:a16="http://schemas.microsoft.com/office/drawing/2014/main" id="{DB6AB0A4-CF1B-41A1-8FFC-CEF4A1752B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3398" y="5481638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679" name="Shape 3177">
              <a:extLst>
                <a:ext uri="{FF2B5EF4-FFF2-40B4-BE49-F238E27FC236}">
                  <a16:creationId xmlns:a16="http://schemas.microsoft.com/office/drawing/2014/main" id="{D3FDB30D-5982-427A-96CB-1B97CDB98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20340" y="5481638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680" name="Shape 3178">
              <a:extLst>
                <a:ext uri="{FF2B5EF4-FFF2-40B4-BE49-F238E27FC236}">
                  <a16:creationId xmlns:a16="http://schemas.microsoft.com/office/drawing/2014/main" id="{3723D345-B4E7-4CE2-9151-35A0CE53C2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7283" y="5481638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4681" name="Shape 3179">
              <a:extLst>
                <a:ext uri="{FF2B5EF4-FFF2-40B4-BE49-F238E27FC236}">
                  <a16:creationId xmlns:a16="http://schemas.microsoft.com/office/drawing/2014/main" id="{8705E75F-244A-491E-BCC5-0F49B2C301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63114" y="5481638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682" name="Shape 3180">
              <a:extLst>
                <a:ext uri="{FF2B5EF4-FFF2-40B4-BE49-F238E27FC236}">
                  <a16:creationId xmlns:a16="http://schemas.microsoft.com/office/drawing/2014/main" id="{D1C64190-B1D9-44FB-B5EE-29121A706C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2124" y="5753102"/>
              <a:ext cx="209361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24683" name="Shape 3181">
              <a:extLst>
                <a:ext uri="{FF2B5EF4-FFF2-40B4-BE49-F238E27FC236}">
                  <a16:creationId xmlns:a16="http://schemas.microsoft.com/office/drawing/2014/main" id="{A7EEA08F-D1BB-40A1-B0F5-77EBBDF3BA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734" y="5741989"/>
              <a:ext cx="11098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684" name="Shape 3182">
              <a:extLst>
                <a:ext uri="{FF2B5EF4-FFF2-40B4-BE49-F238E27FC236}">
                  <a16:creationId xmlns:a16="http://schemas.microsoft.com/office/drawing/2014/main" id="{468CE952-99B5-4771-99C6-46B9ECEAFB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9072" y="5753102"/>
              <a:ext cx="281206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324685" name="Shape 3183">
              <a:extLst>
                <a:ext uri="{FF2B5EF4-FFF2-40B4-BE49-F238E27FC236}">
                  <a16:creationId xmlns:a16="http://schemas.microsoft.com/office/drawing/2014/main" id="{44C10997-A399-43AA-9DAA-6F3813428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20607" y="5753102"/>
              <a:ext cx="228558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324686" name="Shape 3184">
              <a:extLst>
                <a:ext uri="{FF2B5EF4-FFF2-40B4-BE49-F238E27FC236}">
                  <a16:creationId xmlns:a16="http://schemas.microsoft.com/office/drawing/2014/main" id="{3B822188-86B0-4767-9C51-76630E1326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77701" y="57531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4687" name="Shape 3185">
              <a:extLst>
                <a:ext uri="{FF2B5EF4-FFF2-40B4-BE49-F238E27FC236}">
                  <a16:creationId xmlns:a16="http://schemas.microsoft.com/office/drawing/2014/main" id="{B30EE816-8FE3-49FC-A407-A269ADDE76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9120" y="57531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688" name="Shape 3186">
              <a:extLst>
                <a:ext uri="{FF2B5EF4-FFF2-40B4-BE49-F238E27FC236}">
                  <a16:creationId xmlns:a16="http://schemas.microsoft.com/office/drawing/2014/main" id="{4CF50C12-F944-4F10-87B2-C86ACC9FFE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12570" y="57531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4689" name="Shape 3187">
              <a:extLst>
                <a:ext uri="{FF2B5EF4-FFF2-40B4-BE49-F238E27FC236}">
                  <a16:creationId xmlns:a16="http://schemas.microsoft.com/office/drawing/2014/main" id="{02624960-8EC2-4C13-BF65-81FD5AFCEC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39512" y="57531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690" name="Shape 3188">
              <a:extLst>
                <a:ext uri="{FF2B5EF4-FFF2-40B4-BE49-F238E27FC236}">
                  <a16:creationId xmlns:a16="http://schemas.microsoft.com/office/drawing/2014/main" id="{086003F3-2011-4739-AD49-BCEB5E8799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66455" y="57531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691" name="Shape 3189">
              <a:extLst>
                <a:ext uri="{FF2B5EF4-FFF2-40B4-BE49-F238E27FC236}">
                  <a16:creationId xmlns:a16="http://schemas.microsoft.com/office/drawing/2014/main" id="{3A90CE53-7038-496F-8406-3CCB340784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3398" y="57531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4692" name="Shape 3190">
              <a:extLst>
                <a:ext uri="{FF2B5EF4-FFF2-40B4-BE49-F238E27FC236}">
                  <a16:creationId xmlns:a16="http://schemas.microsoft.com/office/drawing/2014/main" id="{97158331-FF8C-4171-90F8-F7255E3744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20340" y="57531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693" name="Shape 3191">
              <a:extLst>
                <a:ext uri="{FF2B5EF4-FFF2-40B4-BE49-F238E27FC236}">
                  <a16:creationId xmlns:a16="http://schemas.microsoft.com/office/drawing/2014/main" id="{C9D32173-00F1-4F1E-A0A4-37A3C05DAE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7283" y="57531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694" name="Shape 3192">
              <a:extLst>
                <a:ext uri="{FF2B5EF4-FFF2-40B4-BE49-F238E27FC236}">
                  <a16:creationId xmlns:a16="http://schemas.microsoft.com/office/drawing/2014/main" id="{756F2267-B67A-4954-8387-8F0EEEA997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63114" y="57531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695" name="Shape 3193">
              <a:extLst>
                <a:ext uri="{FF2B5EF4-FFF2-40B4-BE49-F238E27FC236}">
                  <a16:creationId xmlns:a16="http://schemas.microsoft.com/office/drawing/2014/main" id="{DA893D86-0E0D-4437-9F7B-F096BF2AF8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775" y="6027739"/>
              <a:ext cx="22226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24696" name="Shape 3194">
              <a:extLst>
                <a:ext uri="{FF2B5EF4-FFF2-40B4-BE49-F238E27FC236}">
                  <a16:creationId xmlns:a16="http://schemas.microsoft.com/office/drawing/2014/main" id="{DBA81C3C-ADFC-4E13-93AD-FF849C8080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734" y="6021389"/>
              <a:ext cx="11098" cy="315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697" name="Shape 3195">
              <a:extLst>
                <a:ext uri="{FF2B5EF4-FFF2-40B4-BE49-F238E27FC236}">
                  <a16:creationId xmlns:a16="http://schemas.microsoft.com/office/drawing/2014/main" id="{23FF6B27-8D66-4EEA-B5C2-50D2FDEA2D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7485" y="6027739"/>
              <a:ext cx="281206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324698" name="Shape 3197">
              <a:extLst>
                <a:ext uri="{FF2B5EF4-FFF2-40B4-BE49-F238E27FC236}">
                  <a16:creationId xmlns:a16="http://schemas.microsoft.com/office/drawing/2014/main" id="{164B8652-AFED-4914-9DBA-E4091B6E5F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76115" y="60277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699" name="Shape 3198">
              <a:extLst>
                <a:ext uri="{FF2B5EF4-FFF2-40B4-BE49-F238E27FC236}">
                  <a16:creationId xmlns:a16="http://schemas.microsoft.com/office/drawing/2014/main" id="{75CA9B67-FA34-4E5B-8D0F-BCA0DA39CE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9120" y="60277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700" name="Shape 3199">
              <a:extLst>
                <a:ext uri="{FF2B5EF4-FFF2-40B4-BE49-F238E27FC236}">
                  <a16:creationId xmlns:a16="http://schemas.microsoft.com/office/drawing/2014/main" id="{7F56FBE7-3F4F-4FB9-BB77-335B254E62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10982" y="60277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701" name="Shape 3200">
              <a:extLst>
                <a:ext uri="{FF2B5EF4-FFF2-40B4-BE49-F238E27FC236}">
                  <a16:creationId xmlns:a16="http://schemas.microsoft.com/office/drawing/2014/main" id="{0D698DF2-C56B-4676-A6CC-2E523D1235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37925" y="60277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4702" name="Shape 3201">
              <a:extLst>
                <a:ext uri="{FF2B5EF4-FFF2-40B4-BE49-F238E27FC236}">
                  <a16:creationId xmlns:a16="http://schemas.microsoft.com/office/drawing/2014/main" id="{850C13CA-FC47-4E04-8485-4F7563F55C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64867" y="60277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703" name="Shape 3202">
              <a:extLst>
                <a:ext uri="{FF2B5EF4-FFF2-40B4-BE49-F238E27FC236}">
                  <a16:creationId xmlns:a16="http://schemas.microsoft.com/office/drawing/2014/main" id="{2637AF4C-F283-4941-B126-AFCB375A88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3398" y="60277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704" name="Shape 3203">
              <a:extLst>
                <a:ext uri="{FF2B5EF4-FFF2-40B4-BE49-F238E27FC236}">
                  <a16:creationId xmlns:a16="http://schemas.microsoft.com/office/drawing/2014/main" id="{FA475556-DAC3-43D0-B956-49FAEB97D7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20340" y="60277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4705" name="Shape 3204">
              <a:extLst>
                <a:ext uri="{FF2B5EF4-FFF2-40B4-BE49-F238E27FC236}">
                  <a16:creationId xmlns:a16="http://schemas.microsoft.com/office/drawing/2014/main" id="{51750437-10DC-489D-93F2-B1E704FE33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5694" y="60277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4706" name="Shape 3205">
              <a:extLst>
                <a:ext uri="{FF2B5EF4-FFF2-40B4-BE49-F238E27FC236}">
                  <a16:creationId xmlns:a16="http://schemas.microsoft.com/office/drawing/2014/main" id="{B598B527-1BCD-4697-A45B-3F279351FA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06" y="6348414"/>
              <a:ext cx="785976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707" name="Shape 3206">
              <a:extLst>
                <a:ext uri="{FF2B5EF4-FFF2-40B4-BE49-F238E27FC236}">
                  <a16:creationId xmlns:a16="http://schemas.microsoft.com/office/drawing/2014/main" id="{205A607B-2884-4FCD-884E-4A57F1B8CC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63114" y="60277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cxnSp>
          <p:nvCxnSpPr>
            <p:cNvPr id="324708" name="Shape 3207">
              <a:extLst>
                <a:ext uri="{FF2B5EF4-FFF2-40B4-BE49-F238E27FC236}">
                  <a16:creationId xmlns:a16="http://schemas.microsoft.com/office/drawing/2014/main" id="{BF6989FB-EC17-4CF0-926A-F6F209FCF2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96868" y="3879851"/>
              <a:ext cx="0" cy="247170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4709" name="Shape 3208">
              <a:extLst>
                <a:ext uri="{FF2B5EF4-FFF2-40B4-BE49-F238E27FC236}">
                  <a16:creationId xmlns:a16="http://schemas.microsoft.com/office/drawing/2014/main" id="{466CE8B0-01EA-4FCC-BF83-60E01AE9FF9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53860" y="3894138"/>
              <a:ext cx="0" cy="2443201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4710" name="Shape 3209">
              <a:extLst>
                <a:ext uri="{FF2B5EF4-FFF2-40B4-BE49-F238E27FC236}">
                  <a16:creationId xmlns:a16="http://schemas.microsoft.com/office/drawing/2014/main" id="{CB74CBDE-3712-49EB-A578-9E1798035D7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725385" y="4337051"/>
              <a:ext cx="1728585" cy="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4711" name="Shape 3210">
              <a:extLst>
                <a:ext uri="{FF2B5EF4-FFF2-40B4-BE49-F238E27FC236}">
                  <a16:creationId xmlns:a16="http://schemas.microsoft.com/office/drawing/2014/main" id="{2D0E0BF3-0CB1-4033-B98C-19B767353CD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639277" y="3865563"/>
              <a:ext cx="0" cy="251460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24712" name="Shape 3211">
              <a:extLst>
                <a:ext uri="{FF2B5EF4-FFF2-40B4-BE49-F238E27FC236}">
                  <a16:creationId xmlns:a16="http://schemas.microsoft.com/office/drawing/2014/main" id="{22D43BDC-672A-426A-8B3F-C1CF7C16E2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0238" y="4735513"/>
              <a:ext cx="512762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24713" name="Shape 3212">
              <a:extLst>
                <a:ext uri="{FF2B5EF4-FFF2-40B4-BE49-F238E27FC236}">
                  <a16:creationId xmlns:a16="http://schemas.microsoft.com/office/drawing/2014/main" id="{77E0CD7B-1790-493F-BCA2-DE4D8AA004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7963" y="4765675"/>
              <a:ext cx="5111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24714" name="Shape 3213">
              <a:extLst>
                <a:ext uri="{FF2B5EF4-FFF2-40B4-BE49-F238E27FC236}">
                  <a16:creationId xmlns:a16="http://schemas.microsoft.com/office/drawing/2014/main" id="{6408101F-1E1D-448C-89CA-A8DD1FB8C9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363" y="4749800"/>
              <a:ext cx="5111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93" name="Rectangle 192">
              <a:extLst>
                <a:ext uri="{FF2B5EF4-FFF2-40B4-BE49-F238E27FC236}">
                  <a16:creationId xmlns:a16="http://schemas.microsoft.com/office/drawing/2014/main" id="{7F140B25-D371-C147-B3A1-5B944BA04138}"/>
                </a:ext>
              </a:extLst>
            </p:cNvPr>
            <p:cNvSpPr/>
            <p:nvPr/>
          </p:nvSpPr>
          <p:spPr>
            <a:xfrm>
              <a:off x="3659188" y="5207000"/>
              <a:ext cx="4673600" cy="10953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ＭＳ Ｐゴシック"/>
                <a:cs typeface="+mn-cs"/>
                <a:sym typeface="Arial" charset="0"/>
              </a:endParaRPr>
            </a:p>
          </p:txBody>
        </p:sp>
        <p:sp>
          <p:nvSpPr>
            <p:cNvPr id="194" name="Rectangle 193">
              <a:extLst>
                <a:ext uri="{FF2B5EF4-FFF2-40B4-BE49-F238E27FC236}">
                  <a16:creationId xmlns:a16="http://schemas.microsoft.com/office/drawing/2014/main" id="{918C2B15-F925-0B4D-A957-F2F2B040E35C}"/>
                </a:ext>
              </a:extLst>
            </p:cNvPr>
            <p:cNvSpPr/>
            <p:nvPr/>
          </p:nvSpPr>
          <p:spPr>
            <a:xfrm>
              <a:off x="1905000" y="5216525"/>
              <a:ext cx="1298575" cy="10953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ＭＳ Ｐゴシック"/>
                <a:cs typeface="+mn-cs"/>
                <a:sym typeface="Arial" charset="0"/>
              </a:endParaRPr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6657" name="Group 1">
            <a:extLst>
              <a:ext uri="{FF2B5EF4-FFF2-40B4-BE49-F238E27FC236}">
                <a16:creationId xmlns:a16="http://schemas.microsoft.com/office/drawing/2014/main" id="{CB336E20-0E89-4BE1-881A-C2BAC2053C48}"/>
              </a:ext>
            </a:extLst>
          </p:cNvPr>
          <p:cNvGrpSpPr>
            <a:grpSpLocks/>
          </p:cNvGrpSpPr>
          <p:nvPr/>
        </p:nvGrpSpPr>
        <p:grpSpPr bwMode="auto">
          <a:xfrm>
            <a:off x="633413" y="766763"/>
            <a:ext cx="8181975" cy="2066925"/>
            <a:chOff x="633413" y="1682750"/>
            <a:chExt cx="8181975" cy="2066925"/>
          </a:xfrm>
        </p:grpSpPr>
        <p:sp>
          <p:nvSpPr>
            <p:cNvPr id="326765" name="Shape 3214">
              <a:extLst>
                <a:ext uri="{FF2B5EF4-FFF2-40B4-BE49-F238E27FC236}">
                  <a16:creationId xmlns:a16="http://schemas.microsoft.com/office/drawing/2014/main" id="{451FCC8E-D9DC-4404-8F65-5670082AD6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1692275"/>
              <a:ext cx="9525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766" name="Shape 3215">
              <a:extLst>
                <a:ext uri="{FF2B5EF4-FFF2-40B4-BE49-F238E27FC236}">
                  <a16:creationId xmlns:a16="http://schemas.microsoft.com/office/drawing/2014/main" id="{4ACF3183-5E0E-4D23-8A4D-66FA101666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1692275"/>
              <a:ext cx="11113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767" name="Shape 3216">
              <a:extLst>
                <a:ext uri="{FF2B5EF4-FFF2-40B4-BE49-F238E27FC236}">
                  <a16:creationId xmlns:a16="http://schemas.microsoft.com/office/drawing/2014/main" id="{55327D91-AAAA-4F3B-8C7D-D51B67B469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2638" y="1865313"/>
              <a:ext cx="730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326768" name="Shape 3217">
              <a:extLst>
                <a:ext uri="{FF2B5EF4-FFF2-40B4-BE49-F238E27FC236}">
                  <a16:creationId xmlns:a16="http://schemas.microsoft.com/office/drawing/2014/main" id="{46EC5B04-767D-4852-B49B-1830506B3D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1692275"/>
              <a:ext cx="11113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769" name="Shape 3218">
              <a:extLst>
                <a:ext uri="{FF2B5EF4-FFF2-40B4-BE49-F238E27FC236}">
                  <a16:creationId xmlns:a16="http://schemas.microsoft.com/office/drawing/2014/main" id="{492596ED-C496-4AB2-96E7-C1C85C156A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4375" y="1816100"/>
              <a:ext cx="9779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326770" name="Shape 3219">
              <a:extLst>
                <a:ext uri="{FF2B5EF4-FFF2-40B4-BE49-F238E27FC236}">
                  <a16:creationId xmlns:a16="http://schemas.microsoft.com/office/drawing/2014/main" id="{E555A533-C5B5-4D87-B6D6-1C125302F1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1692275"/>
              <a:ext cx="11113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771" name="Shape 3220">
              <a:extLst>
                <a:ext uri="{FF2B5EF4-FFF2-40B4-BE49-F238E27FC236}">
                  <a16:creationId xmlns:a16="http://schemas.microsoft.com/office/drawing/2014/main" id="{01E1F8A4-F391-4D31-9EAD-4BCEFF60EB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2116138"/>
              <a:ext cx="7215188" cy="111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772" name="Shape 3221">
              <a:extLst>
                <a:ext uri="{FF2B5EF4-FFF2-40B4-BE49-F238E27FC236}">
                  <a16:creationId xmlns:a16="http://schemas.microsoft.com/office/drawing/2014/main" id="{A3CC697C-153A-40BD-9893-EC4951226E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2105025"/>
              <a:ext cx="9525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773" name="Shape 3222">
              <a:extLst>
                <a:ext uri="{FF2B5EF4-FFF2-40B4-BE49-F238E27FC236}">
                  <a16:creationId xmlns:a16="http://schemas.microsoft.com/office/drawing/2014/main" id="{C31DBCDC-E58F-4905-9876-41013AB16F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88013" y="1816100"/>
              <a:ext cx="7810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326774" name="Shape 3223">
              <a:extLst>
                <a:ext uri="{FF2B5EF4-FFF2-40B4-BE49-F238E27FC236}">
                  <a16:creationId xmlns:a16="http://schemas.microsoft.com/office/drawing/2014/main" id="{C7A9E4CA-B10A-4CF0-B8F6-8AADA7CC6F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2105025"/>
              <a:ext cx="11113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775" name="Shape 3224">
              <a:extLst>
                <a:ext uri="{FF2B5EF4-FFF2-40B4-BE49-F238E27FC236}">
                  <a16:creationId xmlns:a16="http://schemas.microsoft.com/office/drawing/2014/main" id="{FB82F13B-048F-475C-BA24-84EC89A828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2105025"/>
              <a:ext cx="11113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776" name="Shape 3225">
              <a:extLst>
                <a:ext uri="{FF2B5EF4-FFF2-40B4-BE49-F238E27FC236}">
                  <a16:creationId xmlns:a16="http://schemas.microsoft.com/office/drawing/2014/main" id="{29550D04-85D2-4285-B2FC-72636D52C5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2105025"/>
              <a:ext cx="11113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777" name="Shape 3226">
              <a:extLst>
                <a:ext uri="{FF2B5EF4-FFF2-40B4-BE49-F238E27FC236}">
                  <a16:creationId xmlns:a16="http://schemas.microsoft.com/office/drawing/2014/main" id="{AEAAF69E-11ED-4E4C-983B-0186BE7E32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5638" y="2527300"/>
              <a:ext cx="8159750" cy="1111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778" name="Shape 3227">
              <a:extLst>
                <a:ext uri="{FF2B5EF4-FFF2-40B4-BE49-F238E27FC236}">
                  <a16:creationId xmlns:a16="http://schemas.microsoft.com/office/drawing/2014/main" id="{133504FD-6BB5-4A6C-A2A6-605E860876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2519363"/>
              <a:ext cx="9525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779" name="Shape 3228">
              <a:extLst>
                <a:ext uri="{FF2B5EF4-FFF2-40B4-BE49-F238E27FC236}">
                  <a16:creationId xmlns:a16="http://schemas.microsoft.com/office/drawing/2014/main" id="{6139146F-FAC8-4859-92C5-11BB54DE6C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8050" y="2173288"/>
              <a:ext cx="476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326780" name="Shape 3229">
              <a:extLst>
                <a:ext uri="{FF2B5EF4-FFF2-40B4-BE49-F238E27FC236}">
                  <a16:creationId xmlns:a16="http://schemas.microsoft.com/office/drawing/2014/main" id="{F6155D73-6326-443A-8ECF-FDD46F8367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2519363"/>
              <a:ext cx="11113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781" name="Shape 3230">
              <a:extLst>
                <a:ext uri="{FF2B5EF4-FFF2-40B4-BE49-F238E27FC236}">
                  <a16:creationId xmlns:a16="http://schemas.microsoft.com/office/drawing/2014/main" id="{D118BF18-F132-44B0-B338-24A5315A9F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5050" y="26177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26782" name="Shape 3231">
              <a:extLst>
                <a:ext uri="{FF2B5EF4-FFF2-40B4-BE49-F238E27FC236}">
                  <a16:creationId xmlns:a16="http://schemas.microsoft.com/office/drawing/2014/main" id="{4CE0A7C9-8551-461A-8812-A403E8E748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338" y="26177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26783" name="Shape 3232">
              <a:extLst>
                <a:ext uri="{FF2B5EF4-FFF2-40B4-BE49-F238E27FC236}">
                  <a16:creationId xmlns:a16="http://schemas.microsoft.com/office/drawing/2014/main" id="{2C3DA19E-325D-4FFA-8A47-95497990ED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2519363"/>
              <a:ext cx="11113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784" name="Shape 3233">
              <a:extLst>
                <a:ext uri="{FF2B5EF4-FFF2-40B4-BE49-F238E27FC236}">
                  <a16:creationId xmlns:a16="http://schemas.microsoft.com/office/drawing/2014/main" id="{93D37964-753D-478D-8A87-02DB1126CE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6063" y="2617788"/>
              <a:ext cx="2095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326785" name="Shape 3234">
              <a:extLst>
                <a:ext uri="{FF2B5EF4-FFF2-40B4-BE49-F238E27FC236}">
                  <a16:creationId xmlns:a16="http://schemas.microsoft.com/office/drawing/2014/main" id="{E468C96F-AF2E-4DE5-9621-DE705FEDBF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7600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786" name="Shape 3235">
              <a:extLst>
                <a:ext uri="{FF2B5EF4-FFF2-40B4-BE49-F238E27FC236}">
                  <a16:creationId xmlns:a16="http://schemas.microsoft.com/office/drawing/2014/main" id="{D4FAA645-A2E0-47F1-844B-77C7A2FFC5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35475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787" name="Shape 3236">
              <a:extLst>
                <a:ext uri="{FF2B5EF4-FFF2-40B4-BE49-F238E27FC236}">
                  <a16:creationId xmlns:a16="http://schemas.microsoft.com/office/drawing/2014/main" id="{A7B0DAEA-AB86-41BE-82C0-388CACDBB6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1763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788" name="Shape 3237">
              <a:extLst>
                <a:ext uri="{FF2B5EF4-FFF2-40B4-BE49-F238E27FC236}">
                  <a16:creationId xmlns:a16="http://schemas.microsoft.com/office/drawing/2014/main" id="{6A7D32E0-6159-4E37-84D5-37B8A37962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7100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789" name="Shape 3238">
              <a:extLst>
                <a:ext uri="{FF2B5EF4-FFF2-40B4-BE49-F238E27FC236}">
                  <a16:creationId xmlns:a16="http://schemas.microsoft.com/office/drawing/2014/main" id="{AC751B7E-21DF-4249-A672-3983E860C0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4975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790" name="Shape 3239">
              <a:extLst>
                <a:ext uri="{FF2B5EF4-FFF2-40B4-BE49-F238E27FC236}">
                  <a16:creationId xmlns:a16="http://schemas.microsoft.com/office/drawing/2014/main" id="{A8FFD975-216A-4206-9345-69023C4B05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59675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791" name="Shape 3240">
              <a:extLst>
                <a:ext uri="{FF2B5EF4-FFF2-40B4-BE49-F238E27FC236}">
                  <a16:creationId xmlns:a16="http://schemas.microsoft.com/office/drawing/2014/main" id="{993DD729-9868-47F2-BD74-D4AECA1627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2519363"/>
              <a:ext cx="11113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792" name="Shape 3241">
              <a:extLst>
                <a:ext uri="{FF2B5EF4-FFF2-40B4-BE49-F238E27FC236}">
                  <a16:creationId xmlns:a16="http://schemas.microsoft.com/office/drawing/2014/main" id="{01D7B42A-8D71-47DF-9E48-72A8F24FA5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2881313"/>
              <a:ext cx="9525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793" name="Shape 3242">
              <a:extLst>
                <a:ext uri="{FF2B5EF4-FFF2-40B4-BE49-F238E27FC236}">
                  <a16:creationId xmlns:a16="http://schemas.microsoft.com/office/drawing/2014/main" id="{B79C47ED-3741-49E0-AD4E-8AD1193C09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8025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794" name="Shape 3243">
              <a:extLst>
                <a:ext uri="{FF2B5EF4-FFF2-40B4-BE49-F238E27FC236}">
                  <a16:creationId xmlns:a16="http://schemas.microsoft.com/office/drawing/2014/main" id="{C07C3D6D-7458-4B2E-9A03-4BCE222145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2881313"/>
              <a:ext cx="11113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795" name="Shape 3244">
              <a:extLst>
                <a:ext uri="{FF2B5EF4-FFF2-40B4-BE49-F238E27FC236}">
                  <a16:creationId xmlns:a16="http://schemas.microsoft.com/office/drawing/2014/main" id="{ED403094-1135-4FB3-9B42-F0AAA58A12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9813" y="2889250"/>
              <a:ext cx="2095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326796" name="Shape 3245">
              <a:extLst>
                <a:ext uri="{FF2B5EF4-FFF2-40B4-BE49-F238E27FC236}">
                  <a16:creationId xmlns:a16="http://schemas.microsoft.com/office/drawing/2014/main" id="{075D5B45-82FF-4978-8861-B7FC1B21CA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44688" y="2889250"/>
              <a:ext cx="2095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26797" name="Shape 3246">
              <a:extLst>
                <a:ext uri="{FF2B5EF4-FFF2-40B4-BE49-F238E27FC236}">
                  <a16:creationId xmlns:a16="http://schemas.microsoft.com/office/drawing/2014/main" id="{6A8149A6-6F6E-4A5C-B6C8-EA0798F75D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2881313"/>
              <a:ext cx="11113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798" name="Shape 3247">
              <a:extLst>
                <a:ext uri="{FF2B5EF4-FFF2-40B4-BE49-F238E27FC236}">
                  <a16:creationId xmlns:a16="http://schemas.microsoft.com/office/drawing/2014/main" id="{C24BBDB7-031B-479E-BD9E-2023A8752B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9238" y="2889250"/>
              <a:ext cx="2095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26799" name="Shape 3248">
              <a:extLst>
                <a:ext uri="{FF2B5EF4-FFF2-40B4-BE49-F238E27FC236}">
                  <a16:creationId xmlns:a16="http://schemas.microsoft.com/office/drawing/2014/main" id="{D00C065D-6F74-4F20-83EC-D051DFEDC5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9188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800" name="Shape 3249">
              <a:extLst>
                <a:ext uri="{FF2B5EF4-FFF2-40B4-BE49-F238E27FC236}">
                  <a16:creationId xmlns:a16="http://schemas.microsoft.com/office/drawing/2014/main" id="{23A09290-E91B-4AC9-A373-9E26341829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38650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801" name="Shape 3250">
              <a:extLst>
                <a:ext uri="{FF2B5EF4-FFF2-40B4-BE49-F238E27FC236}">
                  <a16:creationId xmlns:a16="http://schemas.microsoft.com/office/drawing/2014/main" id="{E24C74D7-0345-4B15-9CE1-78F1AF02A7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3350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6802" name="Shape 3251">
              <a:extLst>
                <a:ext uri="{FF2B5EF4-FFF2-40B4-BE49-F238E27FC236}">
                  <a16:creationId xmlns:a16="http://schemas.microsoft.com/office/drawing/2014/main" id="{07D151F8-E8F1-4157-920E-306E964E14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8688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803" name="Shape 3252">
              <a:extLst>
                <a:ext uri="{FF2B5EF4-FFF2-40B4-BE49-F238E27FC236}">
                  <a16:creationId xmlns:a16="http://schemas.microsoft.com/office/drawing/2014/main" id="{8468F7B2-F64E-4563-84FD-6134FB0B97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6563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804" name="Shape 3253">
              <a:extLst>
                <a:ext uri="{FF2B5EF4-FFF2-40B4-BE49-F238E27FC236}">
                  <a16:creationId xmlns:a16="http://schemas.microsoft.com/office/drawing/2014/main" id="{E4E65F30-E63C-4ECE-B806-C860333E55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2850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6805" name="Shape 3254">
              <a:extLst>
                <a:ext uri="{FF2B5EF4-FFF2-40B4-BE49-F238E27FC236}">
                  <a16:creationId xmlns:a16="http://schemas.microsoft.com/office/drawing/2014/main" id="{22549A7A-5B12-43B0-9A62-5116AA0CC9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2881313"/>
              <a:ext cx="11113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806" name="Shape 3255">
              <a:extLst>
                <a:ext uri="{FF2B5EF4-FFF2-40B4-BE49-F238E27FC236}">
                  <a16:creationId xmlns:a16="http://schemas.microsoft.com/office/drawing/2014/main" id="{C9AB988B-E907-452B-AF72-F7A20472A4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3155950"/>
              <a:ext cx="9525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807" name="Shape 3256">
              <a:extLst>
                <a:ext uri="{FF2B5EF4-FFF2-40B4-BE49-F238E27FC236}">
                  <a16:creationId xmlns:a16="http://schemas.microsoft.com/office/drawing/2014/main" id="{E0F07FEB-90DC-4887-B9A8-0BAAEDDD6E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9613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808" name="Shape 3257">
              <a:extLst>
                <a:ext uri="{FF2B5EF4-FFF2-40B4-BE49-F238E27FC236}">
                  <a16:creationId xmlns:a16="http://schemas.microsoft.com/office/drawing/2014/main" id="{E8DBDF74-2865-4742-840D-ACBFC7E1E6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3155950"/>
              <a:ext cx="11113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809" name="Shape 3258">
              <a:extLst>
                <a:ext uri="{FF2B5EF4-FFF2-40B4-BE49-F238E27FC236}">
                  <a16:creationId xmlns:a16="http://schemas.microsoft.com/office/drawing/2014/main" id="{64CB069F-8FAF-4B57-8304-B36C70B4C2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9813" y="3163888"/>
              <a:ext cx="2095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26810" name="Shape 3259">
              <a:extLst>
                <a:ext uri="{FF2B5EF4-FFF2-40B4-BE49-F238E27FC236}">
                  <a16:creationId xmlns:a16="http://schemas.microsoft.com/office/drawing/2014/main" id="{BBE0AD9A-85BD-40B3-909D-2A14758C45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338" y="31638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26811" name="Shape 3260">
              <a:extLst>
                <a:ext uri="{FF2B5EF4-FFF2-40B4-BE49-F238E27FC236}">
                  <a16:creationId xmlns:a16="http://schemas.microsoft.com/office/drawing/2014/main" id="{703710A1-B556-46BD-A264-9820349991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3155950"/>
              <a:ext cx="11113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812" name="Shape 3261">
              <a:extLst>
                <a:ext uri="{FF2B5EF4-FFF2-40B4-BE49-F238E27FC236}">
                  <a16:creationId xmlns:a16="http://schemas.microsoft.com/office/drawing/2014/main" id="{0B977F43-F094-489C-9207-F2D595186D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1300" y="31638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26813" name="Shape 3262">
              <a:extLst>
                <a:ext uri="{FF2B5EF4-FFF2-40B4-BE49-F238E27FC236}">
                  <a16:creationId xmlns:a16="http://schemas.microsoft.com/office/drawing/2014/main" id="{5B7CBDB0-985E-43B9-9604-EBF86B6EA3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7600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6814" name="Shape 3263">
              <a:extLst>
                <a:ext uri="{FF2B5EF4-FFF2-40B4-BE49-F238E27FC236}">
                  <a16:creationId xmlns:a16="http://schemas.microsoft.com/office/drawing/2014/main" id="{133CED4D-0C36-483B-8D75-14279DA927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35475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815" name="Shape 3264">
              <a:extLst>
                <a:ext uri="{FF2B5EF4-FFF2-40B4-BE49-F238E27FC236}">
                  <a16:creationId xmlns:a16="http://schemas.microsoft.com/office/drawing/2014/main" id="{AD2E6E93-A221-4356-BC8A-8C0605A793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1763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816" name="Shape 3265">
              <a:extLst>
                <a:ext uri="{FF2B5EF4-FFF2-40B4-BE49-F238E27FC236}">
                  <a16:creationId xmlns:a16="http://schemas.microsoft.com/office/drawing/2014/main" id="{FE935F0E-EF76-4D81-8588-FE0AB9AF5C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7100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6817" name="Shape 3266">
              <a:extLst>
                <a:ext uri="{FF2B5EF4-FFF2-40B4-BE49-F238E27FC236}">
                  <a16:creationId xmlns:a16="http://schemas.microsoft.com/office/drawing/2014/main" id="{1EB0C407-AF82-4394-9560-8E591BA672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4975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818" name="Shape 3267">
              <a:extLst>
                <a:ext uri="{FF2B5EF4-FFF2-40B4-BE49-F238E27FC236}">
                  <a16:creationId xmlns:a16="http://schemas.microsoft.com/office/drawing/2014/main" id="{A4C8E8A4-E287-478D-844D-B3219D5FC3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59675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819" name="Shape 3268">
              <a:extLst>
                <a:ext uri="{FF2B5EF4-FFF2-40B4-BE49-F238E27FC236}">
                  <a16:creationId xmlns:a16="http://schemas.microsoft.com/office/drawing/2014/main" id="{AC9A8CDE-0255-49A0-A763-2C3E271F54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3155950"/>
              <a:ext cx="11113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820" name="Shape 3269">
              <a:extLst>
                <a:ext uri="{FF2B5EF4-FFF2-40B4-BE49-F238E27FC236}">
                  <a16:creationId xmlns:a16="http://schemas.microsoft.com/office/drawing/2014/main" id="{F9E82E6A-E9A3-4D51-BC84-1463ECE952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3433763"/>
              <a:ext cx="9525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821" name="Shape 3270">
              <a:extLst>
                <a:ext uri="{FF2B5EF4-FFF2-40B4-BE49-F238E27FC236}">
                  <a16:creationId xmlns:a16="http://schemas.microsoft.com/office/drawing/2014/main" id="{B639191A-F638-44C0-AA89-1648446B1F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8025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822" name="Shape 3271">
              <a:extLst>
                <a:ext uri="{FF2B5EF4-FFF2-40B4-BE49-F238E27FC236}">
                  <a16:creationId xmlns:a16="http://schemas.microsoft.com/office/drawing/2014/main" id="{9E23A324-26B5-4F70-BE41-1EB7D4A39E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3433763"/>
              <a:ext cx="11113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823" name="Shape 3272">
              <a:extLst>
                <a:ext uri="{FF2B5EF4-FFF2-40B4-BE49-F238E27FC236}">
                  <a16:creationId xmlns:a16="http://schemas.microsoft.com/office/drawing/2014/main" id="{3CEE736C-3FE8-4C79-B5CF-DA3391F8A7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5050" y="3438525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26824" name="Shape 3273">
              <a:extLst>
                <a:ext uri="{FF2B5EF4-FFF2-40B4-BE49-F238E27FC236}">
                  <a16:creationId xmlns:a16="http://schemas.microsoft.com/office/drawing/2014/main" id="{DB93DA15-8105-4D76-A1E5-9D7E23D5F5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338" y="3438525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26825" name="Shape 3274">
              <a:extLst>
                <a:ext uri="{FF2B5EF4-FFF2-40B4-BE49-F238E27FC236}">
                  <a16:creationId xmlns:a16="http://schemas.microsoft.com/office/drawing/2014/main" id="{AEEEFE77-7B76-4432-B75A-766ED57A5C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3433763"/>
              <a:ext cx="11113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826" name="Shape 3275">
              <a:extLst>
                <a:ext uri="{FF2B5EF4-FFF2-40B4-BE49-F238E27FC236}">
                  <a16:creationId xmlns:a16="http://schemas.microsoft.com/office/drawing/2014/main" id="{85932E8F-DDD1-428E-A7BB-5F0C148D34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1300" y="3438525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26827" name="Shape 3276">
              <a:extLst>
                <a:ext uri="{FF2B5EF4-FFF2-40B4-BE49-F238E27FC236}">
                  <a16:creationId xmlns:a16="http://schemas.microsoft.com/office/drawing/2014/main" id="{9B3BC8B6-615F-4B06-9A53-5813CF2372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6013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828" name="Shape 3277">
              <a:extLst>
                <a:ext uri="{FF2B5EF4-FFF2-40B4-BE49-F238E27FC236}">
                  <a16:creationId xmlns:a16="http://schemas.microsoft.com/office/drawing/2014/main" id="{7CA999E3-30C0-4301-964E-BA69A6B32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35475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6829" name="Shape 3278">
              <a:extLst>
                <a:ext uri="{FF2B5EF4-FFF2-40B4-BE49-F238E27FC236}">
                  <a16:creationId xmlns:a16="http://schemas.microsoft.com/office/drawing/2014/main" id="{0C9324BC-ACFB-4A45-8D79-F9482486F8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0175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830" name="Shape 3279">
              <a:extLst>
                <a:ext uri="{FF2B5EF4-FFF2-40B4-BE49-F238E27FC236}">
                  <a16:creationId xmlns:a16="http://schemas.microsoft.com/office/drawing/2014/main" id="{37DB0A3F-D562-4160-930E-92DFDD456F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5513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831" name="Shape 3280">
              <a:extLst>
                <a:ext uri="{FF2B5EF4-FFF2-40B4-BE49-F238E27FC236}">
                  <a16:creationId xmlns:a16="http://schemas.microsoft.com/office/drawing/2014/main" id="{6CC9CA73-560C-411E-B806-E018F8C65C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3388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6832" name="Shape 3281">
              <a:extLst>
                <a:ext uri="{FF2B5EF4-FFF2-40B4-BE49-F238E27FC236}">
                  <a16:creationId xmlns:a16="http://schemas.microsoft.com/office/drawing/2014/main" id="{E62DE2F1-1E6D-4994-81F4-009EF9FCF6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59675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833" name="Shape 3282">
              <a:extLst>
                <a:ext uri="{FF2B5EF4-FFF2-40B4-BE49-F238E27FC236}">
                  <a16:creationId xmlns:a16="http://schemas.microsoft.com/office/drawing/2014/main" id="{30F755A6-B2D1-4309-AD6E-290B496F43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3433763"/>
              <a:ext cx="11113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834" name="Shape 3283">
              <a:extLst>
                <a:ext uri="{FF2B5EF4-FFF2-40B4-BE49-F238E27FC236}">
                  <a16:creationId xmlns:a16="http://schemas.microsoft.com/office/drawing/2014/main" id="{4E00EF09-A8FB-4DEA-B087-A9DA22BF29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5638" y="3738563"/>
              <a:ext cx="8159750" cy="111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835" name="Shape 3284">
              <a:extLst>
                <a:ext uri="{FF2B5EF4-FFF2-40B4-BE49-F238E27FC236}">
                  <a16:creationId xmlns:a16="http://schemas.microsoft.com/office/drawing/2014/main" id="{A2615289-DCF2-47C8-A8C7-3529D5E6D2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6438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6836" name="Shape 3285">
              <a:extLst>
                <a:ext uri="{FF2B5EF4-FFF2-40B4-BE49-F238E27FC236}">
                  <a16:creationId xmlns:a16="http://schemas.microsoft.com/office/drawing/2014/main" id="{770FFAC9-F69A-4D54-9B61-FC45BEDA60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8788" y="2214563"/>
              <a:ext cx="566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0 </a:t>
              </a:r>
            </a:p>
          </p:txBody>
        </p:sp>
        <p:sp>
          <p:nvSpPr>
            <p:cNvPr id="326837" name="Shape 3286">
              <a:extLst>
                <a:ext uri="{FF2B5EF4-FFF2-40B4-BE49-F238E27FC236}">
                  <a16:creationId xmlns:a16="http://schemas.microsoft.com/office/drawing/2014/main" id="{8AA22A9A-A353-48BA-9F12-50E865359F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63813" y="2214563"/>
              <a:ext cx="566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1 </a:t>
              </a:r>
            </a:p>
          </p:txBody>
        </p:sp>
        <p:sp>
          <p:nvSpPr>
            <p:cNvPr id="326838" name="Shape 3287">
              <a:extLst>
                <a:ext uri="{FF2B5EF4-FFF2-40B4-BE49-F238E27FC236}">
                  <a16:creationId xmlns:a16="http://schemas.microsoft.com/office/drawing/2014/main" id="{82D16B10-CE99-49F0-BE49-7741BD09E9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1538" y="2173288"/>
              <a:ext cx="592137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26839" name="Shape 3288">
              <a:extLst>
                <a:ext uri="{FF2B5EF4-FFF2-40B4-BE49-F238E27FC236}">
                  <a16:creationId xmlns:a16="http://schemas.microsoft.com/office/drawing/2014/main" id="{BF9DD5F7-766E-4E2D-B847-05E494A841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9413" y="2159000"/>
              <a:ext cx="592137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26840" name="Shape 3289">
              <a:extLst>
                <a:ext uri="{FF2B5EF4-FFF2-40B4-BE49-F238E27FC236}">
                  <a16:creationId xmlns:a16="http://schemas.microsoft.com/office/drawing/2014/main" id="{BA6C8BCD-338C-4423-ADDF-1AB303A272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8088" y="2159000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26841" name="Shape 3290">
              <a:extLst>
                <a:ext uri="{FF2B5EF4-FFF2-40B4-BE49-F238E27FC236}">
                  <a16:creationId xmlns:a16="http://schemas.microsoft.com/office/drawing/2014/main" id="{C6D50EB7-90AB-4DBB-824B-AECDE26C5F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73738" y="2159000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26842" name="Shape 3291">
              <a:extLst>
                <a:ext uri="{FF2B5EF4-FFF2-40B4-BE49-F238E27FC236}">
                  <a16:creationId xmlns:a16="http://schemas.microsoft.com/office/drawing/2014/main" id="{6DBCCE23-FE0F-4C64-815B-E919D11459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45263" y="217328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26843" name="Shape 3292">
              <a:extLst>
                <a:ext uri="{FF2B5EF4-FFF2-40B4-BE49-F238E27FC236}">
                  <a16:creationId xmlns:a16="http://schemas.microsoft.com/office/drawing/2014/main" id="{40F91B0F-D094-4275-8F2F-DC526FF7E2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16788" y="2159000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26844" name="Shape 3293">
              <a:extLst>
                <a:ext uri="{FF2B5EF4-FFF2-40B4-BE49-F238E27FC236}">
                  <a16:creationId xmlns:a16="http://schemas.microsoft.com/office/drawing/2014/main" id="{4A1DDFAB-E7D9-4FBA-80B6-6AFA224A92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16888" y="21415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326845" name="Shape 3294">
              <a:extLst>
                <a:ext uri="{FF2B5EF4-FFF2-40B4-BE49-F238E27FC236}">
                  <a16:creationId xmlns:a16="http://schemas.microsoft.com/office/drawing/2014/main" id="{825BD784-C470-4E10-A477-526FB5102E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5638" y="1682750"/>
              <a:ext cx="8159750" cy="9525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326658" name="Shape 2782">
            <a:extLst>
              <a:ext uri="{FF2B5EF4-FFF2-40B4-BE49-F238E27FC236}">
                <a16:creationId xmlns:a16="http://schemas.microsoft.com/office/drawing/2014/main" id="{0B0E1A06-8037-4604-B064-4D205635390A}"/>
              </a:ext>
            </a:extLst>
          </p:cNvPr>
          <p:cNvSpPr txBox="1">
            <a:spLocks/>
          </p:cNvSpPr>
          <p:nvPr/>
        </p:nvSpPr>
        <p:spPr bwMode="auto">
          <a:xfrm>
            <a:off x="0" y="34925"/>
            <a:ext cx="9144000" cy="754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State Table (same as before)</a:t>
            </a:r>
          </a:p>
        </p:txBody>
      </p:sp>
      <p:sp>
        <p:nvSpPr>
          <p:cNvPr id="326659" name="Shape 2782">
            <a:extLst>
              <a:ext uri="{FF2B5EF4-FFF2-40B4-BE49-F238E27FC236}">
                <a16:creationId xmlns:a16="http://schemas.microsoft.com/office/drawing/2014/main" id="{FA3B5993-852C-4011-ABFF-58E9BEBD59FA}"/>
              </a:ext>
            </a:extLst>
          </p:cNvPr>
          <p:cNvSpPr txBox="1">
            <a:spLocks/>
          </p:cNvSpPr>
          <p:nvPr/>
        </p:nvSpPr>
        <p:spPr bwMode="auto">
          <a:xfrm>
            <a:off x="0" y="3157538"/>
            <a:ext cx="9144000" cy="755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State-Assigned Table</a:t>
            </a:r>
          </a:p>
        </p:txBody>
      </p:sp>
      <p:sp>
        <p:nvSpPr>
          <p:cNvPr id="326660" name="TextBox 125">
            <a:extLst>
              <a:ext uri="{FF2B5EF4-FFF2-40B4-BE49-F238E27FC236}">
                <a16:creationId xmlns:a16="http://schemas.microsoft.com/office/drawing/2014/main" id="{25DA79FD-828E-4A56-99B7-3E9B9C833C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5838" y="6550025"/>
            <a:ext cx="30956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[ Figure 6.12 &amp; 6.18 from the textbook ]</a:t>
            </a:r>
          </a:p>
        </p:txBody>
      </p:sp>
      <p:grpSp>
        <p:nvGrpSpPr>
          <p:cNvPr id="326661" name="Group 1">
            <a:extLst>
              <a:ext uri="{FF2B5EF4-FFF2-40B4-BE49-F238E27FC236}">
                <a16:creationId xmlns:a16="http://schemas.microsoft.com/office/drawing/2014/main" id="{A5075E8D-C9A1-4583-B81A-8562549082C0}"/>
              </a:ext>
            </a:extLst>
          </p:cNvPr>
          <p:cNvGrpSpPr>
            <a:grpSpLocks/>
          </p:cNvGrpSpPr>
          <p:nvPr/>
        </p:nvGrpSpPr>
        <p:grpSpPr bwMode="auto">
          <a:xfrm>
            <a:off x="485775" y="3865563"/>
            <a:ext cx="8174038" cy="2514600"/>
            <a:chOff x="485775" y="3865563"/>
            <a:chExt cx="8174038" cy="2514600"/>
          </a:xfrm>
        </p:grpSpPr>
        <p:sp>
          <p:nvSpPr>
            <p:cNvPr id="326662" name="Shape 3111">
              <a:extLst>
                <a:ext uri="{FF2B5EF4-FFF2-40B4-BE49-F238E27FC236}">
                  <a16:creationId xmlns:a16="http://schemas.microsoft.com/office/drawing/2014/main" id="{1076FEE9-DCC6-4EFA-B660-6854C2227C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3887788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663" name="Shape 3112">
              <a:extLst>
                <a:ext uri="{FF2B5EF4-FFF2-40B4-BE49-F238E27FC236}">
                  <a16:creationId xmlns:a16="http://schemas.microsoft.com/office/drawing/2014/main" id="{709E5244-F408-4221-AD50-5ED9D35A38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3887788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664" name="Shape 3113">
              <a:extLst>
                <a:ext uri="{FF2B5EF4-FFF2-40B4-BE49-F238E27FC236}">
                  <a16:creationId xmlns:a16="http://schemas.microsoft.com/office/drawing/2014/main" id="{3D1F3182-B9DC-4286-8C12-C810B0F1D1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3887788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665" name="Shape 3114">
              <a:extLst>
                <a:ext uri="{FF2B5EF4-FFF2-40B4-BE49-F238E27FC236}">
                  <a16:creationId xmlns:a16="http://schemas.microsoft.com/office/drawing/2014/main" id="{75082CF1-85EC-4617-830B-2EE55D488C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963" y="4337050"/>
              <a:ext cx="1724025" cy="111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666" name="Shape 3115">
              <a:extLst>
                <a:ext uri="{FF2B5EF4-FFF2-40B4-BE49-F238E27FC236}">
                  <a16:creationId xmlns:a16="http://schemas.microsoft.com/office/drawing/2014/main" id="{C06B51F9-6D5A-4AE5-B592-5BAF93568D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4297363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667" name="Shape 3116">
              <a:extLst>
                <a:ext uri="{FF2B5EF4-FFF2-40B4-BE49-F238E27FC236}">
                  <a16:creationId xmlns:a16="http://schemas.microsoft.com/office/drawing/2014/main" id="{DF15DDCC-3E80-4BF9-A6D6-52735CD08E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4297363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668" name="Shape 3117">
              <a:extLst>
                <a:ext uri="{FF2B5EF4-FFF2-40B4-BE49-F238E27FC236}">
                  <a16:creationId xmlns:a16="http://schemas.microsoft.com/office/drawing/2014/main" id="{5B2AA8F8-DD74-49D2-9CA2-AE454CB22F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4297363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669" name="Shape 3118">
              <a:extLst>
                <a:ext uri="{FF2B5EF4-FFF2-40B4-BE49-F238E27FC236}">
                  <a16:creationId xmlns:a16="http://schemas.microsoft.com/office/drawing/2014/main" id="{9605AC04-4CC6-4291-A85E-14DA10A7CC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4711700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670" name="Shape 3119">
              <a:extLst>
                <a:ext uri="{FF2B5EF4-FFF2-40B4-BE49-F238E27FC236}">
                  <a16:creationId xmlns:a16="http://schemas.microsoft.com/office/drawing/2014/main" id="{49EFE3A4-6071-4005-9540-8B9FBD29B0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4711700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671" name="Shape 3120">
              <a:extLst>
                <a:ext uri="{FF2B5EF4-FFF2-40B4-BE49-F238E27FC236}">
                  <a16:creationId xmlns:a16="http://schemas.microsoft.com/office/drawing/2014/main" id="{3F1AAE0A-4A26-4053-B32B-D1A312D173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4711700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672" name="Shape 3121">
              <a:extLst>
                <a:ext uri="{FF2B5EF4-FFF2-40B4-BE49-F238E27FC236}">
                  <a16:creationId xmlns:a16="http://schemas.microsoft.com/office/drawing/2014/main" id="{2FF68289-03B0-4CD7-81C0-3DEDAA7E48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5127625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673" name="Shape 3122">
              <a:extLst>
                <a:ext uri="{FF2B5EF4-FFF2-40B4-BE49-F238E27FC236}">
                  <a16:creationId xmlns:a16="http://schemas.microsoft.com/office/drawing/2014/main" id="{19E67317-86E5-4FFB-9A2B-F97AC1C004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5127625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674" name="Shape 3123">
              <a:extLst>
                <a:ext uri="{FF2B5EF4-FFF2-40B4-BE49-F238E27FC236}">
                  <a16:creationId xmlns:a16="http://schemas.microsoft.com/office/drawing/2014/main" id="{9318F1B5-CF27-4F3C-876D-7015C446C4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5127625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675" name="Shape 3124">
              <a:extLst>
                <a:ext uri="{FF2B5EF4-FFF2-40B4-BE49-F238E27FC236}">
                  <a16:creationId xmlns:a16="http://schemas.microsoft.com/office/drawing/2014/main" id="{BE63E806-75D6-46EE-BA37-120ACE0C55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5489575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676" name="Shape 3125">
              <a:extLst>
                <a:ext uri="{FF2B5EF4-FFF2-40B4-BE49-F238E27FC236}">
                  <a16:creationId xmlns:a16="http://schemas.microsoft.com/office/drawing/2014/main" id="{FBDA4F28-7259-462B-AB9A-79EA1FDFE6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5489575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677" name="Shape 3126">
              <a:extLst>
                <a:ext uri="{FF2B5EF4-FFF2-40B4-BE49-F238E27FC236}">
                  <a16:creationId xmlns:a16="http://schemas.microsoft.com/office/drawing/2014/main" id="{1BE708E2-0415-4AB0-B7A1-72220DE431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5489575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678" name="Shape 3127">
              <a:extLst>
                <a:ext uri="{FF2B5EF4-FFF2-40B4-BE49-F238E27FC236}">
                  <a16:creationId xmlns:a16="http://schemas.microsoft.com/office/drawing/2014/main" id="{4BF4E29B-2C4A-455F-9992-ADC5D227A6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5741988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679" name="Shape 3128">
              <a:extLst>
                <a:ext uri="{FF2B5EF4-FFF2-40B4-BE49-F238E27FC236}">
                  <a16:creationId xmlns:a16="http://schemas.microsoft.com/office/drawing/2014/main" id="{7991EAEF-2C79-471F-B251-647AA08B2E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5741988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680" name="Shape 3129">
              <a:extLst>
                <a:ext uri="{FF2B5EF4-FFF2-40B4-BE49-F238E27FC236}">
                  <a16:creationId xmlns:a16="http://schemas.microsoft.com/office/drawing/2014/main" id="{E870CE73-0DE8-4EA5-A8C4-7023DE36EA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5741988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681" name="Shape 3130">
              <a:extLst>
                <a:ext uri="{FF2B5EF4-FFF2-40B4-BE49-F238E27FC236}">
                  <a16:creationId xmlns:a16="http://schemas.microsoft.com/office/drawing/2014/main" id="{B8BFFEFE-6682-4EA3-8B27-67103540D0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6021388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682" name="Shape 3131">
              <a:extLst>
                <a:ext uri="{FF2B5EF4-FFF2-40B4-BE49-F238E27FC236}">
                  <a16:creationId xmlns:a16="http://schemas.microsoft.com/office/drawing/2014/main" id="{5FDC4BF0-594D-4578-BF39-3DDAC98AFA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6021388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683" name="Shape 3132">
              <a:extLst>
                <a:ext uri="{FF2B5EF4-FFF2-40B4-BE49-F238E27FC236}">
                  <a16:creationId xmlns:a16="http://schemas.microsoft.com/office/drawing/2014/main" id="{CFA82199-F2B0-45D4-AFA3-EA8B3ACEC3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6021388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684" name="Shape 3133">
              <a:extLst>
                <a:ext uri="{FF2B5EF4-FFF2-40B4-BE49-F238E27FC236}">
                  <a16:creationId xmlns:a16="http://schemas.microsoft.com/office/drawing/2014/main" id="{50DE22F1-85AF-4194-8EE5-F845F416B9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95688" y="4765675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26685" name="Shape 3134">
              <a:extLst>
                <a:ext uri="{FF2B5EF4-FFF2-40B4-BE49-F238E27FC236}">
                  <a16:creationId xmlns:a16="http://schemas.microsoft.com/office/drawing/2014/main" id="{53C80576-5BB2-49ED-AD19-5662A33ED6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73563" y="475138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26686" name="Shape 3135">
              <a:extLst>
                <a:ext uri="{FF2B5EF4-FFF2-40B4-BE49-F238E27FC236}">
                  <a16:creationId xmlns:a16="http://schemas.microsoft.com/office/drawing/2014/main" id="{0F2BFB4F-8517-444A-8C11-146D95DCB1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24450" y="4751388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26687" name="Shape 3136">
              <a:extLst>
                <a:ext uri="{FF2B5EF4-FFF2-40B4-BE49-F238E27FC236}">
                  <a16:creationId xmlns:a16="http://schemas.microsoft.com/office/drawing/2014/main" id="{AD0D7B78-744B-40FF-B7DD-B3D87A5395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03900" y="475138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26688" name="Shape 3137">
              <a:extLst>
                <a:ext uri="{FF2B5EF4-FFF2-40B4-BE49-F238E27FC236}">
                  <a16:creationId xmlns:a16="http://schemas.microsoft.com/office/drawing/2014/main" id="{36F42E37-7F1B-4362-8469-E2A7CE1507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9225" y="4765675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26689" name="Shape 3138">
              <a:extLst>
                <a:ext uri="{FF2B5EF4-FFF2-40B4-BE49-F238E27FC236}">
                  <a16:creationId xmlns:a16="http://schemas.microsoft.com/office/drawing/2014/main" id="{9BB40963-4FE9-4015-9AFE-154A62619B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70750" y="4751388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26690" name="Shape 3139">
              <a:extLst>
                <a:ext uri="{FF2B5EF4-FFF2-40B4-BE49-F238E27FC236}">
                  <a16:creationId xmlns:a16="http://schemas.microsoft.com/office/drawing/2014/main" id="{0A97A708-AF49-4735-984D-9A83C9706C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18450" y="4735513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326691" name="Shape 3140">
              <a:extLst>
                <a:ext uri="{FF2B5EF4-FFF2-40B4-BE49-F238E27FC236}">
                  <a16:creationId xmlns:a16="http://schemas.microsoft.com/office/drawing/2014/main" id="{EC2FB226-2B32-4611-A0D6-B74C8C85E6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4038" y="4348163"/>
              <a:ext cx="6508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= 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326692" name="Shape 3141">
              <a:extLst>
                <a:ext uri="{FF2B5EF4-FFF2-40B4-BE49-F238E27FC236}">
                  <a16:creationId xmlns:a16="http://schemas.microsoft.com/office/drawing/2014/main" id="{428969AB-647E-40EA-B68F-B56EE3737B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6525" y="4348163"/>
              <a:ext cx="6508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= 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26693" name="Shape 3143">
              <a:extLst>
                <a:ext uri="{FF2B5EF4-FFF2-40B4-BE49-F238E27FC236}">
                  <a16:creationId xmlns:a16="http://schemas.microsoft.com/office/drawing/2014/main" id="{CCE5FA13-3E18-4A6B-9609-FA9AFDB998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06" y="3878263"/>
              <a:ext cx="7859769" cy="95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694" name="Shape 3144">
              <a:extLst>
                <a:ext uri="{FF2B5EF4-FFF2-40B4-BE49-F238E27FC236}">
                  <a16:creationId xmlns:a16="http://schemas.microsoft.com/office/drawing/2014/main" id="{0068C199-BA91-414B-BF3D-3F2C3EC1C7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734" y="3887788"/>
              <a:ext cx="11098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695" name="Shape 3145">
              <a:extLst>
                <a:ext uri="{FF2B5EF4-FFF2-40B4-BE49-F238E27FC236}">
                  <a16:creationId xmlns:a16="http://schemas.microsoft.com/office/drawing/2014/main" id="{F9317A16-405C-4C2A-A99E-00C201D94D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734" y="3887788"/>
              <a:ext cx="11098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696" name="Shape 3146">
              <a:extLst>
                <a:ext uri="{FF2B5EF4-FFF2-40B4-BE49-F238E27FC236}">
                  <a16:creationId xmlns:a16="http://schemas.microsoft.com/office/drawing/2014/main" id="{20C3C67A-3BCF-4733-A313-E601EF3F8E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5432" y="4054476"/>
              <a:ext cx="730066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326697" name="Shape 3147">
              <a:extLst>
                <a:ext uri="{FF2B5EF4-FFF2-40B4-BE49-F238E27FC236}">
                  <a16:creationId xmlns:a16="http://schemas.microsoft.com/office/drawing/2014/main" id="{90460365-1011-40ED-A15A-DA07E70D13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8060" y="4002088"/>
              <a:ext cx="977822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326698" name="Shape 3148">
              <a:extLst>
                <a:ext uri="{FF2B5EF4-FFF2-40B4-BE49-F238E27FC236}">
                  <a16:creationId xmlns:a16="http://schemas.microsoft.com/office/drawing/2014/main" id="{8A06BE57-3A6D-47C1-AB5A-820CFD2C8E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734" y="4297362"/>
              <a:ext cx="11098" cy="4142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699" name="Shape 3149">
              <a:extLst>
                <a:ext uri="{FF2B5EF4-FFF2-40B4-BE49-F238E27FC236}">
                  <a16:creationId xmlns:a16="http://schemas.microsoft.com/office/drawing/2014/main" id="{F6193D8B-C59B-46D2-8039-E4FD9B9F6C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52409" y="4364037"/>
              <a:ext cx="476013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326700" name="Shape 3150">
              <a:extLst>
                <a:ext uri="{FF2B5EF4-FFF2-40B4-BE49-F238E27FC236}">
                  <a16:creationId xmlns:a16="http://schemas.microsoft.com/office/drawing/2014/main" id="{AC718F8D-3208-4EA9-9442-B8FBD393EE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734" y="4700587"/>
              <a:ext cx="6913742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701" name="Shape 3151">
              <a:extLst>
                <a:ext uri="{FF2B5EF4-FFF2-40B4-BE49-F238E27FC236}">
                  <a16:creationId xmlns:a16="http://schemas.microsoft.com/office/drawing/2014/main" id="{6A85D598-E51D-4E0F-9A39-F4D9F017E0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734" y="4711701"/>
              <a:ext cx="11098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702" name="Shape 3152">
              <a:extLst>
                <a:ext uri="{FF2B5EF4-FFF2-40B4-BE49-F238E27FC236}">
                  <a16:creationId xmlns:a16="http://schemas.microsoft.com/office/drawing/2014/main" id="{5AA4038A-85C9-4F39-922A-FAE00FD914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06" y="5113337"/>
              <a:ext cx="785976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703" name="Shape 3153">
              <a:extLst>
                <a:ext uri="{FF2B5EF4-FFF2-40B4-BE49-F238E27FC236}">
                  <a16:creationId xmlns:a16="http://schemas.microsoft.com/office/drawing/2014/main" id="{12DCE4AA-E6B9-4743-B4A4-F0A7693E03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1828" y="4259262"/>
              <a:ext cx="780758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326704" name="Shape 3154">
              <a:extLst>
                <a:ext uri="{FF2B5EF4-FFF2-40B4-BE49-F238E27FC236}">
                  <a16:creationId xmlns:a16="http://schemas.microsoft.com/office/drawing/2014/main" id="{BCB5996B-DBDF-49AD-8579-94BE32C5C8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775" y="5207002"/>
              <a:ext cx="22226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26705" name="Shape 3155">
              <a:extLst>
                <a:ext uri="{FF2B5EF4-FFF2-40B4-BE49-F238E27FC236}">
                  <a16:creationId xmlns:a16="http://schemas.microsoft.com/office/drawing/2014/main" id="{0D0DB908-307C-4929-8365-13538CB0DC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734" y="5127627"/>
              <a:ext cx="11098" cy="362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706" name="Shape 3156">
              <a:extLst>
                <a:ext uri="{FF2B5EF4-FFF2-40B4-BE49-F238E27FC236}">
                  <a16:creationId xmlns:a16="http://schemas.microsoft.com/office/drawing/2014/main" id="{DFFBFB88-AFAB-403A-9EA9-93B65DBCEA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7484" y="5207002"/>
              <a:ext cx="260843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326707" name="Shape 3157">
              <a:extLst>
                <a:ext uri="{FF2B5EF4-FFF2-40B4-BE49-F238E27FC236}">
                  <a16:creationId xmlns:a16="http://schemas.microsoft.com/office/drawing/2014/main" id="{910778B1-FB5D-435A-9E7E-2C0C1F5030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19020" y="5207002"/>
              <a:ext cx="266787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326708" name="Shape 3158">
              <a:extLst>
                <a:ext uri="{FF2B5EF4-FFF2-40B4-BE49-F238E27FC236}">
                  <a16:creationId xmlns:a16="http://schemas.microsoft.com/office/drawing/2014/main" id="{2B555B1A-362F-488F-8A20-DE727B01C3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76115" y="52070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709" name="Shape 3159">
              <a:extLst>
                <a:ext uri="{FF2B5EF4-FFF2-40B4-BE49-F238E27FC236}">
                  <a16:creationId xmlns:a16="http://schemas.microsoft.com/office/drawing/2014/main" id="{646E1C36-7287-4406-89DE-C3946829B0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9120" y="52070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6710" name="Shape 3160">
              <a:extLst>
                <a:ext uri="{FF2B5EF4-FFF2-40B4-BE49-F238E27FC236}">
                  <a16:creationId xmlns:a16="http://schemas.microsoft.com/office/drawing/2014/main" id="{2FD86247-5E1C-4884-8FD1-AC0CF65782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10982" y="52070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711" name="Shape 3161">
              <a:extLst>
                <a:ext uri="{FF2B5EF4-FFF2-40B4-BE49-F238E27FC236}">
                  <a16:creationId xmlns:a16="http://schemas.microsoft.com/office/drawing/2014/main" id="{02C953FD-03E2-48EA-B515-6D40CD68BA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37925" y="52070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712" name="Shape 3162">
              <a:extLst>
                <a:ext uri="{FF2B5EF4-FFF2-40B4-BE49-F238E27FC236}">
                  <a16:creationId xmlns:a16="http://schemas.microsoft.com/office/drawing/2014/main" id="{FDE49D47-1090-4F1B-A125-2C565E4632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64867" y="52070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713" name="Shape 3163">
              <a:extLst>
                <a:ext uri="{FF2B5EF4-FFF2-40B4-BE49-F238E27FC236}">
                  <a16:creationId xmlns:a16="http://schemas.microsoft.com/office/drawing/2014/main" id="{CD4A2405-F408-4AFA-930C-53D054E864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3398" y="52070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714" name="Shape 3164">
              <a:extLst>
                <a:ext uri="{FF2B5EF4-FFF2-40B4-BE49-F238E27FC236}">
                  <a16:creationId xmlns:a16="http://schemas.microsoft.com/office/drawing/2014/main" id="{83D711AF-FBA4-4829-95CB-55F15769C6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20340" y="52070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715" name="Shape 3165">
              <a:extLst>
                <a:ext uri="{FF2B5EF4-FFF2-40B4-BE49-F238E27FC236}">
                  <a16:creationId xmlns:a16="http://schemas.microsoft.com/office/drawing/2014/main" id="{EFED239F-3CE0-4472-B406-E8F76FB8E8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5694" y="52070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716" name="Shape 3166">
              <a:extLst>
                <a:ext uri="{FF2B5EF4-FFF2-40B4-BE49-F238E27FC236}">
                  <a16:creationId xmlns:a16="http://schemas.microsoft.com/office/drawing/2014/main" id="{41528954-EDCA-4F23-80A0-3D91972BD6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63114" y="52070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717" name="Shape 3167">
              <a:extLst>
                <a:ext uri="{FF2B5EF4-FFF2-40B4-BE49-F238E27FC236}">
                  <a16:creationId xmlns:a16="http://schemas.microsoft.com/office/drawing/2014/main" id="{01AC3E02-8ED1-429B-B249-E163094515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2124" y="5481638"/>
              <a:ext cx="209361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326718" name="Shape 3168">
              <a:extLst>
                <a:ext uri="{FF2B5EF4-FFF2-40B4-BE49-F238E27FC236}">
                  <a16:creationId xmlns:a16="http://schemas.microsoft.com/office/drawing/2014/main" id="{73AC83C9-EDEC-44F8-BE01-9A961B62F1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734" y="5489577"/>
              <a:ext cx="11098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719" name="Shape 3169">
              <a:extLst>
                <a:ext uri="{FF2B5EF4-FFF2-40B4-BE49-F238E27FC236}">
                  <a16:creationId xmlns:a16="http://schemas.microsoft.com/office/drawing/2014/main" id="{EB4F8B75-DF8B-46F8-ACBB-23C9638E70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9071" y="5481638"/>
              <a:ext cx="260843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326720" name="Shape 3170">
              <a:extLst>
                <a:ext uri="{FF2B5EF4-FFF2-40B4-BE49-F238E27FC236}">
                  <a16:creationId xmlns:a16="http://schemas.microsoft.com/office/drawing/2014/main" id="{A531C913-9E58-45F7-A668-46C121C001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20606" y="5481638"/>
              <a:ext cx="266787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326721" name="Shape 3171">
              <a:extLst>
                <a:ext uri="{FF2B5EF4-FFF2-40B4-BE49-F238E27FC236}">
                  <a16:creationId xmlns:a16="http://schemas.microsoft.com/office/drawing/2014/main" id="{F2B4CDE6-CBFB-4A33-9C17-F09C6C4229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77701" y="5481638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6722" name="Shape 3172">
              <a:extLst>
                <a:ext uri="{FF2B5EF4-FFF2-40B4-BE49-F238E27FC236}">
                  <a16:creationId xmlns:a16="http://schemas.microsoft.com/office/drawing/2014/main" id="{820B7E74-F110-43FE-A682-76CC3BDCEF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9120" y="5481638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6723" name="Shape 3173">
              <a:extLst>
                <a:ext uri="{FF2B5EF4-FFF2-40B4-BE49-F238E27FC236}">
                  <a16:creationId xmlns:a16="http://schemas.microsoft.com/office/drawing/2014/main" id="{F817714C-759B-4078-B09C-DC5BF51046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12570" y="5481638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724" name="Shape 3174">
              <a:extLst>
                <a:ext uri="{FF2B5EF4-FFF2-40B4-BE49-F238E27FC236}">
                  <a16:creationId xmlns:a16="http://schemas.microsoft.com/office/drawing/2014/main" id="{FB27E8A4-AD8F-44C3-AB3E-6D47B3F7EA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39512" y="5481638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725" name="Shape 3175">
              <a:extLst>
                <a:ext uri="{FF2B5EF4-FFF2-40B4-BE49-F238E27FC236}">
                  <a16:creationId xmlns:a16="http://schemas.microsoft.com/office/drawing/2014/main" id="{9E942E71-6C7D-4EA0-8DF2-923E7412B3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66455" y="5481638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6726" name="Shape 3176">
              <a:extLst>
                <a:ext uri="{FF2B5EF4-FFF2-40B4-BE49-F238E27FC236}">
                  <a16:creationId xmlns:a16="http://schemas.microsoft.com/office/drawing/2014/main" id="{372E5E21-5C3D-4F92-85A1-AA16F83EA2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3398" y="5481638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727" name="Shape 3177">
              <a:extLst>
                <a:ext uri="{FF2B5EF4-FFF2-40B4-BE49-F238E27FC236}">
                  <a16:creationId xmlns:a16="http://schemas.microsoft.com/office/drawing/2014/main" id="{591A179C-5BF2-45F6-BF33-8A63D7BC44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20340" y="5481638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728" name="Shape 3178">
              <a:extLst>
                <a:ext uri="{FF2B5EF4-FFF2-40B4-BE49-F238E27FC236}">
                  <a16:creationId xmlns:a16="http://schemas.microsoft.com/office/drawing/2014/main" id="{368D6FCA-28CA-4BFD-948B-70945C04C5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7283" y="5481638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6729" name="Shape 3179">
              <a:extLst>
                <a:ext uri="{FF2B5EF4-FFF2-40B4-BE49-F238E27FC236}">
                  <a16:creationId xmlns:a16="http://schemas.microsoft.com/office/drawing/2014/main" id="{C069AF2D-1CAD-44F6-B401-6CE4D52FE3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63114" y="5481638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730" name="Shape 3180">
              <a:extLst>
                <a:ext uri="{FF2B5EF4-FFF2-40B4-BE49-F238E27FC236}">
                  <a16:creationId xmlns:a16="http://schemas.microsoft.com/office/drawing/2014/main" id="{D3805E7A-B45B-413B-A6A7-5D660F03C9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2124" y="5753102"/>
              <a:ext cx="209361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26731" name="Shape 3181">
              <a:extLst>
                <a:ext uri="{FF2B5EF4-FFF2-40B4-BE49-F238E27FC236}">
                  <a16:creationId xmlns:a16="http://schemas.microsoft.com/office/drawing/2014/main" id="{D7B2D48F-326B-4B0F-839D-92DF25A121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734" y="5741989"/>
              <a:ext cx="11098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732" name="Shape 3182">
              <a:extLst>
                <a:ext uri="{FF2B5EF4-FFF2-40B4-BE49-F238E27FC236}">
                  <a16:creationId xmlns:a16="http://schemas.microsoft.com/office/drawing/2014/main" id="{641B3117-2E8E-4951-9CDD-879CB32AA6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9071" y="5753102"/>
              <a:ext cx="260843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326733" name="Shape 3183">
              <a:extLst>
                <a:ext uri="{FF2B5EF4-FFF2-40B4-BE49-F238E27FC236}">
                  <a16:creationId xmlns:a16="http://schemas.microsoft.com/office/drawing/2014/main" id="{1F4C5362-E4DF-45DB-84D4-C323BDD328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20606" y="5753102"/>
              <a:ext cx="266787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326734" name="Shape 3184">
              <a:extLst>
                <a:ext uri="{FF2B5EF4-FFF2-40B4-BE49-F238E27FC236}">
                  <a16:creationId xmlns:a16="http://schemas.microsoft.com/office/drawing/2014/main" id="{17416C72-A648-47E5-A895-CDEAB0A14B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77701" y="57531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6735" name="Shape 3185">
              <a:extLst>
                <a:ext uri="{FF2B5EF4-FFF2-40B4-BE49-F238E27FC236}">
                  <a16:creationId xmlns:a16="http://schemas.microsoft.com/office/drawing/2014/main" id="{2D803D2F-2F52-409B-87E8-2310863BDE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9120" y="57531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736" name="Shape 3186">
              <a:extLst>
                <a:ext uri="{FF2B5EF4-FFF2-40B4-BE49-F238E27FC236}">
                  <a16:creationId xmlns:a16="http://schemas.microsoft.com/office/drawing/2014/main" id="{44A1E2D2-AE7F-4E25-97CE-5988996AD3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12570" y="57531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6737" name="Shape 3187">
              <a:extLst>
                <a:ext uri="{FF2B5EF4-FFF2-40B4-BE49-F238E27FC236}">
                  <a16:creationId xmlns:a16="http://schemas.microsoft.com/office/drawing/2014/main" id="{28B54F3D-22CC-4C70-827A-4DFC2AD118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39512" y="57531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738" name="Shape 3188">
              <a:extLst>
                <a:ext uri="{FF2B5EF4-FFF2-40B4-BE49-F238E27FC236}">
                  <a16:creationId xmlns:a16="http://schemas.microsoft.com/office/drawing/2014/main" id="{D3D06318-B8E7-4063-BE96-1D5110F111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66455" y="57531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739" name="Shape 3189">
              <a:extLst>
                <a:ext uri="{FF2B5EF4-FFF2-40B4-BE49-F238E27FC236}">
                  <a16:creationId xmlns:a16="http://schemas.microsoft.com/office/drawing/2014/main" id="{FCCAFF65-A8C6-486A-8F10-03C04470C6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3398" y="57531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6740" name="Shape 3190">
              <a:extLst>
                <a:ext uri="{FF2B5EF4-FFF2-40B4-BE49-F238E27FC236}">
                  <a16:creationId xmlns:a16="http://schemas.microsoft.com/office/drawing/2014/main" id="{D89D3376-363E-4214-83B9-24E3BAC93B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20340" y="57531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741" name="Shape 3191">
              <a:extLst>
                <a:ext uri="{FF2B5EF4-FFF2-40B4-BE49-F238E27FC236}">
                  <a16:creationId xmlns:a16="http://schemas.microsoft.com/office/drawing/2014/main" id="{1DBB6D4E-86F1-4078-8467-1CA97CC96A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7283" y="57531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742" name="Shape 3192">
              <a:extLst>
                <a:ext uri="{FF2B5EF4-FFF2-40B4-BE49-F238E27FC236}">
                  <a16:creationId xmlns:a16="http://schemas.microsoft.com/office/drawing/2014/main" id="{8C0D85C8-3FC7-4557-B7F9-6EA19272DC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63114" y="57531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743" name="Shape 3193">
              <a:extLst>
                <a:ext uri="{FF2B5EF4-FFF2-40B4-BE49-F238E27FC236}">
                  <a16:creationId xmlns:a16="http://schemas.microsoft.com/office/drawing/2014/main" id="{DF3400F0-D496-4557-A033-D4BD18409A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775" y="6027739"/>
              <a:ext cx="22226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26744" name="Shape 3194">
              <a:extLst>
                <a:ext uri="{FF2B5EF4-FFF2-40B4-BE49-F238E27FC236}">
                  <a16:creationId xmlns:a16="http://schemas.microsoft.com/office/drawing/2014/main" id="{93C875E8-DF1F-45C3-BCFD-1240899CFD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734" y="6021389"/>
              <a:ext cx="11098" cy="315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745" name="Shape 3195">
              <a:extLst>
                <a:ext uri="{FF2B5EF4-FFF2-40B4-BE49-F238E27FC236}">
                  <a16:creationId xmlns:a16="http://schemas.microsoft.com/office/drawing/2014/main" id="{A3E1D705-0D5B-41FB-A28A-5C10758003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7484" y="6027739"/>
              <a:ext cx="260843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326746" name="Shape 3196">
              <a:extLst>
                <a:ext uri="{FF2B5EF4-FFF2-40B4-BE49-F238E27FC236}">
                  <a16:creationId xmlns:a16="http://schemas.microsoft.com/office/drawing/2014/main" id="{B525C146-8132-4434-9F4C-C357A37567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19020" y="6027739"/>
              <a:ext cx="266787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326747" name="Shape 3197">
              <a:extLst>
                <a:ext uri="{FF2B5EF4-FFF2-40B4-BE49-F238E27FC236}">
                  <a16:creationId xmlns:a16="http://schemas.microsoft.com/office/drawing/2014/main" id="{65F528CB-00AC-44D4-9C54-641B5515EE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76115" y="60277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748" name="Shape 3198">
              <a:extLst>
                <a:ext uri="{FF2B5EF4-FFF2-40B4-BE49-F238E27FC236}">
                  <a16:creationId xmlns:a16="http://schemas.microsoft.com/office/drawing/2014/main" id="{E71E9D89-B3A9-4C14-815C-3361DF7209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9120" y="60277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749" name="Shape 3199">
              <a:extLst>
                <a:ext uri="{FF2B5EF4-FFF2-40B4-BE49-F238E27FC236}">
                  <a16:creationId xmlns:a16="http://schemas.microsoft.com/office/drawing/2014/main" id="{C91A436F-DD1B-4077-956E-F352A6FB9E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10982" y="60277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750" name="Shape 3200">
              <a:extLst>
                <a:ext uri="{FF2B5EF4-FFF2-40B4-BE49-F238E27FC236}">
                  <a16:creationId xmlns:a16="http://schemas.microsoft.com/office/drawing/2014/main" id="{EF87C4EB-EA99-4341-8E37-053B3B9233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37925" y="60277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6751" name="Shape 3201">
              <a:extLst>
                <a:ext uri="{FF2B5EF4-FFF2-40B4-BE49-F238E27FC236}">
                  <a16:creationId xmlns:a16="http://schemas.microsoft.com/office/drawing/2014/main" id="{12B2A8C8-5E52-4868-8568-A39A8B9BF7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64867" y="60277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752" name="Shape 3202">
              <a:extLst>
                <a:ext uri="{FF2B5EF4-FFF2-40B4-BE49-F238E27FC236}">
                  <a16:creationId xmlns:a16="http://schemas.microsoft.com/office/drawing/2014/main" id="{7152CBFE-487D-472D-B626-EC9F3887E2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3398" y="60277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753" name="Shape 3203">
              <a:extLst>
                <a:ext uri="{FF2B5EF4-FFF2-40B4-BE49-F238E27FC236}">
                  <a16:creationId xmlns:a16="http://schemas.microsoft.com/office/drawing/2014/main" id="{57E5DCF6-3036-41E3-900A-A91E873BF9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20340" y="60277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6754" name="Shape 3204">
              <a:extLst>
                <a:ext uri="{FF2B5EF4-FFF2-40B4-BE49-F238E27FC236}">
                  <a16:creationId xmlns:a16="http://schemas.microsoft.com/office/drawing/2014/main" id="{A2F34831-77C1-40DD-BC3D-2FBE609A53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5694" y="60277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6755" name="Shape 3205">
              <a:extLst>
                <a:ext uri="{FF2B5EF4-FFF2-40B4-BE49-F238E27FC236}">
                  <a16:creationId xmlns:a16="http://schemas.microsoft.com/office/drawing/2014/main" id="{DE27467D-DB2A-4857-BCB7-22A7F144F1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06" y="6348414"/>
              <a:ext cx="785976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756" name="Shape 3206">
              <a:extLst>
                <a:ext uri="{FF2B5EF4-FFF2-40B4-BE49-F238E27FC236}">
                  <a16:creationId xmlns:a16="http://schemas.microsoft.com/office/drawing/2014/main" id="{62472874-A668-415C-91C2-46E3ECFCD9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63114" y="60277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cxnSp>
          <p:nvCxnSpPr>
            <p:cNvPr id="326757" name="Shape 3207">
              <a:extLst>
                <a:ext uri="{FF2B5EF4-FFF2-40B4-BE49-F238E27FC236}">
                  <a16:creationId xmlns:a16="http://schemas.microsoft.com/office/drawing/2014/main" id="{CE9D6B70-AC4F-49B8-86DD-837939A421A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96868" y="3879851"/>
              <a:ext cx="0" cy="247170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6758" name="Shape 3208">
              <a:extLst>
                <a:ext uri="{FF2B5EF4-FFF2-40B4-BE49-F238E27FC236}">
                  <a16:creationId xmlns:a16="http://schemas.microsoft.com/office/drawing/2014/main" id="{BEFF6637-1026-4DF4-A89B-5E34585AAFA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53860" y="3894138"/>
              <a:ext cx="0" cy="2443201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6759" name="Shape 3209">
              <a:extLst>
                <a:ext uri="{FF2B5EF4-FFF2-40B4-BE49-F238E27FC236}">
                  <a16:creationId xmlns:a16="http://schemas.microsoft.com/office/drawing/2014/main" id="{52225BA4-DEB2-4D5A-BF71-39EC05E4B2B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725385" y="4337051"/>
              <a:ext cx="1728585" cy="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6760" name="Shape 3210">
              <a:extLst>
                <a:ext uri="{FF2B5EF4-FFF2-40B4-BE49-F238E27FC236}">
                  <a16:creationId xmlns:a16="http://schemas.microsoft.com/office/drawing/2014/main" id="{A4B42AA8-D198-4466-B9CA-F3580D771C7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639277" y="3865563"/>
              <a:ext cx="0" cy="251460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26761" name="Shape 3211">
              <a:extLst>
                <a:ext uri="{FF2B5EF4-FFF2-40B4-BE49-F238E27FC236}">
                  <a16:creationId xmlns:a16="http://schemas.microsoft.com/office/drawing/2014/main" id="{10E20D67-F2CE-4E22-B248-315F7BE3B5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0238" y="4735513"/>
              <a:ext cx="512762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26762" name="Shape 3212">
              <a:extLst>
                <a:ext uri="{FF2B5EF4-FFF2-40B4-BE49-F238E27FC236}">
                  <a16:creationId xmlns:a16="http://schemas.microsoft.com/office/drawing/2014/main" id="{AA0D3FBE-A7CB-427D-A113-E4F4BD2BF9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7963" y="4765675"/>
              <a:ext cx="5111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26763" name="Shape 3213">
              <a:extLst>
                <a:ext uri="{FF2B5EF4-FFF2-40B4-BE49-F238E27FC236}">
                  <a16:creationId xmlns:a16="http://schemas.microsoft.com/office/drawing/2014/main" id="{787DC829-530E-490C-BE3F-7AEC4FC24C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363" y="4749800"/>
              <a:ext cx="5111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93" name="Rectangle 192">
              <a:extLst>
                <a:ext uri="{FF2B5EF4-FFF2-40B4-BE49-F238E27FC236}">
                  <a16:creationId xmlns:a16="http://schemas.microsoft.com/office/drawing/2014/main" id="{2ACBE4C9-3894-7A47-9915-7F2161042B74}"/>
                </a:ext>
              </a:extLst>
            </p:cNvPr>
            <p:cNvSpPr/>
            <p:nvPr/>
          </p:nvSpPr>
          <p:spPr>
            <a:xfrm>
              <a:off x="3659188" y="5207000"/>
              <a:ext cx="4673600" cy="10953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ＭＳ Ｐゴシック"/>
                <a:cs typeface="+mn-cs"/>
                <a:sym typeface="Arial" charset="0"/>
              </a:endParaRPr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8705" name="Group 1">
            <a:extLst>
              <a:ext uri="{FF2B5EF4-FFF2-40B4-BE49-F238E27FC236}">
                <a16:creationId xmlns:a16="http://schemas.microsoft.com/office/drawing/2014/main" id="{B84FEA39-1B08-4640-9DE5-7FBF23388DA4}"/>
              </a:ext>
            </a:extLst>
          </p:cNvPr>
          <p:cNvGrpSpPr>
            <a:grpSpLocks/>
          </p:cNvGrpSpPr>
          <p:nvPr/>
        </p:nvGrpSpPr>
        <p:grpSpPr bwMode="auto">
          <a:xfrm>
            <a:off x="485775" y="3865563"/>
            <a:ext cx="8174038" cy="2514600"/>
            <a:chOff x="485775" y="3865563"/>
            <a:chExt cx="8174038" cy="2514600"/>
          </a:xfrm>
        </p:grpSpPr>
        <p:sp>
          <p:nvSpPr>
            <p:cNvPr id="328791" name="Shape 3111">
              <a:extLst>
                <a:ext uri="{FF2B5EF4-FFF2-40B4-BE49-F238E27FC236}">
                  <a16:creationId xmlns:a16="http://schemas.microsoft.com/office/drawing/2014/main" id="{BFA33CF2-04E9-4FA4-8217-0CFB6ED8D3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3887788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792" name="Shape 3112">
              <a:extLst>
                <a:ext uri="{FF2B5EF4-FFF2-40B4-BE49-F238E27FC236}">
                  <a16:creationId xmlns:a16="http://schemas.microsoft.com/office/drawing/2014/main" id="{E7AB5749-E18C-4186-98C5-54FC72302D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3887788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793" name="Shape 3113">
              <a:extLst>
                <a:ext uri="{FF2B5EF4-FFF2-40B4-BE49-F238E27FC236}">
                  <a16:creationId xmlns:a16="http://schemas.microsoft.com/office/drawing/2014/main" id="{E41BBB36-50AB-4239-938D-3EAFCC61D5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3887788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794" name="Shape 3114">
              <a:extLst>
                <a:ext uri="{FF2B5EF4-FFF2-40B4-BE49-F238E27FC236}">
                  <a16:creationId xmlns:a16="http://schemas.microsoft.com/office/drawing/2014/main" id="{0C814954-2D26-4FBB-BB00-3AC00724D5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963" y="4337050"/>
              <a:ext cx="1724025" cy="111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795" name="Shape 3115">
              <a:extLst>
                <a:ext uri="{FF2B5EF4-FFF2-40B4-BE49-F238E27FC236}">
                  <a16:creationId xmlns:a16="http://schemas.microsoft.com/office/drawing/2014/main" id="{69280FD0-413C-456B-B3B3-238CE5D92D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4297363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796" name="Shape 3116">
              <a:extLst>
                <a:ext uri="{FF2B5EF4-FFF2-40B4-BE49-F238E27FC236}">
                  <a16:creationId xmlns:a16="http://schemas.microsoft.com/office/drawing/2014/main" id="{F331BA9A-F569-4568-8449-CEA99C2DF3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4297363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797" name="Shape 3117">
              <a:extLst>
                <a:ext uri="{FF2B5EF4-FFF2-40B4-BE49-F238E27FC236}">
                  <a16:creationId xmlns:a16="http://schemas.microsoft.com/office/drawing/2014/main" id="{7E2DBF21-69B1-47FB-9258-07C45FB296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4297363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798" name="Shape 3118">
              <a:extLst>
                <a:ext uri="{FF2B5EF4-FFF2-40B4-BE49-F238E27FC236}">
                  <a16:creationId xmlns:a16="http://schemas.microsoft.com/office/drawing/2014/main" id="{6C629D9B-C492-4982-86CD-DF1F944927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4711700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799" name="Shape 3119">
              <a:extLst>
                <a:ext uri="{FF2B5EF4-FFF2-40B4-BE49-F238E27FC236}">
                  <a16:creationId xmlns:a16="http://schemas.microsoft.com/office/drawing/2014/main" id="{7DE2FE4E-6A6B-4D75-911F-25DA461957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4711700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800" name="Shape 3120">
              <a:extLst>
                <a:ext uri="{FF2B5EF4-FFF2-40B4-BE49-F238E27FC236}">
                  <a16:creationId xmlns:a16="http://schemas.microsoft.com/office/drawing/2014/main" id="{FB058902-CF9E-4512-A2CA-795C5E9705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4711700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801" name="Shape 3121">
              <a:extLst>
                <a:ext uri="{FF2B5EF4-FFF2-40B4-BE49-F238E27FC236}">
                  <a16:creationId xmlns:a16="http://schemas.microsoft.com/office/drawing/2014/main" id="{44C45715-081A-41BE-AAE9-CBD1C24319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5127625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802" name="Shape 3122">
              <a:extLst>
                <a:ext uri="{FF2B5EF4-FFF2-40B4-BE49-F238E27FC236}">
                  <a16:creationId xmlns:a16="http://schemas.microsoft.com/office/drawing/2014/main" id="{6D6C622B-045E-4F69-988F-EE847D7D3C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5127625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803" name="Shape 3123">
              <a:extLst>
                <a:ext uri="{FF2B5EF4-FFF2-40B4-BE49-F238E27FC236}">
                  <a16:creationId xmlns:a16="http://schemas.microsoft.com/office/drawing/2014/main" id="{3909BD78-5339-44A0-A87A-C1D8A08075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5127625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804" name="Shape 3124">
              <a:extLst>
                <a:ext uri="{FF2B5EF4-FFF2-40B4-BE49-F238E27FC236}">
                  <a16:creationId xmlns:a16="http://schemas.microsoft.com/office/drawing/2014/main" id="{E4C0EB2C-7107-4676-8D9E-E04C767CF2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5489575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805" name="Shape 3125">
              <a:extLst>
                <a:ext uri="{FF2B5EF4-FFF2-40B4-BE49-F238E27FC236}">
                  <a16:creationId xmlns:a16="http://schemas.microsoft.com/office/drawing/2014/main" id="{CDB5ADAB-CA44-4E53-BE7B-B9C4666926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5489575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806" name="Shape 3126">
              <a:extLst>
                <a:ext uri="{FF2B5EF4-FFF2-40B4-BE49-F238E27FC236}">
                  <a16:creationId xmlns:a16="http://schemas.microsoft.com/office/drawing/2014/main" id="{F0208B8C-A2E4-4E0B-9D1D-1DBF9926EA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5489575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807" name="Shape 3127">
              <a:extLst>
                <a:ext uri="{FF2B5EF4-FFF2-40B4-BE49-F238E27FC236}">
                  <a16:creationId xmlns:a16="http://schemas.microsoft.com/office/drawing/2014/main" id="{00018968-6A87-48B3-BB0D-6EA13C6416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5741988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808" name="Shape 3128">
              <a:extLst>
                <a:ext uri="{FF2B5EF4-FFF2-40B4-BE49-F238E27FC236}">
                  <a16:creationId xmlns:a16="http://schemas.microsoft.com/office/drawing/2014/main" id="{08395DF8-83B4-4B87-BD36-EBF2AE136D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5741988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809" name="Shape 3129">
              <a:extLst>
                <a:ext uri="{FF2B5EF4-FFF2-40B4-BE49-F238E27FC236}">
                  <a16:creationId xmlns:a16="http://schemas.microsoft.com/office/drawing/2014/main" id="{60C31C56-8B98-437D-8FB5-36603ABFFF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5741988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810" name="Shape 3130">
              <a:extLst>
                <a:ext uri="{FF2B5EF4-FFF2-40B4-BE49-F238E27FC236}">
                  <a16:creationId xmlns:a16="http://schemas.microsoft.com/office/drawing/2014/main" id="{3A38F98B-0456-4E07-B9EF-B2005E0183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6021388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811" name="Shape 3131">
              <a:extLst>
                <a:ext uri="{FF2B5EF4-FFF2-40B4-BE49-F238E27FC236}">
                  <a16:creationId xmlns:a16="http://schemas.microsoft.com/office/drawing/2014/main" id="{B3863EB4-F045-4649-BDC2-8D62356361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6021388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812" name="Shape 3132">
              <a:extLst>
                <a:ext uri="{FF2B5EF4-FFF2-40B4-BE49-F238E27FC236}">
                  <a16:creationId xmlns:a16="http://schemas.microsoft.com/office/drawing/2014/main" id="{A365161A-EFD5-4157-B32F-4F7A4DACD2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6021388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813" name="Shape 3133">
              <a:extLst>
                <a:ext uri="{FF2B5EF4-FFF2-40B4-BE49-F238E27FC236}">
                  <a16:creationId xmlns:a16="http://schemas.microsoft.com/office/drawing/2014/main" id="{F72C7D1D-F7BD-4734-A9F1-B2C7F90323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95688" y="4765675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28814" name="Shape 3134">
              <a:extLst>
                <a:ext uri="{FF2B5EF4-FFF2-40B4-BE49-F238E27FC236}">
                  <a16:creationId xmlns:a16="http://schemas.microsoft.com/office/drawing/2014/main" id="{AC8B5CFA-F2E6-4C39-9403-3655B07EDD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73563" y="475138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28815" name="Shape 3135">
              <a:extLst>
                <a:ext uri="{FF2B5EF4-FFF2-40B4-BE49-F238E27FC236}">
                  <a16:creationId xmlns:a16="http://schemas.microsoft.com/office/drawing/2014/main" id="{791DA271-4B6D-4DDB-8A36-E1880C6144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24450" y="4751388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28816" name="Shape 3136">
              <a:extLst>
                <a:ext uri="{FF2B5EF4-FFF2-40B4-BE49-F238E27FC236}">
                  <a16:creationId xmlns:a16="http://schemas.microsoft.com/office/drawing/2014/main" id="{C1B0F7CD-89EA-4766-94B0-D6387890C2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03900" y="475138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28817" name="Shape 3137">
              <a:extLst>
                <a:ext uri="{FF2B5EF4-FFF2-40B4-BE49-F238E27FC236}">
                  <a16:creationId xmlns:a16="http://schemas.microsoft.com/office/drawing/2014/main" id="{526A4643-C5B8-4DA2-A971-44A31A9D78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9225" y="4765675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28818" name="Shape 3138">
              <a:extLst>
                <a:ext uri="{FF2B5EF4-FFF2-40B4-BE49-F238E27FC236}">
                  <a16:creationId xmlns:a16="http://schemas.microsoft.com/office/drawing/2014/main" id="{24F3C58C-94FA-4089-AFBB-FBE0E2B283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70750" y="4751388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28819" name="Shape 3139">
              <a:extLst>
                <a:ext uri="{FF2B5EF4-FFF2-40B4-BE49-F238E27FC236}">
                  <a16:creationId xmlns:a16="http://schemas.microsoft.com/office/drawing/2014/main" id="{E827F34A-9FC3-4AAD-9BBE-419A8E812C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18450" y="4735513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328820" name="Shape 3140">
              <a:extLst>
                <a:ext uri="{FF2B5EF4-FFF2-40B4-BE49-F238E27FC236}">
                  <a16:creationId xmlns:a16="http://schemas.microsoft.com/office/drawing/2014/main" id="{7C60D6F6-B7AF-48D5-B61E-D589FC9364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4038" y="4348163"/>
              <a:ext cx="6508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= 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328821" name="Shape 3141">
              <a:extLst>
                <a:ext uri="{FF2B5EF4-FFF2-40B4-BE49-F238E27FC236}">
                  <a16:creationId xmlns:a16="http://schemas.microsoft.com/office/drawing/2014/main" id="{D0D656BC-9FFC-4635-B91F-C4FB8F36F7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6525" y="4348163"/>
              <a:ext cx="6508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= 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28822" name="Shape 3143">
              <a:extLst>
                <a:ext uri="{FF2B5EF4-FFF2-40B4-BE49-F238E27FC236}">
                  <a16:creationId xmlns:a16="http://schemas.microsoft.com/office/drawing/2014/main" id="{2C4FDF19-42AD-42EC-96EF-AD9A44551C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06" y="3878263"/>
              <a:ext cx="7859769" cy="95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823" name="Shape 3144">
              <a:extLst>
                <a:ext uri="{FF2B5EF4-FFF2-40B4-BE49-F238E27FC236}">
                  <a16:creationId xmlns:a16="http://schemas.microsoft.com/office/drawing/2014/main" id="{317A5070-595F-4A64-9B7D-12A53C4217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734" y="3887788"/>
              <a:ext cx="11098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824" name="Shape 3145">
              <a:extLst>
                <a:ext uri="{FF2B5EF4-FFF2-40B4-BE49-F238E27FC236}">
                  <a16:creationId xmlns:a16="http://schemas.microsoft.com/office/drawing/2014/main" id="{B9CDC93C-2693-4480-B9FD-C1F1AA404E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734" y="3887788"/>
              <a:ext cx="11098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825" name="Shape 3146">
              <a:extLst>
                <a:ext uri="{FF2B5EF4-FFF2-40B4-BE49-F238E27FC236}">
                  <a16:creationId xmlns:a16="http://schemas.microsoft.com/office/drawing/2014/main" id="{D57C6851-2A4F-46FC-BDA8-E580B6CF8D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5432" y="4054476"/>
              <a:ext cx="730066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328826" name="Shape 3147">
              <a:extLst>
                <a:ext uri="{FF2B5EF4-FFF2-40B4-BE49-F238E27FC236}">
                  <a16:creationId xmlns:a16="http://schemas.microsoft.com/office/drawing/2014/main" id="{1656DC3C-C497-4F28-9AA4-8CEE7A01B2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8060" y="4002088"/>
              <a:ext cx="977822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328827" name="Shape 3148">
              <a:extLst>
                <a:ext uri="{FF2B5EF4-FFF2-40B4-BE49-F238E27FC236}">
                  <a16:creationId xmlns:a16="http://schemas.microsoft.com/office/drawing/2014/main" id="{0D1E492D-E5C1-4ACA-8B3C-D02E79920D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734" y="4297362"/>
              <a:ext cx="11098" cy="4142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828" name="Shape 3149">
              <a:extLst>
                <a:ext uri="{FF2B5EF4-FFF2-40B4-BE49-F238E27FC236}">
                  <a16:creationId xmlns:a16="http://schemas.microsoft.com/office/drawing/2014/main" id="{C3209FFD-3542-4D4E-979A-7E1AEDCE90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52409" y="4364037"/>
              <a:ext cx="476013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328829" name="Shape 3150">
              <a:extLst>
                <a:ext uri="{FF2B5EF4-FFF2-40B4-BE49-F238E27FC236}">
                  <a16:creationId xmlns:a16="http://schemas.microsoft.com/office/drawing/2014/main" id="{5CE0D4AE-88AF-4470-81F5-AD5A3E49DB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734" y="4700587"/>
              <a:ext cx="6913742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830" name="Shape 3151">
              <a:extLst>
                <a:ext uri="{FF2B5EF4-FFF2-40B4-BE49-F238E27FC236}">
                  <a16:creationId xmlns:a16="http://schemas.microsoft.com/office/drawing/2014/main" id="{3A1285E1-608C-438D-9B49-41182C7DDF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734" y="4711701"/>
              <a:ext cx="11098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831" name="Shape 3152">
              <a:extLst>
                <a:ext uri="{FF2B5EF4-FFF2-40B4-BE49-F238E27FC236}">
                  <a16:creationId xmlns:a16="http://schemas.microsoft.com/office/drawing/2014/main" id="{EFA7D9B6-B143-4BAE-8210-189AFCC0FB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06" y="5113337"/>
              <a:ext cx="785976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832" name="Shape 3153">
              <a:extLst>
                <a:ext uri="{FF2B5EF4-FFF2-40B4-BE49-F238E27FC236}">
                  <a16:creationId xmlns:a16="http://schemas.microsoft.com/office/drawing/2014/main" id="{EC315803-902C-4CCB-8EA3-4440F9D50B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1828" y="4259262"/>
              <a:ext cx="780758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328833" name="Shape 3154">
              <a:extLst>
                <a:ext uri="{FF2B5EF4-FFF2-40B4-BE49-F238E27FC236}">
                  <a16:creationId xmlns:a16="http://schemas.microsoft.com/office/drawing/2014/main" id="{D570383D-2ECD-4125-8844-62FBFB5C02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775" y="5207002"/>
              <a:ext cx="22226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28834" name="Shape 3155">
              <a:extLst>
                <a:ext uri="{FF2B5EF4-FFF2-40B4-BE49-F238E27FC236}">
                  <a16:creationId xmlns:a16="http://schemas.microsoft.com/office/drawing/2014/main" id="{3F230EB0-B5C1-48C7-AF95-4F03D96CFE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734" y="5127627"/>
              <a:ext cx="11098" cy="362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835" name="Shape 3156">
              <a:extLst>
                <a:ext uri="{FF2B5EF4-FFF2-40B4-BE49-F238E27FC236}">
                  <a16:creationId xmlns:a16="http://schemas.microsoft.com/office/drawing/2014/main" id="{ED0CC3F4-6908-481E-86A9-BEB538D809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7484" y="5207002"/>
              <a:ext cx="269827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328836" name="Shape 3157">
              <a:extLst>
                <a:ext uri="{FF2B5EF4-FFF2-40B4-BE49-F238E27FC236}">
                  <a16:creationId xmlns:a16="http://schemas.microsoft.com/office/drawing/2014/main" id="{BEB28AC6-9065-41F8-9979-A6550048BC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19020" y="5207002"/>
              <a:ext cx="309357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328837" name="Shape 3158">
              <a:extLst>
                <a:ext uri="{FF2B5EF4-FFF2-40B4-BE49-F238E27FC236}">
                  <a16:creationId xmlns:a16="http://schemas.microsoft.com/office/drawing/2014/main" id="{B85835DE-A1EE-4FF3-9EF1-18B7B8B7F2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76115" y="52070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838" name="Shape 3159">
              <a:extLst>
                <a:ext uri="{FF2B5EF4-FFF2-40B4-BE49-F238E27FC236}">
                  <a16:creationId xmlns:a16="http://schemas.microsoft.com/office/drawing/2014/main" id="{9D66A9B3-54B4-4C12-BEDD-2C18180532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9120" y="52070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8839" name="Shape 3160">
              <a:extLst>
                <a:ext uri="{FF2B5EF4-FFF2-40B4-BE49-F238E27FC236}">
                  <a16:creationId xmlns:a16="http://schemas.microsoft.com/office/drawing/2014/main" id="{A60AB202-9697-426E-ABFF-B6FC66A7E2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10982" y="52070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840" name="Shape 3161">
              <a:extLst>
                <a:ext uri="{FF2B5EF4-FFF2-40B4-BE49-F238E27FC236}">
                  <a16:creationId xmlns:a16="http://schemas.microsoft.com/office/drawing/2014/main" id="{75BF89BE-6987-4CBB-BBC4-6FF6FC2804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37925" y="52070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841" name="Shape 3162">
              <a:extLst>
                <a:ext uri="{FF2B5EF4-FFF2-40B4-BE49-F238E27FC236}">
                  <a16:creationId xmlns:a16="http://schemas.microsoft.com/office/drawing/2014/main" id="{C3A32132-B97C-46A8-A0B1-D41E01763F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64867" y="52070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842" name="Shape 3163">
              <a:extLst>
                <a:ext uri="{FF2B5EF4-FFF2-40B4-BE49-F238E27FC236}">
                  <a16:creationId xmlns:a16="http://schemas.microsoft.com/office/drawing/2014/main" id="{7C871AFA-F902-45A7-A40E-6D7F8B96C0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3398" y="52070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843" name="Shape 3164">
              <a:extLst>
                <a:ext uri="{FF2B5EF4-FFF2-40B4-BE49-F238E27FC236}">
                  <a16:creationId xmlns:a16="http://schemas.microsoft.com/office/drawing/2014/main" id="{D6D3DD18-1A88-49E4-AC38-0E6EF255D2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20340" y="52070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844" name="Shape 3165">
              <a:extLst>
                <a:ext uri="{FF2B5EF4-FFF2-40B4-BE49-F238E27FC236}">
                  <a16:creationId xmlns:a16="http://schemas.microsoft.com/office/drawing/2014/main" id="{6A1EF18E-8A6B-4454-AC79-44C9A793DE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5694" y="52070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845" name="Shape 3166">
              <a:extLst>
                <a:ext uri="{FF2B5EF4-FFF2-40B4-BE49-F238E27FC236}">
                  <a16:creationId xmlns:a16="http://schemas.microsoft.com/office/drawing/2014/main" id="{2AC0F53B-9066-4CF0-A7FC-5A1A504987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63114" y="52070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846" name="Shape 3167">
              <a:extLst>
                <a:ext uri="{FF2B5EF4-FFF2-40B4-BE49-F238E27FC236}">
                  <a16:creationId xmlns:a16="http://schemas.microsoft.com/office/drawing/2014/main" id="{8B629F1D-3965-42B0-ACCB-8030D7ED39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2124" y="5481638"/>
              <a:ext cx="209361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328847" name="Shape 3168">
              <a:extLst>
                <a:ext uri="{FF2B5EF4-FFF2-40B4-BE49-F238E27FC236}">
                  <a16:creationId xmlns:a16="http://schemas.microsoft.com/office/drawing/2014/main" id="{BED54205-0630-4CB0-83FE-87095763A9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734" y="5489577"/>
              <a:ext cx="11098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848" name="Shape 3169">
              <a:extLst>
                <a:ext uri="{FF2B5EF4-FFF2-40B4-BE49-F238E27FC236}">
                  <a16:creationId xmlns:a16="http://schemas.microsoft.com/office/drawing/2014/main" id="{08B00F90-EC7D-4074-BFBD-E89FE230C1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9071" y="5481638"/>
              <a:ext cx="269827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328849" name="Shape 3170">
              <a:extLst>
                <a:ext uri="{FF2B5EF4-FFF2-40B4-BE49-F238E27FC236}">
                  <a16:creationId xmlns:a16="http://schemas.microsoft.com/office/drawing/2014/main" id="{BD290036-58C7-4BE0-B739-D713C6BE89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20606" y="5481638"/>
              <a:ext cx="309357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328850" name="Shape 3171">
              <a:extLst>
                <a:ext uri="{FF2B5EF4-FFF2-40B4-BE49-F238E27FC236}">
                  <a16:creationId xmlns:a16="http://schemas.microsoft.com/office/drawing/2014/main" id="{C51DAF1E-9507-43D4-BAE0-98C149B920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77701" y="5481638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8851" name="Shape 3172">
              <a:extLst>
                <a:ext uri="{FF2B5EF4-FFF2-40B4-BE49-F238E27FC236}">
                  <a16:creationId xmlns:a16="http://schemas.microsoft.com/office/drawing/2014/main" id="{8F866CB6-EA4D-424E-919E-5DB94F6E4E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9120" y="5481638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8852" name="Shape 3173">
              <a:extLst>
                <a:ext uri="{FF2B5EF4-FFF2-40B4-BE49-F238E27FC236}">
                  <a16:creationId xmlns:a16="http://schemas.microsoft.com/office/drawing/2014/main" id="{C0A8E4D3-8F6A-4916-9343-548E2CBAEA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12570" y="5481638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853" name="Shape 3174">
              <a:extLst>
                <a:ext uri="{FF2B5EF4-FFF2-40B4-BE49-F238E27FC236}">
                  <a16:creationId xmlns:a16="http://schemas.microsoft.com/office/drawing/2014/main" id="{0C1DB9F0-0B36-4C57-B570-E78B788529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39512" y="5481638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854" name="Shape 3175">
              <a:extLst>
                <a:ext uri="{FF2B5EF4-FFF2-40B4-BE49-F238E27FC236}">
                  <a16:creationId xmlns:a16="http://schemas.microsoft.com/office/drawing/2014/main" id="{237997AB-4C63-4BE5-A188-4C53083D1E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66455" y="5481638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8855" name="Shape 3176">
              <a:extLst>
                <a:ext uri="{FF2B5EF4-FFF2-40B4-BE49-F238E27FC236}">
                  <a16:creationId xmlns:a16="http://schemas.microsoft.com/office/drawing/2014/main" id="{6BE382F7-EA8D-49DF-AD78-6FBD62DDEA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3398" y="5481638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856" name="Shape 3177">
              <a:extLst>
                <a:ext uri="{FF2B5EF4-FFF2-40B4-BE49-F238E27FC236}">
                  <a16:creationId xmlns:a16="http://schemas.microsoft.com/office/drawing/2014/main" id="{6BBA12CE-52D8-42C3-AED3-AE8B2AE77E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20340" y="5481638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857" name="Shape 3178">
              <a:extLst>
                <a:ext uri="{FF2B5EF4-FFF2-40B4-BE49-F238E27FC236}">
                  <a16:creationId xmlns:a16="http://schemas.microsoft.com/office/drawing/2014/main" id="{7C9DF2C0-1FEF-4E42-A40C-788A88CD30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7283" y="5481638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8858" name="Shape 3179">
              <a:extLst>
                <a:ext uri="{FF2B5EF4-FFF2-40B4-BE49-F238E27FC236}">
                  <a16:creationId xmlns:a16="http://schemas.microsoft.com/office/drawing/2014/main" id="{F31347AA-9BAD-402B-89AC-E3C79ACC31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63114" y="5481638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859" name="Shape 3180">
              <a:extLst>
                <a:ext uri="{FF2B5EF4-FFF2-40B4-BE49-F238E27FC236}">
                  <a16:creationId xmlns:a16="http://schemas.microsoft.com/office/drawing/2014/main" id="{9ADAF332-D664-4329-97F0-D3DA1BEBD5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2124" y="5753102"/>
              <a:ext cx="209361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28860" name="Shape 3181">
              <a:extLst>
                <a:ext uri="{FF2B5EF4-FFF2-40B4-BE49-F238E27FC236}">
                  <a16:creationId xmlns:a16="http://schemas.microsoft.com/office/drawing/2014/main" id="{5FA065F8-909F-45AC-B380-E13E15C875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734" y="5741989"/>
              <a:ext cx="11098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861" name="Shape 3182">
              <a:extLst>
                <a:ext uri="{FF2B5EF4-FFF2-40B4-BE49-F238E27FC236}">
                  <a16:creationId xmlns:a16="http://schemas.microsoft.com/office/drawing/2014/main" id="{C0540428-14A5-4C01-B4DE-B6F97AFA5E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9071" y="5753102"/>
              <a:ext cx="269827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328862" name="Shape 3183">
              <a:extLst>
                <a:ext uri="{FF2B5EF4-FFF2-40B4-BE49-F238E27FC236}">
                  <a16:creationId xmlns:a16="http://schemas.microsoft.com/office/drawing/2014/main" id="{025B9AD8-0AAD-42A6-ABA6-7823D0EFFD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20606" y="5753102"/>
              <a:ext cx="309357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328863" name="Shape 3184">
              <a:extLst>
                <a:ext uri="{FF2B5EF4-FFF2-40B4-BE49-F238E27FC236}">
                  <a16:creationId xmlns:a16="http://schemas.microsoft.com/office/drawing/2014/main" id="{36F92EEE-7577-416B-9B06-EEB18C8FF6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77701" y="57531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8864" name="Shape 3185">
              <a:extLst>
                <a:ext uri="{FF2B5EF4-FFF2-40B4-BE49-F238E27FC236}">
                  <a16:creationId xmlns:a16="http://schemas.microsoft.com/office/drawing/2014/main" id="{BC779B2E-10C4-4CA1-ABB5-14DADBEAC8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9120" y="57531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865" name="Shape 3186">
              <a:extLst>
                <a:ext uri="{FF2B5EF4-FFF2-40B4-BE49-F238E27FC236}">
                  <a16:creationId xmlns:a16="http://schemas.microsoft.com/office/drawing/2014/main" id="{D929536C-BDF4-4FA1-9BDA-C9080F2E84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12570" y="57531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8866" name="Shape 3187">
              <a:extLst>
                <a:ext uri="{FF2B5EF4-FFF2-40B4-BE49-F238E27FC236}">
                  <a16:creationId xmlns:a16="http://schemas.microsoft.com/office/drawing/2014/main" id="{B7DCC781-73B0-4862-8A87-4D9C8E6E34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39512" y="57531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867" name="Shape 3188">
              <a:extLst>
                <a:ext uri="{FF2B5EF4-FFF2-40B4-BE49-F238E27FC236}">
                  <a16:creationId xmlns:a16="http://schemas.microsoft.com/office/drawing/2014/main" id="{28386AD9-65A8-47F5-8122-00615BCBD8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66455" y="57531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868" name="Shape 3189">
              <a:extLst>
                <a:ext uri="{FF2B5EF4-FFF2-40B4-BE49-F238E27FC236}">
                  <a16:creationId xmlns:a16="http://schemas.microsoft.com/office/drawing/2014/main" id="{3B3E3A2A-0513-4481-B978-48FEC54B1A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3398" y="57531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8869" name="Shape 3190">
              <a:extLst>
                <a:ext uri="{FF2B5EF4-FFF2-40B4-BE49-F238E27FC236}">
                  <a16:creationId xmlns:a16="http://schemas.microsoft.com/office/drawing/2014/main" id="{89DD2476-F4FD-49EA-B52E-76234FFB13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20340" y="57531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870" name="Shape 3191">
              <a:extLst>
                <a:ext uri="{FF2B5EF4-FFF2-40B4-BE49-F238E27FC236}">
                  <a16:creationId xmlns:a16="http://schemas.microsoft.com/office/drawing/2014/main" id="{F22B0FAF-7EDF-4B39-B6F7-67FE7A7D26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7283" y="57531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871" name="Shape 3192">
              <a:extLst>
                <a:ext uri="{FF2B5EF4-FFF2-40B4-BE49-F238E27FC236}">
                  <a16:creationId xmlns:a16="http://schemas.microsoft.com/office/drawing/2014/main" id="{E8DFAF5C-02C2-4424-8BFD-79DD03D68B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63114" y="5753102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872" name="Shape 3193">
              <a:extLst>
                <a:ext uri="{FF2B5EF4-FFF2-40B4-BE49-F238E27FC236}">
                  <a16:creationId xmlns:a16="http://schemas.microsoft.com/office/drawing/2014/main" id="{43CE66F8-58B5-4E91-A7AC-A14567442B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775" y="6027739"/>
              <a:ext cx="22226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28873" name="Shape 3194">
              <a:extLst>
                <a:ext uri="{FF2B5EF4-FFF2-40B4-BE49-F238E27FC236}">
                  <a16:creationId xmlns:a16="http://schemas.microsoft.com/office/drawing/2014/main" id="{18400182-9285-46F6-ACBA-94715B9BFE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734" y="6021389"/>
              <a:ext cx="11098" cy="315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874" name="Shape 3195">
              <a:extLst>
                <a:ext uri="{FF2B5EF4-FFF2-40B4-BE49-F238E27FC236}">
                  <a16:creationId xmlns:a16="http://schemas.microsoft.com/office/drawing/2014/main" id="{70BE90FC-6988-4BE7-BE01-F6A1887362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7484" y="6027739"/>
              <a:ext cx="269827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328875" name="Shape 3196">
              <a:extLst>
                <a:ext uri="{FF2B5EF4-FFF2-40B4-BE49-F238E27FC236}">
                  <a16:creationId xmlns:a16="http://schemas.microsoft.com/office/drawing/2014/main" id="{6B3CA08D-8B8D-40C1-9144-F01EEFF45A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19020" y="6027739"/>
              <a:ext cx="309357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328876" name="Shape 3197">
              <a:extLst>
                <a:ext uri="{FF2B5EF4-FFF2-40B4-BE49-F238E27FC236}">
                  <a16:creationId xmlns:a16="http://schemas.microsoft.com/office/drawing/2014/main" id="{70DDFBE2-81FD-46B9-8746-68E00DAADD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76115" y="60277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877" name="Shape 3198">
              <a:extLst>
                <a:ext uri="{FF2B5EF4-FFF2-40B4-BE49-F238E27FC236}">
                  <a16:creationId xmlns:a16="http://schemas.microsoft.com/office/drawing/2014/main" id="{7ECC6979-E544-4AA3-900B-2F599FDF35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9120" y="60277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878" name="Shape 3199">
              <a:extLst>
                <a:ext uri="{FF2B5EF4-FFF2-40B4-BE49-F238E27FC236}">
                  <a16:creationId xmlns:a16="http://schemas.microsoft.com/office/drawing/2014/main" id="{066CEE76-DA50-4584-9C4A-93B1FC0E89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10982" y="60277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879" name="Shape 3200">
              <a:extLst>
                <a:ext uri="{FF2B5EF4-FFF2-40B4-BE49-F238E27FC236}">
                  <a16:creationId xmlns:a16="http://schemas.microsoft.com/office/drawing/2014/main" id="{9945133B-B812-4580-A4C0-75E213B233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37925" y="60277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8880" name="Shape 3201">
              <a:extLst>
                <a:ext uri="{FF2B5EF4-FFF2-40B4-BE49-F238E27FC236}">
                  <a16:creationId xmlns:a16="http://schemas.microsoft.com/office/drawing/2014/main" id="{6301B231-515B-4B83-B56A-0272A7AAD5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64867" y="60277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881" name="Shape 3202">
              <a:extLst>
                <a:ext uri="{FF2B5EF4-FFF2-40B4-BE49-F238E27FC236}">
                  <a16:creationId xmlns:a16="http://schemas.microsoft.com/office/drawing/2014/main" id="{0BD50DE3-4B17-4497-B4CE-38211D7608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3398" y="60277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882" name="Shape 3203">
              <a:extLst>
                <a:ext uri="{FF2B5EF4-FFF2-40B4-BE49-F238E27FC236}">
                  <a16:creationId xmlns:a16="http://schemas.microsoft.com/office/drawing/2014/main" id="{44D25412-6CFB-472F-B751-93678F8623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20340" y="60277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8883" name="Shape 3204">
              <a:extLst>
                <a:ext uri="{FF2B5EF4-FFF2-40B4-BE49-F238E27FC236}">
                  <a16:creationId xmlns:a16="http://schemas.microsoft.com/office/drawing/2014/main" id="{54A77990-13D7-4D3E-98C9-B19E3A1FE9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5694" y="60277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884" name="Shape 3205">
              <a:extLst>
                <a:ext uri="{FF2B5EF4-FFF2-40B4-BE49-F238E27FC236}">
                  <a16:creationId xmlns:a16="http://schemas.microsoft.com/office/drawing/2014/main" id="{23193941-6F2E-45A7-8608-E64233D691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06" y="6348414"/>
              <a:ext cx="785976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885" name="Shape 3206">
              <a:extLst>
                <a:ext uri="{FF2B5EF4-FFF2-40B4-BE49-F238E27FC236}">
                  <a16:creationId xmlns:a16="http://schemas.microsoft.com/office/drawing/2014/main" id="{6C590AC1-103F-47E2-919C-4A38709E21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63114" y="60277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cxnSp>
          <p:nvCxnSpPr>
            <p:cNvPr id="328886" name="Shape 3207">
              <a:extLst>
                <a:ext uri="{FF2B5EF4-FFF2-40B4-BE49-F238E27FC236}">
                  <a16:creationId xmlns:a16="http://schemas.microsoft.com/office/drawing/2014/main" id="{483CB037-6DE4-4EDE-B4FB-EE425B68419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96868" y="3879851"/>
              <a:ext cx="0" cy="247170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8887" name="Shape 3208">
              <a:extLst>
                <a:ext uri="{FF2B5EF4-FFF2-40B4-BE49-F238E27FC236}">
                  <a16:creationId xmlns:a16="http://schemas.microsoft.com/office/drawing/2014/main" id="{81ABF9CF-546B-4FF2-9B97-4222CE90E64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53860" y="3894138"/>
              <a:ext cx="0" cy="2443201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8888" name="Shape 3209">
              <a:extLst>
                <a:ext uri="{FF2B5EF4-FFF2-40B4-BE49-F238E27FC236}">
                  <a16:creationId xmlns:a16="http://schemas.microsoft.com/office/drawing/2014/main" id="{33D9575D-3C54-4F02-ABA4-C1B230F0082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725385" y="4337051"/>
              <a:ext cx="1728585" cy="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8889" name="Shape 3210">
              <a:extLst>
                <a:ext uri="{FF2B5EF4-FFF2-40B4-BE49-F238E27FC236}">
                  <a16:creationId xmlns:a16="http://schemas.microsoft.com/office/drawing/2014/main" id="{D2835055-8AD7-45AD-A881-C1E75A5EC8D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639277" y="3865563"/>
              <a:ext cx="0" cy="251460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28890" name="Shape 3211">
              <a:extLst>
                <a:ext uri="{FF2B5EF4-FFF2-40B4-BE49-F238E27FC236}">
                  <a16:creationId xmlns:a16="http://schemas.microsoft.com/office/drawing/2014/main" id="{C29F74B1-823A-41BF-9AC3-5A49C98626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0238" y="4735513"/>
              <a:ext cx="512762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28891" name="Shape 3212">
              <a:extLst>
                <a:ext uri="{FF2B5EF4-FFF2-40B4-BE49-F238E27FC236}">
                  <a16:creationId xmlns:a16="http://schemas.microsoft.com/office/drawing/2014/main" id="{F8D7B274-5E24-47DF-84BA-149EC80F46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7963" y="4765675"/>
              <a:ext cx="5111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28892" name="Shape 3213">
              <a:extLst>
                <a:ext uri="{FF2B5EF4-FFF2-40B4-BE49-F238E27FC236}">
                  <a16:creationId xmlns:a16="http://schemas.microsoft.com/office/drawing/2014/main" id="{40E040D6-A317-4F47-8C54-9113A9908C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363" y="4749800"/>
              <a:ext cx="5111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</p:grpSp>
      <p:grpSp>
        <p:nvGrpSpPr>
          <p:cNvPr id="328706" name="Group 1">
            <a:extLst>
              <a:ext uri="{FF2B5EF4-FFF2-40B4-BE49-F238E27FC236}">
                <a16:creationId xmlns:a16="http://schemas.microsoft.com/office/drawing/2014/main" id="{C7AB0C17-8D75-4E9F-BAF5-466730EEED71}"/>
              </a:ext>
            </a:extLst>
          </p:cNvPr>
          <p:cNvGrpSpPr>
            <a:grpSpLocks/>
          </p:cNvGrpSpPr>
          <p:nvPr/>
        </p:nvGrpSpPr>
        <p:grpSpPr bwMode="auto">
          <a:xfrm>
            <a:off x="633413" y="766763"/>
            <a:ext cx="8181975" cy="2066925"/>
            <a:chOff x="633413" y="1682750"/>
            <a:chExt cx="8181975" cy="2066925"/>
          </a:xfrm>
        </p:grpSpPr>
        <p:sp>
          <p:nvSpPr>
            <p:cNvPr id="328710" name="Shape 3214">
              <a:extLst>
                <a:ext uri="{FF2B5EF4-FFF2-40B4-BE49-F238E27FC236}">
                  <a16:creationId xmlns:a16="http://schemas.microsoft.com/office/drawing/2014/main" id="{2F61DE66-A29D-4D87-B13B-BF798A5283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1692275"/>
              <a:ext cx="9525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711" name="Shape 3215">
              <a:extLst>
                <a:ext uri="{FF2B5EF4-FFF2-40B4-BE49-F238E27FC236}">
                  <a16:creationId xmlns:a16="http://schemas.microsoft.com/office/drawing/2014/main" id="{E51727E8-57EF-4A8C-80E9-92917C3035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1692275"/>
              <a:ext cx="11113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712" name="Shape 3216">
              <a:extLst>
                <a:ext uri="{FF2B5EF4-FFF2-40B4-BE49-F238E27FC236}">
                  <a16:creationId xmlns:a16="http://schemas.microsoft.com/office/drawing/2014/main" id="{3CB5D423-CCCD-4A77-9D99-F699BA07C0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2638" y="1865313"/>
              <a:ext cx="730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328713" name="Shape 3217">
              <a:extLst>
                <a:ext uri="{FF2B5EF4-FFF2-40B4-BE49-F238E27FC236}">
                  <a16:creationId xmlns:a16="http://schemas.microsoft.com/office/drawing/2014/main" id="{7A6C68C9-1E63-4576-9A0B-F00CB62118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1692275"/>
              <a:ext cx="11113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714" name="Shape 3218">
              <a:extLst>
                <a:ext uri="{FF2B5EF4-FFF2-40B4-BE49-F238E27FC236}">
                  <a16:creationId xmlns:a16="http://schemas.microsoft.com/office/drawing/2014/main" id="{4C1DF7F3-7EA2-4971-8665-9A1C873F73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4375" y="1816100"/>
              <a:ext cx="9779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328715" name="Shape 3219">
              <a:extLst>
                <a:ext uri="{FF2B5EF4-FFF2-40B4-BE49-F238E27FC236}">
                  <a16:creationId xmlns:a16="http://schemas.microsoft.com/office/drawing/2014/main" id="{CF2D7C16-DA36-4C1A-A41E-DF390DB43D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1692275"/>
              <a:ext cx="11113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716" name="Shape 3220">
              <a:extLst>
                <a:ext uri="{FF2B5EF4-FFF2-40B4-BE49-F238E27FC236}">
                  <a16:creationId xmlns:a16="http://schemas.microsoft.com/office/drawing/2014/main" id="{B8FC1939-5946-4B7D-98CB-E68F4617E9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2116138"/>
              <a:ext cx="7215188" cy="111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717" name="Shape 3221">
              <a:extLst>
                <a:ext uri="{FF2B5EF4-FFF2-40B4-BE49-F238E27FC236}">
                  <a16:creationId xmlns:a16="http://schemas.microsoft.com/office/drawing/2014/main" id="{7C8BB5C9-6CD3-4FD5-AC7A-51082E8CF3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2105025"/>
              <a:ext cx="9525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718" name="Shape 3222">
              <a:extLst>
                <a:ext uri="{FF2B5EF4-FFF2-40B4-BE49-F238E27FC236}">
                  <a16:creationId xmlns:a16="http://schemas.microsoft.com/office/drawing/2014/main" id="{CF143ABB-270E-4666-BBC5-2E011122C2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88013" y="1816100"/>
              <a:ext cx="7810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328719" name="Shape 3223">
              <a:extLst>
                <a:ext uri="{FF2B5EF4-FFF2-40B4-BE49-F238E27FC236}">
                  <a16:creationId xmlns:a16="http://schemas.microsoft.com/office/drawing/2014/main" id="{4BCF85D7-7A1A-44C8-9A1B-B6F3D5C1BC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2105025"/>
              <a:ext cx="11113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720" name="Shape 3224">
              <a:extLst>
                <a:ext uri="{FF2B5EF4-FFF2-40B4-BE49-F238E27FC236}">
                  <a16:creationId xmlns:a16="http://schemas.microsoft.com/office/drawing/2014/main" id="{CE4EB44A-D544-4FDB-999C-88B25BF3AE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2105025"/>
              <a:ext cx="11113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721" name="Shape 3225">
              <a:extLst>
                <a:ext uri="{FF2B5EF4-FFF2-40B4-BE49-F238E27FC236}">
                  <a16:creationId xmlns:a16="http://schemas.microsoft.com/office/drawing/2014/main" id="{1605FCF6-9AAE-42EF-B54E-E274F433AA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2105025"/>
              <a:ext cx="11113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722" name="Shape 3226">
              <a:extLst>
                <a:ext uri="{FF2B5EF4-FFF2-40B4-BE49-F238E27FC236}">
                  <a16:creationId xmlns:a16="http://schemas.microsoft.com/office/drawing/2014/main" id="{DACBE61C-B942-4D6A-8E3C-02566FCEB2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5638" y="2527300"/>
              <a:ext cx="8159750" cy="1111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723" name="Shape 3227">
              <a:extLst>
                <a:ext uri="{FF2B5EF4-FFF2-40B4-BE49-F238E27FC236}">
                  <a16:creationId xmlns:a16="http://schemas.microsoft.com/office/drawing/2014/main" id="{D1807847-3DDD-4914-935D-D1DD1EA09D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2519363"/>
              <a:ext cx="9525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724" name="Shape 3228">
              <a:extLst>
                <a:ext uri="{FF2B5EF4-FFF2-40B4-BE49-F238E27FC236}">
                  <a16:creationId xmlns:a16="http://schemas.microsoft.com/office/drawing/2014/main" id="{29B9A056-5694-4192-9FBE-99A69F550B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8050" y="2173288"/>
              <a:ext cx="476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328725" name="Shape 3229">
              <a:extLst>
                <a:ext uri="{FF2B5EF4-FFF2-40B4-BE49-F238E27FC236}">
                  <a16:creationId xmlns:a16="http://schemas.microsoft.com/office/drawing/2014/main" id="{E05D25E7-ADF9-4D1F-B55C-6B07833D2A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2519363"/>
              <a:ext cx="11113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726" name="Shape 3230">
              <a:extLst>
                <a:ext uri="{FF2B5EF4-FFF2-40B4-BE49-F238E27FC236}">
                  <a16:creationId xmlns:a16="http://schemas.microsoft.com/office/drawing/2014/main" id="{38F5504F-2789-43FF-A675-70B0D1E0B8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5050" y="26177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28727" name="Shape 3231">
              <a:extLst>
                <a:ext uri="{FF2B5EF4-FFF2-40B4-BE49-F238E27FC236}">
                  <a16:creationId xmlns:a16="http://schemas.microsoft.com/office/drawing/2014/main" id="{44DA8FD2-9890-4CE1-B6E8-38F8852535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338" y="26177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28728" name="Shape 3232">
              <a:extLst>
                <a:ext uri="{FF2B5EF4-FFF2-40B4-BE49-F238E27FC236}">
                  <a16:creationId xmlns:a16="http://schemas.microsoft.com/office/drawing/2014/main" id="{3A3363A3-2947-40BA-850A-5076F3456C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2519363"/>
              <a:ext cx="11113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729" name="Shape 3233">
              <a:extLst>
                <a:ext uri="{FF2B5EF4-FFF2-40B4-BE49-F238E27FC236}">
                  <a16:creationId xmlns:a16="http://schemas.microsoft.com/office/drawing/2014/main" id="{1B18FDAC-4267-4D36-911D-49721B0077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6063" y="2617788"/>
              <a:ext cx="2095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328730" name="Shape 3234">
              <a:extLst>
                <a:ext uri="{FF2B5EF4-FFF2-40B4-BE49-F238E27FC236}">
                  <a16:creationId xmlns:a16="http://schemas.microsoft.com/office/drawing/2014/main" id="{88F92DA8-6225-4B17-AB1C-162D81E67E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7600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731" name="Shape 3235">
              <a:extLst>
                <a:ext uri="{FF2B5EF4-FFF2-40B4-BE49-F238E27FC236}">
                  <a16:creationId xmlns:a16="http://schemas.microsoft.com/office/drawing/2014/main" id="{9B0154CA-7E7C-431F-871F-7C8607B7D2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35475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732" name="Shape 3236">
              <a:extLst>
                <a:ext uri="{FF2B5EF4-FFF2-40B4-BE49-F238E27FC236}">
                  <a16:creationId xmlns:a16="http://schemas.microsoft.com/office/drawing/2014/main" id="{51EF9106-248B-4DA5-86FE-18FCBE6916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1763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733" name="Shape 3237">
              <a:extLst>
                <a:ext uri="{FF2B5EF4-FFF2-40B4-BE49-F238E27FC236}">
                  <a16:creationId xmlns:a16="http://schemas.microsoft.com/office/drawing/2014/main" id="{5B52D631-3185-4202-94D3-6B3EA63916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7100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734" name="Shape 3238">
              <a:extLst>
                <a:ext uri="{FF2B5EF4-FFF2-40B4-BE49-F238E27FC236}">
                  <a16:creationId xmlns:a16="http://schemas.microsoft.com/office/drawing/2014/main" id="{CCC2ED2B-7794-4B65-B970-CA37B5FA02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4975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735" name="Shape 3239">
              <a:extLst>
                <a:ext uri="{FF2B5EF4-FFF2-40B4-BE49-F238E27FC236}">
                  <a16:creationId xmlns:a16="http://schemas.microsoft.com/office/drawing/2014/main" id="{25A263CB-25AA-4768-A3B0-4343510E2F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59675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736" name="Shape 3240">
              <a:extLst>
                <a:ext uri="{FF2B5EF4-FFF2-40B4-BE49-F238E27FC236}">
                  <a16:creationId xmlns:a16="http://schemas.microsoft.com/office/drawing/2014/main" id="{4C434C4F-26DF-4ECA-AE6B-728036C0A2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2519363"/>
              <a:ext cx="11113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737" name="Shape 3241">
              <a:extLst>
                <a:ext uri="{FF2B5EF4-FFF2-40B4-BE49-F238E27FC236}">
                  <a16:creationId xmlns:a16="http://schemas.microsoft.com/office/drawing/2014/main" id="{5973620B-287F-4271-BC70-381F20BF97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2881313"/>
              <a:ext cx="9525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738" name="Shape 3242">
              <a:extLst>
                <a:ext uri="{FF2B5EF4-FFF2-40B4-BE49-F238E27FC236}">
                  <a16:creationId xmlns:a16="http://schemas.microsoft.com/office/drawing/2014/main" id="{9D07A69D-5F6C-4327-8C07-48B00A3F11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8025" y="26177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739" name="Shape 3243">
              <a:extLst>
                <a:ext uri="{FF2B5EF4-FFF2-40B4-BE49-F238E27FC236}">
                  <a16:creationId xmlns:a16="http://schemas.microsoft.com/office/drawing/2014/main" id="{D76A0FB3-EF20-4148-BFB1-AEC9F77C57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2881313"/>
              <a:ext cx="11113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740" name="Shape 3244">
              <a:extLst>
                <a:ext uri="{FF2B5EF4-FFF2-40B4-BE49-F238E27FC236}">
                  <a16:creationId xmlns:a16="http://schemas.microsoft.com/office/drawing/2014/main" id="{566FF629-37B3-4D1F-B423-E622B16DB6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9813" y="2889250"/>
              <a:ext cx="2095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328741" name="Shape 3245">
              <a:extLst>
                <a:ext uri="{FF2B5EF4-FFF2-40B4-BE49-F238E27FC236}">
                  <a16:creationId xmlns:a16="http://schemas.microsoft.com/office/drawing/2014/main" id="{2C9D7102-6A8A-455E-94C5-527B4095A5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44688" y="2889250"/>
              <a:ext cx="2095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28742" name="Shape 3246">
              <a:extLst>
                <a:ext uri="{FF2B5EF4-FFF2-40B4-BE49-F238E27FC236}">
                  <a16:creationId xmlns:a16="http://schemas.microsoft.com/office/drawing/2014/main" id="{543A15A7-67A9-4EBF-8B75-98D7FAF3DE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2881313"/>
              <a:ext cx="11113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743" name="Shape 3247">
              <a:extLst>
                <a:ext uri="{FF2B5EF4-FFF2-40B4-BE49-F238E27FC236}">
                  <a16:creationId xmlns:a16="http://schemas.microsoft.com/office/drawing/2014/main" id="{16F4B5F6-8A83-4BC3-823E-EE19D645B1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9238" y="2889250"/>
              <a:ext cx="2095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28744" name="Shape 3248">
              <a:extLst>
                <a:ext uri="{FF2B5EF4-FFF2-40B4-BE49-F238E27FC236}">
                  <a16:creationId xmlns:a16="http://schemas.microsoft.com/office/drawing/2014/main" id="{5013B166-23A4-4590-91EC-0623C5A9E8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9188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745" name="Shape 3249">
              <a:extLst>
                <a:ext uri="{FF2B5EF4-FFF2-40B4-BE49-F238E27FC236}">
                  <a16:creationId xmlns:a16="http://schemas.microsoft.com/office/drawing/2014/main" id="{BC9EE6ED-2B9C-4935-BB86-58EC3ABFE6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38650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746" name="Shape 3250">
              <a:extLst>
                <a:ext uri="{FF2B5EF4-FFF2-40B4-BE49-F238E27FC236}">
                  <a16:creationId xmlns:a16="http://schemas.microsoft.com/office/drawing/2014/main" id="{5399F80B-23A8-4C8C-BDA1-5CFB9DFC37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3350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8747" name="Shape 3251">
              <a:extLst>
                <a:ext uri="{FF2B5EF4-FFF2-40B4-BE49-F238E27FC236}">
                  <a16:creationId xmlns:a16="http://schemas.microsoft.com/office/drawing/2014/main" id="{897D21BC-08CE-4C11-AE10-826C150F3E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8688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748" name="Shape 3252">
              <a:extLst>
                <a:ext uri="{FF2B5EF4-FFF2-40B4-BE49-F238E27FC236}">
                  <a16:creationId xmlns:a16="http://schemas.microsoft.com/office/drawing/2014/main" id="{CEE3F4D5-BE0F-441E-8FFD-38C3854CBC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6563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749" name="Shape 3253">
              <a:extLst>
                <a:ext uri="{FF2B5EF4-FFF2-40B4-BE49-F238E27FC236}">
                  <a16:creationId xmlns:a16="http://schemas.microsoft.com/office/drawing/2014/main" id="{7034B57B-ADBC-47A0-8524-D0C3AE1423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2850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8750" name="Shape 3254">
              <a:extLst>
                <a:ext uri="{FF2B5EF4-FFF2-40B4-BE49-F238E27FC236}">
                  <a16:creationId xmlns:a16="http://schemas.microsoft.com/office/drawing/2014/main" id="{6A787BB0-0B87-4131-8E6E-F4B21DCF08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2881313"/>
              <a:ext cx="11113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751" name="Shape 3255">
              <a:extLst>
                <a:ext uri="{FF2B5EF4-FFF2-40B4-BE49-F238E27FC236}">
                  <a16:creationId xmlns:a16="http://schemas.microsoft.com/office/drawing/2014/main" id="{F1801E21-8803-4125-9435-93A4DE00F9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3155950"/>
              <a:ext cx="9525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752" name="Shape 3256">
              <a:extLst>
                <a:ext uri="{FF2B5EF4-FFF2-40B4-BE49-F238E27FC236}">
                  <a16:creationId xmlns:a16="http://schemas.microsoft.com/office/drawing/2014/main" id="{AAB18C87-2A56-49E5-B521-17F4641C2C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9613" y="2889250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753" name="Shape 3257">
              <a:extLst>
                <a:ext uri="{FF2B5EF4-FFF2-40B4-BE49-F238E27FC236}">
                  <a16:creationId xmlns:a16="http://schemas.microsoft.com/office/drawing/2014/main" id="{77387E50-0250-4068-83CA-4FB71EF6BE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3155950"/>
              <a:ext cx="11113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754" name="Shape 3258">
              <a:extLst>
                <a:ext uri="{FF2B5EF4-FFF2-40B4-BE49-F238E27FC236}">
                  <a16:creationId xmlns:a16="http://schemas.microsoft.com/office/drawing/2014/main" id="{C54F3EFF-0C93-4CBB-88F8-E0BAAD751F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9813" y="3163888"/>
              <a:ext cx="2095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28755" name="Shape 3259">
              <a:extLst>
                <a:ext uri="{FF2B5EF4-FFF2-40B4-BE49-F238E27FC236}">
                  <a16:creationId xmlns:a16="http://schemas.microsoft.com/office/drawing/2014/main" id="{C6CF5915-6B71-42E2-B417-D94A6BF04A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338" y="31638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28756" name="Shape 3260">
              <a:extLst>
                <a:ext uri="{FF2B5EF4-FFF2-40B4-BE49-F238E27FC236}">
                  <a16:creationId xmlns:a16="http://schemas.microsoft.com/office/drawing/2014/main" id="{F28CBC4E-C2F9-4E5F-B37D-5AEA4D8B96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3155950"/>
              <a:ext cx="11113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757" name="Shape 3261">
              <a:extLst>
                <a:ext uri="{FF2B5EF4-FFF2-40B4-BE49-F238E27FC236}">
                  <a16:creationId xmlns:a16="http://schemas.microsoft.com/office/drawing/2014/main" id="{5BC9B2B2-6A62-48BA-BDEB-6299443B25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1300" y="31638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28758" name="Shape 3262">
              <a:extLst>
                <a:ext uri="{FF2B5EF4-FFF2-40B4-BE49-F238E27FC236}">
                  <a16:creationId xmlns:a16="http://schemas.microsoft.com/office/drawing/2014/main" id="{2F9251DF-7BDF-41AA-B548-E07CE4394A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7600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8759" name="Shape 3263">
              <a:extLst>
                <a:ext uri="{FF2B5EF4-FFF2-40B4-BE49-F238E27FC236}">
                  <a16:creationId xmlns:a16="http://schemas.microsoft.com/office/drawing/2014/main" id="{BD34E12C-D916-4555-838F-D863D49C8A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35475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760" name="Shape 3264">
              <a:extLst>
                <a:ext uri="{FF2B5EF4-FFF2-40B4-BE49-F238E27FC236}">
                  <a16:creationId xmlns:a16="http://schemas.microsoft.com/office/drawing/2014/main" id="{AF9CB493-2620-412A-9853-AA9DA50F0D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1763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761" name="Shape 3265">
              <a:extLst>
                <a:ext uri="{FF2B5EF4-FFF2-40B4-BE49-F238E27FC236}">
                  <a16:creationId xmlns:a16="http://schemas.microsoft.com/office/drawing/2014/main" id="{996EAD9B-1A17-4F75-ABCD-890CDC46FA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7100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8762" name="Shape 3266">
              <a:extLst>
                <a:ext uri="{FF2B5EF4-FFF2-40B4-BE49-F238E27FC236}">
                  <a16:creationId xmlns:a16="http://schemas.microsoft.com/office/drawing/2014/main" id="{08AD7FAA-67A6-4C47-AF61-659C870D5B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4975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763" name="Shape 3267">
              <a:extLst>
                <a:ext uri="{FF2B5EF4-FFF2-40B4-BE49-F238E27FC236}">
                  <a16:creationId xmlns:a16="http://schemas.microsoft.com/office/drawing/2014/main" id="{948E335B-49C6-474E-BBF3-A32960EBF3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59675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764" name="Shape 3268">
              <a:extLst>
                <a:ext uri="{FF2B5EF4-FFF2-40B4-BE49-F238E27FC236}">
                  <a16:creationId xmlns:a16="http://schemas.microsoft.com/office/drawing/2014/main" id="{A3437E1D-BB58-48B9-80DE-D1225FF089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3155950"/>
              <a:ext cx="11113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765" name="Shape 3269">
              <a:extLst>
                <a:ext uri="{FF2B5EF4-FFF2-40B4-BE49-F238E27FC236}">
                  <a16:creationId xmlns:a16="http://schemas.microsoft.com/office/drawing/2014/main" id="{CCB4F355-DA08-4073-B36D-F0C6BF27BC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3" y="3433763"/>
              <a:ext cx="9525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766" name="Shape 3270">
              <a:extLst>
                <a:ext uri="{FF2B5EF4-FFF2-40B4-BE49-F238E27FC236}">
                  <a16:creationId xmlns:a16="http://schemas.microsoft.com/office/drawing/2014/main" id="{940DE483-1AE8-4F93-9592-568441B9F4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8025" y="3163888"/>
              <a:ext cx="1714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767" name="Shape 3271">
              <a:extLst>
                <a:ext uri="{FF2B5EF4-FFF2-40B4-BE49-F238E27FC236}">
                  <a16:creationId xmlns:a16="http://schemas.microsoft.com/office/drawing/2014/main" id="{E02E459B-BCAB-4507-84A6-107ABF823B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850" y="3433763"/>
              <a:ext cx="11113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768" name="Shape 3272">
              <a:extLst>
                <a:ext uri="{FF2B5EF4-FFF2-40B4-BE49-F238E27FC236}">
                  <a16:creationId xmlns:a16="http://schemas.microsoft.com/office/drawing/2014/main" id="{CCBC2352-7D7F-49E2-A37D-FF312E30AD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5050" y="3438525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28769" name="Shape 3273">
              <a:extLst>
                <a:ext uri="{FF2B5EF4-FFF2-40B4-BE49-F238E27FC236}">
                  <a16:creationId xmlns:a16="http://schemas.microsoft.com/office/drawing/2014/main" id="{B4FE38EC-DD99-43F6-AF1C-835A3F30BF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338" y="3438525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28770" name="Shape 3274">
              <a:extLst>
                <a:ext uri="{FF2B5EF4-FFF2-40B4-BE49-F238E27FC236}">
                  <a16:creationId xmlns:a16="http://schemas.microsoft.com/office/drawing/2014/main" id="{01C004BE-265C-4F8D-A00C-1BC5E66515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6125" y="3433763"/>
              <a:ext cx="11113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771" name="Shape 3275">
              <a:extLst>
                <a:ext uri="{FF2B5EF4-FFF2-40B4-BE49-F238E27FC236}">
                  <a16:creationId xmlns:a16="http://schemas.microsoft.com/office/drawing/2014/main" id="{F997624B-FD2F-4F93-9E43-4CB2BE45C5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1300" y="3438525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28772" name="Shape 3276">
              <a:extLst>
                <a:ext uri="{FF2B5EF4-FFF2-40B4-BE49-F238E27FC236}">
                  <a16:creationId xmlns:a16="http://schemas.microsoft.com/office/drawing/2014/main" id="{7557EBBD-61AB-4B1F-A3BC-E6554EB9D7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6013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773" name="Shape 3277">
              <a:extLst>
                <a:ext uri="{FF2B5EF4-FFF2-40B4-BE49-F238E27FC236}">
                  <a16:creationId xmlns:a16="http://schemas.microsoft.com/office/drawing/2014/main" id="{C215D990-E67F-4448-8680-2861B8C41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35475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8774" name="Shape 3278">
              <a:extLst>
                <a:ext uri="{FF2B5EF4-FFF2-40B4-BE49-F238E27FC236}">
                  <a16:creationId xmlns:a16="http://schemas.microsoft.com/office/drawing/2014/main" id="{AF2EF62A-B3FC-47DE-8EA7-0A33E03700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0175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775" name="Shape 3279">
              <a:extLst>
                <a:ext uri="{FF2B5EF4-FFF2-40B4-BE49-F238E27FC236}">
                  <a16:creationId xmlns:a16="http://schemas.microsoft.com/office/drawing/2014/main" id="{6C66D1E3-86C2-41CE-AF39-CB6433F14C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5513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776" name="Shape 3280">
              <a:extLst>
                <a:ext uri="{FF2B5EF4-FFF2-40B4-BE49-F238E27FC236}">
                  <a16:creationId xmlns:a16="http://schemas.microsoft.com/office/drawing/2014/main" id="{CCDD14EF-154E-4290-971C-1CD60795A3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3388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8777" name="Shape 3281">
              <a:extLst>
                <a:ext uri="{FF2B5EF4-FFF2-40B4-BE49-F238E27FC236}">
                  <a16:creationId xmlns:a16="http://schemas.microsoft.com/office/drawing/2014/main" id="{617907F9-4ED9-4152-9920-8F74113568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59675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28778" name="Shape 3282">
              <a:extLst>
                <a:ext uri="{FF2B5EF4-FFF2-40B4-BE49-F238E27FC236}">
                  <a16:creationId xmlns:a16="http://schemas.microsoft.com/office/drawing/2014/main" id="{AC09B16F-B52C-477E-953B-FCCC9A8657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1100" y="3433763"/>
              <a:ext cx="11113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779" name="Shape 3283">
              <a:extLst>
                <a:ext uri="{FF2B5EF4-FFF2-40B4-BE49-F238E27FC236}">
                  <a16:creationId xmlns:a16="http://schemas.microsoft.com/office/drawing/2014/main" id="{4E77E1B0-C6E3-45C6-8896-4DBDA48BC8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5638" y="3738563"/>
              <a:ext cx="8159750" cy="111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780" name="Shape 3284">
              <a:extLst>
                <a:ext uri="{FF2B5EF4-FFF2-40B4-BE49-F238E27FC236}">
                  <a16:creationId xmlns:a16="http://schemas.microsoft.com/office/drawing/2014/main" id="{272E8F4B-D574-4461-A25D-901925400F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6438" y="3438525"/>
              <a:ext cx="1714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28781" name="Shape 3285">
              <a:extLst>
                <a:ext uri="{FF2B5EF4-FFF2-40B4-BE49-F238E27FC236}">
                  <a16:creationId xmlns:a16="http://schemas.microsoft.com/office/drawing/2014/main" id="{A2C3BDE5-30E7-4939-9AEE-E506D195CE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8788" y="2214563"/>
              <a:ext cx="566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0 </a:t>
              </a:r>
            </a:p>
          </p:txBody>
        </p:sp>
        <p:sp>
          <p:nvSpPr>
            <p:cNvPr id="328782" name="Shape 3286">
              <a:extLst>
                <a:ext uri="{FF2B5EF4-FFF2-40B4-BE49-F238E27FC236}">
                  <a16:creationId xmlns:a16="http://schemas.microsoft.com/office/drawing/2014/main" id="{DD3B1AB6-8CB1-447D-A086-AB3B026764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63813" y="2214563"/>
              <a:ext cx="566737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1 </a:t>
              </a:r>
            </a:p>
          </p:txBody>
        </p:sp>
        <p:sp>
          <p:nvSpPr>
            <p:cNvPr id="328783" name="Shape 3287">
              <a:extLst>
                <a:ext uri="{FF2B5EF4-FFF2-40B4-BE49-F238E27FC236}">
                  <a16:creationId xmlns:a16="http://schemas.microsoft.com/office/drawing/2014/main" id="{AD58DCF2-365D-4340-8EF4-9608F50CFE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1538" y="2173288"/>
              <a:ext cx="592137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28784" name="Shape 3288">
              <a:extLst>
                <a:ext uri="{FF2B5EF4-FFF2-40B4-BE49-F238E27FC236}">
                  <a16:creationId xmlns:a16="http://schemas.microsoft.com/office/drawing/2014/main" id="{02E29FD6-7878-4EB3-BBD5-15068C5096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9413" y="2159000"/>
              <a:ext cx="592137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28785" name="Shape 3289">
              <a:extLst>
                <a:ext uri="{FF2B5EF4-FFF2-40B4-BE49-F238E27FC236}">
                  <a16:creationId xmlns:a16="http://schemas.microsoft.com/office/drawing/2014/main" id="{F2F47E2D-512D-4CB6-8FE9-3D720A8443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8088" y="2159000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28786" name="Shape 3290">
              <a:extLst>
                <a:ext uri="{FF2B5EF4-FFF2-40B4-BE49-F238E27FC236}">
                  <a16:creationId xmlns:a16="http://schemas.microsoft.com/office/drawing/2014/main" id="{74AE6C81-69D3-4DA9-9378-338566ECCB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73738" y="2159000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28787" name="Shape 3291">
              <a:extLst>
                <a:ext uri="{FF2B5EF4-FFF2-40B4-BE49-F238E27FC236}">
                  <a16:creationId xmlns:a16="http://schemas.microsoft.com/office/drawing/2014/main" id="{3C65CA7A-6952-4A84-B31E-36FD7CB045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45263" y="217328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28788" name="Shape 3292">
              <a:extLst>
                <a:ext uri="{FF2B5EF4-FFF2-40B4-BE49-F238E27FC236}">
                  <a16:creationId xmlns:a16="http://schemas.microsoft.com/office/drawing/2014/main" id="{E30994FE-051D-4AA0-9BDF-20595ABE5C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16788" y="2159000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28789" name="Shape 3293">
              <a:extLst>
                <a:ext uri="{FF2B5EF4-FFF2-40B4-BE49-F238E27FC236}">
                  <a16:creationId xmlns:a16="http://schemas.microsoft.com/office/drawing/2014/main" id="{3C66AA91-91D5-4AAA-812D-67898FAF95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16888" y="21415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328790" name="Shape 3294">
              <a:extLst>
                <a:ext uri="{FF2B5EF4-FFF2-40B4-BE49-F238E27FC236}">
                  <a16:creationId xmlns:a16="http://schemas.microsoft.com/office/drawing/2014/main" id="{16767197-0115-4F7E-9EC8-94A50FFDE9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5638" y="1682750"/>
              <a:ext cx="8159750" cy="9525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328707" name="Shape 2782">
            <a:extLst>
              <a:ext uri="{FF2B5EF4-FFF2-40B4-BE49-F238E27FC236}">
                <a16:creationId xmlns:a16="http://schemas.microsoft.com/office/drawing/2014/main" id="{7C3D1143-CF7F-461B-8827-DB28D6471B15}"/>
              </a:ext>
            </a:extLst>
          </p:cNvPr>
          <p:cNvSpPr txBox="1">
            <a:spLocks/>
          </p:cNvSpPr>
          <p:nvPr/>
        </p:nvSpPr>
        <p:spPr bwMode="auto">
          <a:xfrm>
            <a:off x="0" y="34925"/>
            <a:ext cx="9144000" cy="754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State Table (same as before)</a:t>
            </a:r>
          </a:p>
        </p:txBody>
      </p:sp>
      <p:sp>
        <p:nvSpPr>
          <p:cNvPr id="328708" name="Shape 2782">
            <a:extLst>
              <a:ext uri="{FF2B5EF4-FFF2-40B4-BE49-F238E27FC236}">
                <a16:creationId xmlns:a16="http://schemas.microsoft.com/office/drawing/2014/main" id="{7EFDC794-6A4C-4616-A01E-EAE0E06AC966}"/>
              </a:ext>
            </a:extLst>
          </p:cNvPr>
          <p:cNvSpPr txBox="1">
            <a:spLocks/>
          </p:cNvSpPr>
          <p:nvPr/>
        </p:nvSpPr>
        <p:spPr bwMode="auto">
          <a:xfrm>
            <a:off x="0" y="3157538"/>
            <a:ext cx="9144000" cy="755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State-Assigned Table</a:t>
            </a:r>
          </a:p>
        </p:txBody>
      </p:sp>
      <p:sp>
        <p:nvSpPr>
          <p:cNvPr id="328709" name="TextBox 125">
            <a:extLst>
              <a:ext uri="{FF2B5EF4-FFF2-40B4-BE49-F238E27FC236}">
                <a16:creationId xmlns:a16="http://schemas.microsoft.com/office/drawing/2014/main" id="{2E4C6947-BBEB-46AD-A4A3-8E82135E1B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5838" y="6550025"/>
            <a:ext cx="30956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[ Figure 6.12 &amp; 6.18 from the textbook ]</a:t>
            </a: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90" name="Shape 2890">
            <a:extLst>
              <a:ext uri="{FF2B5EF4-FFF2-40B4-BE49-F238E27FC236}">
                <a16:creationId xmlns:a16="http://schemas.microsoft.com/office/drawing/2014/main" id="{66ED6AB9-2E1C-EB44-B7BB-292FD0DDDF56}"/>
              </a:ext>
            </a:extLst>
          </p:cNvPr>
          <p:cNvGraphicFramePr>
            <a:graphicFrameLocks noGrp="1"/>
          </p:cNvGraphicFramePr>
          <p:nvPr/>
        </p:nvGraphicFramePr>
        <p:xfrm>
          <a:off x="779463" y="3067050"/>
          <a:ext cx="2479675" cy="3571875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68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68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w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  <a:sym typeface="Times New Roman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pSp>
        <p:nvGrpSpPr>
          <p:cNvPr id="330815" name="Group 1">
            <a:extLst>
              <a:ext uri="{FF2B5EF4-FFF2-40B4-BE49-F238E27FC236}">
                <a16:creationId xmlns:a16="http://schemas.microsoft.com/office/drawing/2014/main" id="{CA18525F-EF7A-4759-9622-526F5EC09B08}"/>
              </a:ext>
            </a:extLst>
          </p:cNvPr>
          <p:cNvGrpSpPr>
            <a:grpSpLocks/>
          </p:cNvGrpSpPr>
          <p:nvPr/>
        </p:nvGrpSpPr>
        <p:grpSpPr bwMode="auto">
          <a:xfrm>
            <a:off x="552450" y="254000"/>
            <a:ext cx="8174038" cy="2514600"/>
            <a:chOff x="552450" y="254000"/>
            <a:chExt cx="8174038" cy="2514600"/>
          </a:xfrm>
        </p:grpSpPr>
        <p:sp>
          <p:nvSpPr>
            <p:cNvPr id="330817" name="Shape 3111">
              <a:extLst>
                <a:ext uri="{FF2B5EF4-FFF2-40B4-BE49-F238E27FC236}">
                  <a16:creationId xmlns:a16="http://schemas.microsoft.com/office/drawing/2014/main" id="{93EEE05F-3D28-4DD4-8846-E588996A1D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27622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818" name="Shape 3112">
              <a:extLst>
                <a:ext uri="{FF2B5EF4-FFF2-40B4-BE49-F238E27FC236}">
                  <a16:creationId xmlns:a16="http://schemas.microsoft.com/office/drawing/2014/main" id="{438FCFA5-D895-41E5-B24A-FC098FE0C3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27622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819" name="Shape 3113">
              <a:extLst>
                <a:ext uri="{FF2B5EF4-FFF2-40B4-BE49-F238E27FC236}">
                  <a16:creationId xmlns:a16="http://schemas.microsoft.com/office/drawing/2014/main" id="{1741A7D5-75AD-4909-92CA-244BCB3391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27622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820" name="Shape 3114">
              <a:extLst>
                <a:ext uri="{FF2B5EF4-FFF2-40B4-BE49-F238E27FC236}">
                  <a16:creationId xmlns:a16="http://schemas.microsoft.com/office/drawing/2014/main" id="{963E279E-4D9F-40DC-A5D7-CF76349E9C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638" y="725487"/>
              <a:ext cx="1724025" cy="111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821" name="Shape 3115">
              <a:extLst>
                <a:ext uri="{FF2B5EF4-FFF2-40B4-BE49-F238E27FC236}">
                  <a16:creationId xmlns:a16="http://schemas.microsoft.com/office/drawing/2014/main" id="{5A5E63FC-8438-44F1-8A39-7B1A08007A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685800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822" name="Shape 3116">
              <a:extLst>
                <a:ext uri="{FF2B5EF4-FFF2-40B4-BE49-F238E27FC236}">
                  <a16:creationId xmlns:a16="http://schemas.microsoft.com/office/drawing/2014/main" id="{F2B21E82-4155-4246-9358-92422A9907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685800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823" name="Shape 3117">
              <a:extLst>
                <a:ext uri="{FF2B5EF4-FFF2-40B4-BE49-F238E27FC236}">
                  <a16:creationId xmlns:a16="http://schemas.microsoft.com/office/drawing/2014/main" id="{E10C07C2-6FB2-4D86-8ABB-B9A1C3BEE3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685800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824" name="Shape 3118">
              <a:extLst>
                <a:ext uri="{FF2B5EF4-FFF2-40B4-BE49-F238E27FC236}">
                  <a16:creationId xmlns:a16="http://schemas.microsoft.com/office/drawing/2014/main" id="{C3F19301-C383-4033-AA62-8BEB7337DA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1100137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825" name="Shape 3119">
              <a:extLst>
                <a:ext uri="{FF2B5EF4-FFF2-40B4-BE49-F238E27FC236}">
                  <a16:creationId xmlns:a16="http://schemas.microsoft.com/office/drawing/2014/main" id="{CA933535-6722-46DF-AE80-D3E18017A7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1100137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826" name="Shape 3120">
              <a:extLst>
                <a:ext uri="{FF2B5EF4-FFF2-40B4-BE49-F238E27FC236}">
                  <a16:creationId xmlns:a16="http://schemas.microsoft.com/office/drawing/2014/main" id="{4BCB72EA-2320-4A38-B8F5-9B9685B0AB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1100137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827" name="Shape 3121">
              <a:extLst>
                <a:ext uri="{FF2B5EF4-FFF2-40B4-BE49-F238E27FC236}">
                  <a16:creationId xmlns:a16="http://schemas.microsoft.com/office/drawing/2014/main" id="{0D77EC35-1BF8-402E-88B1-E09BCFF3D5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1516062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828" name="Shape 3122">
              <a:extLst>
                <a:ext uri="{FF2B5EF4-FFF2-40B4-BE49-F238E27FC236}">
                  <a16:creationId xmlns:a16="http://schemas.microsoft.com/office/drawing/2014/main" id="{12976664-D809-4563-8645-210D58B6BB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1516062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829" name="Shape 3123">
              <a:extLst>
                <a:ext uri="{FF2B5EF4-FFF2-40B4-BE49-F238E27FC236}">
                  <a16:creationId xmlns:a16="http://schemas.microsoft.com/office/drawing/2014/main" id="{2775DCC7-4D26-4387-BF53-C5316E5CCC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1516062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830" name="Shape 3124">
              <a:extLst>
                <a:ext uri="{FF2B5EF4-FFF2-40B4-BE49-F238E27FC236}">
                  <a16:creationId xmlns:a16="http://schemas.microsoft.com/office/drawing/2014/main" id="{8474D8A3-3AEC-404D-A89D-54CC8C6D67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1878012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831" name="Shape 3125">
              <a:extLst>
                <a:ext uri="{FF2B5EF4-FFF2-40B4-BE49-F238E27FC236}">
                  <a16:creationId xmlns:a16="http://schemas.microsoft.com/office/drawing/2014/main" id="{B96A4EC1-66E1-4475-B4A2-63E67E18A7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1878012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832" name="Shape 3126">
              <a:extLst>
                <a:ext uri="{FF2B5EF4-FFF2-40B4-BE49-F238E27FC236}">
                  <a16:creationId xmlns:a16="http://schemas.microsoft.com/office/drawing/2014/main" id="{E0E68C30-FF6A-4529-A8B9-06896EF5C1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1878012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833" name="Shape 3127">
              <a:extLst>
                <a:ext uri="{FF2B5EF4-FFF2-40B4-BE49-F238E27FC236}">
                  <a16:creationId xmlns:a16="http://schemas.microsoft.com/office/drawing/2014/main" id="{12D48B71-B2ED-40F1-BA13-B86C427905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2130425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834" name="Shape 3128">
              <a:extLst>
                <a:ext uri="{FF2B5EF4-FFF2-40B4-BE49-F238E27FC236}">
                  <a16:creationId xmlns:a16="http://schemas.microsoft.com/office/drawing/2014/main" id="{CDCF6475-006C-41AE-847B-0C7D40860B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2130425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835" name="Shape 3129">
              <a:extLst>
                <a:ext uri="{FF2B5EF4-FFF2-40B4-BE49-F238E27FC236}">
                  <a16:creationId xmlns:a16="http://schemas.microsoft.com/office/drawing/2014/main" id="{22255517-8607-414C-B09F-880177504E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2130425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836" name="Shape 3130">
              <a:extLst>
                <a:ext uri="{FF2B5EF4-FFF2-40B4-BE49-F238E27FC236}">
                  <a16:creationId xmlns:a16="http://schemas.microsoft.com/office/drawing/2014/main" id="{E9CC4032-7D66-418C-9ED9-F65A79AF7D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2409825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837" name="Shape 3131">
              <a:extLst>
                <a:ext uri="{FF2B5EF4-FFF2-40B4-BE49-F238E27FC236}">
                  <a16:creationId xmlns:a16="http://schemas.microsoft.com/office/drawing/2014/main" id="{EEF2137A-55B7-4A29-BB9A-94AF905367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2409825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838" name="Shape 3132">
              <a:extLst>
                <a:ext uri="{FF2B5EF4-FFF2-40B4-BE49-F238E27FC236}">
                  <a16:creationId xmlns:a16="http://schemas.microsoft.com/office/drawing/2014/main" id="{55679F71-C414-4BAF-A713-4ED41717F4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2409825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839" name="Shape 3133">
              <a:extLst>
                <a:ext uri="{FF2B5EF4-FFF2-40B4-BE49-F238E27FC236}">
                  <a16:creationId xmlns:a16="http://schemas.microsoft.com/office/drawing/2014/main" id="{D7770589-9CED-4E10-8F28-03867488F0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2363" y="1154112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30840" name="Shape 3134">
              <a:extLst>
                <a:ext uri="{FF2B5EF4-FFF2-40B4-BE49-F238E27FC236}">
                  <a16:creationId xmlns:a16="http://schemas.microsoft.com/office/drawing/2014/main" id="{25246795-4F26-41E3-BF94-FD91EE6C1E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40238" y="1139825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30841" name="Shape 3135">
              <a:extLst>
                <a:ext uri="{FF2B5EF4-FFF2-40B4-BE49-F238E27FC236}">
                  <a16:creationId xmlns:a16="http://schemas.microsoft.com/office/drawing/2014/main" id="{D9438E35-1EDD-4782-9C55-EDC0DFF23B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91125" y="1139825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30842" name="Shape 3136">
              <a:extLst>
                <a:ext uri="{FF2B5EF4-FFF2-40B4-BE49-F238E27FC236}">
                  <a16:creationId xmlns:a16="http://schemas.microsoft.com/office/drawing/2014/main" id="{E8595168-242A-42CD-9C70-B4D4C33783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0575" y="1139825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30843" name="Shape 3137">
              <a:extLst>
                <a:ext uri="{FF2B5EF4-FFF2-40B4-BE49-F238E27FC236}">
                  <a16:creationId xmlns:a16="http://schemas.microsoft.com/office/drawing/2014/main" id="{F3302B77-1077-4023-9BC2-01023F02E0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65900" y="1154112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30844" name="Shape 3138">
              <a:extLst>
                <a:ext uri="{FF2B5EF4-FFF2-40B4-BE49-F238E27FC236}">
                  <a16:creationId xmlns:a16="http://schemas.microsoft.com/office/drawing/2014/main" id="{EA322330-6A21-414B-B78F-6B5D5C9B4D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25" y="1139825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30845" name="Shape 3139">
              <a:extLst>
                <a:ext uri="{FF2B5EF4-FFF2-40B4-BE49-F238E27FC236}">
                  <a16:creationId xmlns:a16="http://schemas.microsoft.com/office/drawing/2014/main" id="{4D7D311E-CCA5-49AF-AF6B-EA3911B75D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85125" y="1123950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330846" name="Shape 3140">
              <a:extLst>
                <a:ext uri="{FF2B5EF4-FFF2-40B4-BE49-F238E27FC236}">
                  <a16:creationId xmlns:a16="http://schemas.microsoft.com/office/drawing/2014/main" id="{687070A2-9CBB-4467-A486-4133D4AF56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0713" y="736600"/>
              <a:ext cx="6508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= 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330847" name="Shape 3141">
              <a:extLst>
                <a:ext uri="{FF2B5EF4-FFF2-40B4-BE49-F238E27FC236}">
                  <a16:creationId xmlns:a16="http://schemas.microsoft.com/office/drawing/2014/main" id="{EB4DCA24-FE1B-4434-A70A-4D5BD32DE0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3200" y="736600"/>
              <a:ext cx="6508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= 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30848" name="Shape 3143">
              <a:extLst>
                <a:ext uri="{FF2B5EF4-FFF2-40B4-BE49-F238E27FC236}">
                  <a16:creationId xmlns:a16="http://schemas.microsoft.com/office/drawing/2014/main" id="{7C290A87-4CF2-4AED-A884-CB34E9B6E0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781" y="266700"/>
              <a:ext cx="7859769" cy="95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849" name="Shape 3144">
              <a:extLst>
                <a:ext uri="{FF2B5EF4-FFF2-40B4-BE49-F238E27FC236}">
                  <a16:creationId xmlns:a16="http://schemas.microsoft.com/office/drawing/2014/main" id="{0D3D7D29-832E-4C9A-98D3-7B5047F9DD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276225"/>
              <a:ext cx="11098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850" name="Shape 3145">
              <a:extLst>
                <a:ext uri="{FF2B5EF4-FFF2-40B4-BE49-F238E27FC236}">
                  <a16:creationId xmlns:a16="http://schemas.microsoft.com/office/drawing/2014/main" id="{9653D06F-828F-4210-A4DF-4B61FD399B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276225"/>
              <a:ext cx="11098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851" name="Shape 3146">
              <a:extLst>
                <a:ext uri="{FF2B5EF4-FFF2-40B4-BE49-F238E27FC236}">
                  <a16:creationId xmlns:a16="http://schemas.microsoft.com/office/drawing/2014/main" id="{3C2107F1-9184-4BD2-B4BB-80FBC54B00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107" y="442913"/>
              <a:ext cx="730066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330852" name="Shape 3147">
              <a:extLst>
                <a:ext uri="{FF2B5EF4-FFF2-40B4-BE49-F238E27FC236}">
                  <a16:creationId xmlns:a16="http://schemas.microsoft.com/office/drawing/2014/main" id="{63B49046-0BF4-4791-A006-2A4721A300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4735" y="390525"/>
              <a:ext cx="977822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330853" name="Shape 3148">
              <a:extLst>
                <a:ext uri="{FF2B5EF4-FFF2-40B4-BE49-F238E27FC236}">
                  <a16:creationId xmlns:a16="http://schemas.microsoft.com/office/drawing/2014/main" id="{0F22C58D-FD54-4760-8C6F-CC8A6725D7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685799"/>
              <a:ext cx="11098" cy="4142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854" name="Shape 3149">
              <a:extLst>
                <a:ext uri="{FF2B5EF4-FFF2-40B4-BE49-F238E27FC236}">
                  <a16:creationId xmlns:a16="http://schemas.microsoft.com/office/drawing/2014/main" id="{23207417-991A-4F86-83BE-5ACB58A0CD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9084" y="752474"/>
              <a:ext cx="476013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330855" name="Shape 3150">
              <a:extLst>
                <a:ext uri="{FF2B5EF4-FFF2-40B4-BE49-F238E27FC236}">
                  <a16:creationId xmlns:a16="http://schemas.microsoft.com/office/drawing/2014/main" id="{C09ADE04-320F-43C6-9D2E-188986D7AD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1089024"/>
              <a:ext cx="6913742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856" name="Shape 3151">
              <a:extLst>
                <a:ext uri="{FF2B5EF4-FFF2-40B4-BE49-F238E27FC236}">
                  <a16:creationId xmlns:a16="http://schemas.microsoft.com/office/drawing/2014/main" id="{05D09405-3157-4C1F-ADAE-7E053B0C93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1100138"/>
              <a:ext cx="11098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857" name="Shape 3152">
              <a:extLst>
                <a:ext uri="{FF2B5EF4-FFF2-40B4-BE49-F238E27FC236}">
                  <a16:creationId xmlns:a16="http://schemas.microsoft.com/office/drawing/2014/main" id="{96B3B720-14BB-40EE-96CE-E226621830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781" y="1501774"/>
              <a:ext cx="785976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858" name="Shape 3153">
              <a:extLst>
                <a:ext uri="{FF2B5EF4-FFF2-40B4-BE49-F238E27FC236}">
                  <a16:creationId xmlns:a16="http://schemas.microsoft.com/office/drawing/2014/main" id="{FFE336F0-BDD5-4E81-8558-BCE1E43458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58503" y="647699"/>
              <a:ext cx="780758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330859" name="Shape 3154">
              <a:extLst>
                <a:ext uri="{FF2B5EF4-FFF2-40B4-BE49-F238E27FC236}">
                  <a16:creationId xmlns:a16="http://schemas.microsoft.com/office/drawing/2014/main" id="{1BDDCF50-61F5-4043-B9A2-AB8F29EC6A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2450" y="1595439"/>
              <a:ext cx="22226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30860" name="Shape 3155">
              <a:extLst>
                <a:ext uri="{FF2B5EF4-FFF2-40B4-BE49-F238E27FC236}">
                  <a16:creationId xmlns:a16="http://schemas.microsoft.com/office/drawing/2014/main" id="{DAD8BE63-EA9A-4408-A7D4-175DAD041D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1516064"/>
              <a:ext cx="11098" cy="362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861" name="Shape 3156">
              <a:extLst>
                <a:ext uri="{FF2B5EF4-FFF2-40B4-BE49-F238E27FC236}">
                  <a16:creationId xmlns:a16="http://schemas.microsoft.com/office/drawing/2014/main" id="{B3FC16D4-92A9-49B3-AC63-C183660966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4159" y="1595439"/>
              <a:ext cx="269827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330862" name="Shape 3157">
              <a:extLst>
                <a:ext uri="{FF2B5EF4-FFF2-40B4-BE49-F238E27FC236}">
                  <a16:creationId xmlns:a16="http://schemas.microsoft.com/office/drawing/2014/main" id="{B250BFD9-DB13-4BC9-90B5-848530AD53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85696" y="1595439"/>
              <a:ext cx="27631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330863" name="Shape 3158">
              <a:extLst>
                <a:ext uri="{FF2B5EF4-FFF2-40B4-BE49-F238E27FC236}">
                  <a16:creationId xmlns:a16="http://schemas.microsoft.com/office/drawing/2014/main" id="{26F3219D-D63D-4238-AA53-2DC8499526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2790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0864" name="Shape 3159">
              <a:extLst>
                <a:ext uri="{FF2B5EF4-FFF2-40B4-BE49-F238E27FC236}">
                  <a16:creationId xmlns:a16="http://schemas.microsoft.com/office/drawing/2014/main" id="{393F1235-AFE5-48D2-A470-495729F3DB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5795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0865" name="Shape 3160">
              <a:extLst>
                <a:ext uri="{FF2B5EF4-FFF2-40B4-BE49-F238E27FC236}">
                  <a16:creationId xmlns:a16="http://schemas.microsoft.com/office/drawing/2014/main" id="{ECCEF923-0CD3-472B-BC7A-94BF0BA7C0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7657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0866" name="Shape 3161">
              <a:extLst>
                <a:ext uri="{FF2B5EF4-FFF2-40B4-BE49-F238E27FC236}">
                  <a16:creationId xmlns:a16="http://schemas.microsoft.com/office/drawing/2014/main" id="{4DD5CDD1-831F-4BA5-BC7D-7ABB2086B4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04600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0867" name="Shape 3162">
              <a:extLst>
                <a:ext uri="{FF2B5EF4-FFF2-40B4-BE49-F238E27FC236}">
                  <a16:creationId xmlns:a16="http://schemas.microsoft.com/office/drawing/2014/main" id="{2168639E-48DD-4F86-9CA8-CFD413F66E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31542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0868" name="Shape 3163">
              <a:extLst>
                <a:ext uri="{FF2B5EF4-FFF2-40B4-BE49-F238E27FC236}">
                  <a16:creationId xmlns:a16="http://schemas.microsoft.com/office/drawing/2014/main" id="{69908297-7574-4156-AA4E-6310ECA425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0073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0869" name="Shape 3164">
              <a:extLst>
                <a:ext uri="{FF2B5EF4-FFF2-40B4-BE49-F238E27FC236}">
                  <a16:creationId xmlns:a16="http://schemas.microsoft.com/office/drawing/2014/main" id="{2F039AED-D4D9-4EAC-B8AF-1AF18641CF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7015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0870" name="Shape 3165">
              <a:extLst>
                <a:ext uri="{FF2B5EF4-FFF2-40B4-BE49-F238E27FC236}">
                  <a16:creationId xmlns:a16="http://schemas.microsoft.com/office/drawing/2014/main" id="{8D04D8CC-2E5F-4019-9559-3C9424E853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2369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0871" name="Shape 3166">
              <a:extLst>
                <a:ext uri="{FF2B5EF4-FFF2-40B4-BE49-F238E27FC236}">
                  <a16:creationId xmlns:a16="http://schemas.microsoft.com/office/drawing/2014/main" id="{270EDC81-0090-4096-AB6B-424A03ACD3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29789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0872" name="Shape 3167">
              <a:extLst>
                <a:ext uri="{FF2B5EF4-FFF2-40B4-BE49-F238E27FC236}">
                  <a16:creationId xmlns:a16="http://schemas.microsoft.com/office/drawing/2014/main" id="{4FCEE632-8238-4EFA-B82C-D657FE5DA3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8799" y="1870075"/>
              <a:ext cx="209361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330873" name="Shape 3168">
              <a:extLst>
                <a:ext uri="{FF2B5EF4-FFF2-40B4-BE49-F238E27FC236}">
                  <a16:creationId xmlns:a16="http://schemas.microsoft.com/office/drawing/2014/main" id="{7F9EF0E7-77C1-4D70-8143-938082D482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1878014"/>
              <a:ext cx="11098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874" name="Shape 3169">
              <a:extLst>
                <a:ext uri="{FF2B5EF4-FFF2-40B4-BE49-F238E27FC236}">
                  <a16:creationId xmlns:a16="http://schemas.microsoft.com/office/drawing/2014/main" id="{BCBA550A-94C6-484A-B155-74219D2F34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5746" y="1870075"/>
              <a:ext cx="269827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330875" name="Shape 3170">
              <a:extLst>
                <a:ext uri="{FF2B5EF4-FFF2-40B4-BE49-F238E27FC236}">
                  <a16:creationId xmlns:a16="http://schemas.microsoft.com/office/drawing/2014/main" id="{48032DF2-49E8-43FC-A9DA-26C590282C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87282" y="1870075"/>
              <a:ext cx="27631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330876" name="Shape 3171">
              <a:extLst>
                <a:ext uri="{FF2B5EF4-FFF2-40B4-BE49-F238E27FC236}">
                  <a16:creationId xmlns:a16="http://schemas.microsoft.com/office/drawing/2014/main" id="{D38ACE50-747B-440F-BFDE-0DE51E6DAA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4376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0877" name="Shape 3172">
              <a:extLst>
                <a:ext uri="{FF2B5EF4-FFF2-40B4-BE49-F238E27FC236}">
                  <a16:creationId xmlns:a16="http://schemas.microsoft.com/office/drawing/2014/main" id="{B4EFD305-74B9-4676-8620-FE5782A16E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5795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0878" name="Shape 3173">
              <a:extLst>
                <a:ext uri="{FF2B5EF4-FFF2-40B4-BE49-F238E27FC236}">
                  <a16:creationId xmlns:a16="http://schemas.microsoft.com/office/drawing/2014/main" id="{E11CF631-259C-405F-A80F-10C9EEC319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9245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0879" name="Shape 3174">
              <a:extLst>
                <a:ext uri="{FF2B5EF4-FFF2-40B4-BE49-F238E27FC236}">
                  <a16:creationId xmlns:a16="http://schemas.microsoft.com/office/drawing/2014/main" id="{50730ACF-F15D-4DCB-B696-7B1C78DDA1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06187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0880" name="Shape 3175">
              <a:extLst>
                <a:ext uri="{FF2B5EF4-FFF2-40B4-BE49-F238E27FC236}">
                  <a16:creationId xmlns:a16="http://schemas.microsoft.com/office/drawing/2014/main" id="{DE64161E-A53D-46B9-9147-FC51B6E5B1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33130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0881" name="Shape 3176">
              <a:extLst>
                <a:ext uri="{FF2B5EF4-FFF2-40B4-BE49-F238E27FC236}">
                  <a16:creationId xmlns:a16="http://schemas.microsoft.com/office/drawing/2014/main" id="{7F40E7AE-77FA-4B9A-A4E5-406492C9D5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0073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0882" name="Shape 3177">
              <a:extLst>
                <a:ext uri="{FF2B5EF4-FFF2-40B4-BE49-F238E27FC236}">
                  <a16:creationId xmlns:a16="http://schemas.microsoft.com/office/drawing/2014/main" id="{A852A792-53EF-46DB-B695-932482BB2B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7015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0883" name="Shape 3178">
              <a:extLst>
                <a:ext uri="{FF2B5EF4-FFF2-40B4-BE49-F238E27FC236}">
                  <a16:creationId xmlns:a16="http://schemas.microsoft.com/office/drawing/2014/main" id="{A01BCD60-7490-49B5-9848-FCC86D66F9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3958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0884" name="Shape 3179">
              <a:extLst>
                <a:ext uri="{FF2B5EF4-FFF2-40B4-BE49-F238E27FC236}">
                  <a16:creationId xmlns:a16="http://schemas.microsoft.com/office/drawing/2014/main" id="{DC1947C6-62BB-4D2C-A9F6-D0AFC99915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29789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0885" name="Shape 3180">
              <a:extLst>
                <a:ext uri="{FF2B5EF4-FFF2-40B4-BE49-F238E27FC236}">
                  <a16:creationId xmlns:a16="http://schemas.microsoft.com/office/drawing/2014/main" id="{23AAAAC5-FC77-4463-A9A5-293630CE69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8799" y="2141539"/>
              <a:ext cx="209361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30886" name="Shape 3181">
              <a:extLst>
                <a:ext uri="{FF2B5EF4-FFF2-40B4-BE49-F238E27FC236}">
                  <a16:creationId xmlns:a16="http://schemas.microsoft.com/office/drawing/2014/main" id="{066BA43D-0712-4289-9936-41AACECE70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2130426"/>
              <a:ext cx="11098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887" name="Shape 3182">
              <a:extLst>
                <a:ext uri="{FF2B5EF4-FFF2-40B4-BE49-F238E27FC236}">
                  <a16:creationId xmlns:a16="http://schemas.microsoft.com/office/drawing/2014/main" id="{17E4E0F6-45CD-49E7-9ED6-3941D4A9AF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5746" y="2141539"/>
              <a:ext cx="269827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330888" name="Shape 3183">
              <a:extLst>
                <a:ext uri="{FF2B5EF4-FFF2-40B4-BE49-F238E27FC236}">
                  <a16:creationId xmlns:a16="http://schemas.microsoft.com/office/drawing/2014/main" id="{3402F3BC-009B-4329-AA82-33EB4FD572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87282" y="2141539"/>
              <a:ext cx="27631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330889" name="Shape 3184">
              <a:extLst>
                <a:ext uri="{FF2B5EF4-FFF2-40B4-BE49-F238E27FC236}">
                  <a16:creationId xmlns:a16="http://schemas.microsoft.com/office/drawing/2014/main" id="{40B605A9-E19C-4B49-B30E-353BBAA168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4376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0890" name="Shape 3185">
              <a:extLst>
                <a:ext uri="{FF2B5EF4-FFF2-40B4-BE49-F238E27FC236}">
                  <a16:creationId xmlns:a16="http://schemas.microsoft.com/office/drawing/2014/main" id="{2B20BAA8-B8BA-405D-8A9C-B967759469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5795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0891" name="Shape 3186">
              <a:extLst>
                <a:ext uri="{FF2B5EF4-FFF2-40B4-BE49-F238E27FC236}">
                  <a16:creationId xmlns:a16="http://schemas.microsoft.com/office/drawing/2014/main" id="{03562BDF-749E-4A63-ABFB-980E386950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9245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0892" name="Shape 3187">
              <a:extLst>
                <a:ext uri="{FF2B5EF4-FFF2-40B4-BE49-F238E27FC236}">
                  <a16:creationId xmlns:a16="http://schemas.microsoft.com/office/drawing/2014/main" id="{0CBA3E9C-6DB5-4D68-B337-7E3C9FBB10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06187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0893" name="Shape 3188">
              <a:extLst>
                <a:ext uri="{FF2B5EF4-FFF2-40B4-BE49-F238E27FC236}">
                  <a16:creationId xmlns:a16="http://schemas.microsoft.com/office/drawing/2014/main" id="{0B3041AE-5409-416D-A82B-C59712CC12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33130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0894" name="Shape 3189">
              <a:extLst>
                <a:ext uri="{FF2B5EF4-FFF2-40B4-BE49-F238E27FC236}">
                  <a16:creationId xmlns:a16="http://schemas.microsoft.com/office/drawing/2014/main" id="{7697F864-08DE-4859-8F19-8473D0DD48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0073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0895" name="Shape 3190">
              <a:extLst>
                <a:ext uri="{FF2B5EF4-FFF2-40B4-BE49-F238E27FC236}">
                  <a16:creationId xmlns:a16="http://schemas.microsoft.com/office/drawing/2014/main" id="{2E89BF5F-6055-44C2-BE96-BF59100416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7015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0896" name="Shape 3191">
              <a:extLst>
                <a:ext uri="{FF2B5EF4-FFF2-40B4-BE49-F238E27FC236}">
                  <a16:creationId xmlns:a16="http://schemas.microsoft.com/office/drawing/2014/main" id="{523F758E-BC6A-4FAA-8C75-6E1434508E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3958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0897" name="Shape 3192">
              <a:extLst>
                <a:ext uri="{FF2B5EF4-FFF2-40B4-BE49-F238E27FC236}">
                  <a16:creationId xmlns:a16="http://schemas.microsoft.com/office/drawing/2014/main" id="{41290D14-D3AE-4BAA-89D5-DCB4E7E2C0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29789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0898" name="Shape 3193">
              <a:extLst>
                <a:ext uri="{FF2B5EF4-FFF2-40B4-BE49-F238E27FC236}">
                  <a16:creationId xmlns:a16="http://schemas.microsoft.com/office/drawing/2014/main" id="{734DB9A9-A794-4A1F-BC4D-123F38CFF4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2450" y="2416176"/>
              <a:ext cx="22226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30899" name="Shape 3194">
              <a:extLst>
                <a:ext uri="{FF2B5EF4-FFF2-40B4-BE49-F238E27FC236}">
                  <a16:creationId xmlns:a16="http://schemas.microsoft.com/office/drawing/2014/main" id="{9E65FA6A-2368-4207-BE83-6651B9DC5D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2409826"/>
              <a:ext cx="11098" cy="315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900" name="Shape 3195">
              <a:extLst>
                <a:ext uri="{FF2B5EF4-FFF2-40B4-BE49-F238E27FC236}">
                  <a16:creationId xmlns:a16="http://schemas.microsoft.com/office/drawing/2014/main" id="{EE386E78-A56C-4A30-819B-6D38A47A23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4159" y="2416176"/>
              <a:ext cx="269827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330901" name="Shape 3196">
              <a:extLst>
                <a:ext uri="{FF2B5EF4-FFF2-40B4-BE49-F238E27FC236}">
                  <a16:creationId xmlns:a16="http://schemas.microsoft.com/office/drawing/2014/main" id="{42B1D3C9-B9CF-45C4-9BDD-3D3A6EC34A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85696" y="2416176"/>
              <a:ext cx="27631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330902" name="Shape 3197">
              <a:extLst>
                <a:ext uri="{FF2B5EF4-FFF2-40B4-BE49-F238E27FC236}">
                  <a16:creationId xmlns:a16="http://schemas.microsoft.com/office/drawing/2014/main" id="{973DBBB4-B159-43C2-9791-191470317C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2790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0903" name="Shape 3198">
              <a:extLst>
                <a:ext uri="{FF2B5EF4-FFF2-40B4-BE49-F238E27FC236}">
                  <a16:creationId xmlns:a16="http://schemas.microsoft.com/office/drawing/2014/main" id="{EABAD284-15E7-4860-AA7F-F89BE3A18D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5795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0904" name="Shape 3199">
              <a:extLst>
                <a:ext uri="{FF2B5EF4-FFF2-40B4-BE49-F238E27FC236}">
                  <a16:creationId xmlns:a16="http://schemas.microsoft.com/office/drawing/2014/main" id="{0DF7C10F-1461-4D97-9757-4F439DBD6F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7657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0905" name="Shape 3200">
              <a:extLst>
                <a:ext uri="{FF2B5EF4-FFF2-40B4-BE49-F238E27FC236}">
                  <a16:creationId xmlns:a16="http://schemas.microsoft.com/office/drawing/2014/main" id="{AEA79F31-0C1A-4D9D-BFA7-1E1B6F8D07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04600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0906" name="Shape 3201">
              <a:extLst>
                <a:ext uri="{FF2B5EF4-FFF2-40B4-BE49-F238E27FC236}">
                  <a16:creationId xmlns:a16="http://schemas.microsoft.com/office/drawing/2014/main" id="{01A68E1E-44EA-43C4-98AF-8C78269BA5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31542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0907" name="Shape 3202">
              <a:extLst>
                <a:ext uri="{FF2B5EF4-FFF2-40B4-BE49-F238E27FC236}">
                  <a16:creationId xmlns:a16="http://schemas.microsoft.com/office/drawing/2014/main" id="{3857809C-E600-4FC2-BF35-899506AF7C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0073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0908" name="Shape 3203">
              <a:extLst>
                <a:ext uri="{FF2B5EF4-FFF2-40B4-BE49-F238E27FC236}">
                  <a16:creationId xmlns:a16="http://schemas.microsoft.com/office/drawing/2014/main" id="{959012E9-C3E4-4100-809B-3806222644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7015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0909" name="Shape 3204">
              <a:extLst>
                <a:ext uri="{FF2B5EF4-FFF2-40B4-BE49-F238E27FC236}">
                  <a16:creationId xmlns:a16="http://schemas.microsoft.com/office/drawing/2014/main" id="{1D1C92FB-F5E7-4839-82B1-9C1F42B677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2369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0910" name="Shape 3205">
              <a:extLst>
                <a:ext uri="{FF2B5EF4-FFF2-40B4-BE49-F238E27FC236}">
                  <a16:creationId xmlns:a16="http://schemas.microsoft.com/office/drawing/2014/main" id="{164FE9D0-9F7A-46C8-8177-BCFC63E3C3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781" y="2736851"/>
              <a:ext cx="785976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911" name="Shape 3206">
              <a:extLst>
                <a:ext uri="{FF2B5EF4-FFF2-40B4-BE49-F238E27FC236}">
                  <a16:creationId xmlns:a16="http://schemas.microsoft.com/office/drawing/2014/main" id="{0F0EC20E-EC55-400C-9C96-A1DFCCBE37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29789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cxnSp>
          <p:nvCxnSpPr>
            <p:cNvPr id="330912" name="Shape 3207">
              <a:extLst>
                <a:ext uri="{FF2B5EF4-FFF2-40B4-BE49-F238E27FC236}">
                  <a16:creationId xmlns:a16="http://schemas.microsoft.com/office/drawing/2014/main" id="{6024DC09-8B9F-4F65-8626-F21BF593B76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63543" y="268288"/>
              <a:ext cx="0" cy="247170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30913" name="Shape 3208">
              <a:extLst>
                <a:ext uri="{FF2B5EF4-FFF2-40B4-BE49-F238E27FC236}">
                  <a16:creationId xmlns:a16="http://schemas.microsoft.com/office/drawing/2014/main" id="{D02B6D7E-6435-4433-8947-02993E78236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520535" y="282575"/>
              <a:ext cx="0" cy="2443201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30914" name="Shape 3209">
              <a:extLst>
                <a:ext uri="{FF2B5EF4-FFF2-40B4-BE49-F238E27FC236}">
                  <a16:creationId xmlns:a16="http://schemas.microsoft.com/office/drawing/2014/main" id="{898BDA49-2F14-47B8-9A8A-109115202E5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792060" y="725488"/>
              <a:ext cx="1728585" cy="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30915" name="Shape 3210">
              <a:extLst>
                <a:ext uri="{FF2B5EF4-FFF2-40B4-BE49-F238E27FC236}">
                  <a16:creationId xmlns:a16="http://schemas.microsoft.com/office/drawing/2014/main" id="{01B2F6E6-3F84-4693-B8E3-8DFBA529328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705952" y="254000"/>
              <a:ext cx="0" cy="251460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30916" name="Shape 3211">
              <a:extLst>
                <a:ext uri="{FF2B5EF4-FFF2-40B4-BE49-F238E27FC236}">
                  <a16:creationId xmlns:a16="http://schemas.microsoft.com/office/drawing/2014/main" id="{B5E879F2-C616-4F0F-84C2-E50A6B8DCF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66913" y="1123950"/>
              <a:ext cx="512762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30917" name="Shape 3212">
              <a:extLst>
                <a:ext uri="{FF2B5EF4-FFF2-40B4-BE49-F238E27FC236}">
                  <a16:creationId xmlns:a16="http://schemas.microsoft.com/office/drawing/2014/main" id="{D5E73517-E207-4ABA-8605-C35DE93C3A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4638" y="1154112"/>
              <a:ext cx="5111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30918" name="Shape 3213">
              <a:extLst>
                <a:ext uri="{FF2B5EF4-FFF2-40B4-BE49-F238E27FC236}">
                  <a16:creationId xmlns:a16="http://schemas.microsoft.com/office/drawing/2014/main" id="{FDE5259B-FA5B-49B6-A0D8-653866258A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62038" y="1138237"/>
              <a:ext cx="5111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</p:grpSp>
      <p:sp>
        <p:nvSpPr>
          <p:cNvPr id="330816" name="TextBox 278">
            <a:extLst>
              <a:ext uri="{FF2B5EF4-FFF2-40B4-BE49-F238E27FC236}">
                <a16:creationId xmlns:a16="http://schemas.microsoft.com/office/drawing/2014/main" id="{4C6DE437-62B7-4778-9B64-8B4E4CBC63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40238" y="4232275"/>
            <a:ext cx="411797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Let's derive the next-state expressions</a:t>
            </a: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90" name="Shape 2890">
            <a:extLst>
              <a:ext uri="{FF2B5EF4-FFF2-40B4-BE49-F238E27FC236}">
                <a16:creationId xmlns:a16="http://schemas.microsoft.com/office/drawing/2014/main" id="{5347BD65-129D-B945-A2E1-65BD96F5FC64}"/>
              </a:ext>
            </a:extLst>
          </p:cNvPr>
          <p:cNvGraphicFramePr>
            <a:graphicFrameLocks noGrp="1"/>
          </p:cNvGraphicFramePr>
          <p:nvPr/>
        </p:nvGraphicFramePr>
        <p:xfrm>
          <a:off x="779463" y="3067050"/>
          <a:ext cx="2479675" cy="3571875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68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68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w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  <a:sym typeface="Times New Roman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pSp>
        <p:nvGrpSpPr>
          <p:cNvPr id="332863" name="Group 1">
            <a:extLst>
              <a:ext uri="{FF2B5EF4-FFF2-40B4-BE49-F238E27FC236}">
                <a16:creationId xmlns:a16="http://schemas.microsoft.com/office/drawing/2014/main" id="{DC27A3F3-18FB-4654-9113-20B002663EDA}"/>
              </a:ext>
            </a:extLst>
          </p:cNvPr>
          <p:cNvGrpSpPr>
            <a:grpSpLocks/>
          </p:cNvGrpSpPr>
          <p:nvPr/>
        </p:nvGrpSpPr>
        <p:grpSpPr bwMode="auto">
          <a:xfrm>
            <a:off x="552450" y="254000"/>
            <a:ext cx="8174038" cy="2514600"/>
            <a:chOff x="552450" y="254000"/>
            <a:chExt cx="8174038" cy="2514600"/>
          </a:xfrm>
        </p:grpSpPr>
        <p:sp>
          <p:nvSpPr>
            <p:cNvPr id="332864" name="Shape 3111">
              <a:extLst>
                <a:ext uri="{FF2B5EF4-FFF2-40B4-BE49-F238E27FC236}">
                  <a16:creationId xmlns:a16="http://schemas.microsoft.com/office/drawing/2014/main" id="{340F9166-4DF7-48FD-88C7-635051022C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27622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865" name="Shape 3112">
              <a:extLst>
                <a:ext uri="{FF2B5EF4-FFF2-40B4-BE49-F238E27FC236}">
                  <a16:creationId xmlns:a16="http://schemas.microsoft.com/office/drawing/2014/main" id="{9B08BCF1-DC39-4B9C-B4AF-586E475C74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27622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866" name="Shape 3113">
              <a:extLst>
                <a:ext uri="{FF2B5EF4-FFF2-40B4-BE49-F238E27FC236}">
                  <a16:creationId xmlns:a16="http://schemas.microsoft.com/office/drawing/2014/main" id="{6EAC66B6-FDBB-46EA-A87A-3BB29B315C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27622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867" name="Shape 3114">
              <a:extLst>
                <a:ext uri="{FF2B5EF4-FFF2-40B4-BE49-F238E27FC236}">
                  <a16:creationId xmlns:a16="http://schemas.microsoft.com/office/drawing/2014/main" id="{22506490-73F5-4C41-85B0-9C612A72EC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638" y="725487"/>
              <a:ext cx="1724025" cy="111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868" name="Shape 3115">
              <a:extLst>
                <a:ext uri="{FF2B5EF4-FFF2-40B4-BE49-F238E27FC236}">
                  <a16:creationId xmlns:a16="http://schemas.microsoft.com/office/drawing/2014/main" id="{7DE3A73A-3FED-46CA-829E-8F1D32ED72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685800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869" name="Shape 3116">
              <a:extLst>
                <a:ext uri="{FF2B5EF4-FFF2-40B4-BE49-F238E27FC236}">
                  <a16:creationId xmlns:a16="http://schemas.microsoft.com/office/drawing/2014/main" id="{B68F08B5-D452-4207-8D24-6D67E795DF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685800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870" name="Shape 3117">
              <a:extLst>
                <a:ext uri="{FF2B5EF4-FFF2-40B4-BE49-F238E27FC236}">
                  <a16:creationId xmlns:a16="http://schemas.microsoft.com/office/drawing/2014/main" id="{ED126515-0491-4D76-9532-26A757A119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685800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871" name="Shape 3118">
              <a:extLst>
                <a:ext uri="{FF2B5EF4-FFF2-40B4-BE49-F238E27FC236}">
                  <a16:creationId xmlns:a16="http://schemas.microsoft.com/office/drawing/2014/main" id="{7215FC04-038C-4CBC-B45E-A314089D6A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1100137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872" name="Shape 3119">
              <a:extLst>
                <a:ext uri="{FF2B5EF4-FFF2-40B4-BE49-F238E27FC236}">
                  <a16:creationId xmlns:a16="http://schemas.microsoft.com/office/drawing/2014/main" id="{AC827C60-1679-4444-AB89-A74B5D3E86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1100137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873" name="Shape 3120">
              <a:extLst>
                <a:ext uri="{FF2B5EF4-FFF2-40B4-BE49-F238E27FC236}">
                  <a16:creationId xmlns:a16="http://schemas.microsoft.com/office/drawing/2014/main" id="{559AD873-25B2-4C26-A3C5-5E2B000976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1100137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874" name="Shape 3121">
              <a:extLst>
                <a:ext uri="{FF2B5EF4-FFF2-40B4-BE49-F238E27FC236}">
                  <a16:creationId xmlns:a16="http://schemas.microsoft.com/office/drawing/2014/main" id="{1897B2CE-CAEB-4617-AA1A-94134D594D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1516062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875" name="Shape 3122">
              <a:extLst>
                <a:ext uri="{FF2B5EF4-FFF2-40B4-BE49-F238E27FC236}">
                  <a16:creationId xmlns:a16="http://schemas.microsoft.com/office/drawing/2014/main" id="{CB9EC2C1-C219-4CCD-BED6-0419569410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1516062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876" name="Shape 3123">
              <a:extLst>
                <a:ext uri="{FF2B5EF4-FFF2-40B4-BE49-F238E27FC236}">
                  <a16:creationId xmlns:a16="http://schemas.microsoft.com/office/drawing/2014/main" id="{F8A6A94C-AE9D-40F0-977B-743F577221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1516062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877" name="Shape 3124">
              <a:extLst>
                <a:ext uri="{FF2B5EF4-FFF2-40B4-BE49-F238E27FC236}">
                  <a16:creationId xmlns:a16="http://schemas.microsoft.com/office/drawing/2014/main" id="{384F044D-F7E6-493C-961F-9F03E97ED3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1878012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878" name="Shape 3125">
              <a:extLst>
                <a:ext uri="{FF2B5EF4-FFF2-40B4-BE49-F238E27FC236}">
                  <a16:creationId xmlns:a16="http://schemas.microsoft.com/office/drawing/2014/main" id="{F490869C-10A7-4530-8231-307D2B9A7E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1878012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879" name="Shape 3126">
              <a:extLst>
                <a:ext uri="{FF2B5EF4-FFF2-40B4-BE49-F238E27FC236}">
                  <a16:creationId xmlns:a16="http://schemas.microsoft.com/office/drawing/2014/main" id="{DFB531BE-BF20-4A7D-8546-3C055814F7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1878012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880" name="Shape 3127">
              <a:extLst>
                <a:ext uri="{FF2B5EF4-FFF2-40B4-BE49-F238E27FC236}">
                  <a16:creationId xmlns:a16="http://schemas.microsoft.com/office/drawing/2014/main" id="{DB4D115C-BB51-45B0-A3FD-E1D451DF82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2130425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881" name="Shape 3128">
              <a:extLst>
                <a:ext uri="{FF2B5EF4-FFF2-40B4-BE49-F238E27FC236}">
                  <a16:creationId xmlns:a16="http://schemas.microsoft.com/office/drawing/2014/main" id="{9EB49ED6-4229-4DE3-9277-3EBE2AF459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2130425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882" name="Shape 3129">
              <a:extLst>
                <a:ext uri="{FF2B5EF4-FFF2-40B4-BE49-F238E27FC236}">
                  <a16:creationId xmlns:a16="http://schemas.microsoft.com/office/drawing/2014/main" id="{6DFD9864-FFA0-4722-954D-17A6E2324F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2130425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883" name="Shape 3130">
              <a:extLst>
                <a:ext uri="{FF2B5EF4-FFF2-40B4-BE49-F238E27FC236}">
                  <a16:creationId xmlns:a16="http://schemas.microsoft.com/office/drawing/2014/main" id="{F34382D7-4B9C-48FB-B42B-7EB65B5326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2409825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884" name="Shape 3131">
              <a:extLst>
                <a:ext uri="{FF2B5EF4-FFF2-40B4-BE49-F238E27FC236}">
                  <a16:creationId xmlns:a16="http://schemas.microsoft.com/office/drawing/2014/main" id="{331FB9C3-9AC9-44FC-B5C0-3581683405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2409825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885" name="Shape 3132">
              <a:extLst>
                <a:ext uri="{FF2B5EF4-FFF2-40B4-BE49-F238E27FC236}">
                  <a16:creationId xmlns:a16="http://schemas.microsoft.com/office/drawing/2014/main" id="{6A66EE57-6F53-41A0-95A9-02A37B01C2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2409825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886" name="Shape 3133">
              <a:extLst>
                <a:ext uri="{FF2B5EF4-FFF2-40B4-BE49-F238E27FC236}">
                  <a16:creationId xmlns:a16="http://schemas.microsoft.com/office/drawing/2014/main" id="{A2EE9F70-85E6-43DA-9C64-AA1CA8635A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2363" y="1154112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32887" name="Shape 3134">
              <a:extLst>
                <a:ext uri="{FF2B5EF4-FFF2-40B4-BE49-F238E27FC236}">
                  <a16:creationId xmlns:a16="http://schemas.microsoft.com/office/drawing/2014/main" id="{A869D920-BACD-49F6-A5D5-75742F3AD5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40238" y="1139825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32888" name="Shape 3135">
              <a:extLst>
                <a:ext uri="{FF2B5EF4-FFF2-40B4-BE49-F238E27FC236}">
                  <a16:creationId xmlns:a16="http://schemas.microsoft.com/office/drawing/2014/main" id="{73BE2947-B36D-43FA-85FD-27DCAF1C2E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91125" y="1139825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32889" name="Shape 3136">
              <a:extLst>
                <a:ext uri="{FF2B5EF4-FFF2-40B4-BE49-F238E27FC236}">
                  <a16:creationId xmlns:a16="http://schemas.microsoft.com/office/drawing/2014/main" id="{7F991DDC-7F3C-4048-BF95-B9476085DA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0575" y="1139825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32890" name="Shape 3137">
              <a:extLst>
                <a:ext uri="{FF2B5EF4-FFF2-40B4-BE49-F238E27FC236}">
                  <a16:creationId xmlns:a16="http://schemas.microsoft.com/office/drawing/2014/main" id="{E0F37CFA-6D83-4E2E-93C7-A241B6AD41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65900" y="1154112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32891" name="Shape 3138">
              <a:extLst>
                <a:ext uri="{FF2B5EF4-FFF2-40B4-BE49-F238E27FC236}">
                  <a16:creationId xmlns:a16="http://schemas.microsoft.com/office/drawing/2014/main" id="{CFDC051A-0E1C-4683-AF7D-83255FAAB8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25" y="1139825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32892" name="Shape 3139">
              <a:extLst>
                <a:ext uri="{FF2B5EF4-FFF2-40B4-BE49-F238E27FC236}">
                  <a16:creationId xmlns:a16="http://schemas.microsoft.com/office/drawing/2014/main" id="{735EBDE7-5894-4452-8875-634963BB5E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85125" y="1123950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332893" name="Shape 3140">
              <a:extLst>
                <a:ext uri="{FF2B5EF4-FFF2-40B4-BE49-F238E27FC236}">
                  <a16:creationId xmlns:a16="http://schemas.microsoft.com/office/drawing/2014/main" id="{FBED0C4A-EC79-4C16-83E3-E19B446592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0713" y="736600"/>
              <a:ext cx="6508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= 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332894" name="Shape 3141">
              <a:extLst>
                <a:ext uri="{FF2B5EF4-FFF2-40B4-BE49-F238E27FC236}">
                  <a16:creationId xmlns:a16="http://schemas.microsoft.com/office/drawing/2014/main" id="{1B8EC08B-CE0E-4CE5-BE38-F14A02ED2E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3200" y="736600"/>
              <a:ext cx="6508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= 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32895" name="Shape 3143">
              <a:extLst>
                <a:ext uri="{FF2B5EF4-FFF2-40B4-BE49-F238E27FC236}">
                  <a16:creationId xmlns:a16="http://schemas.microsoft.com/office/drawing/2014/main" id="{926F742A-BF5C-4A01-9785-200E885429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781" y="266700"/>
              <a:ext cx="7859769" cy="95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896" name="Shape 3144">
              <a:extLst>
                <a:ext uri="{FF2B5EF4-FFF2-40B4-BE49-F238E27FC236}">
                  <a16:creationId xmlns:a16="http://schemas.microsoft.com/office/drawing/2014/main" id="{F8619232-33FA-4505-BB0D-8E2F26BE64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276225"/>
              <a:ext cx="11098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897" name="Shape 3145">
              <a:extLst>
                <a:ext uri="{FF2B5EF4-FFF2-40B4-BE49-F238E27FC236}">
                  <a16:creationId xmlns:a16="http://schemas.microsoft.com/office/drawing/2014/main" id="{679A613F-BD05-4C23-910A-76E5DD3327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276225"/>
              <a:ext cx="11098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898" name="Shape 3146">
              <a:extLst>
                <a:ext uri="{FF2B5EF4-FFF2-40B4-BE49-F238E27FC236}">
                  <a16:creationId xmlns:a16="http://schemas.microsoft.com/office/drawing/2014/main" id="{61C76970-589A-449E-880A-4409A83E25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107" y="442913"/>
              <a:ext cx="730066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332899" name="Shape 3147">
              <a:extLst>
                <a:ext uri="{FF2B5EF4-FFF2-40B4-BE49-F238E27FC236}">
                  <a16:creationId xmlns:a16="http://schemas.microsoft.com/office/drawing/2014/main" id="{D8D991A6-CFBA-46C9-931F-AE7BC876B6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4735" y="390525"/>
              <a:ext cx="977822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332900" name="Shape 3148">
              <a:extLst>
                <a:ext uri="{FF2B5EF4-FFF2-40B4-BE49-F238E27FC236}">
                  <a16:creationId xmlns:a16="http://schemas.microsoft.com/office/drawing/2014/main" id="{773707C7-E29E-4754-A096-3C4E3867CA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685799"/>
              <a:ext cx="11098" cy="4142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901" name="Shape 3149">
              <a:extLst>
                <a:ext uri="{FF2B5EF4-FFF2-40B4-BE49-F238E27FC236}">
                  <a16:creationId xmlns:a16="http://schemas.microsoft.com/office/drawing/2014/main" id="{09DD0A96-9E7F-44A5-B2A4-500D6BE474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9084" y="752474"/>
              <a:ext cx="476013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332902" name="Shape 3150">
              <a:extLst>
                <a:ext uri="{FF2B5EF4-FFF2-40B4-BE49-F238E27FC236}">
                  <a16:creationId xmlns:a16="http://schemas.microsoft.com/office/drawing/2014/main" id="{BB0307C6-C956-428F-B633-97F432DDCF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1089024"/>
              <a:ext cx="6913742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903" name="Shape 3151">
              <a:extLst>
                <a:ext uri="{FF2B5EF4-FFF2-40B4-BE49-F238E27FC236}">
                  <a16:creationId xmlns:a16="http://schemas.microsoft.com/office/drawing/2014/main" id="{609557CA-FA09-4618-A211-C102E0BAD5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1100138"/>
              <a:ext cx="11098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904" name="Shape 3152">
              <a:extLst>
                <a:ext uri="{FF2B5EF4-FFF2-40B4-BE49-F238E27FC236}">
                  <a16:creationId xmlns:a16="http://schemas.microsoft.com/office/drawing/2014/main" id="{55ED3364-E6A3-4FD9-A5C9-999A8CFC82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781" y="1501774"/>
              <a:ext cx="785976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905" name="Shape 3153">
              <a:extLst>
                <a:ext uri="{FF2B5EF4-FFF2-40B4-BE49-F238E27FC236}">
                  <a16:creationId xmlns:a16="http://schemas.microsoft.com/office/drawing/2014/main" id="{06DD2759-0B58-4A40-8A60-CF04F3D361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58503" y="647699"/>
              <a:ext cx="780758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332906" name="Shape 3154">
              <a:extLst>
                <a:ext uri="{FF2B5EF4-FFF2-40B4-BE49-F238E27FC236}">
                  <a16:creationId xmlns:a16="http://schemas.microsoft.com/office/drawing/2014/main" id="{DF3C03D1-BA2B-4E58-AEED-03FF0CB777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2450" y="1595439"/>
              <a:ext cx="22226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32907" name="Shape 3155">
              <a:extLst>
                <a:ext uri="{FF2B5EF4-FFF2-40B4-BE49-F238E27FC236}">
                  <a16:creationId xmlns:a16="http://schemas.microsoft.com/office/drawing/2014/main" id="{1E8DA2D4-4FE4-4F8E-B7ED-2F783045D6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1516064"/>
              <a:ext cx="11098" cy="362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908" name="Shape 3156">
              <a:extLst>
                <a:ext uri="{FF2B5EF4-FFF2-40B4-BE49-F238E27FC236}">
                  <a16:creationId xmlns:a16="http://schemas.microsoft.com/office/drawing/2014/main" id="{B3326933-9CFE-407B-B152-D6CF9A3A0C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4159" y="1595439"/>
              <a:ext cx="304747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332909" name="Shape 3157">
              <a:extLst>
                <a:ext uri="{FF2B5EF4-FFF2-40B4-BE49-F238E27FC236}">
                  <a16:creationId xmlns:a16="http://schemas.microsoft.com/office/drawing/2014/main" id="{398A25F0-4F00-4808-8F59-2065383347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85696" y="1595439"/>
              <a:ext cx="298246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332910" name="Shape 3158">
              <a:extLst>
                <a:ext uri="{FF2B5EF4-FFF2-40B4-BE49-F238E27FC236}">
                  <a16:creationId xmlns:a16="http://schemas.microsoft.com/office/drawing/2014/main" id="{8149FCA3-8572-4FB6-847C-16C3BB8A4C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2790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2911" name="Shape 3159">
              <a:extLst>
                <a:ext uri="{FF2B5EF4-FFF2-40B4-BE49-F238E27FC236}">
                  <a16:creationId xmlns:a16="http://schemas.microsoft.com/office/drawing/2014/main" id="{CA80B67E-B69B-411E-94BD-956D65D6AB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5795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2912" name="Shape 3160">
              <a:extLst>
                <a:ext uri="{FF2B5EF4-FFF2-40B4-BE49-F238E27FC236}">
                  <a16:creationId xmlns:a16="http://schemas.microsoft.com/office/drawing/2014/main" id="{44166B0B-60FE-463D-917D-1021A7863A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7657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2913" name="Shape 3161">
              <a:extLst>
                <a:ext uri="{FF2B5EF4-FFF2-40B4-BE49-F238E27FC236}">
                  <a16:creationId xmlns:a16="http://schemas.microsoft.com/office/drawing/2014/main" id="{1E6A6DFA-64F4-4777-A544-1423DC6EA1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04600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2914" name="Shape 3162">
              <a:extLst>
                <a:ext uri="{FF2B5EF4-FFF2-40B4-BE49-F238E27FC236}">
                  <a16:creationId xmlns:a16="http://schemas.microsoft.com/office/drawing/2014/main" id="{20A73952-3A47-4684-94FB-10160C2064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31542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2915" name="Shape 3163">
              <a:extLst>
                <a:ext uri="{FF2B5EF4-FFF2-40B4-BE49-F238E27FC236}">
                  <a16:creationId xmlns:a16="http://schemas.microsoft.com/office/drawing/2014/main" id="{AA5A72ED-4904-4D1C-AA13-2700E13DEE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0073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2916" name="Shape 3164">
              <a:extLst>
                <a:ext uri="{FF2B5EF4-FFF2-40B4-BE49-F238E27FC236}">
                  <a16:creationId xmlns:a16="http://schemas.microsoft.com/office/drawing/2014/main" id="{A77EEE52-50E9-4A1B-816C-7C46933563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7015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2917" name="Shape 3165">
              <a:extLst>
                <a:ext uri="{FF2B5EF4-FFF2-40B4-BE49-F238E27FC236}">
                  <a16:creationId xmlns:a16="http://schemas.microsoft.com/office/drawing/2014/main" id="{DC526881-34F9-4EBD-A289-839029EE1B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2369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2918" name="Shape 3166">
              <a:extLst>
                <a:ext uri="{FF2B5EF4-FFF2-40B4-BE49-F238E27FC236}">
                  <a16:creationId xmlns:a16="http://schemas.microsoft.com/office/drawing/2014/main" id="{185EA344-E0A2-4578-9461-4EFFC47AB0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29789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2919" name="Shape 3167">
              <a:extLst>
                <a:ext uri="{FF2B5EF4-FFF2-40B4-BE49-F238E27FC236}">
                  <a16:creationId xmlns:a16="http://schemas.microsoft.com/office/drawing/2014/main" id="{EB2E8493-805A-4E30-AF62-795ADC0DD5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8799" y="1870075"/>
              <a:ext cx="209361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332920" name="Shape 3168">
              <a:extLst>
                <a:ext uri="{FF2B5EF4-FFF2-40B4-BE49-F238E27FC236}">
                  <a16:creationId xmlns:a16="http://schemas.microsoft.com/office/drawing/2014/main" id="{4CB6416D-A7B9-466D-B106-34357A943E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1878014"/>
              <a:ext cx="11098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921" name="Shape 3169">
              <a:extLst>
                <a:ext uri="{FF2B5EF4-FFF2-40B4-BE49-F238E27FC236}">
                  <a16:creationId xmlns:a16="http://schemas.microsoft.com/office/drawing/2014/main" id="{3DB3FFB6-7FD5-4612-BED8-20C84EB068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5746" y="1870075"/>
              <a:ext cx="304747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332922" name="Shape 3170">
              <a:extLst>
                <a:ext uri="{FF2B5EF4-FFF2-40B4-BE49-F238E27FC236}">
                  <a16:creationId xmlns:a16="http://schemas.microsoft.com/office/drawing/2014/main" id="{86348BF0-A5CB-4C0A-9CC3-DD844FBDF4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87282" y="1870075"/>
              <a:ext cx="298246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332923" name="Shape 3171">
              <a:extLst>
                <a:ext uri="{FF2B5EF4-FFF2-40B4-BE49-F238E27FC236}">
                  <a16:creationId xmlns:a16="http://schemas.microsoft.com/office/drawing/2014/main" id="{BF2F63F9-A3EB-49A2-9F1D-61C3DCC97C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4376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2924" name="Shape 3172">
              <a:extLst>
                <a:ext uri="{FF2B5EF4-FFF2-40B4-BE49-F238E27FC236}">
                  <a16:creationId xmlns:a16="http://schemas.microsoft.com/office/drawing/2014/main" id="{53F7F699-6FBD-4E3A-8D47-0334A00BE2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5795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2925" name="Shape 3173">
              <a:extLst>
                <a:ext uri="{FF2B5EF4-FFF2-40B4-BE49-F238E27FC236}">
                  <a16:creationId xmlns:a16="http://schemas.microsoft.com/office/drawing/2014/main" id="{BFAE5DBE-EE93-47DA-ABCA-C35B125014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9245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2926" name="Shape 3174">
              <a:extLst>
                <a:ext uri="{FF2B5EF4-FFF2-40B4-BE49-F238E27FC236}">
                  <a16:creationId xmlns:a16="http://schemas.microsoft.com/office/drawing/2014/main" id="{1FCB2889-6339-4B88-9E53-91559CBD23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06187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2927" name="Shape 3175">
              <a:extLst>
                <a:ext uri="{FF2B5EF4-FFF2-40B4-BE49-F238E27FC236}">
                  <a16:creationId xmlns:a16="http://schemas.microsoft.com/office/drawing/2014/main" id="{DA15EC7F-0941-43F5-B611-F5BFB70172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33130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2928" name="Shape 3176">
              <a:extLst>
                <a:ext uri="{FF2B5EF4-FFF2-40B4-BE49-F238E27FC236}">
                  <a16:creationId xmlns:a16="http://schemas.microsoft.com/office/drawing/2014/main" id="{DBEC21EC-4E62-4327-9D99-AFDDA47A33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0073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2929" name="Shape 3177">
              <a:extLst>
                <a:ext uri="{FF2B5EF4-FFF2-40B4-BE49-F238E27FC236}">
                  <a16:creationId xmlns:a16="http://schemas.microsoft.com/office/drawing/2014/main" id="{D4FF0B0E-215C-4607-9FCA-D916AABBC1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7015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2930" name="Shape 3178">
              <a:extLst>
                <a:ext uri="{FF2B5EF4-FFF2-40B4-BE49-F238E27FC236}">
                  <a16:creationId xmlns:a16="http://schemas.microsoft.com/office/drawing/2014/main" id="{760CF96C-BC2D-4EA9-9904-77D3E2FDC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3958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2931" name="Shape 3179">
              <a:extLst>
                <a:ext uri="{FF2B5EF4-FFF2-40B4-BE49-F238E27FC236}">
                  <a16:creationId xmlns:a16="http://schemas.microsoft.com/office/drawing/2014/main" id="{C8A319C2-78DB-4065-8A6A-525E81CEE9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29789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2932" name="Shape 3180">
              <a:extLst>
                <a:ext uri="{FF2B5EF4-FFF2-40B4-BE49-F238E27FC236}">
                  <a16:creationId xmlns:a16="http://schemas.microsoft.com/office/drawing/2014/main" id="{E814B970-79B9-45B0-833B-469028910E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8799" y="2141539"/>
              <a:ext cx="209361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32933" name="Shape 3181">
              <a:extLst>
                <a:ext uri="{FF2B5EF4-FFF2-40B4-BE49-F238E27FC236}">
                  <a16:creationId xmlns:a16="http://schemas.microsoft.com/office/drawing/2014/main" id="{B02384F8-2510-41C8-8F6D-18D3947048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2130426"/>
              <a:ext cx="11098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934" name="Shape 3182">
              <a:extLst>
                <a:ext uri="{FF2B5EF4-FFF2-40B4-BE49-F238E27FC236}">
                  <a16:creationId xmlns:a16="http://schemas.microsoft.com/office/drawing/2014/main" id="{458DFDB5-AD7C-4E58-807A-966F64A5F5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5746" y="2141539"/>
              <a:ext cx="304747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332935" name="Shape 3183">
              <a:extLst>
                <a:ext uri="{FF2B5EF4-FFF2-40B4-BE49-F238E27FC236}">
                  <a16:creationId xmlns:a16="http://schemas.microsoft.com/office/drawing/2014/main" id="{2253F13D-B561-4940-AC96-A6CC5BE4F9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87282" y="2141539"/>
              <a:ext cx="298246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332936" name="Shape 3184">
              <a:extLst>
                <a:ext uri="{FF2B5EF4-FFF2-40B4-BE49-F238E27FC236}">
                  <a16:creationId xmlns:a16="http://schemas.microsoft.com/office/drawing/2014/main" id="{5ED5DFF4-2D5F-490B-901C-6FDF18F7E6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4376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2937" name="Shape 3185">
              <a:extLst>
                <a:ext uri="{FF2B5EF4-FFF2-40B4-BE49-F238E27FC236}">
                  <a16:creationId xmlns:a16="http://schemas.microsoft.com/office/drawing/2014/main" id="{CE35913F-7050-4849-AD43-CA81117884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5795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2938" name="Shape 3186">
              <a:extLst>
                <a:ext uri="{FF2B5EF4-FFF2-40B4-BE49-F238E27FC236}">
                  <a16:creationId xmlns:a16="http://schemas.microsoft.com/office/drawing/2014/main" id="{DFCF0CA2-DAE8-437F-87A9-CAC98E4506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9245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2939" name="Shape 3187">
              <a:extLst>
                <a:ext uri="{FF2B5EF4-FFF2-40B4-BE49-F238E27FC236}">
                  <a16:creationId xmlns:a16="http://schemas.microsoft.com/office/drawing/2014/main" id="{C18BB261-1D85-4555-A6C1-583DDDA7DF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06187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2940" name="Shape 3188">
              <a:extLst>
                <a:ext uri="{FF2B5EF4-FFF2-40B4-BE49-F238E27FC236}">
                  <a16:creationId xmlns:a16="http://schemas.microsoft.com/office/drawing/2014/main" id="{8B2011F6-9758-4A20-BC20-E5457D4281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33130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2941" name="Shape 3189">
              <a:extLst>
                <a:ext uri="{FF2B5EF4-FFF2-40B4-BE49-F238E27FC236}">
                  <a16:creationId xmlns:a16="http://schemas.microsoft.com/office/drawing/2014/main" id="{20D403C6-72CB-41B0-B865-3DA0492FA3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0073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2942" name="Shape 3190">
              <a:extLst>
                <a:ext uri="{FF2B5EF4-FFF2-40B4-BE49-F238E27FC236}">
                  <a16:creationId xmlns:a16="http://schemas.microsoft.com/office/drawing/2014/main" id="{1FBFEAF3-33AD-48B5-A5A5-1D40B2F050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7015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2943" name="Shape 3191">
              <a:extLst>
                <a:ext uri="{FF2B5EF4-FFF2-40B4-BE49-F238E27FC236}">
                  <a16:creationId xmlns:a16="http://schemas.microsoft.com/office/drawing/2014/main" id="{40CC26FC-5798-4372-A100-89CB927B7D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3958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2944" name="Shape 3192">
              <a:extLst>
                <a:ext uri="{FF2B5EF4-FFF2-40B4-BE49-F238E27FC236}">
                  <a16:creationId xmlns:a16="http://schemas.microsoft.com/office/drawing/2014/main" id="{67EE8B8F-CED6-46E3-A40D-8FC3F9D9F7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29789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2945" name="Shape 3193">
              <a:extLst>
                <a:ext uri="{FF2B5EF4-FFF2-40B4-BE49-F238E27FC236}">
                  <a16:creationId xmlns:a16="http://schemas.microsoft.com/office/drawing/2014/main" id="{5DEBC7B8-54C3-4B30-AD6D-1D3D48FE8F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2450" y="2416176"/>
              <a:ext cx="22226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32946" name="Shape 3194">
              <a:extLst>
                <a:ext uri="{FF2B5EF4-FFF2-40B4-BE49-F238E27FC236}">
                  <a16:creationId xmlns:a16="http://schemas.microsoft.com/office/drawing/2014/main" id="{D4EB7513-5438-4C73-9DF2-94EB01E826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2409826"/>
              <a:ext cx="11098" cy="315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947" name="Shape 3195">
              <a:extLst>
                <a:ext uri="{FF2B5EF4-FFF2-40B4-BE49-F238E27FC236}">
                  <a16:creationId xmlns:a16="http://schemas.microsoft.com/office/drawing/2014/main" id="{F954F110-5592-4CFD-A17F-867367EBFD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4159" y="2416176"/>
              <a:ext cx="304747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332948" name="Shape 3196">
              <a:extLst>
                <a:ext uri="{FF2B5EF4-FFF2-40B4-BE49-F238E27FC236}">
                  <a16:creationId xmlns:a16="http://schemas.microsoft.com/office/drawing/2014/main" id="{65ADDEF6-2D0B-4F6A-AF75-1C782254A6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85696" y="2416176"/>
              <a:ext cx="298246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332949" name="Shape 3197">
              <a:extLst>
                <a:ext uri="{FF2B5EF4-FFF2-40B4-BE49-F238E27FC236}">
                  <a16:creationId xmlns:a16="http://schemas.microsoft.com/office/drawing/2014/main" id="{265C0B67-A4E9-46EC-9F48-142CC4B0A3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2790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2950" name="Shape 3198">
              <a:extLst>
                <a:ext uri="{FF2B5EF4-FFF2-40B4-BE49-F238E27FC236}">
                  <a16:creationId xmlns:a16="http://schemas.microsoft.com/office/drawing/2014/main" id="{546C7EB8-2D97-4E07-82D5-B1A9E1A581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5795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2951" name="Shape 3199">
              <a:extLst>
                <a:ext uri="{FF2B5EF4-FFF2-40B4-BE49-F238E27FC236}">
                  <a16:creationId xmlns:a16="http://schemas.microsoft.com/office/drawing/2014/main" id="{126CD5F3-4EAC-4A76-858C-AA88762B1A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7657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2952" name="Shape 3200">
              <a:extLst>
                <a:ext uri="{FF2B5EF4-FFF2-40B4-BE49-F238E27FC236}">
                  <a16:creationId xmlns:a16="http://schemas.microsoft.com/office/drawing/2014/main" id="{926076EC-FA64-47EF-8782-E72446279C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04600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2953" name="Shape 3201">
              <a:extLst>
                <a:ext uri="{FF2B5EF4-FFF2-40B4-BE49-F238E27FC236}">
                  <a16:creationId xmlns:a16="http://schemas.microsoft.com/office/drawing/2014/main" id="{6A49F021-271E-4862-BB53-0C28266A26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31542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2954" name="Shape 3202">
              <a:extLst>
                <a:ext uri="{FF2B5EF4-FFF2-40B4-BE49-F238E27FC236}">
                  <a16:creationId xmlns:a16="http://schemas.microsoft.com/office/drawing/2014/main" id="{F1371F62-5612-4FBC-AD20-6B932C9364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0073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2955" name="Shape 3203">
              <a:extLst>
                <a:ext uri="{FF2B5EF4-FFF2-40B4-BE49-F238E27FC236}">
                  <a16:creationId xmlns:a16="http://schemas.microsoft.com/office/drawing/2014/main" id="{C34172F1-543F-4A36-B643-A1EAF469DC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7015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2956" name="Shape 3204">
              <a:extLst>
                <a:ext uri="{FF2B5EF4-FFF2-40B4-BE49-F238E27FC236}">
                  <a16:creationId xmlns:a16="http://schemas.microsoft.com/office/drawing/2014/main" id="{486793D2-660C-466B-AD20-B7A237A401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2369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2957" name="Shape 3205">
              <a:extLst>
                <a:ext uri="{FF2B5EF4-FFF2-40B4-BE49-F238E27FC236}">
                  <a16:creationId xmlns:a16="http://schemas.microsoft.com/office/drawing/2014/main" id="{F7C706C3-D2C2-42DC-B4C4-D047935E4F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781" y="2736851"/>
              <a:ext cx="785976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958" name="Shape 3206">
              <a:extLst>
                <a:ext uri="{FF2B5EF4-FFF2-40B4-BE49-F238E27FC236}">
                  <a16:creationId xmlns:a16="http://schemas.microsoft.com/office/drawing/2014/main" id="{C7F6A0ED-3CCF-44A5-A8E6-A7C0D58B6B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29789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cxnSp>
          <p:nvCxnSpPr>
            <p:cNvPr id="332959" name="Shape 3207">
              <a:extLst>
                <a:ext uri="{FF2B5EF4-FFF2-40B4-BE49-F238E27FC236}">
                  <a16:creationId xmlns:a16="http://schemas.microsoft.com/office/drawing/2014/main" id="{25108C6C-D745-4C08-B271-00DAF05BB8F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63543" y="268288"/>
              <a:ext cx="0" cy="247170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32960" name="Shape 3208">
              <a:extLst>
                <a:ext uri="{FF2B5EF4-FFF2-40B4-BE49-F238E27FC236}">
                  <a16:creationId xmlns:a16="http://schemas.microsoft.com/office/drawing/2014/main" id="{6044A45F-6760-4511-BCE6-C28B27A71FF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520535" y="282575"/>
              <a:ext cx="0" cy="2443201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32961" name="Shape 3209">
              <a:extLst>
                <a:ext uri="{FF2B5EF4-FFF2-40B4-BE49-F238E27FC236}">
                  <a16:creationId xmlns:a16="http://schemas.microsoft.com/office/drawing/2014/main" id="{9E137540-21BA-454F-BC81-E360D2EFFE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792060" y="725488"/>
              <a:ext cx="1728585" cy="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32962" name="Shape 3210">
              <a:extLst>
                <a:ext uri="{FF2B5EF4-FFF2-40B4-BE49-F238E27FC236}">
                  <a16:creationId xmlns:a16="http://schemas.microsoft.com/office/drawing/2014/main" id="{C4F82FCD-93A1-46D5-99D1-A067203EBC4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705952" y="254000"/>
              <a:ext cx="0" cy="251460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32963" name="Shape 3211">
              <a:extLst>
                <a:ext uri="{FF2B5EF4-FFF2-40B4-BE49-F238E27FC236}">
                  <a16:creationId xmlns:a16="http://schemas.microsoft.com/office/drawing/2014/main" id="{142174C6-A36A-44E2-9398-2B8E6F741E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66913" y="1123950"/>
              <a:ext cx="512762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32964" name="Shape 3212">
              <a:extLst>
                <a:ext uri="{FF2B5EF4-FFF2-40B4-BE49-F238E27FC236}">
                  <a16:creationId xmlns:a16="http://schemas.microsoft.com/office/drawing/2014/main" id="{C16EEE23-55A9-42F6-B5AC-BACA364863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4638" y="1154112"/>
              <a:ext cx="5111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32965" name="Shape 3213">
              <a:extLst>
                <a:ext uri="{FF2B5EF4-FFF2-40B4-BE49-F238E27FC236}">
                  <a16:creationId xmlns:a16="http://schemas.microsoft.com/office/drawing/2014/main" id="{DE270A73-D5CA-48D0-9B4E-75926B0711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62038" y="1138237"/>
              <a:ext cx="5111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90" name="Shape 2890">
            <a:extLst>
              <a:ext uri="{FF2B5EF4-FFF2-40B4-BE49-F238E27FC236}">
                <a16:creationId xmlns:a16="http://schemas.microsoft.com/office/drawing/2014/main" id="{BA61AF8D-2390-CC4F-92F3-E1FDDB0613C8}"/>
              </a:ext>
            </a:extLst>
          </p:cNvPr>
          <p:cNvGraphicFramePr>
            <a:graphicFrameLocks noGrp="1"/>
          </p:cNvGraphicFramePr>
          <p:nvPr/>
        </p:nvGraphicFramePr>
        <p:xfrm>
          <a:off x="779463" y="3067050"/>
          <a:ext cx="2479675" cy="3571875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68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68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w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  <a:sym typeface="Times New Roman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pSp>
        <p:nvGrpSpPr>
          <p:cNvPr id="334911" name="Group 105">
            <a:extLst>
              <a:ext uri="{FF2B5EF4-FFF2-40B4-BE49-F238E27FC236}">
                <a16:creationId xmlns:a16="http://schemas.microsoft.com/office/drawing/2014/main" id="{07815468-BF0C-42D4-BABD-71ABBA6F672C}"/>
              </a:ext>
            </a:extLst>
          </p:cNvPr>
          <p:cNvGrpSpPr>
            <a:grpSpLocks/>
          </p:cNvGrpSpPr>
          <p:nvPr/>
        </p:nvGrpSpPr>
        <p:grpSpPr bwMode="auto">
          <a:xfrm>
            <a:off x="3908425" y="2840038"/>
            <a:ext cx="2728913" cy="1778000"/>
            <a:chOff x="4851400" y="3867150"/>
            <a:chExt cx="2728913" cy="1778000"/>
          </a:xfrm>
        </p:grpSpPr>
        <p:sp>
          <p:nvSpPr>
            <p:cNvPr id="335036" name="Shape 3318">
              <a:extLst>
                <a:ext uri="{FF2B5EF4-FFF2-40B4-BE49-F238E27FC236}">
                  <a16:creationId xmlns:a16="http://schemas.microsoft.com/office/drawing/2014/main" id="{008E722C-FB64-4E28-BC7B-1F50A3B1F1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5625" y="4660900"/>
              <a:ext cx="960438" cy="984250"/>
            </a:xfrm>
            <a:prstGeom prst="rect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cxnSp>
          <p:nvCxnSpPr>
            <p:cNvPr id="335037" name="Shape 3319">
              <a:extLst>
                <a:ext uri="{FF2B5EF4-FFF2-40B4-BE49-F238E27FC236}">
                  <a16:creationId xmlns:a16="http://schemas.microsoft.com/office/drawing/2014/main" id="{187899EC-A202-40EB-B1B4-F515DC496D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635625" y="5164138"/>
              <a:ext cx="960438" cy="1587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35038" name="Shape 3320">
              <a:extLst>
                <a:ext uri="{FF2B5EF4-FFF2-40B4-BE49-F238E27FC236}">
                  <a16:creationId xmlns:a16="http://schemas.microsoft.com/office/drawing/2014/main" id="{3F32429E-D027-4EFB-BFBF-796FA26C3F4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6115050" y="4660900"/>
              <a:ext cx="1588" cy="984250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35039" name="Shape 3321">
              <a:extLst>
                <a:ext uri="{FF2B5EF4-FFF2-40B4-BE49-F238E27FC236}">
                  <a16:creationId xmlns:a16="http://schemas.microsoft.com/office/drawing/2014/main" id="{EDF9BE62-0F33-4255-9E8C-3F13B01AB96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154613" y="4181475"/>
              <a:ext cx="481012" cy="479425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35040" name="Shape 3322">
              <a:extLst>
                <a:ext uri="{FF2B5EF4-FFF2-40B4-BE49-F238E27FC236}">
                  <a16:creationId xmlns:a16="http://schemas.microsoft.com/office/drawing/2014/main" id="{2BCFDE97-B0CB-4D93-8C99-AE3DB0A024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96063" y="4660900"/>
              <a:ext cx="984250" cy="984250"/>
            </a:xfrm>
            <a:prstGeom prst="rect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cxnSp>
          <p:nvCxnSpPr>
            <p:cNvPr id="335041" name="Shape 3323">
              <a:extLst>
                <a:ext uri="{FF2B5EF4-FFF2-40B4-BE49-F238E27FC236}">
                  <a16:creationId xmlns:a16="http://schemas.microsoft.com/office/drawing/2014/main" id="{162FD844-6C13-4CA2-9BF4-8D04D03063B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596063" y="5164138"/>
              <a:ext cx="984250" cy="1587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35042" name="Shape 3324">
              <a:extLst>
                <a:ext uri="{FF2B5EF4-FFF2-40B4-BE49-F238E27FC236}">
                  <a16:creationId xmlns:a16="http://schemas.microsoft.com/office/drawing/2014/main" id="{D02FC393-5650-4826-B919-FB362EE3206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7099300" y="4660900"/>
              <a:ext cx="1588" cy="984250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35043" name="Shape 3325">
              <a:extLst>
                <a:ext uri="{FF2B5EF4-FFF2-40B4-BE49-F238E27FC236}">
                  <a16:creationId xmlns:a16="http://schemas.microsoft.com/office/drawing/2014/main" id="{166CE337-48CD-4DE5-813F-CB35C891FB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38725" y="4273550"/>
              <a:ext cx="18573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335044" name="Shape 3326">
              <a:extLst>
                <a:ext uri="{FF2B5EF4-FFF2-40B4-BE49-F238E27FC236}">
                  <a16:creationId xmlns:a16="http://schemas.microsoft.com/office/drawing/2014/main" id="{FFC09576-51F6-4F8C-A2C6-F9AB7CAE2C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70563" y="4400550"/>
              <a:ext cx="3206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335045" name="Shape 3327">
              <a:extLst>
                <a:ext uri="{FF2B5EF4-FFF2-40B4-BE49-F238E27FC236}">
                  <a16:creationId xmlns:a16="http://schemas.microsoft.com/office/drawing/2014/main" id="{27F322E2-40C0-4A1D-A60B-A007E9BC16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56338" y="4400550"/>
              <a:ext cx="33972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335046" name="Shape 3328">
              <a:extLst>
                <a:ext uri="{FF2B5EF4-FFF2-40B4-BE49-F238E27FC236}">
                  <a16:creationId xmlns:a16="http://schemas.microsoft.com/office/drawing/2014/main" id="{A98A3708-D5EE-4D26-87E9-8D7F4D2D2A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42113" y="4400550"/>
              <a:ext cx="33972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335047" name="Shape 3329">
              <a:extLst>
                <a:ext uri="{FF2B5EF4-FFF2-40B4-BE49-F238E27FC236}">
                  <a16:creationId xmlns:a16="http://schemas.microsoft.com/office/drawing/2014/main" id="{D201CF01-2543-4A8F-BE2A-F3FC986101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29475" y="4400550"/>
              <a:ext cx="3206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335048" name="Shape 3330">
              <a:extLst>
                <a:ext uri="{FF2B5EF4-FFF2-40B4-BE49-F238E27FC236}">
                  <a16:creationId xmlns:a16="http://schemas.microsoft.com/office/drawing/2014/main" id="{95CB1E60-1511-4D08-85DF-8692CB2A6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97500" y="4805363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5049" name="Shape 3331">
              <a:extLst>
                <a:ext uri="{FF2B5EF4-FFF2-40B4-BE49-F238E27FC236}">
                  <a16:creationId xmlns:a16="http://schemas.microsoft.com/office/drawing/2014/main" id="{403B3551-E9BE-4704-9FEC-23786578E2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6388" y="5291138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5050" name="Shape 3332">
              <a:extLst>
                <a:ext uri="{FF2B5EF4-FFF2-40B4-BE49-F238E27FC236}">
                  <a16:creationId xmlns:a16="http://schemas.microsoft.com/office/drawing/2014/main" id="{0C50EE40-40EA-4374-91BB-7FA2B32A15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21300" y="3990975"/>
              <a:ext cx="1412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335051" name="Shape 3333">
              <a:extLst>
                <a:ext uri="{FF2B5EF4-FFF2-40B4-BE49-F238E27FC236}">
                  <a16:creationId xmlns:a16="http://schemas.microsoft.com/office/drawing/2014/main" id="{FF18E50C-DEFF-43A5-BA67-E732B30F9C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21313" y="4094163"/>
              <a:ext cx="123825" cy="198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335052" name="Shape 3334">
              <a:extLst>
                <a:ext uri="{FF2B5EF4-FFF2-40B4-BE49-F238E27FC236}">
                  <a16:creationId xmlns:a16="http://schemas.microsoft.com/office/drawing/2014/main" id="{A42071A9-B6F9-48FF-9B73-B153DCB0BD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8150" y="3990975"/>
              <a:ext cx="1412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335053" name="Shape 3335">
              <a:extLst>
                <a:ext uri="{FF2B5EF4-FFF2-40B4-BE49-F238E27FC236}">
                  <a16:creationId xmlns:a16="http://schemas.microsoft.com/office/drawing/2014/main" id="{40C2F8FF-3AE7-47E4-9256-3A53157E63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18163" y="4094163"/>
              <a:ext cx="123825" cy="198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5054" name="Shape 3336">
              <a:extLst>
                <a:ext uri="{FF2B5EF4-FFF2-40B4-BE49-F238E27FC236}">
                  <a16:creationId xmlns:a16="http://schemas.microsoft.com/office/drawing/2014/main" id="{DF6836AC-040B-4DAA-9B05-C2058EE860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1400" y="3867150"/>
              <a:ext cx="163513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335055" name="Shape 3337">
              <a:extLst>
                <a:ext uri="{FF2B5EF4-FFF2-40B4-BE49-F238E27FC236}">
                  <a16:creationId xmlns:a16="http://schemas.microsoft.com/office/drawing/2014/main" id="{20EDB468-4169-45A4-8E28-A570297772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89513" y="3971925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</p:grpSp>
      <p:grpSp>
        <p:nvGrpSpPr>
          <p:cNvPr id="334912" name="Group 161">
            <a:extLst>
              <a:ext uri="{FF2B5EF4-FFF2-40B4-BE49-F238E27FC236}">
                <a16:creationId xmlns:a16="http://schemas.microsoft.com/office/drawing/2014/main" id="{4C83B31E-8DC2-4A69-93AB-A75DD81737AF}"/>
              </a:ext>
            </a:extLst>
          </p:cNvPr>
          <p:cNvGrpSpPr>
            <a:grpSpLocks/>
          </p:cNvGrpSpPr>
          <p:nvPr/>
        </p:nvGrpSpPr>
        <p:grpSpPr bwMode="auto">
          <a:xfrm>
            <a:off x="3871913" y="4876800"/>
            <a:ext cx="2728912" cy="1778000"/>
            <a:chOff x="4851400" y="3867150"/>
            <a:chExt cx="2728913" cy="1778000"/>
          </a:xfrm>
        </p:grpSpPr>
        <p:sp>
          <p:nvSpPr>
            <p:cNvPr id="335016" name="Shape 3318">
              <a:extLst>
                <a:ext uri="{FF2B5EF4-FFF2-40B4-BE49-F238E27FC236}">
                  <a16:creationId xmlns:a16="http://schemas.microsoft.com/office/drawing/2014/main" id="{02AB0A53-F3EA-4A4C-8D05-504E652ECB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5625" y="4660900"/>
              <a:ext cx="960438" cy="984250"/>
            </a:xfrm>
            <a:prstGeom prst="rect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cxnSp>
          <p:nvCxnSpPr>
            <p:cNvPr id="335017" name="Shape 3319">
              <a:extLst>
                <a:ext uri="{FF2B5EF4-FFF2-40B4-BE49-F238E27FC236}">
                  <a16:creationId xmlns:a16="http://schemas.microsoft.com/office/drawing/2014/main" id="{B4198F06-CB78-4636-B2F6-1721F4BC2CA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635625" y="5164138"/>
              <a:ext cx="960438" cy="1587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35018" name="Shape 3320">
              <a:extLst>
                <a:ext uri="{FF2B5EF4-FFF2-40B4-BE49-F238E27FC236}">
                  <a16:creationId xmlns:a16="http://schemas.microsoft.com/office/drawing/2014/main" id="{398CAAC6-CAAD-4529-9261-60689F734A5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6115050" y="4660900"/>
              <a:ext cx="1588" cy="984250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35019" name="Shape 3321">
              <a:extLst>
                <a:ext uri="{FF2B5EF4-FFF2-40B4-BE49-F238E27FC236}">
                  <a16:creationId xmlns:a16="http://schemas.microsoft.com/office/drawing/2014/main" id="{C326F5FC-FD43-4FCF-ADEE-C8AFA149AE3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154613" y="4181475"/>
              <a:ext cx="481012" cy="479425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35020" name="Shape 3322">
              <a:extLst>
                <a:ext uri="{FF2B5EF4-FFF2-40B4-BE49-F238E27FC236}">
                  <a16:creationId xmlns:a16="http://schemas.microsoft.com/office/drawing/2014/main" id="{79DA746F-845E-4D21-AC50-F9739B62F4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96063" y="4660900"/>
              <a:ext cx="984250" cy="984250"/>
            </a:xfrm>
            <a:prstGeom prst="rect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cxnSp>
          <p:nvCxnSpPr>
            <p:cNvPr id="335021" name="Shape 3323">
              <a:extLst>
                <a:ext uri="{FF2B5EF4-FFF2-40B4-BE49-F238E27FC236}">
                  <a16:creationId xmlns:a16="http://schemas.microsoft.com/office/drawing/2014/main" id="{A309E1D1-8472-4A8B-A606-E0DB50CDA86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596063" y="5164138"/>
              <a:ext cx="984250" cy="1587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35022" name="Shape 3324">
              <a:extLst>
                <a:ext uri="{FF2B5EF4-FFF2-40B4-BE49-F238E27FC236}">
                  <a16:creationId xmlns:a16="http://schemas.microsoft.com/office/drawing/2014/main" id="{FEE53F11-7D5F-4B05-9083-38367048FAC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7099300" y="4660900"/>
              <a:ext cx="1588" cy="984250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35023" name="Shape 3325">
              <a:extLst>
                <a:ext uri="{FF2B5EF4-FFF2-40B4-BE49-F238E27FC236}">
                  <a16:creationId xmlns:a16="http://schemas.microsoft.com/office/drawing/2014/main" id="{FB9140FE-F8FA-4506-A818-FBE1771732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38725" y="4273550"/>
              <a:ext cx="18573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335024" name="Shape 3326">
              <a:extLst>
                <a:ext uri="{FF2B5EF4-FFF2-40B4-BE49-F238E27FC236}">
                  <a16:creationId xmlns:a16="http://schemas.microsoft.com/office/drawing/2014/main" id="{494465C2-2ED3-458C-8D3D-6616B21052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70563" y="4400550"/>
              <a:ext cx="3206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335025" name="Shape 3327">
              <a:extLst>
                <a:ext uri="{FF2B5EF4-FFF2-40B4-BE49-F238E27FC236}">
                  <a16:creationId xmlns:a16="http://schemas.microsoft.com/office/drawing/2014/main" id="{ACB1FD5B-8AB9-4B52-9E1E-49515790B9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56338" y="4400550"/>
              <a:ext cx="33972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335026" name="Shape 3328">
              <a:extLst>
                <a:ext uri="{FF2B5EF4-FFF2-40B4-BE49-F238E27FC236}">
                  <a16:creationId xmlns:a16="http://schemas.microsoft.com/office/drawing/2014/main" id="{A06BFF33-AD1D-4555-94BB-CE0B18CDA2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42113" y="4400550"/>
              <a:ext cx="33972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335027" name="Shape 3329">
              <a:extLst>
                <a:ext uri="{FF2B5EF4-FFF2-40B4-BE49-F238E27FC236}">
                  <a16:creationId xmlns:a16="http://schemas.microsoft.com/office/drawing/2014/main" id="{B4EE16CF-7747-417D-A82A-E40C0C59A5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29475" y="4400550"/>
              <a:ext cx="3206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335028" name="Shape 3330">
              <a:extLst>
                <a:ext uri="{FF2B5EF4-FFF2-40B4-BE49-F238E27FC236}">
                  <a16:creationId xmlns:a16="http://schemas.microsoft.com/office/drawing/2014/main" id="{4BAAAFA6-5BFE-404F-9F6E-CC539DEFD9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97500" y="4805363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5029" name="Shape 3331">
              <a:extLst>
                <a:ext uri="{FF2B5EF4-FFF2-40B4-BE49-F238E27FC236}">
                  <a16:creationId xmlns:a16="http://schemas.microsoft.com/office/drawing/2014/main" id="{7CC2431E-8933-4D90-BF82-03826F6AA8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6388" y="5291138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5030" name="Shape 3332">
              <a:extLst>
                <a:ext uri="{FF2B5EF4-FFF2-40B4-BE49-F238E27FC236}">
                  <a16:creationId xmlns:a16="http://schemas.microsoft.com/office/drawing/2014/main" id="{780C561C-C08A-4936-AC1F-E0A9A4864C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21300" y="3990975"/>
              <a:ext cx="1412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335031" name="Shape 3333">
              <a:extLst>
                <a:ext uri="{FF2B5EF4-FFF2-40B4-BE49-F238E27FC236}">
                  <a16:creationId xmlns:a16="http://schemas.microsoft.com/office/drawing/2014/main" id="{DFE4D726-6970-48D4-B348-96FE61609A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21313" y="4094163"/>
              <a:ext cx="123825" cy="198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335032" name="Shape 3334">
              <a:extLst>
                <a:ext uri="{FF2B5EF4-FFF2-40B4-BE49-F238E27FC236}">
                  <a16:creationId xmlns:a16="http://schemas.microsoft.com/office/drawing/2014/main" id="{F4F29EA5-BD75-4791-AF3C-708C7640E6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8150" y="3990975"/>
              <a:ext cx="1412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335033" name="Shape 3335">
              <a:extLst>
                <a:ext uri="{FF2B5EF4-FFF2-40B4-BE49-F238E27FC236}">
                  <a16:creationId xmlns:a16="http://schemas.microsoft.com/office/drawing/2014/main" id="{C7AADD8D-C43C-48A5-8BD4-BB81874108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18163" y="4094163"/>
              <a:ext cx="123825" cy="198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5034" name="Shape 3336">
              <a:extLst>
                <a:ext uri="{FF2B5EF4-FFF2-40B4-BE49-F238E27FC236}">
                  <a16:creationId xmlns:a16="http://schemas.microsoft.com/office/drawing/2014/main" id="{79A2A2F9-A418-460D-99F8-5A582AF52E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1400" y="3867150"/>
              <a:ext cx="163513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335035" name="Shape 3337">
              <a:extLst>
                <a:ext uri="{FF2B5EF4-FFF2-40B4-BE49-F238E27FC236}">
                  <a16:creationId xmlns:a16="http://schemas.microsoft.com/office/drawing/2014/main" id="{87E9DBF1-1B5E-4917-84D1-8457F83551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89513" y="3971925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</p:grpSp>
      <p:grpSp>
        <p:nvGrpSpPr>
          <p:cNvPr id="334913" name="Group 1">
            <a:extLst>
              <a:ext uri="{FF2B5EF4-FFF2-40B4-BE49-F238E27FC236}">
                <a16:creationId xmlns:a16="http://schemas.microsoft.com/office/drawing/2014/main" id="{9306910B-7C69-4D69-AEF5-B8173A7598DD}"/>
              </a:ext>
            </a:extLst>
          </p:cNvPr>
          <p:cNvGrpSpPr>
            <a:grpSpLocks/>
          </p:cNvGrpSpPr>
          <p:nvPr/>
        </p:nvGrpSpPr>
        <p:grpSpPr bwMode="auto">
          <a:xfrm>
            <a:off x="552450" y="254000"/>
            <a:ext cx="8174038" cy="2514600"/>
            <a:chOff x="552450" y="254000"/>
            <a:chExt cx="8174038" cy="2514600"/>
          </a:xfrm>
        </p:grpSpPr>
        <p:sp>
          <p:nvSpPr>
            <p:cNvPr id="334914" name="Shape 3111">
              <a:extLst>
                <a:ext uri="{FF2B5EF4-FFF2-40B4-BE49-F238E27FC236}">
                  <a16:creationId xmlns:a16="http://schemas.microsoft.com/office/drawing/2014/main" id="{61FC2961-EEE5-42FE-8A21-83C9AB7339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27622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915" name="Shape 3112">
              <a:extLst>
                <a:ext uri="{FF2B5EF4-FFF2-40B4-BE49-F238E27FC236}">
                  <a16:creationId xmlns:a16="http://schemas.microsoft.com/office/drawing/2014/main" id="{74DCF520-9461-4ED9-9C6D-5B9BE94F9C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27622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916" name="Shape 3113">
              <a:extLst>
                <a:ext uri="{FF2B5EF4-FFF2-40B4-BE49-F238E27FC236}">
                  <a16:creationId xmlns:a16="http://schemas.microsoft.com/office/drawing/2014/main" id="{1A913079-7F31-4A6E-A27B-5C15494AAE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27622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917" name="Shape 3114">
              <a:extLst>
                <a:ext uri="{FF2B5EF4-FFF2-40B4-BE49-F238E27FC236}">
                  <a16:creationId xmlns:a16="http://schemas.microsoft.com/office/drawing/2014/main" id="{AA62DAC8-59FF-44FA-8A1C-24C7045B33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638" y="725487"/>
              <a:ext cx="1724025" cy="111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918" name="Shape 3115">
              <a:extLst>
                <a:ext uri="{FF2B5EF4-FFF2-40B4-BE49-F238E27FC236}">
                  <a16:creationId xmlns:a16="http://schemas.microsoft.com/office/drawing/2014/main" id="{0A31F0BE-4698-4B4B-9BBF-5CEDA61E3C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685800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919" name="Shape 3116">
              <a:extLst>
                <a:ext uri="{FF2B5EF4-FFF2-40B4-BE49-F238E27FC236}">
                  <a16:creationId xmlns:a16="http://schemas.microsoft.com/office/drawing/2014/main" id="{2FBFC743-9F5A-4782-BBA1-B7A35EC291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685800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920" name="Shape 3117">
              <a:extLst>
                <a:ext uri="{FF2B5EF4-FFF2-40B4-BE49-F238E27FC236}">
                  <a16:creationId xmlns:a16="http://schemas.microsoft.com/office/drawing/2014/main" id="{14B9BD84-D19E-4E45-9BF4-B58850E092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685800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921" name="Shape 3118">
              <a:extLst>
                <a:ext uri="{FF2B5EF4-FFF2-40B4-BE49-F238E27FC236}">
                  <a16:creationId xmlns:a16="http://schemas.microsoft.com/office/drawing/2014/main" id="{D6C7A7CD-0170-44E2-9383-8E190BE924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1100137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922" name="Shape 3119">
              <a:extLst>
                <a:ext uri="{FF2B5EF4-FFF2-40B4-BE49-F238E27FC236}">
                  <a16:creationId xmlns:a16="http://schemas.microsoft.com/office/drawing/2014/main" id="{D5CC61C8-F432-43C1-8734-9CD7759BAD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1100137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923" name="Shape 3120">
              <a:extLst>
                <a:ext uri="{FF2B5EF4-FFF2-40B4-BE49-F238E27FC236}">
                  <a16:creationId xmlns:a16="http://schemas.microsoft.com/office/drawing/2014/main" id="{7C630371-77FF-41A8-8F4D-C9CEB51AB7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1100137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924" name="Shape 3121">
              <a:extLst>
                <a:ext uri="{FF2B5EF4-FFF2-40B4-BE49-F238E27FC236}">
                  <a16:creationId xmlns:a16="http://schemas.microsoft.com/office/drawing/2014/main" id="{8AB1D169-B615-46D8-8DAF-190ED8E1DC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1516062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925" name="Shape 3122">
              <a:extLst>
                <a:ext uri="{FF2B5EF4-FFF2-40B4-BE49-F238E27FC236}">
                  <a16:creationId xmlns:a16="http://schemas.microsoft.com/office/drawing/2014/main" id="{A423A607-68CE-4740-AC5F-3B71194A9B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1516062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926" name="Shape 3123">
              <a:extLst>
                <a:ext uri="{FF2B5EF4-FFF2-40B4-BE49-F238E27FC236}">
                  <a16:creationId xmlns:a16="http://schemas.microsoft.com/office/drawing/2014/main" id="{DC8CE7F1-E018-4C5D-9EE2-4BAAE13CBB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1516062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927" name="Shape 3124">
              <a:extLst>
                <a:ext uri="{FF2B5EF4-FFF2-40B4-BE49-F238E27FC236}">
                  <a16:creationId xmlns:a16="http://schemas.microsoft.com/office/drawing/2014/main" id="{B50F1AC3-3E16-4D78-BF18-9F8A3CF7ED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1878012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928" name="Shape 3125">
              <a:extLst>
                <a:ext uri="{FF2B5EF4-FFF2-40B4-BE49-F238E27FC236}">
                  <a16:creationId xmlns:a16="http://schemas.microsoft.com/office/drawing/2014/main" id="{6E2A0BCE-DB4A-443F-9964-2D0D6D8AAE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1878012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929" name="Shape 3126">
              <a:extLst>
                <a:ext uri="{FF2B5EF4-FFF2-40B4-BE49-F238E27FC236}">
                  <a16:creationId xmlns:a16="http://schemas.microsoft.com/office/drawing/2014/main" id="{0EAC9939-7F0A-4625-9CE0-980505F572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1878012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930" name="Shape 3127">
              <a:extLst>
                <a:ext uri="{FF2B5EF4-FFF2-40B4-BE49-F238E27FC236}">
                  <a16:creationId xmlns:a16="http://schemas.microsoft.com/office/drawing/2014/main" id="{FA8865DF-CFF4-4115-A0DA-8CA9B14403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2130425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931" name="Shape 3128">
              <a:extLst>
                <a:ext uri="{FF2B5EF4-FFF2-40B4-BE49-F238E27FC236}">
                  <a16:creationId xmlns:a16="http://schemas.microsoft.com/office/drawing/2014/main" id="{5F1E0AB3-6247-44D7-904E-31B2486FE9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2130425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932" name="Shape 3129">
              <a:extLst>
                <a:ext uri="{FF2B5EF4-FFF2-40B4-BE49-F238E27FC236}">
                  <a16:creationId xmlns:a16="http://schemas.microsoft.com/office/drawing/2014/main" id="{C74194C5-F0CE-41EC-A2C9-0F6ABEC398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2130425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933" name="Shape 3130">
              <a:extLst>
                <a:ext uri="{FF2B5EF4-FFF2-40B4-BE49-F238E27FC236}">
                  <a16:creationId xmlns:a16="http://schemas.microsoft.com/office/drawing/2014/main" id="{2F1E4492-8934-433F-B767-1C41ECC322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2409825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934" name="Shape 3131">
              <a:extLst>
                <a:ext uri="{FF2B5EF4-FFF2-40B4-BE49-F238E27FC236}">
                  <a16:creationId xmlns:a16="http://schemas.microsoft.com/office/drawing/2014/main" id="{7DAFA983-3A87-4DAF-9844-3156497D75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2409825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935" name="Shape 3132">
              <a:extLst>
                <a:ext uri="{FF2B5EF4-FFF2-40B4-BE49-F238E27FC236}">
                  <a16:creationId xmlns:a16="http://schemas.microsoft.com/office/drawing/2014/main" id="{BE691B0C-0DAA-4767-ADF2-12A9E5727B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2409825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936" name="Shape 3133">
              <a:extLst>
                <a:ext uri="{FF2B5EF4-FFF2-40B4-BE49-F238E27FC236}">
                  <a16:creationId xmlns:a16="http://schemas.microsoft.com/office/drawing/2014/main" id="{364DFD9C-73E5-4B62-B0B2-36249D0DEC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2363" y="1154112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34937" name="Shape 3134">
              <a:extLst>
                <a:ext uri="{FF2B5EF4-FFF2-40B4-BE49-F238E27FC236}">
                  <a16:creationId xmlns:a16="http://schemas.microsoft.com/office/drawing/2014/main" id="{DD0694A1-9E10-4EC4-90A4-FB3429B376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40238" y="1139825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34938" name="Shape 3135">
              <a:extLst>
                <a:ext uri="{FF2B5EF4-FFF2-40B4-BE49-F238E27FC236}">
                  <a16:creationId xmlns:a16="http://schemas.microsoft.com/office/drawing/2014/main" id="{B2411849-7AC0-45B3-BCA2-968996ADD5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91125" y="1139825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34939" name="Shape 3136">
              <a:extLst>
                <a:ext uri="{FF2B5EF4-FFF2-40B4-BE49-F238E27FC236}">
                  <a16:creationId xmlns:a16="http://schemas.microsoft.com/office/drawing/2014/main" id="{B92D63C3-E082-4241-A6AE-0E173A51F8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0575" y="1139825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34940" name="Shape 3137">
              <a:extLst>
                <a:ext uri="{FF2B5EF4-FFF2-40B4-BE49-F238E27FC236}">
                  <a16:creationId xmlns:a16="http://schemas.microsoft.com/office/drawing/2014/main" id="{A490BC7D-1CC8-4FA8-84E6-5A45540C1D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65900" y="1154112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34941" name="Shape 3138">
              <a:extLst>
                <a:ext uri="{FF2B5EF4-FFF2-40B4-BE49-F238E27FC236}">
                  <a16:creationId xmlns:a16="http://schemas.microsoft.com/office/drawing/2014/main" id="{87A5E175-FA54-481A-AACF-0899B9909E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25" y="1139825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34942" name="Shape 3139">
              <a:extLst>
                <a:ext uri="{FF2B5EF4-FFF2-40B4-BE49-F238E27FC236}">
                  <a16:creationId xmlns:a16="http://schemas.microsoft.com/office/drawing/2014/main" id="{9EC997A7-F2DA-476A-9703-3FF82D2627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85125" y="1123950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334943" name="Shape 3140">
              <a:extLst>
                <a:ext uri="{FF2B5EF4-FFF2-40B4-BE49-F238E27FC236}">
                  <a16:creationId xmlns:a16="http://schemas.microsoft.com/office/drawing/2014/main" id="{8B5B8899-F235-45DE-8674-EED72EBE93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0713" y="736600"/>
              <a:ext cx="6508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= 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334944" name="Shape 3141">
              <a:extLst>
                <a:ext uri="{FF2B5EF4-FFF2-40B4-BE49-F238E27FC236}">
                  <a16:creationId xmlns:a16="http://schemas.microsoft.com/office/drawing/2014/main" id="{A82B5D11-A7CE-4664-81CC-B1DE2FCC74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3200" y="736600"/>
              <a:ext cx="6508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= 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34945" name="Shape 3143">
              <a:extLst>
                <a:ext uri="{FF2B5EF4-FFF2-40B4-BE49-F238E27FC236}">
                  <a16:creationId xmlns:a16="http://schemas.microsoft.com/office/drawing/2014/main" id="{23C6FCEB-C567-47F1-9F7E-0C055D0C6C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781" y="266700"/>
              <a:ext cx="7859769" cy="95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946" name="Shape 3144">
              <a:extLst>
                <a:ext uri="{FF2B5EF4-FFF2-40B4-BE49-F238E27FC236}">
                  <a16:creationId xmlns:a16="http://schemas.microsoft.com/office/drawing/2014/main" id="{44C5AD0F-272C-46CD-AED5-37AE95ACB3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276225"/>
              <a:ext cx="11098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947" name="Shape 3145">
              <a:extLst>
                <a:ext uri="{FF2B5EF4-FFF2-40B4-BE49-F238E27FC236}">
                  <a16:creationId xmlns:a16="http://schemas.microsoft.com/office/drawing/2014/main" id="{E4D70535-1D59-4ADA-9A9A-772E6DAA20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276225"/>
              <a:ext cx="11098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948" name="Shape 3146">
              <a:extLst>
                <a:ext uri="{FF2B5EF4-FFF2-40B4-BE49-F238E27FC236}">
                  <a16:creationId xmlns:a16="http://schemas.microsoft.com/office/drawing/2014/main" id="{886168D9-437C-4AB5-B8A5-1CD1B95905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107" y="442913"/>
              <a:ext cx="730066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334949" name="Shape 3147">
              <a:extLst>
                <a:ext uri="{FF2B5EF4-FFF2-40B4-BE49-F238E27FC236}">
                  <a16:creationId xmlns:a16="http://schemas.microsoft.com/office/drawing/2014/main" id="{0E508396-FDFE-402E-BAE1-FA25D53E81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4735" y="390525"/>
              <a:ext cx="977822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334950" name="Shape 3148">
              <a:extLst>
                <a:ext uri="{FF2B5EF4-FFF2-40B4-BE49-F238E27FC236}">
                  <a16:creationId xmlns:a16="http://schemas.microsoft.com/office/drawing/2014/main" id="{8715EA9E-9A20-4E1E-B952-FD8C440D8C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685799"/>
              <a:ext cx="11098" cy="4142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951" name="Shape 3149">
              <a:extLst>
                <a:ext uri="{FF2B5EF4-FFF2-40B4-BE49-F238E27FC236}">
                  <a16:creationId xmlns:a16="http://schemas.microsoft.com/office/drawing/2014/main" id="{C0DEB021-CB3C-40BD-9987-797EC7E3E7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9084" y="752474"/>
              <a:ext cx="476013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334952" name="Shape 3150">
              <a:extLst>
                <a:ext uri="{FF2B5EF4-FFF2-40B4-BE49-F238E27FC236}">
                  <a16:creationId xmlns:a16="http://schemas.microsoft.com/office/drawing/2014/main" id="{F25CDAFC-8789-4072-B17B-58D1EB5F46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1089024"/>
              <a:ext cx="6913742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953" name="Shape 3151">
              <a:extLst>
                <a:ext uri="{FF2B5EF4-FFF2-40B4-BE49-F238E27FC236}">
                  <a16:creationId xmlns:a16="http://schemas.microsoft.com/office/drawing/2014/main" id="{7D6A5127-7367-449D-838B-46AD7388DC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1100138"/>
              <a:ext cx="11098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954" name="Shape 3152">
              <a:extLst>
                <a:ext uri="{FF2B5EF4-FFF2-40B4-BE49-F238E27FC236}">
                  <a16:creationId xmlns:a16="http://schemas.microsoft.com/office/drawing/2014/main" id="{AD04A57E-E8C9-4AE1-928F-E43CAD2494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781" y="1501774"/>
              <a:ext cx="785976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955" name="Shape 3153">
              <a:extLst>
                <a:ext uri="{FF2B5EF4-FFF2-40B4-BE49-F238E27FC236}">
                  <a16:creationId xmlns:a16="http://schemas.microsoft.com/office/drawing/2014/main" id="{7551B451-C57E-48C8-9CAC-A2CE26EB4C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58503" y="647699"/>
              <a:ext cx="780758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334956" name="Shape 3154">
              <a:extLst>
                <a:ext uri="{FF2B5EF4-FFF2-40B4-BE49-F238E27FC236}">
                  <a16:creationId xmlns:a16="http://schemas.microsoft.com/office/drawing/2014/main" id="{FE7154B9-787A-4553-BC20-766423C0D7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2450" y="1595439"/>
              <a:ext cx="22226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34957" name="Shape 3155">
              <a:extLst>
                <a:ext uri="{FF2B5EF4-FFF2-40B4-BE49-F238E27FC236}">
                  <a16:creationId xmlns:a16="http://schemas.microsoft.com/office/drawing/2014/main" id="{28B8E6AE-FAE2-4348-9916-76D24FFACB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1516064"/>
              <a:ext cx="11098" cy="362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958" name="Shape 3156">
              <a:extLst>
                <a:ext uri="{FF2B5EF4-FFF2-40B4-BE49-F238E27FC236}">
                  <a16:creationId xmlns:a16="http://schemas.microsoft.com/office/drawing/2014/main" id="{91AF3B23-D8AD-41FD-90D9-D24594E72F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4159" y="1595439"/>
              <a:ext cx="304747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334959" name="Shape 3157">
              <a:extLst>
                <a:ext uri="{FF2B5EF4-FFF2-40B4-BE49-F238E27FC236}">
                  <a16:creationId xmlns:a16="http://schemas.microsoft.com/office/drawing/2014/main" id="{161195E1-3334-49D5-88AC-47B4D45CFA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85696" y="1595439"/>
              <a:ext cx="298246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334960" name="Shape 3158">
              <a:extLst>
                <a:ext uri="{FF2B5EF4-FFF2-40B4-BE49-F238E27FC236}">
                  <a16:creationId xmlns:a16="http://schemas.microsoft.com/office/drawing/2014/main" id="{28DA2BA7-35B1-495D-BCBA-5D3D2FA3CE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2790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4961" name="Shape 3159">
              <a:extLst>
                <a:ext uri="{FF2B5EF4-FFF2-40B4-BE49-F238E27FC236}">
                  <a16:creationId xmlns:a16="http://schemas.microsoft.com/office/drawing/2014/main" id="{9766EE93-1556-451D-B3E7-6CB57C98E0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5795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4962" name="Shape 3160">
              <a:extLst>
                <a:ext uri="{FF2B5EF4-FFF2-40B4-BE49-F238E27FC236}">
                  <a16:creationId xmlns:a16="http://schemas.microsoft.com/office/drawing/2014/main" id="{4DB2EE45-E03C-4CFF-8786-DAC97B0FA8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7657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4963" name="Shape 3161">
              <a:extLst>
                <a:ext uri="{FF2B5EF4-FFF2-40B4-BE49-F238E27FC236}">
                  <a16:creationId xmlns:a16="http://schemas.microsoft.com/office/drawing/2014/main" id="{0B7C6CCA-FA68-43B7-930A-D5AB8A5CC9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04600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4964" name="Shape 3162">
              <a:extLst>
                <a:ext uri="{FF2B5EF4-FFF2-40B4-BE49-F238E27FC236}">
                  <a16:creationId xmlns:a16="http://schemas.microsoft.com/office/drawing/2014/main" id="{48E298B3-B5C4-4ADC-B0DF-B715259EFC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31542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4965" name="Shape 3163">
              <a:extLst>
                <a:ext uri="{FF2B5EF4-FFF2-40B4-BE49-F238E27FC236}">
                  <a16:creationId xmlns:a16="http://schemas.microsoft.com/office/drawing/2014/main" id="{BB7D9C9B-EB8F-47A8-9123-951C4D50F1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0073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4966" name="Shape 3164">
              <a:extLst>
                <a:ext uri="{FF2B5EF4-FFF2-40B4-BE49-F238E27FC236}">
                  <a16:creationId xmlns:a16="http://schemas.microsoft.com/office/drawing/2014/main" id="{A83E09CB-29CD-4002-81BF-06D4614413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7015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4967" name="Shape 3165">
              <a:extLst>
                <a:ext uri="{FF2B5EF4-FFF2-40B4-BE49-F238E27FC236}">
                  <a16:creationId xmlns:a16="http://schemas.microsoft.com/office/drawing/2014/main" id="{E074FA7F-DF4E-4151-A4A9-28D620F9BF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2369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4968" name="Shape 3166">
              <a:extLst>
                <a:ext uri="{FF2B5EF4-FFF2-40B4-BE49-F238E27FC236}">
                  <a16:creationId xmlns:a16="http://schemas.microsoft.com/office/drawing/2014/main" id="{F5F013C0-E346-40A6-A3C5-EE40447C60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29789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4969" name="Shape 3167">
              <a:extLst>
                <a:ext uri="{FF2B5EF4-FFF2-40B4-BE49-F238E27FC236}">
                  <a16:creationId xmlns:a16="http://schemas.microsoft.com/office/drawing/2014/main" id="{51FD6391-6528-4C85-A699-6B5FA96955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8799" y="1870075"/>
              <a:ext cx="209361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334970" name="Shape 3168">
              <a:extLst>
                <a:ext uri="{FF2B5EF4-FFF2-40B4-BE49-F238E27FC236}">
                  <a16:creationId xmlns:a16="http://schemas.microsoft.com/office/drawing/2014/main" id="{0CECC509-65AD-41C0-AA14-2513A82681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1878014"/>
              <a:ext cx="11098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971" name="Shape 3169">
              <a:extLst>
                <a:ext uri="{FF2B5EF4-FFF2-40B4-BE49-F238E27FC236}">
                  <a16:creationId xmlns:a16="http://schemas.microsoft.com/office/drawing/2014/main" id="{C8AF3052-6464-4319-B3E3-736F433121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5746" y="1870075"/>
              <a:ext cx="304747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334972" name="Shape 3170">
              <a:extLst>
                <a:ext uri="{FF2B5EF4-FFF2-40B4-BE49-F238E27FC236}">
                  <a16:creationId xmlns:a16="http://schemas.microsoft.com/office/drawing/2014/main" id="{6481DF60-21C7-4610-9E20-0226C643E7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87282" y="1870075"/>
              <a:ext cx="298246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334973" name="Shape 3171">
              <a:extLst>
                <a:ext uri="{FF2B5EF4-FFF2-40B4-BE49-F238E27FC236}">
                  <a16:creationId xmlns:a16="http://schemas.microsoft.com/office/drawing/2014/main" id="{0F43E54E-4EF1-4257-A001-892F2BBED8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4376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4974" name="Shape 3172">
              <a:extLst>
                <a:ext uri="{FF2B5EF4-FFF2-40B4-BE49-F238E27FC236}">
                  <a16:creationId xmlns:a16="http://schemas.microsoft.com/office/drawing/2014/main" id="{E9EF9882-0FF2-4EC4-B4E2-53D5B185C2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5795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4975" name="Shape 3173">
              <a:extLst>
                <a:ext uri="{FF2B5EF4-FFF2-40B4-BE49-F238E27FC236}">
                  <a16:creationId xmlns:a16="http://schemas.microsoft.com/office/drawing/2014/main" id="{324B5C8F-EE8A-41DA-ABC3-B07F6446B2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9245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4976" name="Shape 3174">
              <a:extLst>
                <a:ext uri="{FF2B5EF4-FFF2-40B4-BE49-F238E27FC236}">
                  <a16:creationId xmlns:a16="http://schemas.microsoft.com/office/drawing/2014/main" id="{C1129D75-2BE9-47ED-B869-41C2F2D7CC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06187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4977" name="Shape 3175">
              <a:extLst>
                <a:ext uri="{FF2B5EF4-FFF2-40B4-BE49-F238E27FC236}">
                  <a16:creationId xmlns:a16="http://schemas.microsoft.com/office/drawing/2014/main" id="{0ADA7DB8-B4B9-4FC0-95DC-D7724BB35B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33130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4978" name="Shape 3176">
              <a:extLst>
                <a:ext uri="{FF2B5EF4-FFF2-40B4-BE49-F238E27FC236}">
                  <a16:creationId xmlns:a16="http://schemas.microsoft.com/office/drawing/2014/main" id="{C4C34C5B-3A5C-4DA8-9E29-9B49BB4592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0073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4979" name="Shape 3177">
              <a:extLst>
                <a:ext uri="{FF2B5EF4-FFF2-40B4-BE49-F238E27FC236}">
                  <a16:creationId xmlns:a16="http://schemas.microsoft.com/office/drawing/2014/main" id="{7EE21784-12BA-4F62-AF45-5D41451A39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7015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4980" name="Shape 3178">
              <a:extLst>
                <a:ext uri="{FF2B5EF4-FFF2-40B4-BE49-F238E27FC236}">
                  <a16:creationId xmlns:a16="http://schemas.microsoft.com/office/drawing/2014/main" id="{F39E0DE5-057C-4C01-BEBD-C0214896EF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3958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4981" name="Shape 3179">
              <a:extLst>
                <a:ext uri="{FF2B5EF4-FFF2-40B4-BE49-F238E27FC236}">
                  <a16:creationId xmlns:a16="http://schemas.microsoft.com/office/drawing/2014/main" id="{308992DA-D03A-4E06-A391-64001A6A15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29789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4982" name="Shape 3180">
              <a:extLst>
                <a:ext uri="{FF2B5EF4-FFF2-40B4-BE49-F238E27FC236}">
                  <a16:creationId xmlns:a16="http://schemas.microsoft.com/office/drawing/2014/main" id="{E8D455DB-2DB5-492C-B56A-67B3401979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8799" y="2141539"/>
              <a:ext cx="209361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34983" name="Shape 3181">
              <a:extLst>
                <a:ext uri="{FF2B5EF4-FFF2-40B4-BE49-F238E27FC236}">
                  <a16:creationId xmlns:a16="http://schemas.microsoft.com/office/drawing/2014/main" id="{DD22B5BF-B723-4E06-9530-B8E3F8F996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2130426"/>
              <a:ext cx="11098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984" name="Shape 3182">
              <a:extLst>
                <a:ext uri="{FF2B5EF4-FFF2-40B4-BE49-F238E27FC236}">
                  <a16:creationId xmlns:a16="http://schemas.microsoft.com/office/drawing/2014/main" id="{F220B763-C22E-40E1-8151-1133A24F9D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5746" y="2141539"/>
              <a:ext cx="304747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334985" name="Shape 3183">
              <a:extLst>
                <a:ext uri="{FF2B5EF4-FFF2-40B4-BE49-F238E27FC236}">
                  <a16:creationId xmlns:a16="http://schemas.microsoft.com/office/drawing/2014/main" id="{A2ADC3ED-3299-40D9-8EFB-93EFEF920B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87282" y="2141539"/>
              <a:ext cx="298246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334986" name="Shape 3184">
              <a:extLst>
                <a:ext uri="{FF2B5EF4-FFF2-40B4-BE49-F238E27FC236}">
                  <a16:creationId xmlns:a16="http://schemas.microsoft.com/office/drawing/2014/main" id="{2EB99EF0-4EDA-40FE-B6A9-91B5EF0279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4376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4987" name="Shape 3185">
              <a:extLst>
                <a:ext uri="{FF2B5EF4-FFF2-40B4-BE49-F238E27FC236}">
                  <a16:creationId xmlns:a16="http://schemas.microsoft.com/office/drawing/2014/main" id="{8698B399-69E9-4542-A5DF-06DF8C9647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5795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4988" name="Shape 3186">
              <a:extLst>
                <a:ext uri="{FF2B5EF4-FFF2-40B4-BE49-F238E27FC236}">
                  <a16:creationId xmlns:a16="http://schemas.microsoft.com/office/drawing/2014/main" id="{889DEA03-94BA-4195-AC04-6BDFC663DE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9245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4989" name="Shape 3187">
              <a:extLst>
                <a:ext uri="{FF2B5EF4-FFF2-40B4-BE49-F238E27FC236}">
                  <a16:creationId xmlns:a16="http://schemas.microsoft.com/office/drawing/2014/main" id="{EB290A8E-89EC-4042-8DC1-139ADE5F5C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06187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4990" name="Shape 3188">
              <a:extLst>
                <a:ext uri="{FF2B5EF4-FFF2-40B4-BE49-F238E27FC236}">
                  <a16:creationId xmlns:a16="http://schemas.microsoft.com/office/drawing/2014/main" id="{7F745DF9-73B2-4F21-8BC5-D830E50312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33130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4991" name="Shape 3189">
              <a:extLst>
                <a:ext uri="{FF2B5EF4-FFF2-40B4-BE49-F238E27FC236}">
                  <a16:creationId xmlns:a16="http://schemas.microsoft.com/office/drawing/2014/main" id="{E74E75B1-A58A-4380-BC68-DBDC0FE396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0073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4992" name="Shape 3190">
              <a:extLst>
                <a:ext uri="{FF2B5EF4-FFF2-40B4-BE49-F238E27FC236}">
                  <a16:creationId xmlns:a16="http://schemas.microsoft.com/office/drawing/2014/main" id="{8AEA50FB-8926-4EFF-B94D-54A80987A2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7015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4993" name="Shape 3191">
              <a:extLst>
                <a:ext uri="{FF2B5EF4-FFF2-40B4-BE49-F238E27FC236}">
                  <a16:creationId xmlns:a16="http://schemas.microsoft.com/office/drawing/2014/main" id="{65957963-9458-4590-9EF7-6D1102DE93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3958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4994" name="Shape 3192">
              <a:extLst>
                <a:ext uri="{FF2B5EF4-FFF2-40B4-BE49-F238E27FC236}">
                  <a16:creationId xmlns:a16="http://schemas.microsoft.com/office/drawing/2014/main" id="{75F09A3A-8DCE-413E-9480-A5DE490B37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29789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4995" name="Shape 3193">
              <a:extLst>
                <a:ext uri="{FF2B5EF4-FFF2-40B4-BE49-F238E27FC236}">
                  <a16:creationId xmlns:a16="http://schemas.microsoft.com/office/drawing/2014/main" id="{4F816DA8-5697-4145-8BE3-01A7C36F3A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2450" y="2416176"/>
              <a:ext cx="22226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34996" name="Shape 3194">
              <a:extLst>
                <a:ext uri="{FF2B5EF4-FFF2-40B4-BE49-F238E27FC236}">
                  <a16:creationId xmlns:a16="http://schemas.microsoft.com/office/drawing/2014/main" id="{60126DCB-B9E9-4671-8A12-91982015D2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2409826"/>
              <a:ext cx="11098" cy="315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997" name="Shape 3195">
              <a:extLst>
                <a:ext uri="{FF2B5EF4-FFF2-40B4-BE49-F238E27FC236}">
                  <a16:creationId xmlns:a16="http://schemas.microsoft.com/office/drawing/2014/main" id="{1A344CD7-CD74-4D5C-B809-AE1ED7C57F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4159" y="2416176"/>
              <a:ext cx="304747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334998" name="Shape 3196">
              <a:extLst>
                <a:ext uri="{FF2B5EF4-FFF2-40B4-BE49-F238E27FC236}">
                  <a16:creationId xmlns:a16="http://schemas.microsoft.com/office/drawing/2014/main" id="{58F16E64-DD3A-47F3-B09A-739ECDFDF3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85696" y="2416176"/>
              <a:ext cx="298246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334999" name="Shape 3197">
              <a:extLst>
                <a:ext uri="{FF2B5EF4-FFF2-40B4-BE49-F238E27FC236}">
                  <a16:creationId xmlns:a16="http://schemas.microsoft.com/office/drawing/2014/main" id="{A941CF09-9943-407B-AC7D-655D4DCCEC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2790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5000" name="Shape 3198">
              <a:extLst>
                <a:ext uri="{FF2B5EF4-FFF2-40B4-BE49-F238E27FC236}">
                  <a16:creationId xmlns:a16="http://schemas.microsoft.com/office/drawing/2014/main" id="{D77B287A-3562-4F75-AF85-341D2FB4C7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5795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5001" name="Shape 3199">
              <a:extLst>
                <a:ext uri="{FF2B5EF4-FFF2-40B4-BE49-F238E27FC236}">
                  <a16:creationId xmlns:a16="http://schemas.microsoft.com/office/drawing/2014/main" id="{0EB9408C-B1DB-4FCB-A7C4-49C09D7D96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7657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5002" name="Shape 3200">
              <a:extLst>
                <a:ext uri="{FF2B5EF4-FFF2-40B4-BE49-F238E27FC236}">
                  <a16:creationId xmlns:a16="http://schemas.microsoft.com/office/drawing/2014/main" id="{AF9F1F8B-9F04-4401-AAB5-1488DD05CC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04600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5003" name="Shape 3201">
              <a:extLst>
                <a:ext uri="{FF2B5EF4-FFF2-40B4-BE49-F238E27FC236}">
                  <a16:creationId xmlns:a16="http://schemas.microsoft.com/office/drawing/2014/main" id="{827F325F-965A-410E-A179-4E1295142C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31542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5004" name="Shape 3202">
              <a:extLst>
                <a:ext uri="{FF2B5EF4-FFF2-40B4-BE49-F238E27FC236}">
                  <a16:creationId xmlns:a16="http://schemas.microsoft.com/office/drawing/2014/main" id="{643F96A1-E4BA-4C35-8D0F-3EC6A0D985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0073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5005" name="Shape 3203">
              <a:extLst>
                <a:ext uri="{FF2B5EF4-FFF2-40B4-BE49-F238E27FC236}">
                  <a16:creationId xmlns:a16="http://schemas.microsoft.com/office/drawing/2014/main" id="{45734434-9FE8-492E-B511-22EAB7A53C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7015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5006" name="Shape 3204">
              <a:extLst>
                <a:ext uri="{FF2B5EF4-FFF2-40B4-BE49-F238E27FC236}">
                  <a16:creationId xmlns:a16="http://schemas.microsoft.com/office/drawing/2014/main" id="{B517EA93-19E0-4F0C-8C53-FAB6888780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2369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5007" name="Shape 3205">
              <a:extLst>
                <a:ext uri="{FF2B5EF4-FFF2-40B4-BE49-F238E27FC236}">
                  <a16:creationId xmlns:a16="http://schemas.microsoft.com/office/drawing/2014/main" id="{B9EE8829-B7C8-4177-803E-449B7CAC6A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781" y="2736851"/>
              <a:ext cx="785976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5008" name="Shape 3206">
              <a:extLst>
                <a:ext uri="{FF2B5EF4-FFF2-40B4-BE49-F238E27FC236}">
                  <a16:creationId xmlns:a16="http://schemas.microsoft.com/office/drawing/2014/main" id="{0EE60D17-9121-428C-AC73-8E2C1B0AFD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29789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cxnSp>
          <p:nvCxnSpPr>
            <p:cNvPr id="335009" name="Shape 3207">
              <a:extLst>
                <a:ext uri="{FF2B5EF4-FFF2-40B4-BE49-F238E27FC236}">
                  <a16:creationId xmlns:a16="http://schemas.microsoft.com/office/drawing/2014/main" id="{547A2055-8983-400E-903E-17FE924C0B7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63543" y="268288"/>
              <a:ext cx="0" cy="247170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35010" name="Shape 3208">
              <a:extLst>
                <a:ext uri="{FF2B5EF4-FFF2-40B4-BE49-F238E27FC236}">
                  <a16:creationId xmlns:a16="http://schemas.microsoft.com/office/drawing/2014/main" id="{CC88187F-D8F1-48A7-B950-D71A347FF57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520535" y="282575"/>
              <a:ext cx="0" cy="2443201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35011" name="Shape 3209">
              <a:extLst>
                <a:ext uri="{FF2B5EF4-FFF2-40B4-BE49-F238E27FC236}">
                  <a16:creationId xmlns:a16="http://schemas.microsoft.com/office/drawing/2014/main" id="{7F895419-79E7-4F3A-9645-F579F51CA49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792060" y="725488"/>
              <a:ext cx="1728585" cy="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35012" name="Shape 3210">
              <a:extLst>
                <a:ext uri="{FF2B5EF4-FFF2-40B4-BE49-F238E27FC236}">
                  <a16:creationId xmlns:a16="http://schemas.microsoft.com/office/drawing/2014/main" id="{119F94D7-86FC-4CB8-9DBE-B7D0ECD4B5C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705952" y="254000"/>
              <a:ext cx="0" cy="251460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35013" name="Shape 3211">
              <a:extLst>
                <a:ext uri="{FF2B5EF4-FFF2-40B4-BE49-F238E27FC236}">
                  <a16:creationId xmlns:a16="http://schemas.microsoft.com/office/drawing/2014/main" id="{5F607A3D-F3A4-48C3-9A67-211807F80A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66913" y="1123950"/>
              <a:ext cx="512762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35014" name="Shape 3212">
              <a:extLst>
                <a:ext uri="{FF2B5EF4-FFF2-40B4-BE49-F238E27FC236}">
                  <a16:creationId xmlns:a16="http://schemas.microsoft.com/office/drawing/2014/main" id="{518C021F-A463-4648-BAFB-D4D8FE4878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4638" y="1154112"/>
              <a:ext cx="5111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35015" name="Shape 3213">
              <a:extLst>
                <a:ext uri="{FF2B5EF4-FFF2-40B4-BE49-F238E27FC236}">
                  <a16:creationId xmlns:a16="http://schemas.microsoft.com/office/drawing/2014/main" id="{D54157F6-763A-47C5-A92E-EB14784739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62038" y="1138237"/>
              <a:ext cx="5111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90" name="Shape 2890">
            <a:extLst>
              <a:ext uri="{FF2B5EF4-FFF2-40B4-BE49-F238E27FC236}">
                <a16:creationId xmlns:a16="http://schemas.microsoft.com/office/drawing/2014/main" id="{F31B0CB4-6192-504B-8CAB-365B4DF1594B}"/>
              </a:ext>
            </a:extLst>
          </p:cNvPr>
          <p:cNvGraphicFramePr>
            <a:graphicFrameLocks noGrp="1"/>
          </p:cNvGraphicFramePr>
          <p:nvPr/>
        </p:nvGraphicFramePr>
        <p:xfrm>
          <a:off x="779463" y="3067050"/>
          <a:ext cx="2479675" cy="3571875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68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68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w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  <a:sym typeface="Times New Roman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pSp>
        <p:nvGrpSpPr>
          <p:cNvPr id="336959" name="Group 2">
            <a:extLst>
              <a:ext uri="{FF2B5EF4-FFF2-40B4-BE49-F238E27FC236}">
                <a16:creationId xmlns:a16="http://schemas.microsoft.com/office/drawing/2014/main" id="{255CD87E-701A-488A-B76B-DA7A4DBBE932}"/>
              </a:ext>
            </a:extLst>
          </p:cNvPr>
          <p:cNvGrpSpPr>
            <a:grpSpLocks/>
          </p:cNvGrpSpPr>
          <p:nvPr/>
        </p:nvGrpSpPr>
        <p:grpSpPr bwMode="auto">
          <a:xfrm>
            <a:off x="3908425" y="2840038"/>
            <a:ext cx="2728913" cy="1778000"/>
            <a:chOff x="4970811" y="2889713"/>
            <a:chExt cx="2728913" cy="1778000"/>
          </a:xfrm>
        </p:grpSpPr>
        <p:grpSp>
          <p:nvGrpSpPr>
            <p:cNvPr id="337086" name="Group 105">
              <a:extLst>
                <a:ext uri="{FF2B5EF4-FFF2-40B4-BE49-F238E27FC236}">
                  <a16:creationId xmlns:a16="http://schemas.microsoft.com/office/drawing/2014/main" id="{4FEF3B18-789E-4095-9E39-A9DB7A876A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70811" y="2889713"/>
              <a:ext cx="2728913" cy="1778000"/>
              <a:chOff x="4851400" y="3867150"/>
              <a:chExt cx="2728913" cy="1778000"/>
            </a:xfrm>
          </p:grpSpPr>
          <p:sp>
            <p:nvSpPr>
              <p:cNvPr id="337088" name="Shape 3318">
                <a:extLst>
                  <a:ext uri="{FF2B5EF4-FFF2-40B4-BE49-F238E27FC236}">
                    <a16:creationId xmlns:a16="http://schemas.microsoft.com/office/drawing/2014/main" id="{CF35F225-CE25-479C-ABAF-089A34A4E43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35625" y="4660900"/>
                <a:ext cx="960438" cy="984250"/>
              </a:xfrm>
              <a:prstGeom prst="rect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cxnSp>
            <p:nvCxnSpPr>
              <p:cNvPr id="337089" name="Shape 3319">
                <a:extLst>
                  <a:ext uri="{FF2B5EF4-FFF2-40B4-BE49-F238E27FC236}">
                    <a16:creationId xmlns:a16="http://schemas.microsoft.com/office/drawing/2014/main" id="{4F76A471-DAC8-4AFE-993E-EDAFA401F761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5635625" y="5164138"/>
                <a:ext cx="960438" cy="1587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37090" name="Shape 3320">
                <a:extLst>
                  <a:ext uri="{FF2B5EF4-FFF2-40B4-BE49-F238E27FC236}">
                    <a16:creationId xmlns:a16="http://schemas.microsoft.com/office/drawing/2014/main" id="{988DDC91-80EA-495C-A2DB-7BDEF6927CB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rot="10800000" flipH="1">
                <a:off x="6115050" y="4660900"/>
                <a:ext cx="1588" cy="984250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37091" name="Shape 3321">
                <a:extLst>
                  <a:ext uri="{FF2B5EF4-FFF2-40B4-BE49-F238E27FC236}">
                    <a16:creationId xmlns:a16="http://schemas.microsoft.com/office/drawing/2014/main" id="{8E7311B1-B729-4B7C-BC56-B5FDAFAF5B1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5154613" y="4181475"/>
                <a:ext cx="481012" cy="479425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37092" name="Shape 3322">
                <a:extLst>
                  <a:ext uri="{FF2B5EF4-FFF2-40B4-BE49-F238E27FC236}">
                    <a16:creationId xmlns:a16="http://schemas.microsoft.com/office/drawing/2014/main" id="{821388F8-C2B2-4F46-8C91-C85F2D9D914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96063" y="4660900"/>
                <a:ext cx="984250" cy="984250"/>
              </a:xfrm>
              <a:prstGeom prst="rect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cxnSp>
            <p:nvCxnSpPr>
              <p:cNvPr id="337093" name="Shape 3323">
                <a:extLst>
                  <a:ext uri="{FF2B5EF4-FFF2-40B4-BE49-F238E27FC236}">
                    <a16:creationId xmlns:a16="http://schemas.microsoft.com/office/drawing/2014/main" id="{29B70A41-2BC8-4BB0-B7AD-A2DD3C29B7E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6596063" y="5164138"/>
                <a:ext cx="984250" cy="1587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37094" name="Shape 3324">
                <a:extLst>
                  <a:ext uri="{FF2B5EF4-FFF2-40B4-BE49-F238E27FC236}">
                    <a16:creationId xmlns:a16="http://schemas.microsoft.com/office/drawing/2014/main" id="{3ED75D8B-8C49-4989-BA34-819D2AE3E508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rot="10800000" flipH="1">
                <a:off x="7099300" y="4660900"/>
                <a:ext cx="1588" cy="984250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37095" name="Shape 3325">
                <a:extLst>
                  <a:ext uri="{FF2B5EF4-FFF2-40B4-BE49-F238E27FC236}">
                    <a16:creationId xmlns:a16="http://schemas.microsoft.com/office/drawing/2014/main" id="{06DE3B5D-F441-4B0C-8AD0-63FC461B70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38725" y="4273550"/>
                <a:ext cx="185738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w </a:t>
                </a:r>
              </a:p>
            </p:txBody>
          </p:sp>
          <p:sp>
            <p:nvSpPr>
              <p:cNvPr id="337096" name="Shape 3326">
                <a:extLst>
                  <a:ext uri="{FF2B5EF4-FFF2-40B4-BE49-F238E27FC236}">
                    <a16:creationId xmlns:a16="http://schemas.microsoft.com/office/drawing/2014/main" id="{C05A2034-C102-4855-9592-EDFED75A9E4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70563" y="4400550"/>
                <a:ext cx="32067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00</a:t>
                </a:r>
              </a:p>
            </p:txBody>
          </p:sp>
          <p:sp>
            <p:nvSpPr>
              <p:cNvPr id="337097" name="Shape 3327">
                <a:extLst>
                  <a:ext uri="{FF2B5EF4-FFF2-40B4-BE49-F238E27FC236}">
                    <a16:creationId xmlns:a16="http://schemas.microsoft.com/office/drawing/2014/main" id="{9FB43333-6196-4B9C-9239-34944F64134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56338" y="4400550"/>
                <a:ext cx="33972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01</a:t>
                </a:r>
              </a:p>
            </p:txBody>
          </p:sp>
          <p:sp>
            <p:nvSpPr>
              <p:cNvPr id="337098" name="Shape 3328">
                <a:extLst>
                  <a:ext uri="{FF2B5EF4-FFF2-40B4-BE49-F238E27FC236}">
                    <a16:creationId xmlns:a16="http://schemas.microsoft.com/office/drawing/2014/main" id="{6A7F0552-0C0A-4C4D-800C-DED197E5922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42113" y="4400550"/>
                <a:ext cx="33972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11</a:t>
                </a:r>
              </a:p>
            </p:txBody>
          </p:sp>
          <p:sp>
            <p:nvSpPr>
              <p:cNvPr id="337099" name="Shape 3329">
                <a:extLst>
                  <a:ext uri="{FF2B5EF4-FFF2-40B4-BE49-F238E27FC236}">
                    <a16:creationId xmlns:a16="http://schemas.microsoft.com/office/drawing/2014/main" id="{5FDE0783-F377-4E44-BEFC-93B2D57E0A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29475" y="4400550"/>
                <a:ext cx="32067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10</a:t>
                </a:r>
              </a:p>
            </p:txBody>
          </p:sp>
          <p:sp>
            <p:nvSpPr>
              <p:cNvPr id="337100" name="Shape 3330">
                <a:extLst>
                  <a:ext uri="{FF2B5EF4-FFF2-40B4-BE49-F238E27FC236}">
                    <a16:creationId xmlns:a16="http://schemas.microsoft.com/office/drawing/2014/main" id="{6A8D17AE-0D4E-4B06-B502-83689B11652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97500" y="4805363"/>
                <a:ext cx="152400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37101" name="Shape 3331">
                <a:extLst>
                  <a:ext uri="{FF2B5EF4-FFF2-40B4-BE49-F238E27FC236}">
                    <a16:creationId xmlns:a16="http://schemas.microsoft.com/office/drawing/2014/main" id="{E0D491F1-066F-4C3D-87B9-6B0EE34E94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86388" y="5291138"/>
                <a:ext cx="152400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37102" name="Shape 3332">
                <a:extLst>
                  <a:ext uri="{FF2B5EF4-FFF2-40B4-BE49-F238E27FC236}">
                    <a16:creationId xmlns:a16="http://schemas.microsoft.com/office/drawing/2014/main" id="{4D247FD1-E44E-44E9-B5F7-1CDC760DA4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21300" y="3990975"/>
                <a:ext cx="141288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y </a:t>
                </a:r>
              </a:p>
            </p:txBody>
          </p:sp>
          <p:sp>
            <p:nvSpPr>
              <p:cNvPr id="337103" name="Shape 3333">
                <a:extLst>
                  <a:ext uri="{FF2B5EF4-FFF2-40B4-BE49-F238E27FC236}">
                    <a16:creationId xmlns:a16="http://schemas.microsoft.com/office/drawing/2014/main" id="{937E96BC-5F32-4974-B540-C2AB5080344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21313" y="4094163"/>
                <a:ext cx="123825" cy="1984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2 </a:t>
                </a:r>
              </a:p>
            </p:txBody>
          </p:sp>
          <p:sp>
            <p:nvSpPr>
              <p:cNvPr id="337104" name="Shape 3334">
                <a:extLst>
                  <a:ext uri="{FF2B5EF4-FFF2-40B4-BE49-F238E27FC236}">
                    <a16:creationId xmlns:a16="http://schemas.microsoft.com/office/drawing/2014/main" id="{839397E3-877F-45F2-B3E5-3BF81EE7565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18150" y="3990975"/>
                <a:ext cx="141288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y </a:t>
                </a:r>
              </a:p>
            </p:txBody>
          </p:sp>
          <p:sp>
            <p:nvSpPr>
              <p:cNvPr id="337105" name="Shape 3335">
                <a:extLst>
                  <a:ext uri="{FF2B5EF4-FFF2-40B4-BE49-F238E27FC236}">
                    <a16:creationId xmlns:a16="http://schemas.microsoft.com/office/drawing/2014/main" id="{DB3CCEDB-2B74-4937-BF36-D4BBDC4418B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18163" y="4094163"/>
                <a:ext cx="123825" cy="1984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37106" name="Shape 3336">
                <a:extLst>
                  <a:ext uri="{FF2B5EF4-FFF2-40B4-BE49-F238E27FC236}">
                    <a16:creationId xmlns:a16="http://schemas.microsoft.com/office/drawing/2014/main" id="{DB2BD556-8B6E-4BD0-9AAF-5E26A0E552C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51400" y="3867150"/>
                <a:ext cx="163513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Y </a:t>
                </a:r>
              </a:p>
            </p:txBody>
          </p:sp>
          <p:sp>
            <p:nvSpPr>
              <p:cNvPr id="337107" name="Shape 3337">
                <a:extLst>
                  <a:ext uri="{FF2B5EF4-FFF2-40B4-BE49-F238E27FC236}">
                    <a16:creationId xmlns:a16="http://schemas.microsoft.com/office/drawing/2014/main" id="{EEC21FDD-F901-46FB-BEF6-3CDCACA118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89513" y="3971925"/>
                <a:ext cx="123825" cy="198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</p:grpSp>
        <p:sp>
          <p:nvSpPr>
            <p:cNvPr id="337087" name="TextBox 1">
              <a:extLst>
                <a:ext uri="{FF2B5EF4-FFF2-40B4-BE49-F238E27FC236}">
                  <a16:creationId xmlns:a16="http://schemas.microsoft.com/office/drawing/2014/main" id="{267363F7-7707-418D-8B6E-8C5293E019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5602" y="3707705"/>
              <a:ext cx="1895471" cy="954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0    1    0    0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1    1    0    0</a:t>
              </a:r>
            </a:p>
          </p:txBody>
        </p:sp>
      </p:grpSp>
      <p:grpSp>
        <p:nvGrpSpPr>
          <p:cNvPr id="336960" name="Group 160">
            <a:extLst>
              <a:ext uri="{FF2B5EF4-FFF2-40B4-BE49-F238E27FC236}">
                <a16:creationId xmlns:a16="http://schemas.microsoft.com/office/drawing/2014/main" id="{DD32E42C-6452-4051-86D4-970F18EFC9F7}"/>
              </a:ext>
            </a:extLst>
          </p:cNvPr>
          <p:cNvGrpSpPr>
            <a:grpSpLocks/>
          </p:cNvGrpSpPr>
          <p:nvPr/>
        </p:nvGrpSpPr>
        <p:grpSpPr bwMode="auto">
          <a:xfrm>
            <a:off x="3871913" y="4876800"/>
            <a:ext cx="2728912" cy="1778000"/>
            <a:chOff x="4970811" y="2889713"/>
            <a:chExt cx="2728913" cy="1778000"/>
          </a:xfrm>
        </p:grpSpPr>
        <p:grpSp>
          <p:nvGrpSpPr>
            <p:cNvPr id="337064" name="Group 161">
              <a:extLst>
                <a:ext uri="{FF2B5EF4-FFF2-40B4-BE49-F238E27FC236}">
                  <a16:creationId xmlns:a16="http://schemas.microsoft.com/office/drawing/2014/main" id="{5C58427A-07B5-40C1-879F-9638DB41B5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70811" y="2889713"/>
              <a:ext cx="2728913" cy="1778000"/>
              <a:chOff x="4851400" y="3867150"/>
              <a:chExt cx="2728913" cy="1778000"/>
            </a:xfrm>
          </p:grpSpPr>
          <p:sp>
            <p:nvSpPr>
              <p:cNvPr id="337066" name="Shape 3318">
                <a:extLst>
                  <a:ext uri="{FF2B5EF4-FFF2-40B4-BE49-F238E27FC236}">
                    <a16:creationId xmlns:a16="http://schemas.microsoft.com/office/drawing/2014/main" id="{625C3221-0904-4475-8DB3-A43692D6078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35625" y="4660900"/>
                <a:ext cx="960438" cy="984250"/>
              </a:xfrm>
              <a:prstGeom prst="rect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cxnSp>
            <p:nvCxnSpPr>
              <p:cNvPr id="337067" name="Shape 3319">
                <a:extLst>
                  <a:ext uri="{FF2B5EF4-FFF2-40B4-BE49-F238E27FC236}">
                    <a16:creationId xmlns:a16="http://schemas.microsoft.com/office/drawing/2014/main" id="{F23E15C2-FE72-4D60-B38F-3C307EB3234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5635625" y="5164138"/>
                <a:ext cx="960438" cy="1587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37068" name="Shape 3320">
                <a:extLst>
                  <a:ext uri="{FF2B5EF4-FFF2-40B4-BE49-F238E27FC236}">
                    <a16:creationId xmlns:a16="http://schemas.microsoft.com/office/drawing/2014/main" id="{B9515FA3-A62C-47AA-9544-1014040ADFA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rot="10800000" flipH="1">
                <a:off x="6115050" y="4660900"/>
                <a:ext cx="1588" cy="984250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37069" name="Shape 3321">
                <a:extLst>
                  <a:ext uri="{FF2B5EF4-FFF2-40B4-BE49-F238E27FC236}">
                    <a16:creationId xmlns:a16="http://schemas.microsoft.com/office/drawing/2014/main" id="{9BF0C30C-7011-47B8-BD9D-772E1BF2922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5154613" y="4181475"/>
                <a:ext cx="481012" cy="479425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37070" name="Shape 3322">
                <a:extLst>
                  <a:ext uri="{FF2B5EF4-FFF2-40B4-BE49-F238E27FC236}">
                    <a16:creationId xmlns:a16="http://schemas.microsoft.com/office/drawing/2014/main" id="{50DD68F4-A288-443B-9BD6-C01DF3848D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96063" y="4660900"/>
                <a:ext cx="984250" cy="984250"/>
              </a:xfrm>
              <a:prstGeom prst="rect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cxnSp>
            <p:nvCxnSpPr>
              <p:cNvPr id="337071" name="Shape 3323">
                <a:extLst>
                  <a:ext uri="{FF2B5EF4-FFF2-40B4-BE49-F238E27FC236}">
                    <a16:creationId xmlns:a16="http://schemas.microsoft.com/office/drawing/2014/main" id="{2AAAF17B-389A-4514-B390-83D4D3AC930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6596063" y="5164138"/>
                <a:ext cx="984250" cy="1587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37072" name="Shape 3324">
                <a:extLst>
                  <a:ext uri="{FF2B5EF4-FFF2-40B4-BE49-F238E27FC236}">
                    <a16:creationId xmlns:a16="http://schemas.microsoft.com/office/drawing/2014/main" id="{9BDE6213-ACF4-4AD8-9833-552937CC4F5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rot="10800000" flipH="1">
                <a:off x="7099300" y="4660900"/>
                <a:ext cx="1588" cy="984250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37073" name="Shape 3325">
                <a:extLst>
                  <a:ext uri="{FF2B5EF4-FFF2-40B4-BE49-F238E27FC236}">
                    <a16:creationId xmlns:a16="http://schemas.microsoft.com/office/drawing/2014/main" id="{DA72016B-329F-4B21-8D51-94D94E9DE1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38725" y="4273550"/>
                <a:ext cx="185738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w </a:t>
                </a:r>
              </a:p>
            </p:txBody>
          </p:sp>
          <p:sp>
            <p:nvSpPr>
              <p:cNvPr id="337074" name="Shape 3326">
                <a:extLst>
                  <a:ext uri="{FF2B5EF4-FFF2-40B4-BE49-F238E27FC236}">
                    <a16:creationId xmlns:a16="http://schemas.microsoft.com/office/drawing/2014/main" id="{9C106901-CD25-46AC-9DA9-70AAC78F889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70563" y="4400550"/>
                <a:ext cx="32067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00</a:t>
                </a:r>
              </a:p>
            </p:txBody>
          </p:sp>
          <p:sp>
            <p:nvSpPr>
              <p:cNvPr id="337075" name="Shape 3327">
                <a:extLst>
                  <a:ext uri="{FF2B5EF4-FFF2-40B4-BE49-F238E27FC236}">
                    <a16:creationId xmlns:a16="http://schemas.microsoft.com/office/drawing/2014/main" id="{71352982-38D7-46B7-886A-D0DE997F309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56338" y="4400550"/>
                <a:ext cx="33972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01</a:t>
                </a:r>
              </a:p>
            </p:txBody>
          </p:sp>
          <p:sp>
            <p:nvSpPr>
              <p:cNvPr id="337076" name="Shape 3328">
                <a:extLst>
                  <a:ext uri="{FF2B5EF4-FFF2-40B4-BE49-F238E27FC236}">
                    <a16:creationId xmlns:a16="http://schemas.microsoft.com/office/drawing/2014/main" id="{30EA0682-C00A-49E1-98ED-B4FF90C819F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42113" y="4400550"/>
                <a:ext cx="33972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11</a:t>
                </a:r>
              </a:p>
            </p:txBody>
          </p:sp>
          <p:sp>
            <p:nvSpPr>
              <p:cNvPr id="337077" name="Shape 3329">
                <a:extLst>
                  <a:ext uri="{FF2B5EF4-FFF2-40B4-BE49-F238E27FC236}">
                    <a16:creationId xmlns:a16="http://schemas.microsoft.com/office/drawing/2014/main" id="{7D234E59-CDB6-4ECC-BAC5-E1F11D28626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29475" y="4400550"/>
                <a:ext cx="32067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10</a:t>
                </a:r>
              </a:p>
            </p:txBody>
          </p:sp>
          <p:sp>
            <p:nvSpPr>
              <p:cNvPr id="337078" name="Shape 3330">
                <a:extLst>
                  <a:ext uri="{FF2B5EF4-FFF2-40B4-BE49-F238E27FC236}">
                    <a16:creationId xmlns:a16="http://schemas.microsoft.com/office/drawing/2014/main" id="{B47CE668-39E8-4282-93B6-D9B8E2CE34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97500" y="4805363"/>
                <a:ext cx="152400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37079" name="Shape 3331">
                <a:extLst>
                  <a:ext uri="{FF2B5EF4-FFF2-40B4-BE49-F238E27FC236}">
                    <a16:creationId xmlns:a16="http://schemas.microsoft.com/office/drawing/2014/main" id="{F5991957-CBA7-4E7E-B7E3-5CE86AAA74B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86388" y="5291138"/>
                <a:ext cx="152400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37080" name="Shape 3332">
                <a:extLst>
                  <a:ext uri="{FF2B5EF4-FFF2-40B4-BE49-F238E27FC236}">
                    <a16:creationId xmlns:a16="http://schemas.microsoft.com/office/drawing/2014/main" id="{B43787A0-BC9D-4AF8-AA08-FA9CF066DC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21300" y="3990975"/>
                <a:ext cx="141288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y </a:t>
                </a:r>
              </a:p>
            </p:txBody>
          </p:sp>
          <p:sp>
            <p:nvSpPr>
              <p:cNvPr id="337081" name="Shape 3333">
                <a:extLst>
                  <a:ext uri="{FF2B5EF4-FFF2-40B4-BE49-F238E27FC236}">
                    <a16:creationId xmlns:a16="http://schemas.microsoft.com/office/drawing/2014/main" id="{190A4501-2806-4184-9141-1687BBB53A1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21313" y="4094163"/>
                <a:ext cx="123825" cy="1984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2 </a:t>
                </a:r>
              </a:p>
            </p:txBody>
          </p:sp>
          <p:sp>
            <p:nvSpPr>
              <p:cNvPr id="337082" name="Shape 3334">
                <a:extLst>
                  <a:ext uri="{FF2B5EF4-FFF2-40B4-BE49-F238E27FC236}">
                    <a16:creationId xmlns:a16="http://schemas.microsoft.com/office/drawing/2014/main" id="{45CAC5FC-FEBE-43C9-91EA-C0392C5B24F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18150" y="3990975"/>
                <a:ext cx="141288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y </a:t>
                </a:r>
              </a:p>
            </p:txBody>
          </p:sp>
          <p:sp>
            <p:nvSpPr>
              <p:cNvPr id="337083" name="Shape 3335">
                <a:extLst>
                  <a:ext uri="{FF2B5EF4-FFF2-40B4-BE49-F238E27FC236}">
                    <a16:creationId xmlns:a16="http://schemas.microsoft.com/office/drawing/2014/main" id="{185E9854-8A75-4012-A374-16CCEDF3957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18163" y="4094163"/>
                <a:ext cx="123825" cy="1984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37084" name="Shape 3336">
                <a:extLst>
                  <a:ext uri="{FF2B5EF4-FFF2-40B4-BE49-F238E27FC236}">
                    <a16:creationId xmlns:a16="http://schemas.microsoft.com/office/drawing/2014/main" id="{37E11D0F-1B46-43B3-B63D-7B73F60717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51400" y="3867150"/>
                <a:ext cx="163513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Y </a:t>
                </a:r>
              </a:p>
            </p:txBody>
          </p:sp>
          <p:sp>
            <p:nvSpPr>
              <p:cNvPr id="337085" name="Shape 3337">
                <a:extLst>
                  <a:ext uri="{FF2B5EF4-FFF2-40B4-BE49-F238E27FC236}">
                    <a16:creationId xmlns:a16="http://schemas.microsoft.com/office/drawing/2014/main" id="{6E6DB1DE-27DF-43D6-8A1D-43157C5B20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89513" y="3971925"/>
                <a:ext cx="123825" cy="198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2 </a:t>
                </a:r>
              </a:p>
            </p:txBody>
          </p:sp>
        </p:grpSp>
        <p:sp>
          <p:nvSpPr>
            <p:cNvPr id="337065" name="TextBox 162">
              <a:extLst>
                <a:ext uri="{FF2B5EF4-FFF2-40B4-BE49-F238E27FC236}">
                  <a16:creationId xmlns:a16="http://schemas.microsoft.com/office/drawing/2014/main" id="{43F9BD9D-A915-4D64-B997-EBC9847D9C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5602" y="3707705"/>
              <a:ext cx="1895471" cy="954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0    1    1    0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0    1    1    0</a:t>
              </a:r>
            </a:p>
          </p:txBody>
        </p:sp>
      </p:grpSp>
      <p:grpSp>
        <p:nvGrpSpPr>
          <p:cNvPr id="336961" name="Group 1">
            <a:extLst>
              <a:ext uri="{FF2B5EF4-FFF2-40B4-BE49-F238E27FC236}">
                <a16:creationId xmlns:a16="http://schemas.microsoft.com/office/drawing/2014/main" id="{96F53D42-49F3-4686-9185-66F91A8AA67F}"/>
              </a:ext>
            </a:extLst>
          </p:cNvPr>
          <p:cNvGrpSpPr>
            <a:grpSpLocks/>
          </p:cNvGrpSpPr>
          <p:nvPr/>
        </p:nvGrpSpPr>
        <p:grpSpPr bwMode="auto">
          <a:xfrm>
            <a:off x="552450" y="254000"/>
            <a:ext cx="8174038" cy="2514600"/>
            <a:chOff x="552450" y="254000"/>
            <a:chExt cx="8174038" cy="2514600"/>
          </a:xfrm>
        </p:grpSpPr>
        <p:sp>
          <p:nvSpPr>
            <p:cNvPr id="336962" name="Shape 3111">
              <a:extLst>
                <a:ext uri="{FF2B5EF4-FFF2-40B4-BE49-F238E27FC236}">
                  <a16:creationId xmlns:a16="http://schemas.microsoft.com/office/drawing/2014/main" id="{14705E3C-4D31-46A6-BE17-6B22EA3CF1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27622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963" name="Shape 3112">
              <a:extLst>
                <a:ext uri="{FF2B5EF4-FFF2-40B4-BE49-F238E27FC236}">
                  <a16:creationId xmlns:a16="http://schemas.microsoft.com/office/drawing/2014/main" id="{D7ABA51A-DD9E-45E0-AEC1-180E2690F0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27622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964" name="Shape 3113">
              <a:extLst>
                <a:ext uri="{FF2B5EF4-FFF2-40B4-BE49-F238E27FC236}">
                  <a16:creationId xmlns:a16="http://schemas.microsoft.com/office/drawing/2014/main" id="{A38295B7-78CA-48E9-92DA-C566491B01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27622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965" name="Shape 3114">
              <a:extLst>
                <a:ext uri="{FF2B5EF4-FFF2-40B4-BE49-F238E27FC236}">
                  <a16:creationId xmlns:a16="http://schemas.microsoft.com/office/drawing/2014/main" id="{F857C191-241B-4CDC-8186-BC14C8E2A5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638" y="725487"/>
              <a:ext cx="1724025" cy="111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966" name="Shape 3115">
              <a:extLst>
                <a:ext uri="{FF2B5EF4-FFF2-40B4-BE49-F238E27FC236}">
                  <a16:creationId xmlns:a16="http://schemas.microsoft.com/office/drawing/2014/main" id="{362F80FB-6FE4-49B4-A59C-5658926BD9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685800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967" name="Shape 3116">
              <a:extLst>
                <a:ext uri="{FF2B5EF4-FFF2-40B4-BE49-F238E27FC236}">
                  <a16:creationId xmlns:a16="http://schemas.microsoft.com/office/drawing/2014/main" id="{55718F8C-1C49-4F5C-A312-3A5399396E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685800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968" name="Shape 3117">
              <a:extLst>
                <a:ext uri="{FF2B5EF4-FFF2-40B4-BE49-F238E27FC236}">
                  <a16:creationId xmlns:a16="http://schemas.microsoft.com/office/drawing/2014/main" id="{9D264DBE-858E-4B7E-94A8-49156756AE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685800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969" name="Shape 3118">
              <a:extLst>
                <a:ext uri="{FF2B5EF4-FFF2-40B4-BE49-F238E27FC236}">
                  <a16:creationId xmlns:a16="http://schemas.microsoft.com/office/drawing/2014/main" id="{708C51F6-B9A1-4CB1-8B45-A71C1B86D1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1100137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970" name="Shape 3119">
              <a:extLst>
                <a:ext uri="{FF2B5EF4-FFF2-40B4-BE49-F238E27FC236}">
                  <a16:creationId xmlns:a16="http://schemas.microsoft.com/office/drawing/2014/main" id="{C5E5C8E4-2523-468B-8A37-493C82BA5D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1100137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971" name="Shape 3120">
              <a:extLst>
                <a:ext uri="{FF2B5EF4-FFF2-40B4-BE49-F238E27FC236}">
                  <a16:creationId xmlns:a16="http://schemas.microsoft.com/office/drawing/2014/main" id="{6FA39B43-9DED-4FC9-8787-080032B411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1100137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972" name="Shape 3121">
              <a:extLst>
                <a:ext uri="{FF2B5EF4-FFF2-40B4-BE49-F238E27FC236}">
                  <a16:creationId xmlns:a16="http://schemas.microsoft.com/office/drawing/2014/main" id="{6A5887B1-AC51-499F-AA63-8E7E38B811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1516062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973" name="Shape 3122">
              <a:extLst>
                <a:ext uri="{FF2B5EF4-FFF2-40B4-BE49-F238E27FC236}">
                  <a16:creationId xmlns:a16="http://schemas.microsoft.com/office/drawing/2014/main" id="{A633CE3F-DADD-4A7E-9550-97CD464FB1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1516062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974" name="Shape 3123">
              <a:extLst>
                <a:ext uri="{FF2B5EF4-FFF2-40B4-BE49-F238E27FC236}">
                  <a16:creationId xmlns:a16="http://schemas.microsoft.com/office/drawing/2014/main" id="{40F51153-943D-49E6-BFDF-33C90200B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1516062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975" name="Shape 3124">
              <a:extLst>
                <a:ext uri="{FF2B5EF4-FFF2-40B4-BE49-F238E27FC236}">
                  <a16:creationId xmlns:a16="http://schemas.microsoft.com/office/drawing/2014/main" id="{2469A541-C54F-4C65-91F7-E6C4CF41D7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1878012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976" name="Shape 3125">
              <a:extLst>
                <a:ext uri="{FF2B5EF4-FFF2-40B4-BE49-F238E27FC236}">
                  <a16:creationId xmlns:a16="http://schemas.microsoft.com/office/drawing/2014/main" id="{5005E142-3777-4011-B0EB-087D7AA012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1878012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977" name="Shape 3126">
              <a:extLst>
                <a:ext uri="{FF2B5EF4-FFF2-40B4-BE49-F238E27FC236}">
                  <a16:creationId xmlns:a16="http://schemas.microsoft.com/office/drawing/2014/main" id="{F7996759-855D-4B8F-9ADA-C15AE9B70E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1878012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978" name="Shape 3127">
              <a:extLst>
                <a:ext uri="{FF2B5EF4-FFF2-40B4-BE49-F238E27FC236}">
                  <a16:creationId xmlns:a16="http://schemas.microsoft.com/office/drawing/2014/main" id="{A265E2CD-1825-4C6B-B590-27FF9AE12B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2130425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979" name="Shape 3128">
              <a:extLst>
                <a:ext uri="{FF2B5EF4-FFF2-40B4-BE49-F238E27FC236}">
                  <a16:creationId xmlns:a16="http://schemas.microsoft.com/office/drawing/2014/main" id="{F332DFCC-750C-47C5-9A73-BFBA3C04B9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2130425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980" name="Shape 3129">
              <a:extLst>
                <a:ext uri="{FF2B5EF4-FFF2-40B4-BE49-F238E27FC236}">
                  <a16:creationId xmlns:a16="http://schemas.microsoft.com/office/drawing/2014/main" id="{D9F937EC-1730-4B04-811E-FB58D6970A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2130425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981" name="Shape 3130">
              <a:extLst>
                <a:ext uri="{FF2B5EF4-FFF2-40B4-BE49-F238E27FC236}">
                  <a16:creationId xmlns:a16="http://schemas.microsoft.com/office/drawing/2014/main" id="{727A0A8F-7F72-49E3-9CF7-7AA884E707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2409825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982" name="Shape 3131">
              <a:extLst>
                <a:ext uri="{FF2B5EF4-FFF2-40B4-BE49-F238E27FC236}">
                  <a16:creationId xmlns:a16="http://schemas.microsoft.com/office/drawing/2014/main" id="{7E954B72-C802-4E91-9E36-89616A5B1C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2409825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983" name="Shape 3132">
              <a:extLst>
                <a:ext uri="{FF2B5EF4-FFF2-40B4-BE49-F238E27FC236}">
                  <a16:creationId xmlns:a16="http://schemas.microsoft.com/office/drawing/2014/main" id="{B4EF5636-23E7-4845-BDA9-FDD46F25DA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2409825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984" name="Shape 3133">
              <a:extLst>
                <a:ext uri="{FF2B5EF4-FFF2-40B4-BE49-F238E27FC236}">
                  <a16:creationId xmlns:a16="http://schemas.microsoft.com/office/drawing/2014/main" id="{F4E3F2C1-8022-4AB1-BF00-1C778AEDC7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2363" y="1154112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36985" name="Shape 3134">
              <a:extLst>
                <a:ext uri="{FF2B5EF4-FFF2-40B4-BE49-F238E27FC236}">
                  <a16:creationId xmlns:a16="http://schemas.microsoft.com/office/drawing/2014/main" id="{B25A284A-DA65-4D8B-9DF6-90B2059B92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40238" y="1139825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36986" name="Shape 3135">
              <a:extLst>
                <a:ext uri="{FF2B5EF4-FFF2-40B4-BE49-F238E27FC236}">
                  <a16:creationId xmlns:a16="http://schemas.microsoft.com/office/drawing/2014/main" id="{F15E36DD-F12C-4F2C-A422-98EE696ED5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91125" y="1139825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36987" name="Shape 3136">
              <a:extLst>
                <a:ext uri="{FF2B5EF4-FFF2-40B4-BE49-F238E27FC236}">
                  <a16:creationId xmlns:a16="http://schemas.microsoft.com/office/drawing/2014/main" id="{06087D55-CF20-49CB-A3B9-0EB3A8E0B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0575" y="1139825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36988" name="Shape 3137">
              <a:extLst>
                <a:ext uri="{FF2B5EF4-FFF2-40B4-BE49-F238E27FC236}">
                  <a16:creationId xmlns:a16="http://schemas.microsoft.com/office/drawing/2014/main" id="{E91C15BC-9567-409E-862C-5716A8F06A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65900" y="1154112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36989" name="Shape 3138">
              <a:extLst>
                <a:ext uri="{FF2B5EF4-FFF2-40B4-BE49-F238E27FC236}">
                  <a16:creationId xmlns:a16="http://schemas.microsoft.com/office/drawing/2014/main" id="{4864C07D-0351-4822-A0A2-3A49A33CF6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25" y="1139825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36990" name="Shape 3139">
              <a:extLst>
                <a:ext uri="{FF2B5EF4-FFF2-40B4-BE49-F238E27FC236}">
                  <a16:creationId xmlns:a16="http://schemas.microsoft.com/office/drawing/2014/main" id="{8A110AF8-3A72-44F6-BE74-05ADDCC7F2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85125" y="1123950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336991" name="Shape 3140">
              <a:extLst>
                <a:ext uri="{FF2B5EF4-FFF2-40B4-BE49-F238E27FC236}">
                  <a16:creationId xmlns:a16="http://schemas.microsoft.com/office/drawing/2014/main" id="{0B6E04DD-954C-4E13-A0CA-4F9CCD2C2D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0713" y="736600"/>
              <a:ext cx="6508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= 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336992" name="Shape 3141">
              <a:extLst>
                <a:ext uri="{FF2B5EF4-FFF2-40B4-BE49-F238E27FC236}">
                  <a16:creationId xmlns:a16="http://schemas.microsoft.com/office/drawing/2014/main" id="{4AC1960D-0C29-42A5-90AC-A6F0AF0342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3200" y="736600"/>
              <a:ext cx="6508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= 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36993" name="Shape 3143">
              <a:extLst>
                <a:ext uri="{FF2B5EF4-FFF2-40B4-BE49-F238E27FC236}">
                  <a16:creationId xmlns:a16="http://schemas.microsoft.com/office/drawing/2014/main" id="{5F261AC6-B5E2-4B2F-B044-8CCFF5690A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781" y="266700"/>
              <a:ext cx="7859769" cy="95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994" name="Shape 3144">
              <a:extLst>
                <a:ext uri="{FF2B5EF4-FFF2-40B4-BE49-F238E27FC236}">
                  <a16:creationId xmlns:a16="http://schemas.microsoft.com/office/drawing/2014/main" id="{CE76441B-58CB-40BC-B8ED-862415D75B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276225"/>
              <a:ext cx="11098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995" name="Shape 3145">
              <a:extLst>
                <a:ext uri="{FF2B5EF4-FFF2-40B4-BE49-F238E27FC236}">
                  <a16:creationId xmlns:a16="http://schemas.microsoft.com/office/drawing/2014/main" id="{40A69945-A3BD-408C-AADD-4299C511E5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276225"/>
              <a:ext cx="11098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996" name="Shape 3146">
              <a:extLst>
                <a:ext uri="{FF2B5EF4-FFF2-40B4-BE49-F238E27FC236}">
                  <a16:creationId xmlns:a16="http://schemas.microsoft.com/office/drawing/2014/main" id="{D9A29584-3E0F-4785-8DDD-6A2F391F0E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107" y="442913"/>
              <a:ext cx="730066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336997" name="Shape 3147">
              <a:extLst>
                <a:ext uri="{FF2B5EF4-FFF2-40B4-BE49-F238E27FC236}">
                  <a16:creationId xmlns:a16="http://schemas.microsoft.com/office/drawing/2014/main" id="{A1038897-98CE-4702-A452-D7560D4778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4735" y="390525"/>
              <a:ext cx="977822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336998" name="Shape 3148">
              <a:extLst>
                <a:ext uri="{FF2B5EF4-FFF2-40B4-BE49-F238E27FC236}">
                  <a16:creationId xmlns:a16="http://schemas.microsoft.com/office/drawing/2014/main" id="{0C312C65-6F31-4620-92BE-D7E2AD342A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685799"/>
              <a:ext cx="11098" cy="4142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999" name="Shape 3149">
              <a:extLst>
                <a:ext uri="{FF2B5EF4-FFF2-40B4-BE49-F238E27FC236}">
                  <a16:creationId xmlns:a16="http://schemas.microsoft.com/office/drawing/2014/main" id="{38B9441B-F1B7-4A5D-A7AA-6A3405F78B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9084" y="752474"/>
              <a:ext cx="476013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337000" name="Shape 3150">
              <a:extLst>
                <a:ext uri="{FF2B5EF4-FFF2-40B4-BE49-F238E27FC236}">
                  <a16:creationId xmlns:a16="http://schemas.microsoft.com/office/drawing/2014/main" id="{1B1072A2-597C-480B-9152-113828A01F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1089024"/>
              <a:ext cx="6913742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001" name="Shape 3151">
              <a:extLst>
                <a:ext uri="{FF2B5EF4-FFF2-40B4-BE49-F238E27FC236}">
                  <a16:creationId xmlns:a16="http://schemas.microsoft.com/office/drawing/2014/main" id="{8AD81652-7DBD-4A9D-9E96-1FFF521A7D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1100138"/>
              <a:ext cx="11098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002" name="Shape 3152">
              <a:extLst>
                <a:ext uri="{FF2B5EF4-FFF2-40B4-BE49-F238E27FC236}">
                  <a16:creationId xmlns:a16="http://schemas.microsoft.com/office/drawing/2014/main" id="{A127E3BE-D86C-4EA6-B8CE-BA88FFB4C8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781" y="1501774"/>
              <a:ext cx="785976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003" name="Shape 3153">
              <a:extLst>
                <a:ext uri="{FF2B5EF4-FFF2-40B4-BE49-F238E27FC236}">
                  <a16:creationId xmlns:a16="http://schemas.microsoft.com/office/drawing/2014/main" id="{E11B199E-20D9-4A2C-BBAD-0210123395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58503" y="647699"/>
              <a:ext cx="780758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337004" name="Shape 3154">
              <a:extLst>
                <a:ext uri="{FF2B5EF4-FFF2-40B4-BE49-F238E27FC236}">
                  <a16:creationId xmlns:a16="http://schemas.microsoft.com/office/drawing/2014/main" id="{C1019632-7050-49CE-9FE7-B20F2C679C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2450" y="1595439"/>
              <a:ext cx="22226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37005" name="Shape 3155">
              <a:extLst>
                <a:ext uri="{FF2B5EF4-FFF2-40B4-BE49-F238E27FC236}">
                  <a16:creationId xmlns:a16="http://schemas.microsoft.com/office/drawing/2014/main" id="{A15C2950-FE9F-498A-8245-0AEDF8D9B8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1516064"/>
              <a:ext cx="11098" cy="362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006" name="Shape 3156">
              <a:extLst>
                <a:ext uri="{FF2B5EF4-FFF2-40B4-BE49-F238E27FC236}">
                  <a16:creationId xmlns:a16="http://schemas.microsoft.com/office/drawing/2014/main" id="{B969AC42-6982-4D94-BF09-0B7E2F5B2E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4159" y="1595439"/>
              <a:ext cx="304747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337007" name="Shape 3157">
              <a:extLst>
                <a:ext uri="{FF2B5EF4-FFF2-40B4-BE49-F238E27FC236}">
                  <a16:creationId xmlns:a16="http://schemas.microsoft.com/office/drawing/2014/main" id="{332BA2FE-25DA-4BF0-8BA3-1F620845E4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85696" y="1595439"/>
              <a:ext cx="298246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337008" name="Shape 3158">
              <a:extLst>
                <a:ext uri="{FF2B5EF4-FFF2-40B4-BE49-F238E27FC236}">
                  <a16:creationId xmlns:a16="http://schemas.microsoft.com/office/drawing/2014/main" id="{0935B644-2E71-426E-B4AE-1FFD3C21A1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2790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7009" name="Shape 3159">
              <a:extLst>
                <a:ext uri="{FF2B5EF4-FFF2-40B4-BE49-F238E27FC236}">
                  <a16:creationId xmlns:a16="http://schemas.microsoft.com/office/drawing/2014/main" id="{40F5976B-787D-4CB5-9090-D9382C6E66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5795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7010" name="Shape 3160">
              <a:extLst>
                <a:ext uri="{FF2B5EF4-FFF2-40B4-BE49-F238E27FC236}">
                  <a16:creationId xmlns:a16="http://schemas.microsoft.com/office/drawing/2014/main" id="{8CADAF62-4B4E-4F54-80FB-9F8FC29EFE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7657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7011" name="Shape 3161">
              <a:extLst>
                <a:ext uri="{FF2B5EF4-FFF2-40B4-BE49-F238E27FC236}">
                  <a16:creationId xmlns:a16="http://schemas.microsoft.com/office/drawing/2014/main" id="{86BB9CE1-B0C1-4776-9ED1-4E96787D91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04600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7012" name="Shape 3162">
              <a:extLst>
                <a:ext uri="{FF2B5EF4-FFF2-40B4-BE49-F238E27FC236}">
                  <a16:creationId xmlns:a16="http://schemas.microsoft.com/office/drawing/2014/main" id="{FEAA8805-02E2-4192-ABCB-14F4382872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31542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7013" name="Shape 3163">
              <a:extLst>
                <a:ext uri="{FF2B5EF4-FFF2-40B4-BE49-F238E27FC236}">
                  <a16:creationId xmlns:a16="http://schemas.microsoft.com/office/drawing/2014/main" id="{CF2A7627-34AA-459F-BC73-6037566A9F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0073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7014" name="Shape 3164">
              <a:extLst>
                <a:ext uri="{FF2B5EF4-FFF2-40B4-BE49-F238E27FC236}">
                  <a16:creationId xmlns:a16="http://schemas.microsoft.com/office/drawing/2014/main" id="{35152551-3FF5-416F-B8C4-DF45E5C790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7015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7015" name="Shape 3165">
              <a:extLst>
                <a:ext uri="{FF2B5EF4-FFF2-40B4-BE49-F238E27FC236}">
                  <a16:creationId xmlns:a16="http://schemas.microsoft.com/office/drawing/2014/main" id="{4C2F1FAD-0316-4EE9-8D4A-420DD4AA12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2369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7016" name="Shape 3166">
              <a:extLst>
                <a:ext uri="{FF2B5EF4-FFF2-40B4-BE49-F238E27FC236}">
                  <a16:creationId xmlns:a16="http://schemas.microsoft.com/office/drawing/2014/main" id="{1487CC27-E181-4FB8-8481-EFBB78B2D7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29789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7017" name="Shape 3167">
              <a:extLst>
                <a:ext uri="{FF2B5EF4-FFF2-40B4-BE49-F238E27FC236}">
                  <a16:creationId xmlns:a16="http://schemas.microsoft.com/office/drawing/2014/main" id="{B9E4EFD0-3D4C-426E-92A8-FE1975FACE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8799" y="1870075"/>
              <a:ext cx="209361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337018" name="Shape 3168">
              <a:extLst>
                <a:ext uri="{FF2B5EF4-FFF2-40B4-BE49-F238E27FC236}">
                  <a16:creationId xmlns:a16="http://schemas.microsoft.com/office/drawing/2014/main" id="{434E905C-933F-409E-A607-E1BEF15CEE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1878014"/>
              <a:ext cx="11098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019" name="Shape 3169">
              <a:extLst>
                <a:ext uri="{FF2B5EF4-FFF2-40B4-BE49-F238E27FC236}">
                  <a16:creationId xmlns:a16="http://schemas.microsoft.com/office/drawing/2014/main" id="{53DF8CB2-26B0-4063-BF74-D85C6D8377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5746" y="1870075"/>
              <a:ext cx="304747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337020" name="Shape 3170">
              <a:extLst>
                <a:ext uri="{FF2B5EF4-FFF2-40B4-BE49-F238E27FC236}">
                  <a16:creationId xmlns:a16="http://schemas.microsoft.com/office/drawing/2014/main" id="{5361874D-9BBD-46EE-88FF-2D1F3F99F7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87282" y="1870075"/>
              <a:ext cx="298246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337021" name="Shape 3171">
              <a:extLst>
                <a:ext uri="{FF2B5EF4-FFF2-40B4-BE49-F238E27FC236}">
                  <a16:creationId xmlns:a16="http://schemas.microsoft.com/office/drawing/2014/main" id="{35C53832-9C68-45EA-8BA9-A9DFD4FB28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4376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7022" name="Shape 3172">
              <a:extLst>
                <a:ext uri="{FF2B5EF4-FFF2-40B4-BE49-F238E27FC236}">
                  <a16:creationId xmlns:a16="http://schemas.microsoft.com/office/drawing/2014/main" id="{5D6C624D-E4F7-415A-8712-F28A291864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5795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7023" name="Shape 3173">
              <a:extLst>
                <a:ext uri="{FF2B5EF4-FFF2-40B4-BE49-F238E27FC236}">
                  <a16:creationId xmlns:a16="http://schemas.microsoft.com/office/drawing/2014/main" id="{D5C970CC-39E5-4055-AB36-FA5FA89C07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9245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7024" name="Shape 3174">
              <a:extLst>
                <a:ext uri="{FF2B5EF4-FFF2-40B4-BE49-F238E27FC236}">
                  <a16:creationId xmlns:a16="http://schemas.microsoft.com/office/drawing/2014/main" id="{F061C441-7D37-41D4-951B-9F19037513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06187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7025" name="Shape 3175">
              <a:extLst>
                <a:ext uri="{FF2B5EF4-FFF2-40B4-BE49-F238E27FC236}">
                  <a16:creationId xmlns:a16="http://schemas.microsoft.com/office/drawing/2014/main" id="{2CCAE3D5-8A33-4718-8A71-6082E1CEC1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33130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7026" name="Shape 3176">
              <a:extLst>
                <a:ext uri="{FF2B5EF4-FFF2-40B4-BE49-F238E27FC236}">
                  <a16:creationId xmlns:a16="http://schemas.microsoft.com/office/drawing/2014/main" id="{5FCFD303-C8AD-4174-A70F-18D2B03B7C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0073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7027" name="Shape 3177">
              <a:extLst>
                <a:ext uri="{FF2B5EF4-FFF2-40B4-BE49-F238E27FC236}">
                  <a16:creationId xmlns:a16="http://schemas.microsoft.com/office/drawing/2014/main" id="{45F909F9-4937-429A-A56F-2EAAE83E82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7015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7028" name="Shape 3178">
              <a:extLst>
                <a:ext uri="{FF2B5EF4-FFF2-40B4-BE49-F238E27FC236}">
                  <a16:creationId xmlns:a16="http://schemas.microsoft.com/office/drawing/2014/main" id="{DF064C44-30FD-4141-A0FA-28C27DF74C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3958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7029" name="Shape 3179">
              <a:extLst>
                <a:ext uri="{FF2B5EF4-FFF2-40B4-BE49-F238E27FC236}">
                  <a16:creationId xmlns:a16="http://schemas.microsoft.com/office/drawing/2014/main" id="{BCB604C0-D06B-4AE4-B7C9-894CF9C842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29789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7030" name="Shape 3180">
              <a:extLst>
                <a:ext uri="{FF2B5EF4-FFF2-40B4-BE49-F238E27FC236}">
                  <a16:creationId xmlns:a16="http://schemas.microsoft.com/office/drawing/2014/main" id="{7446DFE4-CFD1-42DC-8C75-7FA4A422B6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8799" y="2141539"/>
              <a:ext cx="209361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37031" name="Shape 3181">
              <a:extLst>
                <a:ext uri="{FF2B5EF4-FFF2-40B4-BE49-F238E27FC236}">
                  <a16:creationId xmlns:a16="http://schemas.microsoft.com/office/drawing/2014/main" id="{4C2C90E4-3761-4E1E-B7B9-EE6E66C5B3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2130426"/>
              <a:ext cx="11098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032" name="Shape 3182">
              <a:extLst>
                <a:ext uri="{FF2B5EF4-FFF2-40B4-BE49-F238E27FC236}">
                  <a16:creationId xmlns:a16="http://schemas.microsoft.com/office/drawing/2014/main" id="{8C805455-16F2-4E3E-86F4-EEED4FBD15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5746" y="2141539"/>
              <a:ext cx="304747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337033" name="Shape 3183">
              <a:extLst>
                <a:ext uri="{FF2B5EF4-FFF2-40B4-BE49-F238E27FC236}">
                  <a16:creationId xmlns:a16="http://schemas.microsoft.com/office/drawing/2014/main" id="{E744735B-03C8-403B-8968-9952053516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87282" y="2141539"/>
              <a:ext cx="298246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337034" name="Shape 3184">
              <a:extLst>
                <a:ext uri="{FF2B5EF4-FFF2-40B4-BE49-F238E27FC236}">
                  <a16:creationId xmlns:a16="http://schemas.microsoft.com/office/drawing/2014/main" id="{14A74365-69F1-4710-81CB-31D7DCF36C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4376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7035" name="Shape 3185">
              <a:extLst>
                <a:ext uri="{FF2B5EF4-FFF2-40B4-BE49-F238E27FC236}">
                  <a16:creationId xmlns:a16="http://schemas.microsoft.com/office/drawing/2014/main" id="{25631BC4-C9E7-4D4A-A102-DBC6FBC613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5795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7036" name="Shape 3186">
              <a:extLst>
                <a:ext uri="{FF2B5EF4-FFF2-40B4-BE49-F238E27FC236}">
                  <a16:creationId xmlns:a16="http://schemas.microsoft.com/office/drawing/2014/main" id="{D96791C0-2D1F-4133-8D9C-90B980A3D2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9245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7037" name="Shape 3187">
              <a:extLst>
                <a:ext uri="{FF2B5EF4-FFF2-40B4-BE49-F238E27FC236}">
                  <a16:creationId xmlns:a16="http://schemas.microsoft.com/office/drawing/2014/main" id="{752AC320-C2D6-4F60-83FD-6930F5D670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06187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7038" name="Shape 3188">
              <a:extLst>
                <a:ext uri="{FF2B5EF4-FFF2-40B4-BE49-F238E27FC236}">
                  <a16:creationId xmlns:a16="http://schemas.microsoft.com/office/drawing/2014/main" id="{B491F5D1-46CE-4FAE-A361-0816AAC74A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33130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7039" name="Shape 3189">
              <a:extLst>
                <a:ext uri="{FF2B5EF4-FFF2-40B4-BE49-F238E27FC236}">
                  <a16:creationId xmlns:a16="http://schemas.microsoft.com/office/drawing/2014/main" id="{E1EFAC4D-B352-4EE0-97AA-A7C1783BD7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0073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7040" name="Shape 3190">
              <a:extLst>
                <a:ext uri="{FF2B5EF4-FFF2-40B4-BE49-F238E27FC236}">
                  <a16:creationId xmlns:a16="http://schemas.microsoft.com/office/drawing/2014/main" id="{8F97DADC-6C84-4C2C-8F63-B5E2329878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7015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7041" name="Shape 3191">
              <a:extLst>
                <a:ext uri="{FF2B5EF4-FFF2-40B4-BE49-F238E27FC236}">
                  <a16:creationId xmlns:a16="http://schemas.microsoft.com/office/drawing/2014/main" id="{B0750ACF-C0D9-48F2-895A-F55C518A08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3958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7042" name="Shape 3192">
              <a:extLst>
                <a:ext uri="{FF2B5EF4-FFF2-40B4-BE49-F238E27FC236}">
                  <a16:creationId xmlns:a16="http://schemas.microsoft.com/office/drawing/2014/main" id="{82AC8327-5411-4943-8B72-DC1464FC48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29789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7043" name="Shape 3193">
              <a:extLst>
                <a:ext uri="{FF2B5EF4-FFF2-40B4-BE49-F238E27FC236}">
                  <a16:creationId xmlns:a16="http://schemas.microsoft.com/office/drawing/2014/main" id="{20F7E28C-72E8-4E6A-8DF7-69286A60EC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2450" y="2416176"/>
              <a:ext cx="22226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37044" name="Shape 3194">
              <a:extLst>
                <a:ext uri="{FF2B5EF4-FFF2-40B4-BE49-F238E27FC236}">
                  <a16:creationId xmlns:a16="http://schemas.microsoft.com/office/drawing/2014/main" id="{7BF2C720-6686-42EB-AEDF-21319028F8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2409826"/>
              <a:ext cx="11098" cy="315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045" name="Shape 3195">
              <a:extLst>
                <a:ext uri="{FF2B5EF4-FFF2-40B4-BE49-F238E27FC236}">
                  <a16:creationId xmlns:a16="http://schemas.microsoft.com/office/drawing/2014/main" id="{71A8DC91-56BF-4026-A34B-D63FEB6E21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4159" y="2416176"/>
              <a:ext cx="304747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337046" name="Shape 3196">
              <a:extLst>
                <a:ext uri="{FF2B5EF4-FFF2-40B4-BE49-F238E27FC236}">
                  <a16:creationId xmlns:a16="http://schemas.microsoft.com/office/drawing/2014/main" id="{818DCD5E-6EBD-4CAA-9539-4B7DA0B57B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85696" y="2416176"/>
              <a:ext cx="298246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337047" name="Shape 3197">
              <a:extLst>
                <a:ext uri="{FF2B5EF4-FFF2-40B4-BE49-F238E27FC236}">
                  <a16:creationId xmlns:a16="http://schemas.microsoft.com/office/drawing/2014/main" id="{9379C857-406F-4931-A52A-5F33AC2590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2790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7048" name="Shape 3198">
              <a:extLst>
                <a:ext uri="{FF2B5EF4-FFF2-40B4-BE49-F238E27FC236}">
                  <a16:creationId xmlns:a16="http://schemas.microsoft.com/office/drawing/2014/main" id="{E95DE6FE-63FF-4031-933D-874F2C46C6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5795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7049" name="Shape 3199">
              <a:extLst>
                <a:ext uri="{FF2B5EF4-FFF2-40B4-BE49-F238E27FC236}">
                  <a16:creationId xmlns:a16="http://schemas.microsoft.com/office/drawing/2014/main" id="{37F2978B-1E2A-4D33-AB05-DB518F7F5B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7657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7050" name="Shape 3200">
              <a:extLst>
                <a:ext uri="{FF2B5EF4-FFF2-40B4-BE49-F238E27FC236}">
                  <a16:creationId xmlns:a16="http://schemas.microsoft.com/office/drawing/2014/main" id="{F314719A-AE2E-4636-8621-C64DA2473A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04600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7051" name="Shape 3201">
              <a:extLst>
                <a:ext uri="{FF2B5EF4-FFF2-40B4-BE49-F238E27FC236}">
                  <a16:creationId xmlns:a16="http://schemas.microsoft.com/office/drawing/2014/main" id="{78B2645B-2357-4085-B300-DD6C549202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31542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7052" name="Shape 3202">
              <a:extLst>
                <a:ext uri="{FF2B5EF4-FFF2-40B4-BE49-F238E27FC236}">
                  <a16:creationId xmlns:a16="http://schemas.microsoft.com/office/drawing/2014/main" id="{7DA1BC4D-CDE8-4730-8765-EBE82D4A33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0073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7053" name="Shape 3203">
              <a:extLst>
                <a:ext uri="{FF2B5EF4-FFF2-40B4-BE49-F238E27FC236}">
                  <a16:creationId xmlns:a16="http://schemas.microsoft.com/office/drawing/2014/main" id="{7372B64D-F934-4E1D-AE13-4CC598B9B1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7015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37054" name="Shape 3204">
              <a:extLst>
                <a:ext uri="{FF2B5EF4-FFF2-40B4-BE49-F238E27FC236}">
                  <a16:creationId xmlns:a16="http://schemas.microsoft.com/office/drawing/2014/main" id="{EF847923-DF4D-4FE4-BEC6-BEF75D4531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2369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37055" name="Shape 3205">
              <a:extLst>
                <a:ext uri="{FF2B5EF4-FFF2-40B4-BE49-F238E27FC236}">
                  <a16:creationId xmlns:a16="http://schemas.microsoft.com/office/drawing/2014/main" id="{23C4098E-D26C-4D29-93B1-5CB64CDBC1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781" y="2736851"/>
              <a:ext cx="785976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056" name="Shape 3206">
              <a:extLst>
                <a:ext uri="{FF2B5EF4-FFF2-40B4-BE49-F238E27FC236}">
                  <a16:creationId xmlns:a16="http://schemas.microsoft.com/office/drawing/2014/main" id="{26D5EF9F-2DDC-44B6-8687-12801564CD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29789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cxnSp>
          <p:nvCxnSpPr>
            <p:cNvPr id="337057" name="Shape 3207">
              <a:extLst>
                <a:ext uri="{FF2B5EF4-FFF2-40B4-BE49-F238E27FC236}">
                  <a16:creationId xmlns:a16="http://schemas.microsoft.com/office/drawing/2014/main" id="{8D09E225-2035-4380-B3F3-CE4B9E53D9E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63543" y="268288"/>
              <a:ext cx="0" cy="247170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37058" name="Shape 3208">
              <a:extLst>
                <a:ext uri="{FF2B5EF4-FFF2-40B4-BE49-F238E27FC236}">
                  <a16:creationId xmlns:a16="http://schemas.microsoft.com/office/drawing/2014/main" id="{8B273223-350B-46DB-83F4-29427E58DE9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520535" y="282575"/>
              <a:ext cx="0" cy="2443201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37059" name="Shape 3209">
              <a:extLst>
                <a:ext uri="{FF2B5EF4-FFF2-40B4-BE49-F238E27FC236}">
                  <a16:creationId xmlns:a16="http://schemas.microsoft.com/office/drawing/2014/main" id="{70190856-70B5-4DB4-996C-63170E70D2B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792060" y="725488"/>
              <a:ext cx="1728585" cy="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37060" name="Shape 3210">
              <a:extLst>
                <a:ext uri="{FF2B5EF4-FFF2-40B4-BE49-F238E27FC236}">
                  <a16:creationId xmlns:a16="http://schemas.microsoft.com/office/drawing/2014/main" id="{D9820B4E-ED1C-4E3B-8D60-D3630E6B00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705952" y="254000"/>
              <a:ext cx="0" cy="251460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37061" name="Shape 3211">
              <a:extLst>
                <a:ext uri="{FF2B5EF4-FFF2-40B4-BE49-F238E27FC236}">
                  <a16:creationId xmlns:a16="http://schemas.microsoft.com/office/drawing/2014/main" id="{678B5297-1832-42C0-847C-810F494C29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66913" y="1123950"/>
              <a:ext cx="512762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37062" name="Shape 3212">
              <a:extLst>
                <a:ext uri="{FF2B5EF4-FFF2-40B4-BE49-F238E27FC236}">
                  <a16:creationId xmlns:a16="http://schemas.microsoft.com/office/drawing/2014/main" id="{A6F75BF8-3059-42FB-A45A-F180DF8497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4638" y="1154112"/>
              <a:ext cx="5111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37063" name="Shape 3213">
              <a:extLst>
                <a:ext uri="{FF2B5EF4-FFF2-40B4-BE49-F238E27FC236}">
                  <a16:creationId xmlns:a16="http://schemas.microsoft.com/office/drawing/2014/main" id="{C4F2D683-1C25-4B32-8471-825DEFF316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62038" y="1138237"/>
              <a:ext cx="5111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90" name="Shape 2890">
            <a:extLst>
              <a:ext uri="{FF2B5EF4-FFF2-40B4-BE49-F238E27FC236}">
                <a16:creationId xmlns:a16="http://schemas.microsoft.com/office/drawing/2014/main" id="{6FE2B707-5C09-2640-8C94-71A768A0A1B5}"/>
              </a:ext>
            </a:extLst>
          </p:cNvPr>
          <p:cNvGraphicFramePr>
            <a:graphicFrameLocks noGrp="1"/>
          </p:cNvGraphicFramePr>
          <p:nvPr/>
        </p:nvGraphicFramePr>
        <p:xfrm>
          <a:off x="779463" y="3067050"/>
          <a:ext cx="2479675" cy="3571875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68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68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w</a:t>
                      </a:r>
                      <a:endParaRPr kumimoji="0" lang="en-US" altLang="en-US" sz="14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  <a:sym typeface="Times New Roman" charset="0"/>
                      </a:endParaRP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1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Arial" charset="0"/>
                        </a:rPr>
                        <a:t>0</a:t>
                      </a:r>
                    </a:p>
                  </a:txBody>
                  <a:tcPr marL="91450" marR="91450" marT="91405" marB="91405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pSp>
        <p:nvGrpSpPr>
          <p:cNvPr id="341055" name="Group 2">
            <a:extLst>
              <a:ext uri="{FF2B5EF4-FFF2-40B4-BE49-F238E27FC236}">
                <a16:creationId xmlns:a16="http://schemas.microsoft.com/office/drawing/2014/main" id="{41B68998-C2DD-4CD5-A8D8-4A1D76684653}"/>
              </a:ext>
            </a:extLst>
          </p:cNvPr>
          <p:cNvGrpSpPr>
            <a:grpSpLocks/>
          </p:cNvGrpSpPr>
          <p:nvPr/>
        </p:nvGrpSpPr>
        <p:grpSpPr bwMode="auto">
          <a:xfrm>
            <a:off x="3908425" y="2840038"/>
            <a:ext cx="2728913" cy="1778000"/>
            <a:chOff x="4970811" y="2889713"/>
            <a:chExt cx="2728913" cy="1778000"/>
          </a:xfrm>
        </p:grpSpPr>
        <p:grpSp>
          <p:nvGrpSpPr>
            <p:cNvPr id="341204" name="Group 105">
              <a:extLst>
                <a:ext uri="{FF2B5EF4-FFF2-40B4-BE49-F238E27FC236}">
                  <a16:creationId xmlns:a16="http://schemas.microsoft.com/office/drawing/2014/main" id="{8E68BB17-806C-44E7-AD84-EA5B3729B0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70811" y="2889713"/>
              <a:ext cx="2728913" cy="1778000"/>
              <a:chOff x="4851400" y="3867150"/>
              <a:chExt cx="2728913" cy="1778000"/>
            </a:xfrm>
          </p:grpSpPr>
          <p:sp>
            <p:nvSpPr>
              <p:cNvPr id="341206" name="Shape 3318">
                <a:extLst>
                  <a:ext uri="{FF2B5EF4-FFF2-40B4-BE49-F238E27FC236}">
                    <a16:creationId xmlns:a16="http://schemas.microsoft.com/office/drawing/2014/main" id="{A8513B6D-376E-4742-8F58-9DDDEB708C1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35625" y="4660900"/>
                <a:ext cx="960438" cy="984250"/>
              </a:xfrm>
              <a:prstGeom prst="rect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cxnSp>
            <p:nvCxnSpPr>
              <p:cNvPr id="341207" name="Shape 3319">
                <a:extLst>
                  <a:ext uri="{FF2B5EF4-FFF2-40B4-BE49-F238E27FC236}">
                    <a16:creationId xmlns:a16="http://schemas.microsoft.com/office/drawing/2014/main" id="{E15978CF-512D-46C0-B862-3C2D9552194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5635625" y="5164138"/>
                <a:ext cx="960438" cy="1587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41208" name="Shape 3320">
                <a:extLst>
                  <a:ext uri="{FF2B5EF4-FFF2-40B4-BE49-F238E27FC236}">
                    <a16:creationId xmlns:a16="http://schemas.microsoft.com/office/drawing/2014/main" id="{FCF623F8-4D9D-40DB-99DF-F570AC343AF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rot="10800000" flipH="1">
                <a:off x="6115050" y="4660900"/>
                <a:ext cx="1588" cy="984250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41209" name="Shape 3321">
                <a:extLst>
                  <a:ext uri="{FF2B5EF4-FFF2-40B4-BE49-F238E27FC236}">
                    <a16:creationId xmlns:a16="http://schemas.microsoft.com/office/drawing/2014/main" id="{6141A250-83B3-4798-A6B0-FE2E7A1BB23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5154613" y="4181475"/>
                <a:ext cx="481012" cy="479425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41210" name="Shape 3322">
                <a:extLst>
                  <a:ext uri="{FF2B5EF4-FFF2-40B4-BE49-F238E27FC236}">
                    <a16:creationId xmlns:a16="http://schemas.microsoft.com/office/drawing/2014/main" id="{BA7283BC-4EE3-4D0B-8C54-7F1D89C9A7E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96063" y="4660900"/>
                <a:ext cx="984250" cy="984250"/>
              </a:xfrm>
              <a:prstGeom prst="rect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cxnSp>
            <p:nvCxnSpPr>
              <p:cNvPr id="341211" name="Shape 3323">
                <a:extLst>
                  <a:ext uri="{FF2B5EF4-FFF2-40B4-BE49-F238E27FC236}">
                    <a16:creationId xmlns:a16="http://schemas.microsoft.com/office/drawing/2014/main" id="{45FD2725-76BA-4570-AC67-8CBFB28CBE91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6596063" y="5164138"/>
                <a:ext cx="984250" cy="1587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41212" name="Shape 3324">
                <a:extLst>
                  <a:ext uri="{FF2B5EF4-FFF2-40B4-BE49-F238E27FC236}">
                    <a16:creationId xmlns:a16="http://schemas.microsoft.com/office/drawing/2014/main" id="{85A0C554-2CF0-4D6E-92B5-5DB2BE21C48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rot="10800000" flipH="1">
                <a:off x="7099300" y="4660900"/>
                <a:ext cx="1588" cy="984250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41213" name="Shape 3325">
                <a:extLst>
                  <a:ext uri="{FF2B5EF4-FFF2-40B4-BE49-F238E27FC236}">
                    <a16:creationId xmlns:a16="http://schemas.microsoft.com/office/drawing/2014/main" id="{BBE83C0A-D727-42F8-A3A3-5B6509ACCD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38725" y="4273550"/>
                <a:ext cx="185738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w </a:t>
                </a:r>
              </a:p>
            </p:txBody>
          </p:sp>
          <p:sp>
            <p:nvSpPr>
              <p:cNvPr id="341214" name="Shape 3326">
                <a:extLst>
                  <a:ext uri="{FF2B5EF4-FFF2-40B4-BE49-F238E27FC236}">
                    <a16:creationId xmlns:a16="http://schemas.microsoft.com/office/drawing/2014/main" id="{C7D33871-7EAC-404D-930F-14BAF8BFAA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70563" y="4400550"/>
                <a:ext cx="32067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00</a:t>
                </a:r>
              </a:p>
            </p:txBody>
          </p:sp>
          <p:sp>
            <p:nvSpPr>
              <p:cNvPr id="341215" name="Shape 3327">
                <a:extLst>
                  <a:ext uri="{FF2B5EF4-FFF2-40B4-BE49-F238E27FC236}">
                    <a16:creationId xmlns:a16="http://schemas.microsoft.com/office/drawing/2014/main" id="{6587DFA8-E14E-439F-A716-6EAE9C8C0E1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56338" y="4400550"/>
                <a:ext cx="33972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01</a:t>
                </a:r>
              </a:p>
            </p:txBody>
          </p:sp>
          <p:sp>
            <p:nvSpPr>
              <p:cNvPr id="341216" name="Shape 3328">
                <a:extLst>
                  <a:ext uri="{FF2B5EF4-FFF2-40B4-BE49-F238E27FC236}">
                    <a16:creationId xmlns:a16="http://schemas.microsoft.com/office/drawing/2014/main" id="{E7A250DC-CF2E-40D1-AA40-640AE5E0001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42113" y="4400550"/>
                <a:ext cx="33972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11</a:t>
                </a:r>
              </a:p>
            </p:txBody>
          </p:sp>
          <p:sp>
            <p:nvSpPr>
              <p:cNvPr id="341217" name="Shape 3329">
                <a:extLst>
                  <a:ext uri="{FF2B5EF4-FFF2-40B4-BE49-F238E27FC236}">
                    <a16:creationId xmlns:a16="http://schemas.microsoft.com/office/drawing/2014/main" id="{E1AB8DC7-4674-4FD4-A1C0-C2F9EBF19B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29475" y="4400550"/>
                <a:ext cx="32067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10</a:t>
                </a:r>
              </a:p>
            </p:txBody>
          </p:sp>
          <p:sp>
            <p:nvSpPr>
              <p:cNvPr id="341218" name="Shape 3330">
                <a:extLst>
                  <a:ext uri="{FF2B5EF4-FFF2-40B4-BE49-F238E27FC236}">
                    <a16:creationId xmlns:a16="http://schemas.microsoft.com/office/drawing/2014/main" id="{927F0F81-B0AA-48F2-93AE-AE1F0C5E489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97500" y="4805363"/>
                <a:ext cx="152400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1219" name="Shape 3331">
                <a:extLst>
                  <a:ext uri="{FF2B5EF4-FFF2-40B4-BE49-F238E27FC236}">
                    <a16:creationId xmlns:a16="http://schemas.microsoft.com/office/drawing/2014/main" id="{C0A0B88C-70AC-4015-A3A3-65E7A0C82DF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86388" y="5291138"/>
                <a:ext cx="152400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41220" name="Shape 3332">
                <a:extLst>
                  <a:ext uri="{FF2B5EF4-FFF2-40B4-BE49-F238E27FC236}">
                    <a16:creationId xmlns:a16="http://schemas.microsoft.com/office/drawing/2014/main" id="{DD7146E7-604D-4F4E-AFC3-2226A4E348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21300" y="3990975"/>
                <a:ext cx="141288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y </a:t>
                </a:r>
              </a:p>
            </p:txBody>
          </p:sp>
          <p:sp>
            <p:nvSpPr>
              <p:cNvPr id="341221" name="Shape 3333">
                <a:extLst>
                  <a:ext uri="{FF2B5EF4-FFF2-40B4-BE49-F238E27FC236}">
                    <a16:creationId xmlns:a16="http://schemas.microsoft.com/office/drawing/2014/main" id="{6C9E1587-D469-4ED1-A9F1-1ABDDAD1E49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21313" y="4094163"/>
                <a:ext cx="123825" cy="1984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2 </a:t>
                </a:r>
              </a:p>
            </p:txBody>
          </p:sp>
          <p:sp>
            <p:nvSpPr>
              <p:cNvPr id="341222" name="Shape 3334">
                <a:extLst>
                  <a:ext uri="{FF2B5EF4-FFF2-40B4-BE49-F238E27FC236}">
                    <a16:creationId xmlns:a16="http://schemas.microsoft.com/office/drawing/2014/main" id="{A61521E2-8EA5-4A10-A2C2-3D9E02D970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18150" y="3990975"/>
                <a:ext cx="141288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y </a:t>
                </a:r>
              </a:p>
            </p:txBody>
          </p:sp>
          <p:sp>
            <p:nvSpPr>
              <p:cNvPr id="341223" name="Shape 3335">
                <a:extLst>
                  <a:ext uri="{FF2B5EF4-FFF2-40B4-BE49-F238E27FC236}">
                    <a16:creationId xmlns:a16="http://schemas.microsoft.com/office/drawing/2014/main" id="{959E5656-82B9-4226-95B3-7338B451F61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18163" y="4094163"/>
                <a:ext cx="123825" cy="1984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41224" name="Shape 3336">
                <a:extLst>
                  <a:ext uri="{FF2B5EF4-FFF2-40B4-BE49-F238E27FC236}">
                    <a16:creationId xmlns:a16="http://schemas.microsoft.com/office/drawing/2014/main" id="{2D7421C7-97C8-4C9D-80E2-D1BD23D51A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51400" y="3867150"/>
                <a:ext cx="163513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Y </a:t>
                </a:r>
              </a:p>
            </p:txBody>
          </p:sp>
          <p:sp>
            <p:nvSpPr>
              <p:cNvPr id="341225" name="Shape 3337">
                <a:extLst>
                  <a:ext uri="{FF2B5EF4-FFF2-40B4-BE49-F238E27FC236}">
                    <a16:creationId xmlns:a16="http://schemas.microsoft.com/office/drawing/2014/main" id="{5B41F33B-80A7-411F-BEA3-694F2A9E23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89513" y="3971925"/>
                <a:ext cx="123825" cy="198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</p:grpSp>
        <p:sp>
          <p:nvSpPr>
            <p:cNvPr id="341205" name="TextBox 1">
              <a:extLst>
                <a:ext uri="{FF2B5EF4-FFF2-40B4-BE49-F238E27FC236}">
                  <a16:creationId xmlns:a16="http://schemas.microsoft.com/office/drawing/2014/main" id="{460CB773-9E50-4425-B5E4-3607AD835F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5602" y="3707705"/>
              <a:ext cx="1895471" cy="954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0    1    0    0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1    1    0    0</a:t>
              </a:r>
            </a:p>
          </p:txBody>
        </p:sp>
      </p:grpSp>
      <p:grpSp>
        <p:nvGrpSpPr>
          <p:cNvPr id="341056" name="Group 160">
            <a:extLst>
              <a:ext uri="{FF2B5EF4-FFF2-40B4-BE49-F238E27FC236}">
                <a16:creationId xmlns:a16="http://schemas.microsoft.com/office/drawing/2014/main" id="{7536341C-1997-4DE9-A500-67E622EDB9B2}"/>
              </a:ext>
            </a:extLst>
          </p:cNvPr>
          <p:cNvGrpSpPr>
            <a:grpSpLocks/>
          </p:cNvGrpSpPr>
          <p:nvPr/>
        </p:nvGrpSpPr>
        <p:grpSpPr bwMode="auto">
          <a:xfrm>
            <a:off x="3871913" y="4876800"/>
            <a:ext cx="2728912" cy="1778000"/>
            <a:chOff x="4970811" y="2889713"/>
            <a:chExt cx="2728913" cy="1778000"/>
          </a:xfrm>
        </p:grpSpPr>
        <p:grpSp>
          <p:nvGrpSpPr>
            <p:cNvPr id="341182" name="Group 161">
              <a:extLst>
                <a:ext uri="{FF2B5EF4-FFF2-40B4-BE49-F238E27FC236}">
                  <a16:creationId xmlns:a16="http://schemas.microsoft.com/office/drawing/2014/main" id="{63A5BE7C-D82A-4EFC-A455-B49293DFEA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70811" y="2889713"/>
              <a:ext cx="2728913" cy="1778000"/>
              <a:chOff x="4851400" y="3867150"/>
              <a:chExt cx="2728913" cy="1778000"/>
            </a:xfrm>
          </p:grpSpPr>
          <p:sp>
            <p:nvSpPr>
              <p:cNvPr id="341184" name="Shape 3318">
                <a:extLst>
                  <a:ext uri="{FF2B5EF4-FFF2-40B4-BE49-F238E27FC236}">
                    <a16:creationId xmlns:a16="http://schemas.microsoft.com/office/drawing/2014/main" id="{36F8ACE1-20A4-444E-92BE-946ED31D734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35625" y="4660900"/>
                <a:ext cx="960438" cy="984250"/>
              </a:xfrm>
              <a:prstGeom prst="rect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cxnSp>
            <p:nvCxnSpPr>
              <p:cNvPr id="341185" name="Shape 3319">
                <a:extLst>
                  <a:ext uri="{FF2B5EF4-FFF2-40B4-BE49-F238E27FC236}">
                    <a16:creationId xmlns:a16="http://schemas.microsoft.com/office/drawing/2014/main" id="{A2B3C2BF-5883-4DF7-B92C-92196F156A4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5635625" y="5164138"/>
                <a:ext cx="960438" cy="1587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41186" name="Shape 3320">
                <a:extLst>
                  <a:ext uri="{FF2B5EF4-FFF2-40B4-BE49-F238E27FC236}">
                    <a16:creationId xmlns:a16="http://schemas.microsoft.com/office/drawing/2014/main" id="{3B99FD8B-A947-4403-B222-2F58436F956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rot="10800000" flipH="1">
                <a:off x="6115050" y="4660900"/>
                <a:ext cx="1588" cy="984250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41187" name="Shape 3321">
                <a:extLst>
                  <a:ext uri="{FF2B5EF4-FFF2-40B4-BE49-F238E27FC236}">
                    <a16:creationId xmlns:a16="http://schemas.microsoft.com/office/drawing/2014/main" id="{9C04F9B0-E09E-4B4B-B27C-FFF7AF4FA32C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5154613" y="4181475"/>
                <a:ext cx="481012" cy="479425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41188" name="Shape 3322">
                <a:extLst>
                  <a:ext uri="{FF2B5EF4-FFF2-40B4-BE49-F238E27FC236}">
                    <a16:creationId xmlns:a16="http://schemas.microsoft.com/office/drawing/2014/main" id="{3065D939-B314-4554-BE9B-E544373A4A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96063" y="4660900"/>
                <a:ext cx="984250" cy="984250"/>
              </a:xfrm>
              <a:prstGeom prst="rect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cxnSp>
            <p:nvCxnSpPr>
              <p:cNvPr id="341189" name="Shape 3323">
                <a:extLst>
                  <a:ext uri="{FF2B5EF4-FFF2-40B4-BE49-F238E27FC236}">
                    <a16:creationId xmlns:a16="http://schemas.microsoft.com/office/drawing/2014/main" id="{A6C10C86-3698-4ECA-90AE-4C3868AFB2BF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6596063" y="5164138"/>
                <a:ext cx="984250" cy="1587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41190" name="Shape 3324">
                <a:extLst>
                  <a:ext uri="{FF2B5EF4-FFF2-40B4-BE49-F238E27FC236}">
                    <a16:creationId xmlns:a16="http://schemas.microsoft.com/office/drawing/2014/main" id="{B411F83D-5713-43FC-89B6-AD50DCDD101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rot="10800000" flipH="1">
                <a:off x="7099300" y="4660900"/>
                <a:ext cx="1588" cy="984250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41191" name="Shape 3325">
                <a:extLst>
                  <a:ext uri="{FF2B5EF4-FFF2-40B4-BE49-F238E27FC236}">
                    <a16:creationId xmlns:a16="http://schemas.microsoft.com/office/drawing/2014/main" id="{F473089A-E96C-40EE-9742-0DD0B7E1DB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38725" y="4273550"/>
                <a:ext cx="185738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w </a:t>
                </a:r>
              </a:p>
            </p:txBody>
          </p:sp>
          <p:sp>
            <p:nvSpPr>
              <p:cNvPr id="341192" name="Shape 3326">
                <a:extLst>
                  <a:ext uri="{FF2B5EF4-FFF2-40B4-BE49-F238E27FC236}">
                    <a16:creationId xmlns:a16="http://schemas.microsoft.com/office/drawing/2014/main" id="{A90C10BA-0E09-4C12-A23E-2EEEEF383FA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70563" y="4400550"/>
                <a:ext cx="32067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00</a:t>
                </a:r>
              </a:p>
            </p:txBody>
          </p:sp>
          <p:sp>
            <p:nvSpPr>
              <p:cNvPr id="341193" name="Shape 3327">
                <a:extLst>
                  <a:ext uri="{FF2B5EF4-FFF2-40B4-BE49-F238E27FC236}">
                    <a16:creationId xmlns:a16="http://schemas.microsoft.com/office/drawing/2014/main" id="{76F45C54-882A-4C8D-98D7-CD482F85CA3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56338" y="4400550"/>
                <a:ext cx="33972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01</a:t>
                </a:r>
              </a:p>
            </p:txBody>
          </p:sp>
          <p:sp>
            <p:nvSpPr>
              <p:cNvPr id="341194" name="Shape 3328">
                <a:extLst>
                  <a:ext uri="{FF2B5EF4-FFF2-40B4-BE49-F238E27FC236}">
                    <a16:creationId xmlns:a16="http://schemas.microsoft.com/office/drawing/2014/main" id="{9E628354-4B1D-461C-B9B7-5567C6F987F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42113" y="4400550"/>
                <a:ext cx="33972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11</a:t>
                </a:r>
              </a:p>
            </p:txBody>
          </p:sp>
          <p:sp>
            <p:nvSpPr>
              <p:cNvPr id="341195" name="Shape 3329">
                <a:extLst>
                  <a:ext uri="{FF2B5EF4-FFF2-40B4-BE49-F238E27FC236}">
                    <a16:creationId xmlns:a16="http://schemas.microsoft.com/office/drawing/2014/main" id="{59F0C774-79DA-42FE-BB51-0AEA5D8192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29475" y="4400550"/>
                <a:ext cx="32067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10</a:t>
                </a:r>
              </a:p>
            </p:txBody>
          </p:sp>
          <p:sp>
            <p:nvSpPr>
              <p:cNvPr id="341196" name="Shape 3330">
                <a:extLst>
                  <a:ext uri="{FF2B5EF4-FFF2-40B4-BE49-F238E27FC236}">
                    <a16:creationId xmlns:a16="http://schemas.microsoft.com/office/drawing/2014/main" id="{D3A827AB-08DC-4A4D-8F8B-8D652567B9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97500" y="4805363"/>
                <a:ext cx="152400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1197" name="Shape 3331">
                <a:extLst>
                  <a:ext uri="{FF2B5EF4-FFF2-40B4-BE49-F238E27FC236}">
                    <a16:creationId xmlns:a16="http://schemas.microsoft.com/office/drawing/2014/main" id="{BB462225-AE33-46BE-9A0B-D03E098A9C9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86388" y="5291138"/>
                <a:ext cx="152400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41198" name="Shape 3332">
                <a:extLst>
                  <a:ext uri="{FF2B5EF4-FFF2-40B4-BE49-F238E27FC236}">
                    <a16:creationId xmlns:a16="http://schemas.microsoft.com/office/drawing/2014/main" id="{FCAAE550-7FC2-41CD-9E99-7D30863BD61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21300" y="3990975"/>
                <a:ext cx="141288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y </a:t>
                </a:r>
              </a:p>
            </p:txBody>
          </p:sp>
          <p:sp>
            <p:nvSpPr>
              <p:cNvPr id="341199" name="Shape 3333">
                <a:extLst>
                  <a:ext uri="{FF2B5EF4-FFF2-40B4-BE49-F238E27FC236}">
                    <a16:creationId xmlns:a16="http://schemas.microsoft.com/office/drawing/2014/main" id="{5D9FDC13-483F-4D4E-A144-6D0578908CB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21313" y="4094163"/>
                <a:ext cx="123825" cy="1984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2 </a:t>
                </a:r>
              </a:p>
            </p:txBody>
          </p:sp>
          <p:sp>
            <p:nvSpPr>
              <p:cNvPr id="341200" name="Shape 3334">
                <a:extLst>
                  <a:ext uri="{FF2B5EF4-FFF2-40B4-BE49-F238E27FC236}">
                    <a16:creationId xmlns:a16="http://schemas.microsoft.com/office/drawing/2014/main" id="{A0A82E00-6AF3-4932-8F74-165107791E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18150" y="3990975"/>
                <a:ext cx="141288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y </a:t>
                </a:r>
              </a:p>
            </p:txBody>
          </p:sp>
          <p:sp>
            <p:nvSpPr>
              <p:cNvPr id="341201" name="Shape 3335">
                <a:extLst>
                  <a:ext uri="{FF2B5EF4-FFF2-40B4-BE49-F238E27FC236}">
                    <a16:creationId xmlns:a16="http://schemas.microsoft.com/office/drawing/2014/main" id="{CA6B1498-009D-4A13-B918-9F472B9BA1C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18163" y="4094163"/>
                <a:ext cx="123825" cy="1984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41202" name="Shape 3336">
                <a:extLst>
                  <a:ext uri="{FF2B5EF4-FFF2-40B4-BE49-F238E27FC236}">
                    <a16:creationId xmlns:a16="http://schemas.microsoft.com/office/drawing/2014/main" id="{1B41104E-43CD-4173-A2C5-0577254E99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51400" y="3867150"/>
                <a:ext cx="163513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Y </a:t>
                </a:r>
              </a:p>
            </p:txBody>
          </p:sp>
          <p:sp>
            <p:nvSpPr>
              <p:cNvPr id="341203" name="Shape 3337">
                <a:extLst>
                  <a:ext uri="{FF2B5EF4-FFF2-40B4-BE49-F238E27FC236}">
                    <a16:creationId xmlns:a16="http://schemas.microsoft.com/office/drawing/2014/main" id="{612AD03F-85D6-4D38-BE8E-E609CA9EBCE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89513" y="3971925"/>
                <a:ext cx="123825" cy="198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2 </a:t>
                </a:r>
              </a:p>
            </p:txBody>
          </p:sp>
        </p:grpSp>
        <p:sp>
          <p:nvSpPr>
            <p:cNvPr id="341183" name="TextBox 162">
              <a:extLst>
                <a:ext uri="{FF2B5EF4-FFF2-40B4-BE49-F238E27FC236}">
                  <a16:creationId xmlns:a16="http://schemas.microsoft.com/office/drawing/2014/main" id="{36A398DA-666C-4644-8E5E-878E450685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5602" y="3707705"/>
              <a:ext cx="1895471" cy="954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0    1    1    0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0    1    1    0</a:t>
              </a:r>
            </a:p>
          </p:txBody>
        </p:sp>
      </p:grpSp>
      <p:grpSp>
        <p:nvGrpSpPr>
          <p:cNvPr id="341057" name="Group 1">
            <a:extLst>
              <a:ext uri="{FF2B5EF4-FFF2-40B4-BE49-F238E27FC236}">
                <a16:creationId xmlns:a16="http://schemas.microsoft.com/office/drawing/2014/main" id="{D461EBA6-9E0E-4B57-B366-475463C447A3}"/>
              </a:ext>
            </a:extLst>
          </p:cNvPr>
          <p:cNvGrpSpPr>
            <a:grpSpLocks/>
          </p:cNvGrpSpPr>
          <p:nvPr/>
        </p:nvGrpSpPr>
        <p:grpSpPr bwMode="auto">
          <a:xfrm>
            <a:off x="552450" y="254000"/>
            <a:ext cx="8174038" cy="2514600"/>
            <a:chOff x="552450" y="254000"/>
            <a:chExt cx="8174038" cy="2514600"/>
          </a:xfrm>
        </p:grpSpPr>
        <p:sp>
          <p:nvSpPr>
            <p:cNvPr id="341080" name="Shape 3111">
              <a:extLst>
                <a:ext uri="{FF2B5EF4-FFF2-40B4-BE49-F238E27FC236}">
                  <a16:creationId xmlns:a16="http://schemas.microsoft.com/office/drawing/2014/main" id="{D98F8C08-022F-46DE-913E-B27CF2C4D2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27622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081" name="Shape 3112">
              <a:extLst>
                <a:ext uri="{FF2B5EF4-FFF2-40B4-BE49-F238E27FC236}">
                  <a16:creationId xmlns:a16="http://schemas.microsoft.com/office/drawing/2014/main" id="{38ACFBC7-47D7-4DF3-BDFB-26BADEEC6A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27622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082" name="Shape 3113">
              <a:extLst>
                <a:ext uri="{FF2B5EF4-FFF2-40B4-BE49-F238E27FC236}">
                  <a16:creationId xmlns:a16="http://schemas.microsoft.com/office/drawing/2014/main" id="{121E4B14-27DB-457A-9323-3D7F613097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27622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083" name="Shape 3114">
              <a:extLst>
                <a:ext uri="{FF2B5EF4-FFF2-40B4-BE49-F238E27FC236}">
                  <a16:creationId xmlns:a16="http://schemas.microsoft.com/office/drawing/2014/main" id="{69A7C3E0-478C-43B6-9B45-53E2249EEE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638" y="725487"/>
              <a:ext cx="1724025" cy="111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084" name="Shape 3115">
              <a:extLst>
                <a:ext uri="{FF2B5EF4-FFF2-40B4-BE49-F238E27FC236}">
                  <a16:creationId xmlns:a16="http://schemas.microsoft.com/office/drawing/2014/main" id="{2F007125-4BB0-4916-8D4D-1BB55B2B8A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685800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085" name="Shape 3116">
              <a:extLst>
                <a:ext uri="{FF2B5EF4-FFF2-40B4-BE49-F238E27FC236}">
                  <a16:creationId xmlns:a16="http://schemas.microsoft.com/office/drawing/2014/main" id="{D9A42A4C-3EED-4489-85BA-8185933BDC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685800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086" name="Shape 3117">
              <a:extLst>
                <a:ext uri="{FF2B5EF4-FFF2-40B4-BE49-F238E27FC236}">
                  <a16:creationId xmlns:a16="http://schemas.microsoft.com/office/drawing/2014/main" id="{2FEE2B90-E2D9-4FA1-BA71-B71A14F8A8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685800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087" name="Shape 3118">
              <a:extLst>
                <a:ext uri="{FF2B5EF4-FFF2-40B4-BE49-F238E27FC236}">
                  <a16:creationId xmlns:a16="http://schemas.microsoft.com/office/drawing/2014/main" id="{35BD6EAC-A1CE-44E0-B7CC-257ABBB256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1100137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088" name="Shape 3119">
              <a:extLst>
                <a:ext uri="{FF2B5EF4-FFF2-40B4-BE49-F238E27FC236}">
                  <a16:creationId xmlns:a16="http://schemas.microsoft.com/office/drawing/2014/main" id="{ADE1A08D-6B20-4D28-8A05-455342EEDC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1100137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089" name="Shape 3120">
              <a:extLst>
                <a:ext uri="{FF2B5EF4-FFF2-40B4-BE49-F238E27FC236}">
                  <a16:creationId xmlns:a16="http://schemas.microsoft.com/office/drawing/2014/main" id="{2B57AEE0-CC05-4DE3-8D60-0A22800BDC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1100137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090" name="Shape 3121">
              <a:extLst>
                <a:ext uri="{FF2B5EF4-FFF2-40B4-BE49-F238E27FC236}">
                  <a16:creationId xmlns:a16="http://schemas.microsoft.com/office/drawing/2014/main" id="{3DEF9C89-FBCD-41B2-BA4F-83E41DC1A0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1516062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091" name="Shape 3122">
              <a:extLst>
                <a:ext uri="{FF2B5EF4-FFF2-40B4-BE49-F238E27FC236}">
                  <a16:creationId xmlns:a16="http://schemas.microsoft.com/office/drawing/2014/main" id="{0EBB0607-A36E-432F-8C9E-BFC4607573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1516062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092" name="Shape 3123">
              <a:extLst>
                <a:ext uri="{FF2B5EF4-FFF2-40B4-BE49-F238E27FC236}">
                  <a16:creationId xmlns:a16="http://schemas.microsoft.com/office/drawing/2014/main" id="{BE51B0A7-A1CF-47D4-A744-001F9838ED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1516062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093" name="Shape 3124">
              <a:extLst>
                <a:ext uri="{FF2B5EF4-FFF2-40B4-BE49-F238E27FC236}">
                  <a16:creationId xmlns:a16="http://schemas.microsoft.com/office/drawing/2014/main" id="{BE12C65C-9694-4F6A-B01D-750345E435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1878012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094" name="Shape 3125">
              <a:extLst>
                <a:ext uri="{FF2B5EF4-FFF2-40B4-BE49-F238E27FC236}">
                  <a16:creationId xmlns:a16="http://schemas.microsoft.com/office/drawing/2014/main" id="{EEEB3A2A-8AED-4299-802E-ECFF7CF93B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1878012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095" name="Shape 3126">
              <a:extLst>
                <a:ext uri="{FF2B5EF4-FFF2-40B4-BE49-F238E27FC236}">
                  <a16:creationId xmlns:a16="http://schemas.microsoft.com/office/drawing/2014/main" id="{64BA7C25-7CF7-489A-AF16-954C76E321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1878012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096" name="Shape 3127">
              <a:extLst>
                <a:ext uri="{FF2B5EF4-FFF2-40B4-BE49-F238E27FC236}">
                  <a16:creationId xmlns:a16="http://schemas.microsoft.com/office/drawing/2014/main" id="{FE3A94F6-310E-4DE0-8B6C-8F38EE11E6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2130425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097" name="Shape 3128">
              <a:extLst>
                <a:ext uri="{FF2B5EF4-FFF2-40B4-BE49-F238E27FC236}">
                  <a16:creationId xmlns:a16="http://schemas.microsoft.com/office/drawing/2014/main" id="{00421825-D46C-4CEE-BECD-D7092014CD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2130425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098" name="Shape 3129">
              <a:extLst>
                <a:ext uri="{FF2B5EF4-FFF2-40B4-BE49-F238E27FC236}">
                  <a16:creationId xmlns:a16="http://schemas.microsoft.com/office/drawing/2014/main" id="{305ABD4F-7F3F-4C32-9155-5A6CF680EB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2130425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099" name="Shape 3130">
              <a:extLst>
                <a:ext uri="{FF2B5EF4-FFF2-40B4-BE49-F238E27FC236}">
                  <a16:creationId xmlns:a16="http://schemas.microsoft.com/office/drawing/2014/main" id="{8EC9A1D3-CC6B-4141-836F-AB39CC6A36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2409825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100" name="Shape 3131">
              <a:extLst>
                <a:ext uri="{FF2B5EF4-FFF2-40B4-BE49-F238E27FC236}">
                  <a16:creationId xmlns:a16="http://schemas.microsoft.com/office/drawing/2014/main" id="{90C32488-4639-4957-81F3-8A831ED5A8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2409825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101" name="Shape 3132">
              <a:extLst>
                <a:ext uri="{FF2B5EF4-FFF2-40B4-BE49-F238E27FC236}">
                  <a16:creationId xmlns:a16="http://schemas.microsoft.com/office/drawing/2014/main" id="{64BE0E6B-2BE3-436E-85C0-8122DA5ABE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2409825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102" name="Shape 3133">
              <a:extLst>
                <a:ext uri="{FF2B5EF4-FFF2-40B4-BE49-F238E27FC236}">
                  <a16:creationId xmlns:a16="http://schemas.microsoft.com/office/drawing/2014/main" id="{FA36160C-6914-4AA5-83A5-BE05603C45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2363" y="1154112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41103" name="Shape 3134">
              <a:extLst>
                <a:ext uri="{FF2B5EF4-FFF2-40B4-BE49-F238E27FC236}">
                  <a16:creationId xmlns:a16="http://schemas.microsoft.com/office/drawing/2014/main" id="{71B051D4-DA00-4CA7-881D-C3D87C6D80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40238" y="1139825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41104" name="Shape 3135">
              <a:extLst>
                <a:ext uri="{FF2B5EF4-FFF2-40B4-BE49-F238E27FC236}">
                  <a16:creationId xmlns:a16="http://schemas.microsoft.com/office/drawing/2014/main" id="{47E1FD6B-4D9A-427E-8441-F68A304EB2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91125" y="1139825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41105" name="Shape 3136">
              <a:extLst>
                <a:ext uri="{FF2B5EF4-FFF2-40B4-BE49-F238E27FC236}">
                  <a16:creationId xmlns:a16="http://schemas.microsoft.com/office/drawing/2014/main" id="{C5728E62-41AB-43B1-B86A-8639710D34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0575" y="1139825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41106" name="Shape 3137">
              <a:extLst>
                <a:ext uri="{FF2B5EF4-FFF2-40B4-BE49-F238E27FC236}">
                  <a16:creationId xmlns:a16="http://schemas.microsoft.com/office/drawing/2014/main" id="{D7EEC163-FF96-4A07-BB05-F51CF921BE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65900" y="1154112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41107" name="Shape 3138">
              <a:extLst>
                <a:ext uri="{FF2B5EF4-FFF2-40B4-BE49-F238E27FC236}">
                  <a16:creationId xmlns:a16="http://schemas.microsoft.com/office/drawing/2014/main" id="{2655C549-5CA9-4B25-A484-3AF30171F8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25" y="1139825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41108" name="Shape 3139">
              <a:extLst>
                <a:ext uri="{FF2B5EF4-FFF2-40B4-BE49-F238E27FC236}">
                  <a16:creationId xmlns:a16="http://schemas.microsoft.com/office/drawing/2014/main" id="{FC8A651C-246A-47DD-B76C-90FB4941A2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85125" y="1123950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341109" name="Shape 3140">
              <a:extLst>
                <a:ext uri="{FF2B5EF4-FFF2-40B4-BE49-F238E27FC236}">
                  <a16:creationId xmlns:a16="http://schemas.microsoft.com/office/drawing/2014/main" id="{8A47F083-1E92-4232-8CE9-16CC5D0C6C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0713" y="736600"/>
              <a:ext cx="6508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= 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341110" name="Shape 3141">
              <a:extLst>
                <a:ext uri="{FF2B5EF4-FFF2-40B4-BE49-F238E27FC236}">
                  <a16:creationId xmlns:a16="http://schemas.microsoft.com/office/drawing/2014/main" id="{98759AE7-8BE5-44DE-B830-3226FA4236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3200" y="736600"/>
              <a:ext cx="6508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= 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41111" name="Shape 3143">
              <a:extLst>
                <a:ext uri="{FF2B5EF4-FFF2-40B4-BE49-F238E27FC236}">
                  <a16:creationId xmlns:a16="http://schemas.microsoft.com/office/drawing/2014/main" id="{AAF15481-BBED-416C-AAFC-7A5D8986E9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781" y="266700"/>
              <a:ext cx="7859769" cy="95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112" name="Shape 3144">
              <a:extLst>
                <a:ext uri="{FF2B5EF4-FFF2-40B4-BE49-F238E27FC236}">
                  <a16:creationId xmlns:a16="http://schemas.microsoft.com/office/drawing/2014/main" id="{5F851B20-EB80-407D-AE23-92102197F7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276225"/>
              <a:ext cx="11098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113" name="Shape 3145">
              <a:extLst>
                <a:ext uri="{FF2B5EF4-FFF2-40B4-BE49-F238E27FC236}">
                  <a16:creationId xmlns:a16="http://schemas.microsoft.com/office/drawing/2014/main" id="{C44CE3D2-1C98-497D-BAC0-745324BDA6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276225"/>
              <a:ext cx="11098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114" name="Shape 3146">
              <a:extLst>
                <a:ext uri="{FF2B5EF4-FFF2-40B4-BE49-F238E27FC236}">
                  <a16:creationId xmlns:a16="http://schemas.microsoft.com/office/drawing/2014/main" id="{014C466B-0130-4C71-91AB-88021E264E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107" y="442913"/>
              <a:ext cx="730066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341115" name="Shape 3147">
              <a:extLst>
                <a:ext uri="{FF2B5EF4-FFF2-40B4-BE49-F238E27FC236}">
                  <a16:creationId xmlns:a16="http://schemas.microsoft.com/office/drawing/2014/main" id="{59AF3E31-58C6-419D-95F7-B4A87941F4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4735" y="390525"/>
              <a:ext cx="977822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341116" name="Shape 3148">
              <a:extLst>
                <a:ext uri="{FF2B5EF4-FFF2-40B4-BE49-F238E27FC236}">
                  <a16:creationId xmlns:a16="http://schemas.microsoft.com/office/drawing/2014/main" id="{D148E588-F4C7-413A-8C98-F472FFC7E8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685799"/>
              <a:ext cx="11098" cy="4142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117" name="Shape 3149">
              <a:extLst>
                <a:ext uri="{FF2B5EF4-FFF2-40B4-BE49-F238E27FC236}">
                  <a16:creationId xmlns:a16="http://schemas.microsoft.com/office/drawing/2014/main" id="{83AEE7FB-6085-4D49-9D5C-097459A359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9084" y="752474"/>
              <a:ext cx="476013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341118" name="Shape 3150">
              <a:extLst>
                <a:ext uri="{FF2B5EF4-FFF2-40B4-BE49-F238E27FC236}">
                  <a16:creationId xmlns:a16="http://schemas.microsoft.com/office/drawing/2014/main" id="{1D358162-B5CE-4DD2-A3D2-610E03B0AB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1089024"/>
              <a:ext cx="6913742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119" name="Shape 3151">
              <a:extLst>
                <a:ext uri="{FF2B5EF4-FFF2-40B4-BE49-F238E27FC236}">
                  <a16:creationId xmlns:a16="http://schemas.microsoft.com/office/drawing/2014/main" id="{AFF6DE98-B337-4331-A62A-C2B0007771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1100138"/>
              <a:ext cx="11098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120" name="Shape 3152">
              <a:extLst>
                <a:ext uri="{FF2B5EF4-FFF2-40B4-BE49-F238E27FC236}">
                  <a16:creationId xmlns:a16="http://schemas.microsoft.com/office/drawing/2014/main" id="{062CE996-CF91-40DE-A74B-9615FACD6E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781" y="1501774"/>
              <a:ext cx="785976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121" name="Shape 3153">
              <a:extLst>
                <a:ext uri="{FF2B5EF4-FFF2-40B4-BE49-F238E27FC236}">
                  <a16:creationId xmlns:a16="http://schemas.microsoft.com/office/drawing/2014/main" id="{CA74824A-BE53-4155-8C3C-EBF8562AF1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58503" y="647699"/>
              <a:ext cx="780758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341122" name="Shape 3154">
              <a:extLst>
                <a:ext uri="{FF2B5EF4-FFF2-40B4-BE49-F238E27FC236}">
                  <a16:creationId xmlns:a16="http://schemas.microsoft.com/office/drawing/2014/main" id="{987DB9B1-9B99-4C41-AD82-D25D681097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2450" y="1595439"/>
              <a:ext cx="22226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41123" name="Shape 3155">
              <a:extLst>
                <a:ext uri="{FF2B5EF4-FFF2-40B4-BE49-F238E27FC236}">
                  <a16:creationId xmlns:a16="http://schemas.microsoft.com/office/drawing/2014/main" id="{547FA12D-1E4A-40D8-AEAB-358714EFA8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1516064"/>
              <a:ext cx="11098" cy="362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124" name="Shape 3156">
              <a:extLst>
                <a:ext uri="{FF2B5EF4-FFF2-40B4-BE49-F238E27FC236}">
                  <a16:creationId xmlns:a16="http://schemas.microsoft.com/office/drawing/2014/main" id="{BA50AEDF-D22B-480A-B40B-20A834CC12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4159" y="1595439"/>
              <a:ext cx="304747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341125" name="Shape 3157">
              <a:extLst>
                <a:ext uri="{FF2B5EF4-FFF2-40B4-BE49-F238E27FC236}">
                  <a16:creationId xmlns:a16="http://schemas.microsoft.com/office/drawing/2014/main" id="{CD0E8E5C-BDF1-4070-A572-6B7555D040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85696" y="1595439"/>
              <a:ext cx="298246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341126" name="Shape 3158">
              <a:extLst>
                <a:ext uri="{FF2B5EF4-FFF2-40B4-BE49-F238E27FC236}">
                  <a16:creationId xmlns:a16="http://schemas.microsoft.com/office/drawing/2014/main" id="{C6552B68-D7E5-42AA-9FBB-606BE55845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2790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1127" name="Shape 3159">
              <a:extLst>
                <a:ext uri="{FF2B5EF4-FFF2-40B4-BE49-F238E27FC236}">
                  <a16:creationId xmlns:a16="http://schemas.microsoft.com/office/drawing/2014/main" id="{EADB150D-B33B-40CD-901A-BB84C19C14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5795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41128" name="Shape 3160">
              <a:extLst>
                <a:ext uri="{FF2B5EF4-FFF2-40B4-BE49-F238E27FC236}">
                  <a16:creationId xmlns:a16="http://schemas.microsoft.com/office/drawing/2014/main" id="{322FAE6D-F7F6-41FA-93D8-0FC1C1BDBC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7657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1129" name="Shape 3161">
              <a:extLst>
                <a:ext uri="{FF2B5EF4-FFF2-40B4-BE49-F238E27FC236}">
                  <a16:creationId xmlns:a16="http://schemas.microsoft.com/office/drawing/2014/main" id="{E52F7B02-B426-4044-8D31-2BCA0A91FE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04600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1130" name="Shape 3162">
              <a:extLst>
                <a:ext uri="{FF2B5EF4-FFF2-40B4-BE49-F238E27FC236}">
                  <a16:creationId xmlns:a16="http://schemas.microsoft.com/office/drawing/2014/main" id="{C90D6A68-1EFB-40D4-B181-13E00B41A8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31542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1131" name="Shape 3163">
              <a:extLst>
                <a:ext uri="{FF2B5EF4-FFF2-40B4-BE49-F238E27FC236}">
                  <a16:creationId xmlns:a16="http://schemas.microsoft.com/office/drawing/2014/main" id="{907C679D-68D6-4B96-93D4-F1330160ED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0073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1132" name="Shape 3164">
              <a:extLst>
                <a:ext uri="{FF2B5EF4-FFF2-40B4-BE49-F238E27FC236}">
                  <a16:creationId xmlns:a16="http://schemas.microsoft.com/office/drawing/2014/main" id="{DA901618-E958-4F93-B1CC-8654DC9F8E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7015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1133" name="Shape 3165">
              <a:extLst>
                <a:ext uri="{FF2B5EF4-FFF2-40B4-BE49-F238E27FC236}">
                  <a16:creationId xmlns:a16="http://schemas.microsoft.com/office/drawing/2014/main" id="{8BADCA5A-4726-4935-99B1-0EC51193FD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2369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1134" name="Shape 3166">
              <a:extLst>
                <a:ext uri="{FF2B5EF4-FFF2-40B4-BE49-F238E27FC236}">
                  <a16:creationId xmlns:a16="http://schemas.microsoft.com/office/drawing/2014/main" id="{C4F7B4A2-51AB-4C48-A45E-F7A2EBD854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29789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1135" name="Shape 3167">
              <a:extLst>
                <a:ext uri="{FF2B5EF4-FFF2-40B4-BE49-F238E27FC236}">
                  <a16:creationId xmlns:a16="http://schemas.microsoft.com/office/drawing/2014/main" id="{9D3B8E4E-3197-47B3-BA64-2DC1B27835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8799" y="1870075"/>
              <a:ext cx="209361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341136" name="Shape 3168">
              <a:extLst>
                <a:ext uri="{FF2B5EF4-FFF2-40B4-BE49-F238E27FC236}">
                  <a16:creationId xmlns:a16="http://schemas.microsoft.com/office/drawing/2014/main" id="{0A2D1000-1A9A-46E6-B246-09D0392AFB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1878014"/>
              <a:ext cx="11098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137" name="Shape 3169">
              <a:extLst>
                <a:ext uri="{FF2B5EF4-FFF2-40B4-BE49-F238E27FC236}">
                  <a16:creationId xmlns:a16="http://schemas.microsoft.com/office/drawing/2014/main" id="{3F7BA87C-6A8E-4DE3-BAF3-21471D974E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5746" y="1870075"/>
              <a:ext cx="304747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341138" name="Shape 3170">
              <a:extLst>
                <a:ext uri="{FF2B5EF4-FFF2-40B4-BE49-F238E27FC236}">
                  <a16:creationId xmlns:a16="http://schemas.microsoft.com/office/drawing/2014/main" id="{7657D743-3A57-4331-BCEC-D15E6976D7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87282" y="1870075"/>
              <a:ext cx="298246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341139" name="Shape 3171">
              <a:extLst>
                <a:ext uri="{FF2B5EF4-FFF2-40B4-BE49-F238E27FC236}">
                  <a16:creationId xmlns:a16="http://schemas.microsoft.com/office/drawing/2014/main" id="{7D08B959-48B5-4DC8-8EFB-1E5CE3DB8F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4376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41140" name="Shape 3172">
              <a:extLst>
                <a:ext uri="{FF2B5EF4-FFF2-40B4-BE49-F238E27FC236}">
                  <a16:creationId xmlns:a16="http://schemas.microsoft.com/office/drawing/2014/main" id="{0ADED947-5233-491E-88F8-3551B20CCD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5795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41141" name="Shape 3173">
              <a:extLst>
                <a:ext uri="{FF2B5EF4-FFF2-40B4-BE49-F238E27FC236}">
                  <a16:creationId xmlns:a16="http://schemas.microsoft.com/office/drawing/2014/main" id="{3ACAA46C-1B9D-42DA-91A9-B3444CB3E5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9245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1142" name="Shape 3174">
              <a:extLst>
                <a:ext uri="{FF2B5EF4-FFF2-40B4-BE49-F238E27FC236}">
                  <a16:creationId xmlns:a16="http://schemas.microsoft.com/office/drawing/2014/main" id="{E8C92BEC-639A-4CBD-892C-C610374EAE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06187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1143" name="Shape 3175">
              <a:extLst>
                <a:ext uri="{FF2B5EF4-FFF2-40B4-BE49-F238E27FC236}">
                  <a16:creationId xmlns:a16="http://schemas.microsoft.com/office/drawing/2014/main" id="{B5D664D0-761E-495A-9EB2-5FB1F0983C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33130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41144" name="Shape 3176">
              <a:extLst>
                <a:ext uri="{FF2B5EF4-FFF2-40B4-BE49-F238E27FC236}">
                  <a16:creationId xmlns:a16="http://schemas.microsoft.com/office/drawing/2014/main" id="{944C70CB-D354-4BCA-A7A0-B663172B67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0073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1145" name="Shape 3177">
              <a:extLst>
                <a:ext uri="{FF2B5EF4-FFF2-40B4-BE49-F238E27FC236}">
                  <a16:creationId xmlns:a16="http://schemas.microsoft.com/office/drawing/2014/main" id="{8395D3C4-E5DE-41E2-AAF5-C9BD22BDC0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7015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1146" name="Shape 3178">
              <a:extLst>
                <a:ext uri="{FF2B5EF4-FFF2-40B4-BE49-F238E27FC236}">
                  <a16:creationId xmlns:a16="http://schemas.microsoft.com/office/drawing/2014/main" id="{FF096888-33F9-4FAF-984D-D1ABCFD9C4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3958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41147" name="Shape 3179">
              <a:extLst>
                <a:ext uri="{FF2B5EF4-FFF2-40B4-BE49-F238E27FC236}">
                  <a16:creationId xmlns:a16="http://schemas.microsoft.com/office/drawing/2014/main" id="{D456B9AD-66A8-48A8-BFC7-9F409C4816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29789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1148" name="Shape 3180">
              <a:extLst>
                <a:ext uri="{FF2B5EF4-FFF2-40B4-BE49-F238E27FC236}">
                  <a16:creationId xmlns:a16="http://schemas.microsoft.com/office/drawing/2014/main" id="{E35BF114-6252-48FC-A146-83B72D6821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8799" y="2141539"/>
              <a:ext cx="209361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41149" name="Shape 3181">
              <a:extLst>
                <a:ext uri="{FF2B5EF4-FFF2-40B4-BE49-F238E27FC236}">
                  <a16:creationId xmlns:a16="http://schemas.microsoft.com/office/drawing/2014/main" id="{E757BABB-6710-439B-93EA-3B0292373C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2130426"/>
              <a:ext cx="11098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150" name="Shape 3182">
              <a:extLst>
                <a:ext uri="{FF2B5EF4-FFF2-40B4-BE49-F238E27FC236}">
                  <a16:creationId xmlns:a16="http://schemas.microsoft.com/office/drawing/2014/main" id="{B0BA8358-2B2A-4378-9830-7D6BC502AB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5746" y="2141539"/>
              <a:ext cx="304747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341151" name="Shape 3183">
              <a:extLst>
                <a:ext uri="{FF2B5EF4-FFF2-40B4-BE49-F238E27FC236}">
                  <a16:creationId xmlns:a16="http://schemas.microsoft.com/office/drawing/2014/main" id="{BBB26754-1D56-47E8-B281-3A37BA12E6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87282" y="2141539"/>
              <a:ext cx="298246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341152" name="Shape 3184">
              <a:extLst>
                <a:ext uri="{FF2B5EF4-FFF2-40B4-BE49-F238E27FC236}">
                  <a16:creationId xmlns:a16="http://schemas.microsoft.com/office/drawing/2014/main" id="{22F68AB5-378A-4621-ADAC-7562A3EA7E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4376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41153" name="Shape 3185">
              <a:extLst>
                <a:ext uri="{FF2B5EF4-FFF2-40B4-BE49-F238E27FC236}">
                  <a16:creationId xmlns:a16="http://schemas.microsoft.com/office/drawing/2014/main" id="{0C8FB90C-8354-44AE-8490-0BA3A9DC54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5795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1154" name="Shape 3186">
              <a:extLst>
                <a:ext uri="{FF2B5EF4-FFF2-40B4-BE49-F238E27FC236}">
                  <a16:creationId xmlns:a16="http://schemas.microsoft.com/office/drawing/2014/main" id="{7F044978-68D3-4DB3-8B8B-27D48BB97E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9245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41155" name="Shape 3187">
              <a:extLst>
                <a:ext uri="{FF2B5EF4-FFF2-40B4-BE49-F238E27FC236}">
                  <a16:creationId xmlns:a16="http://schemas.microsoft.com/office/drawing/2014/main" id="{49C5CBFE-E546-4011-9D20-2133C6FD8F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06187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1156" name="Shape 3188">
              <a:extLst>
                <a:ext uri="{FF2B5EF4-FFF2-40B4-BE49-F238E27FC236}">
                  <a16:creationId xmlns:a16="http://schemas.microsoft.com/office/drawing/2014/main" id="{7BC30832-AEE8-443F-AE29-C0C732FBD2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33130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1157" name="Shape 3189">
              <a:extLst>
                <a:ext uri="{FF2B5EF4-FFF2-40B4-BE49-F238E27FC236}">
                  <a16:creationId xmlns:a16="http://schemas.microsoft.com/office/drawing/2014/main" id="{6B3B1A51-4BAF-4CE6-9CF3-820949CB6D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0073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41158" name="Shape 3190">
              <a:extLst>
                <a:ext uri="{FF2B5EF4-FFF2-40B4-BE49-F238E27FC236}">
                  <a16:creationId xmlns:a16="http://schemas.microsoft.com/office/drawing/2014/main" id="{10410B27-88D3-44FB-A368-6E8E77587D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7015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1159" name="Shape 3191">
              <a:extLst>
                <a:ext uri="{FF2B5EF4-FFF2-40B4-BE49-F238E27FC236}">
                  <a16:creationId xmlns:a16="http://schemas.microsoft.com/office/drawing/2014/main" id="{33078148-0F11-4E08-8ED6-8F7E389FD4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3958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1160" name="Shape 3192">
              <a:extLst>
                <a:ext uri="{FF2B5EF4-FFF2-40B4-BE49-F238E27FC236}">
                  <a16:creationId xmlns:a16="http://schemas.microsoft.com/office/drawing/2014/main" id="{9B070DD6-AD6A-4C6C-9BCF-020B209A7A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29789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1161" name="Shape 3193">
              <a:extLst>
                <a:ext uri="{FF2B5EF4-FFF2-40B4-BE49-F238E27FC236}">
                  <a16:creationId xmlns:a16="http://schemas.microsoft.com/office/drawing/2014/main" id="{258166E5-4A7E-4CB7-B107-94AB4A687C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2450" y="2416176"/>
              <a:ext cx="22226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41162" name="Shape 3194">
              <a:extLst>
                <a:ext uri="{FF2B5EF4-FFF2-40B4-BE49-F238E27FC236}">
                  <a16:creationId xmlns:a16="http://schemas.microsoft.com/office/drawing/2014/main" id="{6B1C57E1-9AA0-4303-B816-FA14A510C7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2409826"/>
              <a:ext cx="11098" cy="315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163" name="Shape 3195">
              <a:extLst>
                <a:ext uri="{FF2B5EF4-FFF2-40B4-BE49-F238E27FC236}">
                  <a16:creationId xmlns:a16="http://schemas.microsoft.com/office/drawing/2014/main" id="{2D34CF54-029E-4702-B1B0-42F079CEBC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4159" y="2416176"/>
              <a:ext cx="304747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341164" name="Shape 3196">
              <a:extLst>
                <a:ext uri="{FF2B5EF4-FFF2-40B4-BE49-F238E27FC236}">
                  <a16:creationId xmlns:a16="http://schemas.microsoft.com/office/drawing/2014/main" id="{75B19A27-4D7C-45AA-BA7C-3DDECCE9CA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85696" y="2416176"/>
              <a:ext cx="298246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341165" name="Shape 3197">
              <a:extLst>
                <a:ext uri="{FF2B5EF4-FFF2-40B4-BE49-F238E27FC236}">
                  <a16:creationId xmlns:a16="http://schemas.microsoft.com/office/drawing/2014/main" id="{49B8C2FE-9E15-4FB8-81B5-F832AA815B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2790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1166" name="Shape 3198">
              <a:extLst>
                <a:ext uri="{FF2B5EF4-FFF2-40B4-BE49-F238E27FC236}">
                  <a16:creationId xmlns:a16="http://schemas.microsoft.com/office/drawing/2014/main" id="{6F1311BE-9942-480F-9D2C-C6CC178BB4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5795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1167" name="Shape 3199">
              <a:extLst>
                <a:ext uri="{FF2B5EF4-FFF2-40B4-BE49-F238E27FC236}">
                  <a16:creationId xmlns:a16="http://schemas.microsoft.com/office/drawing/2014/main" id="{E7516315-137A-4FE9-AD61-17172ABBE8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7657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1168" name="Shape 3200">
              <a:extLst>
                <a:ext uri="{FF2B5EF4-FFF2-40B4-BE49-F238E27FC236}">
                  <a16:creationId xmlns:a16="http://schemas.microsoft.com/office/drawing/2014/main" id="{C78E3ABF-EE61-4C32-8443-9F0E74758D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04600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41169" name="Shape 3201">
              <a:extLst>
                <a:ext uri="{FF2B5EF4-FFF2-40B4-BE49-F238E27FC236}">
                  <a16:creationId xmlns:a16="http://schemas.microsoft.com/office/drawing/2014/main" id="{B485EB28-0EEA-4375-B2C1-2CFD087FDD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31542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1170" name="Shape 3202">
              <a:extLst>
                <a:ext uri="{FF2B5EF4-FFF2-40B4-BE49-F238E27FC236}">
                  <a16:creationId xmlns:a16="http://schemas.microsoft.com/office/drawing/2014/main" id="{18C97CF0-E329-4F28-9F70-3334826EC9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0073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1171" name="Shape 3203">
              <a:extLst>
                <a:ext uri="{FF2B5EF4-FFF2-40B4-BE49-F238E27FC236}">
                  <a16:creationId xmlns:a16="http://schemas.microsoft.com/office/drawing/2014/main" id="{06FD0E6E-7A67-4952-9F8B-FC7B8547A3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7015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41172" name="Shape 3204">
              <a:extLst>
                <a:ext uri="{FF2B5EF4-FFF2-40B4-BE49-F238E27FC236}">
                  <a16:creationId xmlns:a16="http://schemas.microsoft.com/office/drawing/2014/main" id="{E2608734-74FB-4DA9-BF1A-9ACF85ED0A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2369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1173" name="Shape 3205">
              <a:extLst>
                <a:ext uri="{FF2B5EF4-FFF2-40B4-BE49-F238E27FC236}">
                  <a16:creationId xmlns:a16="http://schemas.microsoft.com/office/drawing/2014/main" id="{BE4D8D7A-7557-4FF0-B159-5225DB375A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781" y="2736851"/>
              <a:ext cx="785976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174" name="Shape 3206">
              <a:extLst>
                <a:ext uri="{FF2B5EF4-FFF2-40B4-BE49-F238E27FC236}">
                  <a16:creationId xmlns:a16="http://schemas.microsoft.com/office/drawing/2014/main" id="{D5284973-84D4-4BB3-B588-44B1A050FF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29789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cxnSp>
          <p:nvCxnSpPr>
            <p:cNvPr id="341175" name="Shape 3207">
              <a:extLst>
                <a:ext uri="{FF2B5EF4-FFF2-40B4-BE49-F238E27FC236}">
                  <a16:creationId xmlns:a16="http://schemas.microsoft.com/office/drawing/2014/main" id="{D34F656B-0BE6-4057-A669-40D5A8A1463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63543" y="268288"/>
              <a:ext cx="0" cy="247170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41176" name="Shape 3208">
              <a:extLst>
                <a:ext uri="{FF2B5EF4-FFF2-40B4-BE49-F238E27FC236}">
                  <a16:creationId xmlns:a16="http://schemas.microsoft.com/office/drawing/2014/main" id="{E5CDED89-195E-4105-BCC9-6766858F8FA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520535" y="282575"/>
              <a:ext cx="0" cy="2443201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41177" name="Shape 3209">
              <a:extLst>
                <a:ext uri="{FF2B5EF4-FFF2-40B4-BE49-F238E27FC236}">
                  <a16:creationId xmlns:a16="http://schemas.microsoft.com/office/drawing/2014/main" id="{4F418D5A-AFDA-4177-99AE-E7E55BDD6D2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792060" y="725488"/>
              <a:ext cx="1728585" cy="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41178" name="Shape 3210">
              <a:extLst>
                <a:ext uri="{FF2B5EF4-FFF2-40B4-BE49-F238E27FC236}">
                  <a16:creationId xmlns:a16="http://schemas.microsoft.com/office/drawing/2014/main" id="{05C59E40-7743-4D19-96D2-8886D6FAAA9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705952" y="254000"/>
              <a:ext cx="0" cy="251460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41179" name="Shape 3211">
              <a:extLst>
                <a:ext uri="{FF2B5EF4-FFF2-40B4-BE49-F238E27FC236}">
                  <a16:creationId xmlns:a16="http://schemas.microsoft.com/office/drawing/2014/main" id="{98E97FFE-831F-46A2-930B-1E469A07A0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66913" y="1123950"/>
              <a:ext cx="512762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41180" name="Shape 3212">
              <a:extLst>
                <a:ext uri="{FF2B5EF4-FFF2-40B4-BE49-F238E27FC236}">
                  <a16:creationId xmlns:a16="http://schemas.microsoft.com/office/drawing/2014/main" id="{BD27D060-710E-4E31-A107-49C9EA3469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4638" y="1154112"/>
              <a:ext cx="5111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41181" name="Shape 3213">
              <a:extLst>
                <a:ext uri="{FF2B5EF4-FFF2-40B4-BE49-F238E27FC236}">
                  <a16:creationId xmlns:a16="http://schemas.microsoft.com/office/drawing/2014/main" id="{FC6A2FEA-D40C-4ECA-9823-50739396B2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62038" y="1138237"/>
              <a:ext cx="5111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</p:grpSp>
      <p:sp>
        <p:nvSpPr>
          <p:cNvPr id="341058" name="Freeform 50">
            <a:extLst>
              <a:ext uri="{FF2B5EF4-FFF2-40B4-BE49-F238E27FC236}">
                <a16:creationId xmlns:a16="http://schemas.microsoft.com/office/drawing/2014/main" id="{EC8053FE-DD16-4E43-A8EE-E4118C7CCD29}"/>
              </a:ext>
            </a:extLst>
          </p:cNvPr>
          <p:cNvSpPr>
            <a:spLocks/>
          </p:cNvSpPr>
          <p:nvPr/>
        </p:nvSpPr>
        <p:spPr bwMode="auto">
          <a:xfrm rot="-5400000">
            <a:off x="5182394" y="5731669"/>
            <a:ext cx="893763" cy="860425"/>
          </a:xfrm>
          <a:custGeom>
            <a:avLst/>
            <a:gdLst>
              <a:gd name="T0" fmla="*/ 0 w 1249"/>
              <a:gd name="T1" fmla="*/ 2147483646 h 545"/>
              <a:gd name="T2" fmla="*/ 2147483646 w 1249"/>
              <a:gd name="T3" fmla="*/ 2147483646 h 545"/>
              <a:gd name="T4" fmla="*/ 2147483646 w 1249"/>
              <a:gd name="T5" fmla="*/ 2147483646 h 545"/>
              <a:gd name="T6" fmla="*/ 2147483646 w 1249"/>
              <a:gd name="T7" fmla="*/ 2147483646 h 545"/>
              <a:gd name="T8" fmla="*/ 2147483646 w 1249"/>
              <a:gd name="T9" fmla="*/ 2147483646 h 545"/>
              <a:gd name="T10" fmla="*/ 2147483646 w 1249"/>
              <a:gd name="T11" fmla="*/ 2147483646 h 545"/>
              <a:gd name="T12" fmla="*/ 2147483646 w 1249"/>
              <a:gd name="T13" fmla="*/ 2147483646 h 545"/>
              <a:gd name="T14" fmla="*/ 2147483646 w 1249"/>
              <a:gd name="T15" fmla="*/ 2147483646 h 545"/>
              <a:gd name="T16" fmla="*/ 2147483646 w 1249"/>
              <a:gd name="T17" fmla="*/ 2147483646 h 545"/>
              <a:gd name="T18" fmla="*/ 2147483646 w 1249"/>
              <a:gd name="T19" fmla="*/ 2147483646 h 545"/>
              <a:gd name="T20" fmla="*/ 2147483646 w 1249"/>
              <a:gd name="T21" fmla="*/ 0 h 545"/>
              <a:gd name="T22" fmla="*/ 2147483646 w 1249"/>
              <a:gd name="T23" fmla="*/ 0 h 545"/>
              <a:gd name="T24" fmla="*/ 2147483646 w 1249"/>
              <a:gd name="T25" fmla="*/ 2147483646 h 545"/>
              <a:gd name="T26" fmla="*/ 2147483646 w 1249"/>
              <a:gd name="T27" fmla="*/ 2147483646 h 545"/>
              <a:gd name="T28" fmla="*/ 2147483646 w 1249"/>
              <a:gd name="T29" fmla="*/ 2147483646 h 545"/>
              <a:gd name="T30" fmla="*/ 2147483646 w 1249"/>
              <a:gd name="T31" fmla="*/ 2147483646 h 545"/>
              <a:gd name="T32" fmla="*/ 2147483646 w 1249"/>
              <a:gd name="T33" fmla="*/ 2147483646 h 545"/>
              <a:gd name="T34" fmla="*/ 2147483646 w 1249"/>
              <a:gd name="T35" fmla="*/ 2147483646 h 545"/>
              <a:gd name="T36" fmla="*/ 2147483646 w 1249"/>
              <a:gd name="T37" fmla="*/ 2147483646 h 545"/>
              <a:gd name="T38" fmla="*/ 2147483646 w 1249"/>
              <a:gd name="T39" fmla="*/ 2147483646 h 545"/>
              <a:gd name="T40" fmla="*/ 2147483646 w 1249"/>
              <a:gd name="T41" fmla="*/ 2147483646 h 545"/>
              <a:gd name="T42" fmla="*/ 2147483646 w 1249"/>
              <a:gd name="T43" fmla="*/ 2147483646 h 545"/>
              <a:gd name="T44" fmla="*/ 2147483646 w 1249"/>
              <a:gd name="T45" fmla="*/ 2147483646 h 545"/>
              <a:gd name="T46" fmla="*/ 2147483646 w 1249"/>
              <a:gd name="T47" fmla="*/ 2147483646 h 545"/>
              <a:gd name="T48" fmla="*/ 2147483646 w 1249"/>
              <a:gd name="T49" fmla="*/ 2147483646 h 545"/>
              <a:gd name="T50" fmla="*/ 2147483646 w 1249"/>
              <a:gd name="T51" fmla="*/ 2147483646 h 545"/>
              <a:gd name="T52" fmla="*/ 2147483646 w 1249"/>
              <a:gd name="T53" fmla="*/ 2147483646 h 545"/>
              <a:gd name="T54" fmla="*/ 2147483646 w 1249"/>
              <a:gd name="T55" fmla="*/ 2147483646 h 545"/>
              <a:gd name="T56" fmla="*/ 2147483646 w 1249"/>
              <a:gd name="T57" fmla="*/ 2147483646 h 545"/>
              <a:gd name="T58" fmla="*/ 2147483646 w 1249"/>
              <a:gd name="T59" fmla="*/ 2147483646 h 545"/>
              <a:gd name="T60" fmla="*/ 2147483646 w 1249"/>
              <a:gd name="T61" fmla="*/ 2147483646 h 545"/>
              <a:gd name="T62" fmla="*/ 2147483646 w 1249"/>
              <a:gd name="T63" fmla="*/ 2147483646 h 545"/>
              <a:gd name="T64" fmla="*/ 2147483646 w 1249"/>
              <a:gd name="T65" fmla="*/ 2147483646 h 545"/>
              <a:gd name="T66" fmla="*/ 2147483646 w 1249"/>
              <a:gd name="T67" fmla="*/ 2147483646 h 545"/>
              <a:gd name="T68" fmla="*/ 2147483646 w 1249"/>
              <a:gd name="T69" fmla="*/ 2147483646 h 545"/>
              <a:gd name="T70" fmla="*/ 2147483646 w 1249"/>
              <a:gd name="T71" fmla="*/ 2147483646 h 545"/>
              <a:gd name="T72" fmla="*/ 2147483646 w 1249"/>
              <a:gd name="T73" fmla="*/ 2147483646 h 545"/>
              <a:gd name="T74" fmla="*/ 2147483646 w 1249"/>
              <a:gd name="T75" fmla="*/ 2147483646 h 545"/>
              <a:gd name="T76" fmla="*/ 2147483646 w 1249"/>
              <a:gd name="T77" fmla="*/ 2147483646 h 545"/>
              <a:gd name="T78" fmla="*/ 2147483646 w 1249"/>
              <a:gd name="T79" fmla="*/ 2147483646 h 545"/>
              <a:gd name="T80" fmla="*/ 2147483646 w 1249"/>
              <a:gd name="T81" fmla="*/ 2147483646 h 545"/>
              <a:gd name="T82" fmla="*/ 2147483646 w 1249"/>
              <a:gd name="T83" fmla="*/ 2147483646 h 545"/>
              <a:gd name="T84" fmla="*/ 2147483646 w 1249"/>
              <a:gd name="T85" fmla="*/ 2147483646 h 545"/>
              <a:gd name="T86" fmla="*/ 2147483646 w 1249"/>
              <a:gd name="T87" fmla="*/ 2147483646 h 545"/>
              <a:gd name="T88" fmla="*/ 0 w 1249"/>
              <a:gd name="T89" fmla="*/ 2147483646 h 545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249" h="545">
                <a:moveTo>
                  <a:pt x="0" y="271"/>
                </a:moveTo>
                <a:lnTo>
                  <a:pt x="0" y="272"/>
                </a:lnTo>
                <a:lnTo>
                  <a:pt x="0" y="258"/>
                </a:lnTo>
                <a:lnTo>
                  <a:pt x="2" y="244"/>
                </a:lnTo>
                <a:lnTo>
                  <a:pt x="3" y="231"/>
                </a:lnTo>
                <a:lnTo>
                  <a:pt x="5" y="218"/>
                </a:lnTo>
                <a:lnTo>
                  <a:pt x="8" y="204"/>
                </a:lnTo>
                <a:lnTo>
                  <a:pt x="13" y="191"/>
                </a:lnTo>
                <a:lnTo>
                  <a:pt x="16" y="178"/>
                </a:lnTo>
                <a:lnTo>
                  <a:pt x="21" y="167"/>
                </a:lnTo>
                <a:lnTo>
                  <a:pt x="27" y="154"/>
                </a:lnTo>
                <a:lnTo>
                  <a:pt x="32" y="143"/>
                </a:lnTo>
                <a:lnTo>
                  <a:pt x="40" y="132"/>
                </a:lnTo>
                <a:lnTo>
                  <a:pt x="47" y="120"/>
                </a:lnTo>
                <a:lnTo>
                  <a:pt x="55" y="109"/>
                </a:lnTo>
                <a:lnTo>
                  <a:pt x="63" y="100"/>
                </a:lnTo>
                <a:lnTo>
                  <a:pt x="71" y="88"/>
                </a:lnTo>
                <a:lnTo>
                  <a:pt x="80" y="79"/>
                </a:lnTo>
                <a:lnTo>
                  <a:pt x="90" y="71"/>
                </a:lnTo>
                <a:lnTo>
                  <a:pt x="99" y="63"/>
                </a:lnTo>
                <a:lnTo>
                  <a:pt x="109" y="53"/>
                </a:lnTo>
                <a:lnTo>
                  <a:pt x="120" y="47"/>
                </a:lnTo>
                <a:lnTo>
                  <a:pt x="131" y="39"/>
                </a:lnTo>
                <a:lnTo>
                  <a:pt x="143" y="32"/>
                </a:lnTo>
                <a:lnTo>
                  <a:pt x="154" y="26"/>
                </a:lnTo>
                <a:lnTo>
                  <a:pt x="167" y="21"/>
                </a:lnTo>
                <a:lnTo>
                  <a:pt x="179" y="16"/>
                </a:lnTo>
                <a:lnTo>
                  <a:pt x="191" y="12"/>
                </a:lnTo>
                <a:lnTo>
                  <a:pt x="205" y="8"/>
                </a:lnTo>
                <a:lnTo>
                  <a:pt x="218" y="5"/>
                </a:lnTo>
                <a:lnTo>
                  <a:pt x="231" y="4"/>
                </a:lnTo>
                <a:lnTo>
                  <a:pt x="245" y="2"/>
                </a:lnTo>
                <a:lnTo>
                  <a:pt x="258" y="0"/>
                </a:lnTo>
                <a:lnTo>
                  <a:pt x="272" y="0"/>
                </a:lnTo>
                <a:lnTo>
                  <a:pt x="977" y="0"/>
                </a:lnTo>
                <a:lnTo>
                  <a:pt x="989" y="0"/>
                </a:lnTo>
                <a:lnTo>
                  <a:pt x="1004" y="2"/>
                </a:lnTo>
                <a:lnTo>
                  <a:pt x="1018" y="4"/>
                </a:lnTo>
                <a:lnTo>
                  <a:pt x="1031" y="5"/>
                </a:lnTo>
                <a:lnTo>
                  <a:pt x="1044" y="8"/>
                </a:lnTo>
                <a:lnTo>
                  <a:pt x="1057" y="12"/>
                </a:lnTo>
                <a:lnTo>
                  <a:pt x="1069" y="16"/>
                </a:lnTo>
                <a:lnTo>
                  <a:pt x="1082" y="21"/>
                </a:lnTo>
                <a:lnTo>
                  <a:pt x="1093" y="26"/>
                </a:lnTo>
                <a:lnTo>
                  <a:pt x="1106" y="32"/>
                </a:lnTo>
                <a:lnTo>
                  <a:pt x="1117" y="39"/>
                </a:lnTo>
                <a:lnTo>
                  <a:pt x="1129" y="47"/>
                </a:lnTo>
                <a:lnTo>
                  <a:pt x="1140" y="53"/>
                </a:lnTo>
                <a:lnTo>
                  <a:pt x="1149" y="63"/>
                </a:lnTo>
                <a:lnTo>
                  <a:pt x="1159" y="71"/>
                </a:lnTo>
                <a:lnTo>
                  <a:pt x="1169" y="79"/>
                </a:lnTo>
                <a:lnTo>
                  <a:pt x="1178" y="88"/>
                </a:lnTo>
                <a:lnTo>
                  <a:pt x="1186" y="100"/>
                </a:lnTo>
                <a:lnTo>
                  <a:pt x="1194" y="109"/>
                </a:lnTo>
                <a:lnTo>
                  <a:pt x="1202" y="120"/>
                </a:lnTo>
                <a:lnTo>
                  <a:pt x="1209" y="132"/>
                </a:lnTo>
                <a:lnTo>
                  <a:pt x="1215" y="143"/>
                </a:lnTo>
                <a:lnTo>
                  <a:pt x="1221" y="154"/>
                </a:lnTo>
                <a:lnTo>
                  <a:pt x="1228" y="167"/>
                </a:lnTo>
                <a:lnTo>
                  <a:pt x="1233" y="178"/>
                </a:lnTo>
                <a:lnTo>
                  <a:pt x="1236" y="191"/>
                </a:lnTo>
                <a:lnTo>
                  <a:pt x="1241" y="204"/>
                </a:lnTo>
                <a:lnTo>
                  <a:pt x="1242" y="218"/>
                </a:lnTo>
                <a:lnTo>
                  <a:pt x="1246" y="231"/>
                </a:lnTo>
                <a:lnTo>
                  <a:pt x="1247" y="244"/>
                </a:lnTo>
                <a:lnTo>
                  <a:pt x="1249" y="258"/>
                </a:lnTo>
                <a:lnTo>
                  <a:pt x="1249" y="272"/>
                </a:lnTo>
                <a:lnTo>
                  <a:pt x="1249" y="271"/>
                </a:lnTo>
                <a:lnTo>
                  <a:pt x="1249" y="285"/>
                </a:lnTo>
                <a:lnTo>
                  <a:pt x="1247" y="300"/>
                </a:lnTo>
                <a:lnTo>
                  <a:pt x="1246" y="312"/>
                </a:lnTo>
                <a:lnTo>
                  <a:pt x="1242" y="327"/>
                </a:lnTo>
                <a:lnTo>
                  <a:pt x="1241" y="340"/>
                </a:lnTo>
                <a:lnTo>
                  <a:pt x="1236" y="353"/>
                </a:lnTo>
                <a:lnTo>
                  <a:pt x="1233" y="365"/>
                </a:lnTo>
                <a:lnTo>
                  <a:pt x="1228" y="378"/>
                </a:lnTo>
                <a:lnTo>
                  <a:pt x="1221" y="389"/>
                </a:lnTo>
                <a:lnTo>
                  <a:pt x="1215" y="402"/>
                </a:lnTo>
                <a:lnTo>
                  <a:pt x="1209" y="413"/>
                </a:lnTo>
                <a:lnTo>
                  <a:pt x="1202" y="425"/>
                </a:lnTo>
                <a:lnTo>
                  <a:pt x="1194" y="434"/>
                </a:lnTo>
                <a:lnTo>
                  <a:pt x="1186" y="445"/>
                </a:lnTo>
                <a:lnTo>
                  <a:pt x="1178" y="455"/>
                </a:lnTo>
                <a:lnTo>
                  <a:pt x="1169" y="465"/>
                </a:lnTo>
                <a:lnTo>
                  <a:pt x="1159" y="473"/>
                </a:lnTo>
                <a:lnTo>
                  <a:pt x="1149" y="482"/>
                </a:lnTo>
                <a:lnTo>
                  <a:pt x="1140" y="490"/>
                </a:lnTo>
                <a:lnTo>
                  <a:pt x="1129" y="498"/>
                </a:lnTo>
                <a:lnTo>
                  <a:pt x="1117" y="505"/>
                </a:lnTo>
                <a:lnTo>
                  <a:pt x="1106" y="511"/>
                </a:lnTo>
                <a:lnTo>
                  <a:pt x="1093" y="517"/>
                </a:lnTo>
                <a:lnTo>
                  <a:pt x="1082" y="522"/>
                </a:lnTo>
                <a:lnTo>
                  <a:pt x="1069" y="527"/>
                </a:lnTo>
                <a:lnTo>
                  <a:pt x="1057" y="532"/>
                </a:lnTo>
                <a:lnTo>
                  <a:pt x="1044" y="535"/>
                </a:lnTo>
                <a:lnTo>
                  <a:pt x="1031" y="538"/>
                </a:lnTo>
                <a:lnTo>
                  <a:pt x="1018" y="541"/>
                </a:lnTo>
                <a:lnTo>
                  <a:pt x="1004" y="543"/>
                </a:lnTo>
                <a:lnTo>
                  <a:pt x="989" y="543"/>
                </a:lnTo>
                <a:lnTo>
                  <a:pt x="977" y="545"/>
                </a:lnTo>
                <a:lnTo>
                  <a:pt x="272" y="545"/>
                </a:lnTo>
                <a:lnTo>
                  <a:pt x="258" y="543"/>
                </a:lnTo>
                <a:lnTo>
                  <a:pt x="245" y="543"/>
                </a:lnTo>
                <a:lnTo>
                  <a:pt x="231" y="541"/>
                </a:lnTo>
                <a:lnTo>
                  <a:pt x="218" y="538"/>
                </a:lnTo>
                <a:lnTo>
                  <a:pt x="205" y="535"/>
                </a:lnTo>
                <a:lnTo>
                  <a:pt x="191" y="532"/>
                </a:lnTo>
                <a:lnTo>
                  <a:pt x="179" y="527"/>
                </a:lnTo>
                <a:lnTo>
                  <a:pt x="167" y="522"/>
                </a:lnTo>
                <a:lnTo>
                  <a:pt x="154" y="517"/>
                </a:lnTo>
                <a:lnTo>
                  <a:pt x="143" y="511"/>
                </a:lnTo>
                <a:lnTo>
                  <a:pt x="131" y="505"/>
                </a:lnTo>
                <a:lnTo>
                  <a:pt x="120" y="498"/>
                </a:lnTo>
                <a:lnTo>
                  <a:pt x="109" y="490"/>
                </a:lnTo>
                <a:lnTo>
                  <a:pt x="99" y="482"/>
                </a:lnTo>
                <a:lnTo>
                  <a:pt x="90" y="473"/>
                </a:lnTo>
                <a:lnTo>
                  <a:pt x="80" y="465"/>
                </a:lnTo>
                <a:lnTo>
                  <a:pt x="71" y="455"/>
                </a:lnTo>
                <a:lnTo>
                  <a:pt x="63" y="445"/>
                </a:lnTo>
                <a:lnTo>
                  <a:pt x="55" y="434"/>
                </a:lnTo>
                <a:lnTo>
                  <a:pt x="47" y="425"/>
                </a:lnTo>
                <a:lnTo>
                  <a:pt x="40" y="413"/>
                </a:lnTo>
                <a:lnTo>
                  <a:pt x="32" y="402"/>
                </a:lnTo>
                <a:lnTo>
                  <a:pt x="27" y="389"/>
                </a:lnTo>
                <a:lnTo>
                  <a:pt x="21" y="378"/>
                </a:lnTo>
                <a:lnTo>
                  <a:pt x="16" y="365"/>
                </a:lnTo>
                <a:lnTo>
                  <a:pt x="13" y="353"/>
                </a:lnTo>
                <a:lnTo>
                  <a:pt x="8" y="340"/>
                </a:lnTo>
                <a:lnTo>
                  <a:pt x="5" y="327"/>
                </a:lnTo>
                <a:lnTo>
                  <a:pt x="3" y="312"/>
                </a:lnTo>
                <a:lnTo>
                  <a:pt x="2" y="300"/>
                </a:lnTo>
                <a:lnTo>
                  <a:pt x="0" y="285"/>
                </a:lnTo>
                <a:lnTo>
                  <a:pt x="0" y="271"/>
                </a:lnTo>
                <a:close/>
              </a:path>
            </a:pathLst>
          </a:custGeom>
          <a:noFill/>
          <a:ln w="23813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41059" name="Freeform 50">
            <a:extLst>
              <a:ext uri="{FF2B5EF4-FFF2-40B4-BE49-F238E27FC236}">
                <a16:creationId xmlns:a16="http://schemas.microsoft.com/office/drawing/2014/main" id="{8D9C00A1-9659-4733-9DB8-2FD329CB1324}"/>
              </a:ext>
            </a:extLst>
          </p:cNvPr>
          <p:cNvSpPr>
            <a:spLocks/>
          </p:cNvSpPr>
          <p:nvPr/>
        </p:nvSpPr>
        <p:spPr bwMode="auto">
          <a:xfrm rot="-5400000">
            <a:off x="4960937" y="3962401"/>
            <a:ext cx="893763" cy="347662"/>
          </a:xfrm>
          <a:custGeom>
            <a:avLst/>
            <a:gdLst>
              <a:gd name="T0" fmla="*/ 0 w 1249"/>
              <a:gd name="T1" fmla="*/ 2147483646 h 545"/>
              <a:gd name="T2" fmla="*/ 2147483646 w 1249"/>
              <a:gd name="T3" fmla="*/ 2147483646 h 545"/>
              <a:gd name="T4" fmla="*/ 2147483646 w 1249"/>
              <a:gd name="T5" fmla="*/ 2147483646 h 545"/>
              <a:gd name="T6" fmla="*/ 2147483646 w 1249"/>
              <a:gd name="T7" fmla="*/ 2147483646 h 545"/>
              <a:gd name="T8" fmla="*/ 2147483646 w 1249"/>
              <a:gd name="T9" fmla="*/ 2147483646 h 545"/>
              <a:gd name="T10" fmla="*/ 2147483646 w 1249"/>
              <a:gd name="T11" fmla="*/ 2147483646 h 545"/>
              <a:gd name="T12" fmla="*/ 2147483646 w 1249"/>
              <a:gd name="T13" fmla="*/ 2147483646 h 545"/>
              <a:gd name="T14" fmla="*/ 2147483646 w 1249"/>
              <a:gd name="T15" fmla="*/ 2147483646 h 545"/>
              <a:gd name="T16" fmla="*/ 2147483646 w 1249"/>
              <a:gd name="T17" fmla="*/ 2147483646 h 545"/>
              <a:gd name="T18" fmla="*/ 2147483646 w 1249"/>
              <a:gd name="T19" fmla="*/ 2147483646 h 545"/>
              <a:gd name="T20" fmla="*/ 2147483646 w 1249"/>
              <a:gd name="T21" fmla="*/ 0 h 545"/>
              <a:gd name="T22" fmla="*/ 2147483646 w 1249"/>
              <a:gd name="T23" fmla="*/ 0 h 545"/>
              <a:gd name="T24" fmla="*/ 2147483646 w 1249"/>
              <a:gd name="T25" fmla="*/ 2147483646 h 545"/>
              <a:gd name="T26" fmla="*/ 2147483646 w 1249"/>
              <a:gd name="T27" fmla="*/ 2147483646 h 545"/>
              <a:gd name="T28" fmla="*/ 2147483646 w 1249"/>
              <a:gd name="T29" fmla="*/ 2147483646 h 545"/>
              <a:gd name="T30" fmla="*/ 2147483646 w 1249"/>
              <a:gd name="T31" fmla="*/ 2147483646 h 545"/>
              <a:gd name="T32" fmla="*/ 2147483646 w 1249"/>
              <a:gd name="T33" fmla="*/ 2147483646 h 545"/>
              <a:gd name="T34" fmla="*/ 2147483646 w 1249"/>
              <a:gd name="T35" fmla="*/ 2147483646 h 545"/>
              <a:gd name="T36" fmla="*/ 2147483646 w 1249"/>
              <a:gd name="T37" fmla="*/ 2147483646 h 545"/>
              <a:gd name="T38" fmla="*/ 2147483646 w 1249"/>
              <a:gd name="T39" fmla="*/ 2147483646 h 545"/>
              <a:gd name="T40" fmla="*/ 2147483646 w 1249"/>
              <a:gd name="T41" fmla="*/ 2147483646 h 545"/>
              <a:gd name="T42" fmla="*/ 2147483646 w 1249"/>
              <a:gd name="T43" fmla="*/ 2147483646 h 545"/>
              <a:gd name="T44" fmla="*/ 2147483646 w 1249"/>
              <a:gd name="T45" fmla="*/ 2147483646 h 545"/>
              <a:gd name="T46" fmla="*/ 2147483646 w 1249"/>
              <a:gd name="T47" fmla="*/ 2147483646 h 545"/>
              <a:gd name="T48" fmla="*/ 2147483646 w 1249"/>
              <a:gd name="T49" fmla="*/ 2147483646 h 545"/>
              <a:gd name="T50" fmla="*/ 2147483646 w 1249"/>
              <a:gd name="T51" fmla="*/ 2147483646 h 545"/>
              <a:gd name="T52" fmla="*/ 2147483646 w 1249"/>
              <a:gd name="T53" fmla="*/ 2147483646 h 545"/>
              <a:gd name="T54" fmla="*/ 2147483646 w 1249"/>
              <a:gd name="T55" fmla="*/ 2147483646 h 545"/>
              <a:gd name="T56" fmla="*/ 2147483646 w 1249"/>
              <a:gd name="T57" fmla="*/ 2147483646 h 545"/>
              <a:gd name="T58" fmla="*/ 2147483646 w 1249"/>
              <a:gd name="T59" fmla="*/ 2147483646 h 545"/>
              <a:gd name="T60" fmla="*/ 2147483646 w 1249"/>
              <a:gd name="T61" fmla="*/ 2147483646 h 545"/>
              <a:gd name="T62" fmla="*/ 2147483646 w 1249"/>
              <a:gd name="T63" fmla="*/ 2147483646 h 545"/>
              <a:gd name="T64" fmla="*/ 2147483646 w 1249"/>
              <a:gd name="T65" fmla="*/ 2147483646 h 545"/>
              <a:gd name="T66" fmla="*/ 2147483646 w 1249"/>
              <a:gd name="T67" fmla="*/ 2147483646 h 545"/>
              <a:gd name="T68" fmla="*/ 2147483646 w 1249"/>
              <a:gd name="T69" fmla="*/ 2147483646 h 545"/>
              <a:gd name="T70" fmla="*/ 2147483646 w 1249"/>
              <a:gd name="T71" fmla="*/ 2147483646 h 545"/>
              <a:gd name="T72" fmla="*/ 2147483646 w 1249"/>
              <a:gd name="T73" fmla="*/ 2147483646 h 545"/>
              <a:gd name="T74" fmla="*/ 2147483646 w 1249"/>
              <a:gd name="T75" fmla="*/ 2147483646 h 545"/>
              <a:gd name="T76" fmla="*/ 2147483646 w 1249"/>
              <a:gd name="T77" fmla="*/ 2147483646 h 545"/>
              <a:gd name="T78" fmla="*/ 2147483646 w 1249"/>
              <a:gd name="T79" fmla="*/ 2147483646 h 545"/>
              <a:gd name="T80" fmla="*/ 2147483646 w 1249"/>
              <a:gd name="T81" fmla="*/ 2147483646 h 545"/>
              <a:gd name="T82" fmla="*/ 2147483646 w 1249"/>
              <a:gd name="T83" fmla="*/ 2147483646 h 545"/>
              <a:gd name="T84" fmla="*/ 2147483646 w 1249"/>
              <a:gd name="T85" fmla="*/ 2147483646 h 545"/>
              <a:gd name="T86" fmla="*/ 2147483646 w 1249"/>
              <a:gd name="T87" fmla="*/ 2147483646 h 545"/>
              <a:gd name="T88" fmla="*/ 0 w 1249"/>
              <a:gd name="T89" fmla="*/ 2147483646 h 545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249" h="545">
                <a:moveTo>
                  <a:pt x="0" y="271"/>
                </a:moveTo>
                <a:lnTo>
                  <a:pt x="0" y="272"/>
                </a:lnTo>
                <a:lnTo>
                  <a:pt x="0" y="258"/>
                </a:lnTo>
                <a:lnTo>
                  <a:pt x="2" y="244"/>
                </a:lnTo>
                <a:lnTo>
                  <a:pt x="3" y="231"/>
                </a:lnTo>
                <a:lnTo>
                  <a:pt x="5" y="218"/>
                </a:lnTo>
                <a:lnTo>
                  <a:pt x="8" y="204"/>
                </a:lnTo>
                <a:lnTo>
                  <a:pt x="13" y="191"/>
                </a:lnTo>
                <a:lnTo>
                  <a:pt x="16" y="178"/>
                </a:lnTo>
                <a:lnTo>
                  <a:pt x="21" y="167"/>
                </a:lnTo>
                <a:lnTo>
                  <a:pt x="27" y="154"/>
                </a:lnTo>
                <a:lnTo>
                  <a:pt x="32" y="143"/>
                </a:lnTo>
                <a:lnTo>
                  <a:pt x="40" y="132"/>
                </a:lnTo>
                <a:lnTo>
                  <a:pt x="47" y="120"/>
                </a:lnTo>
                <a:lnTo>
                  <a:pt x="55" y="109"/>
                </a:lnTo>
                <a:lnTo>
                  <a:pt x="63" y="100"/>
                </a:lnTo>
                <a:lnTo>
                  <a:pt x="71" y="88"/>
                </a:lnTo>
                <a:lnTo>
                  <a:pt x="80" y="79"/>
                </a:lnTo>
                <a:lnTo>
                  <a:pt x="90" y="71"/>
                </a:lnTo>
                <a:lnTo>
                  <a:pt x="99" y="63"/>
                </a:lnTo>
                <a:lnTo>
                  <a:pt x="109" y="53"/>
                </a:lnTo>
                <a:lnTo>
                  <a:pt x="120" y="47"/>
                </a:lnTo>
                <a:lnTo>
                  <a:pt x="131" y="39"/>
                </a:lnTo>
                <a:lnTo>
                  <a:pt x="143" y="32"/>
                </a:lnTo>
                <a:lnTo>
                  <a:pt x="154" y="26"/>
                </a:lnTo>
                <a:lnTo>
                  <a:pt x="167" y="21"/>
                </a:lnTo>
                <a:lnTo>
                  <a:pt x="179" y="16"/>
                </a:lnTo>
                <a:lnTo>
                  <a:pt x="191" y="12"/>
                </a:lnTo>
                <a:lnTo>
                  <a:pt x="205" y="8"/>
                </a:lnTo>
                <a:lnTo>
                  <a:pt x="218" y="5"/>
                </a:lnTo>
                <a:lnTo>
                  <a:pt x="231" y="4"/>
                </a:lnTo>
                <a:lnTo>
                  <a:pt x="245" y="2"/>
                </a:lnTo>
                <a:lnTo>
                  <a:pt x="258" y="0"/>
                </a:lnTo>
                <a:lnTo>
                  <a:pt x="272" y="0"/>
                </a:lnTo>
                <a:lnTo>
                  <a:pt x="977" y="0"/>
                </a:lnTo>
                <a:lnTo>
                  <a:pt x="989" y="0"/>
                </a:lnTo>
                <a:lnTo>
                  <a:pt x="1004" y="2"/>
                </a:lnTo>
                <a:lnTo>
                  <a:pt x="1018" y="4"/>
                </a:lnTo>
                <a:lnTo>
                  <a:pt x="1031" y="5"/>
                </a:lnTo>
                <a:lnTo>
                  <a:pt x="1044" y="8"/>
                </a:lnTo>
                <a:lnTo>
                  <a:pt x="1057" y="12"/>
                </a:lnTo>
                <a:lnTo>
                  <a:pt x="1069" y="16"/>
                </a:lnTo>
                <a:lnTo>
                  <a:pt x="1082" y="21"/>
                </a:lnTo>
                <a:lnTo>
                  <a:pt x="1093" y="26"/>
                </a:lnTo>
                <a:lnTo>
                  <a:pt x="1106" y="32"/>
                </a:lnTo>
                <a:lnTo>
                  <a:pt x="1117" y="39"/>
                </a:lnTo>
                <a:lnTo>
                  <a:pt x="1129" y="47"/>
                </a:lnTo>
                <a:lnTo>
                  <a:pt x="1140" y="53"/>
                </a:lnTo>
                <a:lnTo>
                  <a:pt x="1149" y="63"/>
                </a:lnTo>
                <a:lnTo>
                  <a:pt x="1159" y="71"/>
                </a:lnTo>
                <a:lnTo>
                  <a:pt x="1169" y="79"/>
                </a:lnTo>
                <a:lnTo>
                  <a:pt x="1178" y="88"/>
                </a:lnTo>
                <a:lnTo>
                  <a:pt x="1186" y="100"/>
                </a:lnTo>
                <a:lnTo>
                  <a:pt x="1194" y="109"/>
                </a:lnTo>
                <a:lnTo>
                  <a:pt x="1202" y="120"/>
                </a:lnTo>
                <a:lnTo>
                  <a:pt x="1209" y="132"/>
                </a:lnTo>
                <a:lnTo>
                  <a:pt x="1215" y="143"/>
                </a:lnTo>
                <a:lnTo>
                  <a:pt x="1221" y="154"/>
                </a:lnTo>
                <a:lnTo>
                  <a:pt x="1228" y="167"/>
                </a:lnTo>
                <a:lnTo>
                  <a:pt x="1233" y="178"/>
                </a:lnTo>
                <a:lnTo>
                  <a:pt x="1236" y="191"/>
                </a:lnTo>
                <a:lnTo>
                  <a:pt x="1241" y="204"/>
                </a:lnTo>
                <a:lnTo>
                  <a:pt x="1242" y="218"/>
                </a:lnTo>
                <a:lnTo>
                  <a:pt x="1246" y="231"/>
                </a:lnTo>
                <a:lnTo>
                  <a:pt x="1247" y="244"/>
                </a:lnTo>
                <a:lnTo>
                  <a:pt x="1249" y="258"/>
                </a:lnTo>
                <a:lnTo>
                  <a:pt x="1249" y="272"/>
                </a:lnTo>
                <a:lnTo>
                  <a:pt x="1249" y="271"/>
                </a:lnTo>
                <a:lnTo>
                  <a:pt x="1249" y="285"/>
                </a:lnTo>
                <a:lnTo>
                  <a:pt x="1247" y="300"/>
                </a:lnTo>
                <a:lnTo>
                  <a:pt x="1246" y="312"/>
                </a:lnTo>
                <a:lnTo>
                  <a:pt x="1242" y="327"/>
                </a:lnTo>
                <a:lnTo>
                  <a:pt x="1241" y="340"/>
                </a:lnTo>
                <a:lnTo>
                  <a:pt x="1236" y="353"/>
                </a:lnTo>
                <a:lnTo>
                  <a:pt x="1233" y="365"/>
                </a:lnTo>
                <a:lnTo>
                  <a:pt x="1228" y="378"/>
                </a:lnTo>
                <a:lnTo>
                  <a:pt x="1221" y="389"/>
                </a:lnTo>
                <a:lnTo>
                  <a:pt x="1215" y="402"/>
                </a:lnTo>
                <a:lnTo>
                  <a:pt x="1209" y="413"/>
                </a:lnTo>
                <a:lnTo>
                  <a:pt x="1202" y="425"/>
                </a:lnTo>
                <a:lnTo>
                  <a:pt x="1194" y="434"/>
                </a:lnTo>
                <a:lnTo>
                  <a:pt x="1186" y="445"/>
                </a:lnTo>
                <a:lnTo>
                  <a:pt x="1178" y="455"/>
                </a:lnTo>
                <a:lnTo>
                  <a:pt x="1169" y="465"/>
                </a:lnTo>
                <a:lnTo>
                  <a:pt x="1159" y="473"/>
                </a:lnTo>
                <a:lnTo>
                  <a:pt x="1149" y="482"/>
                </a:lnTo>
                <a:lnTo>
                  <a:pt x="1140" y="490"/>
                </a:lnTo>
                <a:lnTo>
                  <a:pt x="1129" y="498"/>
                </a:lnTo>
                <a:lnTo>
                  <a:pt x="1117" y="505"/>
                </a:lnTo>
                <a:lnTo>
                  <a:pt x="1106" y="511"/>
                </a:lnTo>
                <a:lnTo>
                  <a:pt x="1093" y="517"/>
                </a:lnTo>
                <a:lnTo>
                  <a:pt x="1082" y="522"/>
                </a:lnTo>
                <a:lnTo>
                  <a:pt x="1069" y="527"/>
                </a:lnTo>
                <a:lnTo>
                  <a:pt x="1057" y="532"/>
                </a:lnTo>
                <a:lnTo>
                  <a:pt x="1044" y="535"/>
                </a:lnTo>
                <a:lnTo>
                  <a:pt x="1031" y="538"/>
                </a:lnTo>
                <a:lnTo>
                  <a:pt x="1018" y="541"/>
                </a:lnTo>
                <a:lnTo>
                  <a:pt x="1004" y="543"/>
                </a:lnTo>
                <a:lnTo>
                  <a:pt x="989" y="543"/>
                </a:lnTo>
                <a:lnTo>
                  <a:pt x="977" y="545"/>
                </a:lnTo>
                <a:lnTo>
                  <a:pt x="272" y="545"/>
                </a:lnTo>
                <a:lnTo>
                  <a:pt x="258" y="543"/>
                </a:lnTo>
                <a:lnTo>
                  <a:pt x="245" y="543"/>
                </a:lnTo>
                <a:lnTo>
                  <a:pt x="231" y="541"/>
                </a:lnTo>
                <a:lnTo>
                  <a:pt x="218" y="538"/>
                </a:lnTo>
                <a:lnTo>
                  <a:pt x="205" y="535"/>
                </a:lnTo>
                <a:lnTo>
                  <a:pt x="191" y="532"/>
                </a:lnTo>
                <a:lnTo>
                  <a:pt x="179" y="527"/>
                </a:lnTo>
                <a:lnTo>
                  <a:pt x="167" y="522"/>
                </a:lnTo>
                <a:lnTo>
                  <a:pt x="154" y="517"/>
                </a:lnTo>
                <a:lnTo>
                  <a:pt x="143" y="511"/>
                </a:lnTo>
                <a:lnTo>
                  <a:pt x="131" y="505"/>
                </a:lnTo>
                <a:lnTo>
                  <a:pt x="120" y="498"/>
                </a:lnTo>
                <a:lnTo>
                  <a:pt x="109" y="490"/>
                </a:lnTo>
                <a:lnTo>
                  <a:pt x="99" y="482"/>
                </a:lnTo>
                <a:lnTo>
                  <a:pt x="90" y="473"/>
                </a:lnTo>
                <a:lnTo>
                  <a:pt x="80" y="465"/>
                </a:lnTo>
                <a:lnTo>
                  <a:pt x="71" y="455"/>
                </a:lnTo>
                <a:lnTo>
                  <a:pt x="63" y="445"/>
                </a:lnTo>
                <a:lnTo>
                  <a:pt x="55" y="434"/>
                </a:lnTo>
                <a:lnTo>
                  <a:pt x="47" y="425"/>
                </a:lnTo>
                <a:lnTo>
                  <a:pt x="40" y="413"/>
                </a:lnTo>
                <a:lnTo>
                  <a:pt x="32" y="402"/>
                </a:lnTo>
                <a:lnTo>
                  <a:pt x="27" y="389"/>
                </a:lnTo>
                <a:lnTo>
                  <a:pt x="21" y="378"/>
                </a:lnTo>
                <a:lnTo>
                  <a:pt x="16" y="365"/>
                </a:lnTo>
                <a:lnTo>
                  <a:pt x="13" y="353"/>
                </a:lnTo>
                <a:lnTo>
                  <a:pt x="8" y="340"/>
                </a:lnTo>
                <a:lnTo>
                  <a:pt x="5" y="327"/>
                </a:lnTo>
                <a:lnTo>
                  <a:pt x="3" y="312"/>
                </a:lnTo>
                <a:lnTo>
                  <a:pt x="2" y="300"/>
                </a:lnTo>
                <a:lnTo>
                  <a:pt x="0" y="285"/>
                </a:lnTo>
                <a:lnTo>
                  <a:pt x="0" y="271"/>
                </a:lnTo>
                <a:close/>
              </a:path>
            </a:pathLst>
          </a:custGeom>
          <a:noFill/>
          <a:ln w="23813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41060" name="Freeform 50">
            <a:extLst>
              <a:ext uri="{FF2B5EF4-FFF2-40B4-BE49-F238E27FC236}">
                <a16:creationId xmlns:a16="http://schemas.microsoft.com/office/drawing/2014/main" id="{061C635E-DBB9-4DD1-9127-FA3EC11C4D05}"/>
              </a:ext>
            </a:extLst>
          </p:cNvPr>
          <p:cNvSpPr>
            <a:spLocks/>
          </p:cNvSpPr>
          <p:nvPr/>
        </p:nvSpPr>
        <p:spPr bwMode="auto">
          <a:xfrm>
            <a:off x="4724400" y="4208463"/>
            <a:ext cx="893763" cy="347662"/>
          </a:xfrm>
          <a:custGeom>
            <a:avLst/>
            <a:gdLst>
              <a:gd name="T0" fmla="*/ 0 w 1249"/>
              <a:gd name="T1" fmla="*/ 2147483646 h 545"/>
              <a:gd name="T2" fmla="*/ 2147483646 w 1249"/>
              <a:gd name="T3" fmla="*/ 2147483646 h 545"/>
              <a:gd name="T4" fmla="*/ 2147483646 w 1249"/>
              <a:gd name="T5" fmla="*/ 2147483646 h 545"/>
              <a:gd name="T6" fmla="*/ 2147483646 w 1249"/>
              <a:gd name="T7" fmla="*/ 2147483646 h 545"/>
              <a:gd name="T8" fmla="*/ 2147483646 w 1249"/>
              <a:gd name="T9" fmla="*/ 2147483646 h 545"/>
              <a:gd name="T10" fmla="*/ 2147483646 w 1249"/>
              <a:gd name="T11" fmla="*/ 2147483646 h 545"/>
              <a:gd name="T12" fmla="*/ 2147483646 w 1249"/>
              <a:gd name="T13" fmla="*/ 2147483646 h 545"/>
              <a:gd name="T14" fmla="*/ 2147483646 w 1249"/>
              <a:gd name="T15" fmla="*/ 2147483646 h 545"/>
              <a:gd name="T16" fmla="*/ 2147483646 w 1249"/>
              <a:gd name="T17" fmla="*/ 2147483646 h 545"/>
              <a:gd name="T18" fmla="*/ 2147483646 w 1249"/>
              <a:gd name="T19" fmla="*/ 2147483646 h 545"/>
              <a:gd name="T20" fmla="*/ 2147483646 w 1249"/>
              <a:gd name="T21" fmla="*/ 0 h 545"/>
              <a:gd name="T22" fmla="*/ 2147483646 w 1249"/>
              <a:gd name="T23" fmla="*/ 0 h 545"/>
              <a:gd name="T24" fmla="*/ 2147483646 w 1249"/>
              <a:gd name="T25" fmla="*/ 2147483646 h 545"/>
              <a:gd name="T26" fmla="*/ 2147483646 w 1249"/>
              <a:gd name="T27" fmla="*/ 2147483646 h 545"/>
              <a:gd name="T28" fmla="*/ 2147483646 w 1249"/>
              <a:gd name="T29" fmla="*/ 2147483646 h 545"/>
              <a:gd name="T30" fmla="*/ 2147483646 w 1249"/>
              <a:gd name="T31" fmla="*/ 2147483646 h 545"/>
              <a:gd name="T32" fmla="*/ 2147483646 w 1249"/>
              <a:gd name="T33" fmla="*/ 2147483646 h 545"/>
              <a:gd name="T34" fmla="*/ 2147483646 w 1249"/>
              <a:gd name="T35" fmla="*/ 2147483646 h 545"/>
              <a:gd name="T36" fmla="*/ 2147483646 w 1249"/>
              <a:gd name="T37" fmla="*/ 2147483646 h 545"/>
              <a:gd name="T38" fmla="*/ 2147483646 w 1249"/>
              <a:gd name="T39" fmla="*/ 2147483646 h 545"/>
              <a:gd name="T40" fmla="*/ 2147483646 w 1249"/>
              <a:gd name="T41" fmla="*/ 2147483646 h 545"/>
              <a:gd name="T42" fmla="*/ 2147483646 w 1249"/>
              <a:gd name="T43" fmla="*/ 2147483646 h 545"/>
              <a:gd name="T44" fmla="*/ 2147483646 w 1249"/>
              <a:gd name="T45" fmla="*/ 2147483646 h 545"/>
              <a:gd name="T46" fmla="*/ 2147483646 w 1249"/>
              <a:gd name="T47" fmla="*/ 2147483646 h 545"/>
              <a:gd name="T48" fmla="*/ 2147483646 w 1249"/>
              <a:gd name="T49" fmla="*/ 2147483646 h 545"/>
              <a:gd name="T50" fmla="*/ 2147483646 w 1249"/>
              <a:gd name="T51" fmla="*/ 2147483646 h 545"/>
              <a:gd name="T52" fmla="*/ 2147483646 w 1249"/>
              <a:gd name="T53" fmla="*/ 2147483646 h 545"/>
              <a:gd name="T54" fmla="*/ 2147483646 w 1249"/>
              <a:gd name="T55" fmla="*/ 2147483646 h 545"/>
              <a:gd name="T56" fmla="*/ 2147483646 w 1249"/>
              <a:gd name="T57" fmla="*/ 2147483646 h 545"/>
              <a:gd name="T58" fmla="*/ 2147483646 w 1249"/>
              <a:gd name="T59" fmla="*/ 2147483646 h 545"/>
              <a:gd name="T60" fmla="*/ 2147483646 w 1249"/>
              <a:gd name="T61" fmla="*/ 2147483646 h 545"/>
              <a:gd name="T62" fmla="*/ 2147483646 w 1249"/>
              <a:gd name="T63" fmla="*/ 2147483646 h 545"/>
              <a:gd name="T64" fmla="*/ 2147483646 w 1249"/>
              <a:gd name="T65" fmla="*/ 2147483646 h 545"/>
              <a:gd name="T66" fmla="*/ 2147483646 w 1249"/>
              <a:gd name="T67" fmla="*/ 2147483646 h 545"/>
              <a:gd name="T68" fmla="*/ 2147483646 w 1249"/>
              <a:gd name="T69" fmla="*/ 2147483646 h 545"/>
              <a:gd name="T70" fmla="*/ 2147483646 w 1249"/>
              <a:gd name="T71" fmla="*/ 2147483646 h 545"/>
              <a:gd name="T72" fmla="*/ 2147483646 w 1249"/>
              <a:gd name="T73" fmla="*/ 2147483646 h 545"/>
              <a:gd name="T74" fmla="*/ 2147483646 w 1249"/>
              <a:gd name="T75" fmla="*/ 2147483646 h 545"/>
              <a:gd name="T76" fmla="*/ 2147483646 w 1249"/>
              <a:gd name="T77" fmla="*/ 2147483646 h 545"/>
              <a:gd name="T78" fmla="*/ 2147483646 w 1249"/>
              <a:gd name="T79" fmla="*/ 2147483646 h 545"/>
              <a:gd name="T80" fmla="*/ 2147483646 w 1249"/>
              <a:gd name="T81" fmla="*/ 2147483646 h 545"/>
              <a:gd name="T82" fmla="*/ 2147483646 w 1249"/>
              <a:gd name="T83" fmla="*/ 2147483646 h 545"/>
              <a:gd name="T84" fmla="*/ 2147483646 w 1249"/>
              <a:gd name="T85" fmla="*/ 2147483646 h 545"/>
              <a:gd name="T86" fmla="*/ 2147483646 w 1249"/>
              <a:gd name="T87" fmla="*/ 2147483646 h 545"/>
              <a:gd name="T88" fmla="*/ 0 w 1249"/>
              <a:gd name="T89" fmla="*/ 2147483646 h 545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249" h="545">
                <a:moveTo>
                  <a:pt x="0" y="271"/>
                </a:moveTo>
                <a:lnTo>
                  <a:pt x="0" y="272"/>
                </a:lnTo>
                <a:lnTo>
                  <a:pt x="0" y="258"/>
                </a:lnTo>
                <a:lnTo>
                  <a:pt x="2" y="244"/>
                </a:lnTo>
                <a:lnTo>
                  <a:pt x="3" y="231"/>
                </a:lnTo>
                <a:lnTo>
                  <a:pt x="5" y="218"/>
                </a:lnTo>
                <a:lnTo>
                  <a:pt x="8" y="204"/>
                </a:lnTo>
                <a:lnTo>
                  <a:pt x="13" y="191"/>
                </a:lnTo>
                <a:lnTo>
                  <a:pt x="16" y="178"/>
                </a:lnTo>
                <a:lnTo>
                  <a:pt x="21" y="167"/>
                </a:lnTo>
                <a:lnTo>
                  <a:pt x="27" y="154"/>
                </a:lnTo>
                <a:lnTo>
                  <a:pt x="32" y="143"/>
                </a:lnTo>
                <a:lnTo>
                  <a:pt x="40" y="132"/>
                </a:lnTo>
                <a:lnTo>
                  <a:pt x="47" y="120"/>
                </a:lnTo>
                <a:lnTo>
                  <a:pt x="55" y="109"/>
                </a:lnTo>
                <a:lnTo>
                  <a:pt x="63" y="100"/>
                </a:lnTo>
                <a:lnTo>
                  <a:pt x="71" y="88"/>
                </a:lnTo>
                <a:lnTo>
                  <a:pt x="80" y="79"/>
                </a:lnTo>
                <a:lnTo>
                  <a:pt x="90" y="71"/>
                </a:lnTo>
                <a:lnTo>
                  <a:pt x="99" y="63"/>
                </a:lnTo>
                <a:lnTo>
                  <a:pt x="109" y="53"/>
                </a:lnTo>
                <a:lnTo>
                  <a:pt x="120" y="47"/>
                </a:lnTo>
                <a:lnTo>
                  <a:pt x="131" y="39"/>
                </a:lnTo>
                <a:lnTo>
                  <a:pt x="143" y="32"/>
                </a:lnTo>
                <a:lnTo>
                  <a:pt x="154" y="26"/>
                </a:lnTo>
                <a:lnTo>
                  <a:pt x="167" y="21"/>
                </a:lnTo>
                <a:lnTo>
                  <a:pt x="179" y="16"/>
                </a:lnTo>
                <a:lnTo>
                  <a:pt x="191" y="12"/>
                </a:lnTo>
                <a:lnTo>
                  <a:pt x="205" y="8"/>
                </a:lnTo>
                <a:lnTo>
                  <a:pt x="218" y="5"/>
                </a:lnTo>
                <a:lnTo>
                  <a:pt x="231" y="4"/>
                </a:lnTo>
                <a:lnTo>
                  <a:pt x="245" y="2"/>
                </a:lnTo>
                <a:lnTo>
                  <a:pt x="258" y="0"/>
                </a:lnTo>
                <a:lnTo>
                  <a:pt x="272" y="0"/>
                </a:lnTo>
                <a:lnTo>
                  <a:pt x="977" y="0"/>
                </a:lnTo>
                <a:lnTo>
                  <a:pt x="989" y="0"/>
                </a:lnTo>
                <a:lnTo>
                  <a:pt x="1004" y="2"/>
                </a:lnTo>
                <a:lnTo>
                  <a:pt x="1018" y="4"/>
                </a:lnTo>
                <a:lnTo>
                  <a:pt x="1031" y="5"/>
                </a:lnTo>
                <a:lnTo>
                  <a:pt x="1044" y="8"/>
                </a:lnTo>
                <a:lnTo>
                  <a:pt x="1057" y="12"/>
                </a:lnTo>
                <a:lnTo>
                  <a:pt x="1069" y="16"/>
                </a:lnTo>
                <a:lnTo>
                  <a:pt x="1082" y="21"/>
                </a:lnTo>
                <a:lnTo>
                  <a:pt x="1093" y="26"/>
                </a:lnTo>
                <a:lnTo>
                  <a:pt x="1106" y="32"/>
                </a:lnTo>
                <a:lnTo>
                  <a:pt x="1117" y="39"/>
                </a:lnTo>
                <a:lnTo>
                  <a:pt x="1129" y="47"/>
                </a:lnTo>
                <a:lnTo>
                  <a:pt x="1140" y="53"/>
                </a:lnTo>
                <a:lnTo>
                  <a:pt x="1149" y="63"/>
                </a:lnTo>
                <a:lnTo>
                  <a:pt x="1159" y="71"/>
                </a:lnTo>
                <a:lnTo>
                  <a:pt x="1169" y="79"/>
                </a:lnTo>
                <a:lnTo>
                  <a:pt x="1178" y="88"/>
                </a:lnTo>
                <a:lnTo>
                  <a:pt x="1186" y="100"/>
                </a:lnTo>
                <a:lnTo>
                  <a:pt x="1194" y="109"/>
                </a:lnTo>
                <a:lnTo>
                  <a:pt x="1202" y="120"/>
                </a:lnTo>
                <a:lnTo>
                  <a:pt x="1209" y="132"/>
                </a:lnTo>
                <a:lnTo>
                  <a:pt x="1215" y="143"/>
                </a:lnTo>
                <a:lnTo>
                  <a:pt x="1221" y="154"/>
                </a:lnTo>
                <a:lnTo>
                  <a:pt x="1228" y="167"/>
                </a:lnTo>
                <a:lnTo>
                  <a:pt x="1233" y="178"/>
                </a:lnTo>
                <a:lnTo>
                  <a:pt x="1236" y="191"/>
                </a:lnTo>
                <a:lnTo>
                  <a:pt x="1241" y="204"/>
                </a:lnTo>
                <a:lnTo>
                  <a:pt x="1242" y="218"/>
                </a:lnTo>
                <a:lnTo>
                  <a:pt x="1246" y="231"/>
                </a:lnTo>
                <a:lnTo>
                  <a:pt x="1247" y="244"/>
                </a:lnTo>
                <a:lnTo>
                  <a:pt x="1249" y="258"/>
                </a:lnTo>
                <a:lnTo>
                  <a:pt x="1249" y="272"/>
                </a:lnTo>
                <a:lnTo>
                  <a:pt x="1249" y="271"/>
                </a:lnTo>
                <a:lnTo>
                  <a:pt x="1249" y="285"/>
                </a:lnTo>
                <a:lnTo>
                  <a:pt x="1247" y="300"/>
                </a:lnTo>
                <a:lnTo>
                  <a:pt x="1246" y="312"/>
                </a:lnTo>
                <a:lnTo>
                  <a:pt x="1242" y="327"/>
                </a:lnTo>
                <a:lnTo>
                  <a:pt x="1241" y="340"/>
                </a:lnTo>
                <a:lnTo>
                  <a:pt x="1236" y="353"/>
                </a:lnTo>
                <a:lnTo>
                  <a:pt x="1233" y="365"/>
                </a:lnTo>
                <a:lnTo>
                  <a:pt x="1228" y="378"/>
                </a:lnTo>
                <a:lnTo>
                  <a:pt x="1221" y="389"/>
                </a:lnTo>
                <a:lnTo>
                  <a:pt x="1215" y="402"/>
                </a:lnTo>
                <a:lnTo>
                  <a:pt x="1209" y="413"/>
                </a:lnTo>
                <a:lnTo>
                  <a:pt x="1202" y="425"/>
                </a:lnTo>
                <a:lnTo>
                  <a:pt x="1194" y="434"/>
                </a:lnTo>
                <a:lnTo>
                  <a:pt x="1186" y="445"/>
                </a:lnTo>
                <a:lnTo>
                  <a:pt x="1178" y="455"/>
                </a:lnTo>
                <a:lnTo>
                  <a:pt x="1169" y="465"/>
                </a:lnTo>
                <a:lnTo>
                  <a:pt x="1159" y="473"/>
                </a:lnTo>
                <a:lnTo>
                  <a:pt x="1149" y="482"/>
                </a:lnTo>
                <a:lnTo>
                  <a:pt x="1140" y="490"/>
                </a:lnTo>
                <a:lnTo>
                  <a:pt x="1129" y="498"/>
                </a:lnTo>
                <a:lnTo>
                  <a:pt x="1117" y="505"/>
                </a:lnTo>
                <a:lnTo>
                  <a:pt x="1106" y="511"/>
                </a:lnTo>
                <a:lnTo>
                  <a:pt x="1093" y="517"/>
                </a:lnTo>
                <a:lnTo>
                  <a:pt x="1082" y="522"/>
                </a:lnTo>
                <a:lnTo>
                  <a:pt x="1069" y="527"/>
                </a:lnTo>
                <a:lnTo>
                  <a:pt x="1057" y="532"/>
                </a:lnTo>
                <a:lnTo>
                  <a:pt x="1044" y="535"/>
                </a:lnTo>
                <a:lnTo>
                  <a:pt x="1031" y="538"/>
                </a:lnTo>
                <a:lnTo>
                  <a:pt x="1018" y="541"/>
                </a:lnTo>
                <a:lnTo>
                  <a:pt x="1004" y="543"/>
                </a:lnTo>
                <a:lnTo>
                  <a:pt x="989" y="543"/>
                </a:lnTo>
                <a:lnTo>
                  <a:pt x="977" y="545"/>
                </a:lnTo>
                <a:lnTo>
                  <a:pt x="272" y="545"/>
                </a:lnTo>
                <a:lnTo>
                  <a:pt x="258" y="543"/>
                </a:lnTo>
                <a:lnTo>
                  <a:pt x="245" y="543"/>
                </a:lnTo>
                <a:lnTo>
                  <a:pt x="231" y="541"/>
                </a:lnTo>
                <a:lnTo>
                  <a:pt x="218" y="538"/>
                </a:lnTo>
                <a:lnTo>
                  <a:pt x="205" y="535"/>
                </a:lnTo>
                <a:lnTo>
                  <a:pt x="191" y="532"/>
                </a:lnTo>
                <a:lnTo>
                  <a:pt x="179" y="527"/>
                </a:lnTo>
                <a:lnTo>
                  <a:pt x="167" y="522"/>
                </a:lnTo>
                <a:lnTo>
                  <a:pt x="154" y="517"/>
                </a:lnTo>
                <a:lnTo>
                  <a:pt x="143" y="511"/>
                </a:lnTo>
                <a:lnTo>
                  <a:pt x="131" y="505"/>
                </a:lnTo>
                <a:lnTo>
                  <a:pt x="120" y="498"/>
                </a:lnTo>
                <a:lnTo>
                  <a:pt x="109" y="490"/>
                </a:lnTo>
                <a:lnTo>
                  <a:pt x="99" y="482"/>
                </a:lnTo>
                <a:lnTo>
                  <a:pt x="90" y="473"/>
                </a:lnTo>
                <a:lnTo>
                  <a:pt x="80" y="465"/>
                </a:lnTo>
                <a:lnTo>
                  <a:pt x="71" y="455"/>
                </a:lnTo>
                <a:lnTo>
                  <a:pt x="63" y="445"/>
                </a:lnTo>
                <a:lnTo>
                  <a:pt x="55" y="434"/>
                </a:lnTo>
                <a:lnTo>
                  <a:pt x="47" y="425"/>
                </a:lnTo>
                <a:lnTo>
                  <a:pt x="40" y="413"/>
                </a:lnTo>
                <a:lnTo>
                  <a:pt x="32" y="402"/>
                </a:lnTo>
                <a:lnTo>
                  <a:pt x="27" y="389"/>
                </a:lnTo>
                <a:lnTo>
                  <a:pt x="21" y="378"/>
                </a:lnTo>
                <a:lnTo>
                  <a:pt x="16" y="365"/>
                </a:lnTo>
                <a:lnTo>
                  <a:pt x="13" y="353"/>
                </a:lnTo>
                <a:lnTo>
                  <a:pt x="8" y="340"/>
                </a:lnTo>
                <a:lnTo>
                  <a:pt x="5" y="327"/>
                </a:lnTo>
                <a:lnTo>
                  <a:pt x="3" y="312"/>
                </a:lnTo>
                <a:lnTo>
                  <a:pt x="2" y="300"/>
                </a:lnTo>
                <a:lnTo>
                  <a:pt x="0" y="285"/>
                </a:lnTo>
                <a:lnTo>
                  <a:pt x="0" y="271"/>
                </a:lnTo>
                <a:close/>
              </a:path>
            </a:pathLst>
          </a:custGeom>
          <a:noFill/>
          <a:ln w="23813">
            <a:solidFill>
              <a:srgbClr val="0000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341061" name="Group 155">
            <a:extLst>
              <a:ext uri="{FF2B5EF4-FFF2-40B4-BE49-F238E27FC236}">
                <a16:creationId xmlns:a16="http://schemas.microsoft.com/office/drawing/2014/main" id="{930BE56A-51FC-44B3-9A5E-F3A6F624779B}"/>
              </a:ext>
            </a:extLst>
          </p:cNvPr>
          <p:cNvGrpSpPr>
            <a:grpSpLocks/>
          </p:cNvGrpSpPr>
          <p:nvPr/>
        </p:nvGrpSpPr>
        <p:grpSpPr bwMode="auto">
          <a:xfrm>
            <a:off x="7232650" y="3921125"/>
            <a:ext cx="1516063" cy="303213"/>
            <a:chOff x="1908175" y="6064250"/>
            <a:chExt cx="1516063" cy="303213"/>
          </a:xfrm>
        </p:grpSpPr>
        <p:sp>
          <p:nvSpPr>
            <p:cNvPr id="341068" name="Shape 3469">
              <a:extLst>
                <a:ext uri="{FF2B5EF4-FFF2-40B4-BE49-F238E27FC236}">
                  <a16:creationId xmlns:a16="http://schemas.microsoft.com/office/drawing/2014/main" id="{A045DBF8-35C8-4FBB-AEA3-5FD33803B6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8175" y="6064250"/>
              <a:ext cx="163513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341069" name="Shape 3470">
              <a:extLst>
                <a:ext uri="{FF2B5EF4-FFF2-40B4-BE49-F238E27FC236}">
                  <a16:creationId xmlns:a16="http://schemas.microsoft.com/office/drawing/2014/main" id="{ED3D793E-3C17-4236-BDCA-BB8BE13B52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46288" y="6169025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41070" name="Shape 3471">
              <a:extLst>
                <a:ext uri="{FF2B5EF4-FFF2-40B4-BE49-F238E27FC236}">
                  <a16:creationId xmlns:a16="http://schemas.microsoft.com/office/drawing/2014/main" id="{5CF2DAE7-4E5F-4952-9BB4-A416BA5A58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49513" y="6064250"/>
              <a:ext cx="22542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wy</a:t>
              </a:r>
            </a:p>
          </p:txBody>
        </p:sp>
        <p:sp>
          <p:nvSpPr>
            <p:cNvPr id="341071" name="Shape 3472">
              <a:extLst>
                <a:ext uri="{FF2B5EF4-FFF2-40B4-BE49-F238E27FC236}">
                  <a16:creationId xmlns:a16="http://schemas.microsoft.com/office/drawing/2014/main" id="{F5F549BC-5F81-4DA6-8034-71DB9745F5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1925" y="6157913"/>
              <a:ext cx="123825" cy="198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341072" name="Shape 3473">
              <a:extLst>
                <a:ext uri="{FF2B5EF4-FFF2-40B4-BE49-F238E27FC236}">
                  <a16:creationId xmlns:a16="http://schemas.microsoft.com/office/drawing/2014/main" id="{F7126A45-B681-44C3-A9D1-3B9DA9B3A4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05138" y="6064250"/>
              <a:ext cx="141287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341073" name="Shape 3474">
              <a:extLst>
                <a:ext uri="{FF2B5EF4-FFF2-40B4-BE49-F238E27FC236}">
                  <a16:creationId xmlns:a16="http://schemas.microsoft.com/office/drawing/2014/main" id="{AFC8AA2F-35C4-4DCD-A669-2B897BB82A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5150" y="6169025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41074" name="Shape 3475">
              <a:extLst>
                <a:ext uri="{FF2B5EF4-FFF2-40B4-BE49-F238E27FC236}">
                  <a16:creationId xmlns:a16="http://schemas.microsoft.com/office/drawing/2014/main" id="{E991CF7C-FACB-4645-A5C0-BEE2B405A2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1988" y="6064250"/>
              <a:ext cx="141287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341075" name="Shape 3476">
              <a:extLst>
                <a:ext uri="{FF2B5EF4-FFF2-40B4-BE49-F238E27FC236}">
                  <a16:creationId xmlns:a16="http://schemas.microsoft.com/office/drawing/2014/main" id="{29721E2C-8433-4269-9791-5CC19D492B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00413" y="6157913"/>
              <a:ext cx="123825" cy="198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341076" name="Shape 3477">
              <a:extLst>
                <a:ext uri="{FF2B5EF4-FFF2-40B4-BE49-F238E27FC236}">
                  <a16:creationId xmlns:a16="http://schemas.microsoft.com/office/drawing/2014/main" id="{122DE840-4CB8-4557-8678-C5A2D15F0D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3688" y="6064250"/>
              <a:ext cx="1651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+ </a:t>
              </a:r>
            </a:p>
          </p:txBody>
        </p:sp>
        <p:cxnSp>
          <p:nvCxnSpPr>
            <p:cNvPr id="341077" name="Shape 3478">
              <a:extLst>
                <a:ext uri="{FF2B5EF4-FFF2-40B4-BE49-F238E27FC236}">
                  <a16:creationId xmlns:a16="http://schemas.microsoft.com/office/drawing/2014/main" id="{86F3A445-D701-40E5-BFF8-124C8DBF5BB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599400" y="6088063"/>
              <a:ext cx="98689" cy="1587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41078" name="Shape 3479">
              <a:extLst>
                <a:ext uri="{FF2B5EF4-FFF2-40B4-BE49-F238E27FC236}">
                  <a16:creationId xmlns:a16="http://schemas.microsoft.com/office/drawing/2014/main" id="{E991FC42-5E0F-48CA-9FF8-68B76A3E7BF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3210812" y="6088063"/>
              <a:ext cx="119409" cy="1587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41079" name="Shape 3484">
              <a:extLst>
                <a:ext uri="{FF2B5EF4-FFF2-40B4-BE49-F238E27FC236}">
                  <a16:creationId xmlns:a16="http://schemas.microsoft.com/office/drawing/2014/main" id="{582D1E37-E10E-401E-A02D-F6C674F3F8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28850" y="6064250"/>
              <a:ext cx="1651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</p:grpSp>
      <p:grpSp>
        <p:nvGrpSpPr>
          <p:cNvPr id="341062" name="Group 168">
            <a:extLst>
              <a:ext uri="{FF2B5EF4-FFF2-40B4-BE49-F238E27FC236}">
                <a16:creationId xmlns:a16="http://schemas.microsoft.com/office/drawing/2014/main" id="{93363035-1A48-4CB2-A149-64C85F22F8B8}"/>
              </a:ext>
            </a:extLst>
          </p:cNvPr>
          <p:cNvGrpSpPr>
            <a:grpSpLocks/>
          </p:cNvGrpSpPr>
          <p:nvPr/>
        </p:nvGrpSpPr>
        <p:grpSpPr bwMode="auto">
          <a:xfrm>
            <a:off x="7273925" y="6015038"/>
            <a:ext cx="768350" cy="303212"/>
            <a:chOff x="6196013" y="6011863"/>
            <a:chExt cx="768350" cy="303212"/>
          </a:xfrm>
        </p:grpSpPr>
        <p:sp>
          <p:nvSpPr>
            <p:cNvPr id="341063" name="Shape 3504">
              <a:extLst>
                <a:ext uri="{FF2B5EF4-FFF2-40B4-BE49-F238E27FC236}">
                  <a16:creationId xmlns:a16="http://schemas.microsoft.com/office/drawing/2014/main" id="{F9D671B2-CD03-411D-BAA9-FC180DEADC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96013" y="6011863"/>
              <a:ext cx="163512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341064" name="Shape 3505">
              <a:extLst>
                <a:ext uri="{FF2B5EF4-FFF2-40B4-BE49-F238E27FC236}">
                  <a16:creationId xmlns:a16="http://schemas.microsoft.com/office/drawing/2014/main" id="{71DEE3BA-0722-4C70-AD7A-D4F1AEBF35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25" y="6116638"/>
              <a:ext cx="123825" cy="198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341065" name="Shape 3506">
              <a:extLst>
                <a:ext uri="{FF2B5EF4-FFF2-40B4-BE49-F238E27FC236}">
                  <a16:creationId xmlns:a16="http://schemas.microsoft.com/office/drawing/2014/main" id="{FF240B88-6D03-47E5-B68A-F153136786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40525" y="6011863"/>
              <a:ext cx="1412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341066" name="Shape 3507">
              <a:extLst>
                <a:ext uri="{FF2B5EF4-FFF2-40B4-BE49-F238E27FC236}">
                  <a16:creationId xmlns:a16="http://schemas.microsoft.com/office/drawing/2014/main" id="{CDAD8E1E-746B-413D-8043-33F85B3E48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40538" y="6116638"/>
              <a:ext cx="123825" cy="198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41067" name="Shape 3509">
              <a:extLst>
                <a:ext uri="{FF2B5EF4-FFF2-40B4-BE49-F238E27FC236}">
                  <a16:creationId xmlns:a16="http://schemas.microsoft.com/office/drawing/2014/main" id="{D90DF0F5-37E6-4695-BE7D-4F0AC360BD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16688" y="6011863"/>
              <a:ext cx="1651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3041" name="Group 1">
            <a:extLst>
              <a:ext uri="{FF2B5EF4-FFF2-40B4-BE49-F238E27FC236}">
                <a16:creationId xmlns:a16="http://schemas.microsoft.com/office/drawing/2014/main" id="{78A82D1C-DFC3-4370-9B1D-928D21076697}"/>
              </a:ext>
            </a:extLst>
          </p:cNvPr>
          <p:cNvGrpSpPr>
            <a:grpSpLocks/>
          </p:cNvGrpSpPr>
          <p:nvPr/>
        </p:nvGrpSpPr>
        <p:grpSpPr bwMode="auto">
          <a:xfrm>
            <a:off x="552450" y="254000"/>
            <a:ext cx="8174038" cy="2514600"/>
            <a:chOff x="552450" y="254000"/>
            <a:chExt cx="8174038" cy="2514600"/>
          </a:xfrm>
        </p:grpSpPr>
        <p:sp>
          <p:nvSpPr>
            <p:cNvPr id="343081" name="Shape 3111">
              <a:extLst>
                <a:ext uri="{FF2B5EF4-FFF2-40B4-BE49-F238E27FC236}">
                  <a16:creationId xmlns:a16="http://schemas.microsoft.com/office/drawing/2014/main" id="{3956E705-0CFE-40DE-92C3-D3587B4FE9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27622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082" name="Shape 3112">
              <a:extLst>
                <a:ext uri="{FF2B5EF4-FFF2-40B4-BE49-F238E27FC236}">
                  <a16:creationId xmlns:a16="http://schemas.microsoft.com/office/drawing/2014/main" id="{E5A19201-E3EA-464C-865D-3421767291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27622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083" name="Shape 3113">
              <a:extLst>
                <a:ext uri="{FF2B5EF4-FFF2-40B4-BE49-F238E27FC236}">
                  <a16:creationId xmlns:a16="http://schemas.microsoft.com/office/drawing/2014/main" id="{313E9A70-C2D6-4DDE-984F-6025ED750A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27622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084" name="Shape 3114">
              <a:extLst>
                <a:ext uri="{FF2B5EF4-FFF2-40B4-BE49-F238E27FC236}">
                  <a16:creationId xmlns:a16="http://schemas.microsoft.com/office/drawing/2014/main" id="{A3658175-773A-46D3-A4EC-05BB43E1FC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638" y="725487"/>
              <a:ext cx="1724025" cy="111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085" name="Shape 3115">
              <a:extLst>
                <a:ext uri="{FF2B5EF4-FFF2-40B4-BE49-F238E27FC236}">
                  <a16:creationId xmlns:a16="http://schemas.microsoft.com/office/drawing/2014/main" id="{3111DADE-A387-466C-9718-14A5CCD206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685800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086" name="Shape 3116">
              <a:extLst>
                <a:ext uri="{FF2B5EF4-FFF2-40B4-BE49-F238E27FC236}">
                  <a16:creationId xmlns:a16="http://schemas.microsoft.com/office/drawing/2014/main" id="{4A488395-0D26-46E1-95AD-F6573BC534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685800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087" name="Shape 3117">
              <a:extLst>
                <a:ext uri="{FF2B5EF4-FFF2-40B4-BE49-F238E27FC236}">
                  <a16:creationId xmlns:a16="http://schemas.microsoft.com/office/drawing/2014/main" id="{3FF6BFD0-0DED-4B0D-8825-FE7BF92335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685800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088" name="Shape 3118">
              <a:extLst>
                <a:ext uri="{FF2B5EF4-FFF2-40B4-BE49-F238E27FC236}">
                  <a16:creationId xmlns:a16="http://schemas.microsoft.com/office/drawing/2014/main" id="{505D5661-320D-4E5D-B889-BDA8293EB1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1100137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089" name="Shape 3119">
              <a:extLst>
                <a:ext uri="{FF2B5EF4-FFF2-40B4-BE49-F238E27FC236}">
                  <a16:creationId xmlns:a16="http://schemas.microsoft.com/office/drawing/2014/main" id="{B9F92FA6-6AC1-4792-8F12-0ABDDDEB66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1100137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090" name="Shape 3120">
              <a:extLst>
                <a:ext uri="{FF2B5EF4-FFF2-40B4-BE49-F238E27FC236}">
                  <a16:creationId xmlns:a16="http://schemas.microsoft.com/office/drawing/2014/main" id="{6281A22D-F693-442A-9F13-67A7F9FB9E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1100137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091" name="Shape 3121">
              <a:extLst>
                <a:ext uri="{FF2B5EF4-FFF2-40B4-BE49-F238E27FC236}">
                  <a16:creationId xmlns:a16="http://schemas.microsoft.com/office/drawing/2014/main" id="{38F0D040-CB3A-41BB-8AD8-6D622F4EB3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1516062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092" name="Shape 3122">
              <a:extLst>
                <a:ext uri="{FF2B5EF4-FFF2-40B4-BE49-F238E27FC236}">
                  <a16:creationId xmlns:a16="http://schemas.microsoft.com/office/drawing/2014/main" id="{A7298E3F-9267-4A59-BA99-3832896CB6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1516062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093" name="Shape 3123">
              <a:extLst>
                <a:ext uri="{FF2B5EF4-FFF2-40B4-BE49-F238E27FC236}">
                  <a16:creationId xmlns:a16="http://schemas.microsoft.com/office/drawing/2014/main" id="{0D14FEC6-9A36-4C29-8AF4-BA273416DE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1516062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094" name="Shape 3124">
              <a:extLst>
                <a:ext uri="{FF2B5EF4-FFF2-40B4-BE49-F238E27FC236}">
                  <a16:creationId xmlns:a16="http://schemas.microsoft.com/office/drawing/2014/main" id="{58269A66-DF35-4660-82C9-E64F8E10DB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1878012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095" name="Shape 3125">
              <a:extLst>
                <a:ext uri="{FF2B5EF4-FFF2-40B4-BE49-F238E27FC236}">
                  <a16:creationId xmlns:a16="http://schemas.microsoft.com/office/drawing/2014/main" id="{34C3820B-2EBC-4010-89FB-E883D7AA62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1878012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096" name="Shape 3126">
              <a:extLst>
                <a:ext uri="{FF2B5EF4-FFF2-40B4-BE49-F238E27FC236}">
                  <a16:creationId xmlns:a16="http://schemas.microsoft.com/office/drawing/2014/main" id="{B584E6B6-B3E0-40DF-BD26-00E52C0DF5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1878012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097" name="Shape 3127">
              <a:extLst>
                <a:ext uri="{FF2B5EF4-FFF2-40B4-BE49-F238E27FC236}">
                  <a16:creationId xmlns:a16="http://schemas.microsoft.com/office/drawing/2014/main" id="{30D71F69-C507-48B8-B53A-5A3A8FF5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2130425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098" name="Shape 3128">
              <a:extLst>
                <a:ext uri="{FF2B5EF4-FFF2-40B4-BE49-F238E27FC236}">
                  <a16:creationId xmlns:a16="http://schemas.microsoft.com/office/drawing/2014/main" id="{8E5FC6A7-F84A-4315-BFA5-427EF0C214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2130425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099" name="Shape 3129">
              <a:extLst>
                <a:ext uri="{FF2B5EF4-FFF2-40B4-BE49-F238E27FC236}">
                  <a16:creationId xmlns:a16="http://schemas.microsoft.com/office/drawing/2014/main" id="{066C5A38-0E6F-4E10-B19F-CA2CA0AA10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2130425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100" name="Shape 3130">
              <a:extLst>
                <a:ext uri="{FF2B5EF4-FFF2-40B4-BE49-F238E27FC236}">
                  <a16:creationId xmlns:a16="http://schemas.microsoft.com/office/drawing/2014/main" id="{B34A1A5B-CBC1-4105-BB17-2F2AB8070B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838" y="2409825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101" name="Shape 3131">
              <a:extLst>
                <a:ext uri="{FF2B5EF4-FFF2-40B4-BE49-F238E27FC236}">
                  <a16:creationId xmlns:a16="http://schemas.microsoft.com/office/drawing/2014/main" id="{80F22392-A790-4B08-AA80-83A06EFECB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3" y="2409825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102" name="Shape 3132">
              <a:extLst>
                <a:ext uri="{FF2B5EF4-FFF2-40B4-BE49-F238E27FC236}">
                  <a16:creationId xmlns:a16="http://schemas.microsoft.com/office/drawing/2014/main" id="{385F6338-BF66-4983-9149-BB2CC1F164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16963" y="2409825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103" name="Shape 3133">
              <a:extLst>
                <a:ext uri="{FF2B5EF4-FFF2-40B4-BE49-F238E27FC236}">
                  <a16:creationId xmlns:a16="http://schemas.microsoft.com/office/drawing/2014/main" id="{B1E1BCDA-324D-403B-A678-1C8F5E274B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2363" y="1154112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43104" name="Shape 3134">
              <a:extLst>
                <a:ext uri="{FF2B5EF4-FFF2-40B4-BE49-F238E27FC236}">
                  <a16:creationId xmlns:a16="http://schemas.microsoft.com/office/drawing/2014/main" id="{D2FD71E4-844C-4FAC-94D3-5AA7B84C15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40238" y="1139825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43105" name="Shape 3135">
              <a:extLst>
                <a:ext uri="{FF2B5EF4-FFF2-40B4-BE49-F238E27FC236}">
                  <a16:creationId xmlns:a16="http://schemas.microsoft.com/office/drawing/2014/main" id="{E9368567-3C05-4749-92EE-E6D04DF52D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91125" y="1139825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43106" name="Shape 3136">
              <a:extLst>
                <a:ext uri="{FF2B5EF4-FFF2-40B4-BE49-F238E27FC236}">
                  <a16:creationId xmlns:a16="http://schemas.microsoft.com/office/drawing/2014/main" id="{B2971EC0-0EB6-40F9-9196-61C43AF282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0575" y="1139825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43107" name="Shape 3137">
              <a:extLst>
                <a:ext uri="{FF2B5EF4-FFF2-40B4-BE49-F238E27FC236}">
                  <a16:creationId xmlns:a16="http://schemas.microsoft.com/office/drawing/2014/main" id="{D3A33151-3EBB-4D3D-B387-0FCDE04191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65900" y="1154112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43108" name="Shape 3138">
              <a:extLst>
                <a:ext uri="{FF2B5EF4-FFF2-40B4-BE49-F238E27FC236}">
                  <a16:creationId xmlns:a16="http://schemas.microsoft.com/office/drawing/2014/main" id="{AA4748A9-7F08-4955-ABDD-755442018B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25" y="1139825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43109" name="Shape 3139">
              <a:extLst>
                <a:ext uri="{FF2B5EF4-FFF2-40B4-BE49-F238E27FC236}">
                  <a16:creationId xmlns:a16="http://schemas.microsoft.com/office/drawing/2014/main" id="{86E13936-AFD8-44B2-85DE-E667F7CDF3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85125" y="1123950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343110" name="Shape 3140">
              <a:extLst>
                <a:ext uri="{FF2B5EF4-FFF2-40B4-BE49-F238E27FC236}">
                  <a16:creationId xmlns:a16="http://schemas.microsoft.com/office/drawing/2014/main" id="{8F3E9698-D252-49D1-8B0D-37B05A0DB6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0713" y="736600"/>
              <a:ext cx="6508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= 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343111" name="Shape 3141">
              <a:extLst>
                <a:ext uri="{FF2B5EF4-FFF2-40B4-BE49-F238E27FC236}">
                  <a16:creationId xmlns:a16="http://schemas.microsoft.com/office/drawing/2014/main" id="{811AED52-A469-49E8-8EE2-0C9E2E09CD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3200" y="736600"/>
              <a:ext cx="6508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= 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43112" name="Shape 3143">
              <a:extLst>
                <a:ext uri="{FF2B5EF4-FFF2-40B4-BE49-F238E27FC236}">
                  <a16:creationId xmlns:a16="http://schemas.microsoft.com/office/drawing/2014/main" id="{B8AF6D09-60B4-42CF-AA5F-4E69CEFA02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781" y="266700"/>
              <a:ext cx="7859769" cy="95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113" name="Shape 3144">
              <a:extLst>
                <a:ext uri="{FF2B5EF4-FFF2-40B4-BE49-F238E27FC236}">
                  <a16:creationId xmlns:a16="http://schemas.microsoft.com/office/drawing/2014/main" id="{01DE8677-EC2F-45E7-A43F-76F4139EEB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276225"/>
              <a:ext cx="11098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114" name="Shape 3145">
              <a:extLst>
                <a:ext uri="{FF2B5EF4-FFF2-40B4-BE49-F238E27FC236}">
                  <a16:creationId xmlns:a16="http://schemas.microsoft.com/office/drawing/2014/main" id="{89F9CB7B-A71E-4B51-9363-8092A89819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276225"/>
              <a:ext cx="11098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115" name="Shape 3146">
              <a:extLst>
                <a:ext uri="{FF2B5EF4-FFF2-40B4-BE49-F238E27FC236}">
                  <a16:creationId xmlns:a16="http://schemas.microsoft.com/office/drawing/2014/main" id="{8D46348E-8860-487C-9FAC-0B3BA0BA96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107" y="442913"/>
              <a:ext cx="730066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343116" name="Shape 3147">
              <a:extLst>
                <a:ext uri="{FF2B5EF4-FFF2-40B4-BE49-F238E27FC236}">
                  <a16:creationId xmlns:a16="http://schemas.microsoft.com/office/drawing/2014/main" id="{13C326FE-D629-436C-A5C9-7F8E54F5FB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4735" y="390525"/>
              <a:ext cx="977822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343117" name="Shape 3148">
              <a:extLst>
                <a:ext uri="{FF2B5EF4-FFF2-40B4-BE49-F238E27FC236}">
                  <a16:creationId xmlns:a16="http://schemas.microsoft.com/office/drawing/2014/main" id="{7CA7D28A-55DF-4DBC-A489-D2E3D419B8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685799"/>
              <a:ext cx="11098" cy="4142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118" name="Shape 3149">
              <a:extLst>
                <a:ext uri="{FF2B5EF4-FFF2-40B4-BE49-F238E27FC236}">
                  <a16:creationId xmlns:a16="http://schemas.microsoft.com/office/drawing/2014/main" id="{D2133683-0EDD-47B2-A192-66C34EAEF3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9084" y="752474"/>
              <a:ext cx="476013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343119" name="Shape 3150">
              <a:extLst>
                <a:ext uri="{FF2B5EF4-FFF2-40B4-BE49-F238E27FC236}">
                  <a16:creationId xmlns:a16="http://schemas.microsoft.com/office/drawing/2014/main" id="{EB6D1BC9-7EE3-4BD7-98F3-8FF54F73FD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1089024"/>
              <a:ext cx="6913742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120" name="Shape 3151">
              <a:extLst>
                <a:ext uri="{FF2B5EF4-FFF2-40B4-BE49-F238E27FC236}">
                  <a16:creationId xmlns:a16="http://schemas.microsoft.com/office/drawing/2014/main" id="{DC07ABE4-7D78-4212-8337-5D9E8AFACE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1100138"/>
              <a:ext cx="11098" cy="4128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121" name="Shape 3152">
              <a:extLst>
                <a:ext uri="{FF2B5EF4-FFF2-40B4-BE49-F238E27FC236}">
                  <a16:creationId xmlns:a16="http://schemas.microsoft.com/office/drawing/2014/main" id="{82063CD0-1BA2-4D3D-A51D-C4D33C9559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781" y="1501774"/>
              <a:ext cx="785976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122" name="Shape 3153">
              <a:extLst>
                <a:ext uri="{FF2B5EF4-FFF2-40B4-BE49-F238E27FC236}">
                  <a16:creationId xmlns:a16="http://schemas.microsoft.com/office/drawing/2014/main" id="{E5177FDA-617E-464B-AED3-8E8E09C607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58503" y="647699"/>
              <a:ext cx="780758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343123" name="Shape 3154">
              <a:extLst>
                <a:ext uri="{FF2B5EF4-FFF2-40B4-BE49-F238E27FC236}">
                  <a16:creationId xmlns:a16="http://schemas.microsoft.com/office/drawing/2014/main" id="{EA743733-36EB-4FAF-8906-20FCEEC395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2450" y="1595439"/>
              <a:ext cx="22226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43124" name="Shape 3155">
              <a:extLst>
                <a:ext uri="{FF2B5EF4-FFF2-40B4-BE49-F238E27FC236}">
                  <a16:creationId xmlns:a16="http://schemas.microsoft.com/office/drawing/2014/main" id="{F2F2B83D-F8B3-437F-AA2C-D0CD9B555D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1516064"/>
              <a:ext cx="11098" cy="362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125" name="Shape 3156">
              <a:extLst>
                <a:ext uri="{FF2B5EF4-FFF2-40B4-BE49-F238E27FC236}">
                  <a16:creationId xmlns:a16="http://schemas.microsoft.com/office/drawing/2014/main" id="{771C3937-E45E-4D02-AB37-66E3729A36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4159" y="1595439"/>
              <a:ext cx="304747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343126" name="Shape 3157">
              <a:extLst>
                <a:ext uri="{FF2B5EF4-FFF2-40B4-BE49-F238E27FC236}">
                  <a16:creationId xmlns:a16="http://schemas.microsoft.com/office/drawing/2014/main" id="{95375777-1874-4DFD-825F-6E03CFA497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85696" y="1595439"/>
              <a:ext cx="298246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343127" name="Shape 3158">
              <a:extLst>
                <a:ext uri="{FF2B5EF4-FFF2-40B4-BE49-F238E27FC236}">
                  <a16:creationId xmlns:a16="http://schemas.microsoft.com/office/drawing/2014/main" id="{46EBBE11-EF8C-4144-8307-E544B9B0AC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2790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3128" name="Shape 3159">
              <a:extLst>
                <a:ext uri="{FF2B5EF4-FFF2-40B4-BE49-F238E27FC236}">
                  <a16:creationId xmlns:a16="http://schemas.microsoft.com/office/drawing/2014/main" id="{35342FBB-6961-42C5-A1AF-B97756984D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5795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43129" name="Shape 3160">
              <a:extLst>
                <a:ext uri="{FF2B5EF4-FFF2-40B4-BE49-F238E27FC236}">
                  <a16:creationId xmlns:a16="http://schemas.microsoft.com/office/drawing/2014/main" id="{B4CCAB1B-3801-48C7-989D-E05FB9206D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7657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3130" name="Shape 3161">
              <a:extLst>
                <a:ext uri="{FF2B5EF4-FFF2-40B4-BE49-F238E27FC236}">
                  <a16:creationId xmlns:a16="http://schemas.microsoft.com/office/drawing/2014/main" id="{EF5B009D-0AF1-4C28-B9AE-B297EB8C88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04600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3131" name="Shape 3162">
              <a:extLst>
                <a:ext uri="{FF2B5EF4-FFF2-40B4-BE49-F238E27FC236}">
                  <a16:creationId xmlns:a16="http://schemas.microsoft.com/office/drawing/2014/main" id="{ACA78285-9049-41FC-A491-172F80BE0D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31542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3132" name="Shape 3163">
              <a:extLst>
                <a:ext uri="{FF2B5EF4-FFF2-40B4-BE49-F238E27FC236}">
                  <a16:creationId xmlns:a16="http://schemas.microsoft.com/office/drawing/2014/main" id="{AEA513A2-1DA9-4193-85A4-1B50904FB0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0073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3133" name="Shape 3164">
              <a:extLst>
                <a:ext uri="{FF2B5EF4-FFF2-40B4-BE49-F238E27FC236}">
                  <a16:creationId xmlns:a16="http://schemas.microsoft.com/office/drawing/2014/main" id="{5F4C3FB7-6ADF-4EED-BCC3-F2548B482C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7015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3134" name="Shape 3165">
              <a:extLst>
                <a:ext uri="{FF2B5EF4-FFF2-40B4-BE49-F238E27FC236}">
                  <a16:creationId xmlns:a16="http://schemas.microsoft.com/office/drawing/2014/main" id="{7E2D159A-0E78-44C4-807F-B6445F2EAE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2369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3135" name="Shape 3166">
              <a:extLst>
                <a:ext uri="{FF2B5EF4-FFF2-40B4-BE49-F238E27FC236}">
                  <a16:creationId xmlns:a16="http://schemas.microsoft.com/office/drawing/2014/main" id="{2C5A2FBD-F94A-433B-9977-3C513ED2F4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29789" y="15954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3136" name="Shape 3167">
              <a:extLst>
                <a:ext uri="{FF2B5EF4-FFF2-40B4-BE49-F238E27FC236}">
                  <a16:creationId xmlns:a16="http://schemas.microsoft.com/office/drawing/2014/main" id="{409985A5-ED46-4D72-B8A4-C5962038FB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8799" y="1870075"/>
              <a:ext cx="209361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343137" name="Shape 3168">
              <a:extLst>
                <a:ext uri="{FF2B5EF4-FFF2-40B4-BE49-F238E27FC236}">
                  <a16:creationId xmlns:a16="http://schemas.microsoft.com/office/drawing/2014/main" id="{43960D93-58D5-4F52-BCB4-C0A2E15C31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1878014"/>
              <a:ext cx="11098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138" name="Shape 3169">
              <a:extLst>
                <a:ext uri="{FF2B5EF4-FFF2-40B4-BE49-F238E27FC236}">
                  <a16:creationId xmlns:a16="http://schemas.microsoft.com/office/drawing/2014/main" id="{6A6D2D3C-C4CE-43C9-B4B4-2B388F49AF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5746" y="1870075"/>
              <a:ext cx="304747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343139" name="Shape 3170">
              <a:extLst>
                <a:ext uri="{FF2B5EF4-FFF2-40B4-BE49-F238E27FC236}">
                  <a16:creationId xmlns:a16="http://schemas.microsoft.com/office/drawing/2014/main" id="{A982B801-ABD1-403C-BF6D-96FE978E5E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87282" y="1870075"/>
              <a:ext cx="298246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343140" name="Shape 3171">
              <a:extLst>
                <a:ext uri="{FF2B5EF4-FFF2-40B4-BE49-F238E27FC236}">
                  <a16:creationId xmlns:a16="http://schemas.microsoft.com/office/drawing/2014/main" id="{501538D4-4F26-4A8F-9D52-EDACD85CDD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4376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43141" name="Shape 3172">
              <a:extLst>
                <a:ext uri="{FF2B5EF4-FFF2-40B4-BE49-F238E27FC236}">
                  <a16:creationId xmlns:a16="http://schemas.microsoft.com/office/drawing/2014/main" id="{73A62B75-3121-455C-AEF7-C5F1A8EA43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5795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43142" name="Shape 3173">
              <a:extLst>
                <a:ext uri="{FF2B5EF4-FFF2-40B4-BE49-F238E27FC236}">
                  <a16:creationId xmlns:a16="http://schemas.microsoft.com/office/drawing/2014/main" id="{B05DBC57-ED85-467C-8C49-4929D9951C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9245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3143" name="Shape 3174">
              <a:extLst>
                <a:ext uri="{FF2B5EF4-FFF2-40B4-BE49-F238E27FC236}">
                  <a16:creationId xmlns:a16="http://schemas.microsoft.com/office/drawing/2014/main" id="{F90DCE1D-EECB-4FE5-9978-FA70052C1E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06187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3144" name="Shape 3175">
              <a:extLst>
                <a:ext uri="{FF2B5EF4-FFF2-40B4-BE49-F238E27FC236}">
                  <a16:creationId xmlns:a16="http://schemas.microsoft.com/office/drawing/2014/main" id="{E0463E42-443A-45A1-A25A-8330A78D07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33130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43145" name="Shape 3176">
              <a:extLst>
                <a:ext uri="{FF2B5EF4-FFF2-40B4-BE49-F238E27FC236}">
                  <a16:creationId xmlns:a16="http://schemas.microsoft.com/office/drawing/2014/main" id="{E50FFAB9-D5EE-4D45-9A6C-F90F0965DE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0073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3146" name="Shape 3177">
              <a:extLst>
                <a:ext uri="{FF2B5EF4-FFF2-40B4-BE49-F238E27FC236}">
                  <a16:creationId xmlns:a16="http://schemas.microsoft.com/office/drawing/2014/main" id="{001F4EB1-6CEB-42A1-92E5-7B08268277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7015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3147" name="Shape 3178">
              <a:extLst>
                <a:ext uri="{FF2B5EF4-FFF2-40B4-BE49-F238E27FC236}">
                  <a16:creationId xmlns:a16="http://schemas.microsoft.com/office/drawing/2014/main" id="{F2C6E072-CFA7-4942-B0F0-4AC127D990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3958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43148" name="Shape 3179">
              <a:extLst>
                <a:ext uri="{FF2B5EF4-FFF2-40B4-BE49-F238E27FC236}">
                  <a16:creationId xmlns:a16="http://schemas.microsoft.com/office/drawing/2014/main" id="{76ADFE3F-403A-45F1-8C77-E9F8DAAF21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29789" y="1870075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3149" name="Shape 3180">
              <a:extLst>
                <a:ext uri="{FF2B5EF4-FFF2-40B4-BE49-F238E27FC236}">
                  <a16:creationId xmlns:a16="http://schemas.microsoft.com/office/drawing/2014/main" id="{E5F2658B-8305-4E63-9F1E-DE6B33297B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8799" y="2141539"/>
              <a:ext cx="209361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43150" name="Shape 3181">
              <a:extLst>
                <a:ext uri="{FF2B5EF4-FFF2-40B4-BE49-F238E27FC236}">
                  <a16:creationId xmlns:a16="http://schemas.microsoft.com/office/drawing/2014/main" id="{0FB21CDF-89CD-4E42-88F2-CC598519A8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2130426"/>
              <a:ext cx="11098" cy="2744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151" name="Shape 3182">
              <a:extLst>
                <a:ext uri="{FF2B5EF4-FFF2-40B4-BE49-F238E27FC236}">
                  <a16:creationId xmlns:a16="http://schemas.microsoft.com/office/drawing/2014/main" id="{F9BC340B-6359-40A7-9A0B-DCFFA0209F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5746" y="2141539"/>
              <a:ext cx="304747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343152" name="Shape 3183">
              <a:extLst>
                <a:ext uri="{FF2B5EF4-FFF2-40B4-BE49-F238E27FC236}">
                  <a16:creationId xmlns:a16="http://schemas.microsoft.com/office/drawing/2014/main" id="{D45720BB-B086-495B-A004-F991FC5207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87282" y="2141539"/>
              <a:ext cx="298246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343153" name="Shape 3184">
              <a:extLst>
                <a:ext uri="{FF2B5EF4-FFF2-40B4-BE49-F238E27FC236}">
                  <a16:creationId xmlns:a16="http://schemas.microsoft.com/office/drawing/2014/main" id="{B48E2493-0237-4B89-83EF-C055225FE4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4376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43154" name="Shape 3185">
              <a:extLst>
                <a:ext uri="{FF2B5EF4-FFF2-40B4-BE49-F238E27FC236}">
                  <a16:creationId xmlns:a16="http://schemas.microsoft.com/office/drawing/2014/main" id="{4A066839-DCA9-46FB-B141-12E973957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5795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3155" name="Shape 3186">
              <a:extLst>
                <a:ext uri="{FF2B5EF4-FFF2-40B4-BE49-F238E27FC236}">
                  <a16:creationId xmlns:a16="http://schemas.microsoft.com/office/drawing/2014/main" id="{2330DD90-DB00-4824-8604-49F8DDBEB2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9245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43156" name="Shape 3187">
              <a:extLst>
                <a:ext uri="{FF2B5EF4-FFF2-40B4-BE49-F238E27FC236}">
                  <a16:creationId xmlns:a16="http://schemas.microsoft.com/office/drawing/2014/main" id="{31466FDC-DABD-48EC-834A-1DA4E9DA48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06187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3157" name="Shape 3188">
              <a:extLst>
                <a:ext uri="{FF2B5EF4-FFF2-40B4-BE49-F238E27FC236}">
                  <a16:creationId xmlns:a16="http://schemas.microsoft.com/office/drawing/2014/main" id="{E9E30F71-5F23-4A07-8E0C-EBAE25F5DB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33130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3158" name="Shape 3189">
              <a:extLst>
                <a:ext uri="{FF2B5EF4-FFF2-40B4-BE49-F238E27FC236}">
                  <a16:creationId xmlns:a16="http://schemas.microsoft.com/office/drawing/2014/main" id="{61525211-A566-4D58-B584-EB330CCD23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0073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43159" name="Shape 3190">
              <a:extLst>
                <a:ext uri="{FF2B5EF4-FFF2-40B4-BE49-F238E27FC236}">
                  <a16:creationId xmlns:a16="http://schemas.microsoft.com/office/drawing/2014/main" id="{55F7BC77-4684-442D-99DA-4CAED07A78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7015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3160" name="Shape 3191">
              <a:extLst>
                <a:ext uri="{FF2B5EF4-FFF2-40B4-BE49-F238E27FC236}">
                  <a16:creationId xmlns:a16="http://schemas.microsoft.com/office/drawing/2014/main" id="{D74FDCB3-E3D6-4E12-AF03-DBAC244BB2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3958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3161" name="Shape 3192">
              <a:extLst>
                <a:ext uri="{FF2B5EF4-FFF2-40B4-BE49-F238E27FC236}">
                  <a16:creationId xmlns:a16="http://schemas.microsoft.com/office/drawing/2014/main" id="{A348E185-2223-45EA-9D6C-52A5B9F02A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29789" y="2141539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3162" name="Shape 3193">
              <a:extLst>
                <a:ext uri="{FF2B5EF4-FFF2-40B4-BE49-F238E27FC236}">
                  <a16:creationId xmlns:a16="http://schemas.microsoft.com/office/drawing/2014/main" id="{714E0E17-E695-4870-A8EE-C0520721B5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2450" y="2416176"/>
              <a:ext cx="222260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43163" name="Shape 3194">
              <a:extLst>
                <a:ext uri="{FF2B5EF4-FFF2-40B4-BE49-F238E27FC236}">
                  <a16:creationId xmlns:a16="http://schemas.microsoft.com/office/drawing/2014/main" id="{0F082861-F788-45D8-8BF0-83DE293B37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8409" y="2409826"/>
              <a:ext cx="11098" cy="315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164" name="Shape 3195">
              <a:extLst>
                <a:ext uri="{FF2B5EF4-FFF2-40B4-BE49-F238E27FC236}">
                  <a16:creationId xmlns:a16="http://schemas.microsoft.com/office/drawing/2014/main" id="{823E8631-AB58-4781-9A33-832F7BF267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4159" y="2416176"/>
              <a:ext cx="304747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343165" name="Shape 3196">
              <a:extLst>
                <a:ext uri="{FF2B5EF4-FFF2-40B4-BE49-F238E27FC236}">
                  <a16:creationId xmlns:a16="http://schemas.microsoft.com/office/drawing/2014/main" id="{5BC5CBDE-DE23-4EDC-94AA-C3FC025B2A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85696" y="2416176"/>
              <a:ext cx="298246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343166" name="Shape 3197">
              <a:extLst>
                <a:ext uri="{FF2B5EF4-FFF2-40B4-BE49-F238E27FC236}">
                  <a16:creationId xmlns:a16="http://schemas.microsoft.com/office/drawing/2014/main" id="{0211DC88-F0DF-4446-8498-47C58B6A31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2790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3167" name="Shape 3198">
              <a:extLst>
                <a:ext uri="{FF2B5EF4-FFF2-40B4-BE49-F238E27FC236}">
                  <a16:creationId xmlns:a16="http://schemas.microsoft.com/office/drawing/2014/main" id="{9DCF966C-033A-46A8-8C11-A8898350B6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5795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3168" name="Shape 3199">
              <a:extLst>
                <a:ext uri="{FF2B5EF4-FFF2-40B4-BE49-F238E27FC236}">
                  <a16:creationId xmlns:a16="http://schemas.microsoft.com/office/drawing/2014/main" id="{9FBF44B2-9864-4705-8DAA-DCD0FB40DB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7657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3169" name="Shape 3200">
              <a:extLst>
                <a:ext uri="{FF2B5EF4-FFF2-40B4-BE49-F238E27FC236}">
                  <a16:creationId xmlns:a16="http://schemas.microsoft.com/office/drawing/2014/main" id="{644700FE-9E6C-4BEF-8F38-A7FC209C59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04600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43170" name="Shape 3201">
              <a:extLst>
                <a:ext uri="{FF2B5EF4-FFF2-40B4-BE49-F238E27FC236}">
                  <a16:creationId xmlns:a16="http://schemas.microsoft.com/office/drawing/2014/main" id="{61B655E2-980D-45BE-9D05-9F26B638EB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31542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3171" name="Shape 3202">
              <a:extLst>
                <a:ext uri="{FF2B5EF4-FFF2-40B4-BE49-F238E27FC236}">
                  <a16:creationId xmlns:a16="http://schemas.microsoft.com/office/drawing/2014/main" id="{4DCCF5E7-FFC0-454C-86E8-741356B54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0073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3172" name="Shape 3203">
              <a:extLst>
                <a:ext uri="{FF2B5EF4-FFF2-40B4-BE49-F238E27FC236}">
                  <a16:creationId xmlns:a16="http://schemas.microsoft.com/office/drawing/2014/main" id="{1A5A475D-6F69-4781-9164-E25B9EB8C3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7015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43173" name="Shape 3204">
              <a:extLst>
                <a:ext uri="{FF2B5EF4-FFF2-40B4-BE49-F238E27FC236}">
                  <a16:creationId xmlns:a16="http://schemas.microsoft.com/office/drawing/2014/main" id="{6EFA97DB-9F32-441A-86A4-0EB3EECA2A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2369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43174" name="Shape 3205">
              <a:extLst>
                <a:ext uri="{FF2B5EF4-FFF2-40B4-BE49-F238E27FC236}">
                  <a16:creationId xmlns:a16="http://schemas.microsoft.com/office/drawing/2014/main" id="{FEE3BA94-B56D-460F-84CE-EFDD4A8F47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8781" y="2736851"/>
              <a:ext cx="785976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175" name="Shape 3206">
              <a:extLst>
                <a:ext uri="{FF2B5EF4-FFF2-40B4-BE49-F238E27FC236}">
                  <a16:creationId xmlns:a16="http://schemas.microsoft.com/office/drawing/2014/main" id="{8D78BFFD-B90A-4D75-8671-B5CAE925F6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29789" y="2416176"/>
              <a:ext cx="171269" cy="274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cxnSp>
          <p:nvCxnSpPr>
            <p:cNvPr id="343176" name="Shape 3207">
              <a:extLst>
                <a:ext uri="{FF2B5EF4-FFF2-40B4-BE49-F238E27FC236}">
                  <a16:creationId xmlns:a16="http://schemas.microsoft.com/office/drawing/2014/main" id="{C55E8DDD-D159-49E7-B602-006C6D8652A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63543" y="268288"/>
              <a:ext cx="0" cy="247170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43177" name="Shape 3208">
              <a:extLst>
                <a:ext uri="{FF2B5EF4-FFF2-40B4-BE49-F238E27FC236}">
                  <a16:creationId xmlns:a16="http://schemas.microsoft.com/office/drawing/2014/main" id="{06BC379E-A66C-4A74-9F03-CEF6A16065D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520535" y="282575"/>
              <a:ext cx="0" cy="2443201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43178" name="Shape 3209">
              <a:extLst>
                <a:ext uri="{FF2B5EF4-FFF2-40B4-BE49-F238E27FC236}">
                  <a16:creationId xmlns:a16="http://schemas.microsoft.com/office/drawing/2014/main" id="{C3E1F01F-9D8A-4BBA-BC2E-CF7E60AEE95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792060" y="725488"/>
              <a:ext cx="1728585" cy="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43179" name="Shape 3210">
              <a:extLst>
                <a:ext uri="{FF2B5EF4-FFF2-40B4-BE49-F238E27FC236}">
                  <a16:creationId xmlns:a16="http://schemas.microsoft.com/office/drawing/2014/main" id="{8C190AEE-BEDA-4DE2-8304-97B9D6BBF97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705952" y="254000"/>
              <a:ext cx="0" cy="251460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43180" name="Shape 3211">
              <a:extLst>
                <a:ext uri="{FF2B5EF4-FFF2-40B4-BE49-F238E27FC236}">
                  <a16:creationId xmlns:a16="http://schemas.microsoft.com/office/drawing/2014/main" id="{BBA3C70C-53FA-4D5C-BBA9-C37421E28D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66913" y="1123950"/>
              <a:ext cx="512762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43181" name="Shape 3212">
              <a:extLst>
                <a:ext uri="{FF2B5EF4-FFF2-40B4-BE49-F238E27FC236}">
                  <a16:creationId xmlns:a16="http://schemas.microsoft.com/office/drawing/2014/main" id="{7E59E7B0-7C48-4905-BC0A-5FF642CB10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4638" y="1154112"/>
              <a:ext cx="5111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43182" name="Shape 3213">
              <a:extLst>
                <a:ext uri="{FF2B5EF4-FFF2-40B4-BE49-F238E27FC236}">
                  <a16:creationId xmlns:a16="http://schemas.microsoft.com/office/drawing/2014/main" id="{10127837-5215-4CCE-95DC-E2281CF426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62038" y="1138237"/>
              <a:ext cx="5111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</p:grpSp>
      <p:graphicFrame>
        <p:nvGraphicFramePr>
          <p:cNvPr id="108" name="Shape 2890">
            <a:extLst>
              <a:ext uri="{FF2B5EF4-FFF2-40B4-BE49-F238E27FC236}">
                <a16:creationId xmlns:a16="http://schemas.microsoft.com/office/drawing/2014/main" id="{E3AE3810-65B9-3140-A263-6315BE5B3EA0}"/>
              </a:ext>
            </a:extLst>
          </p:cNvPr>
          <p:cNvGraphicFramePr>
            <a:graphicFrameLocks noGrp="1"/>
          </p:cNvGraphicFramePr>
          <p:nvPr/>
        </p:nvGraphicFramePr>
        <p:xfrm>
          <a:off x="779463" y="3067050"/>
          <a:ext cx="2479675" cy="1984375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68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68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2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R1</a:t>
                      </a:r>
                      <a:r>
                        <a:rPr kumimoji="0" lang="en-US" altLang="en-US" sz="12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out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2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R1</a:t>
                      </a:r>
                      <a:r>
                        <a:rPr kumimoji="0" lang="en-US" altLang="en-US" sz="12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in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2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R2</a:t>
                      </a:r>
                      <a:r>
                        <a:rPr kumimoji="0" lang="en-US" altLang="en-US" sz="12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out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  <a:sym typeface="Times New Roman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  <a:sym typeface="Times New Roman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  <a:sym typeface="Times New Roman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  <a:sym typeface="Times New Roman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43080" name="TextBox 108">
            <a:extLst>
              <a:ext uri="{FF2B5EF4-FFF2-40B4-BE49-F238E27FC236}">
                <a16:creationId xmlns:a16="http://schemas.microsoft.com/office/drawing/2014/main" id="{D8D2DA08-1939-40B8-89B8-FD0F5B592E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4038" y="3748088"/>
            <a:ext cx="3743325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Let's derive the output expressions</a:t>
            </a: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5089" name="Group 170">
            <a:extLst>
              <a:ext uri="{FF2B5EF4-FFF2-40B4-BE49-F238E27FC236}">
                <a16:creationId xmlns:a16="http://schemas.microsoft.com/office/drawing/2014/main" id="{92A7D681-AACC-4DAC-8B69-5A5F673D73F1}"/>
              </a:ext>
            </a:extLst>
          </p:cNvPr>
          <p:cNvGrpSpPr>
            <a:grpSpLocks/>
          </p:cNvGrpSpPr>
          <p:nvPr/>
        </p:nvGrpSpPr>
        <p:grpSpPr bwMode="auto">
          <a:xfrm>
            <a:off x="552450" y="254000"/>
            <a:ext cx="8174038" cy="2514600"/>
            <a:chOff x="485775" y="4084638"/>
            <a:chExt cx="8174038" cy="2514600"/>
          </a:xfrm>
        </p:grpSpPr>
        <p:sp>
          <p:nvSpPr>
            <p:cNvPr id="345136" name="Shape 3111">
              <a:extLst>
                <a:ext uri="{FF2B5EF4-FFF2-40B4-BE49-F238E27FC236}">
                  <a16:creationId xmlns:a16="http://schemas.microsoft.com/office/drawing/2014/main" id="{D9E318E8-63F1-4FF4-AC55-3B87D4FE70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4106863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137" name="Shape 3112">
              <a:extLst>
                <a:ext uri="{FF2B5EF4-FFF2-40B4-BE49-F238E27FC236}">
                  <a16:creationId xmlns:a16="http://schemas.microsoft.com/office/drawing/2014/main" id="{A5D503C8-12A4-4C70-9EC4-9818FA09CC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4106863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138" name="Shape 3113">
              <a:extLst>
                <a:ext uri="{FF2B5EF4-FFF2-40B4-BE49-F238E27FC236}">
                  <a16:creationId xmlns:a16="http://schemas.microsoft.com/office/drawing/2014/main" id="{D2AB04BC-94AD-4FCC-9624-49BB4C7C97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4106863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139" name="Shape 3114">
              <a:extLst>
                <a:ext uri="{FF2B5EF4-FFF2-40B4-BE49-F238E27FC236}">
                  <a16:creationId xmlns:a16="http://schemas.microsoft.com/office/drawing/2014/main" id="{A1139002-D2E6-4D2F-957D-B38EB0F75B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963" y="4556125"/>
              <a:ext cx="1724025" cy="111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140" name="Shape 3115">
              <a:extLst>
                <a:ext uri="{FF2B5EF4-FFF2-40B4-BE49-F238E27FC236}">
                  <a16:creationId xmlns:a16="http://schemas.microsoft.com/office/drawing/2014/main" id="{F313112B-669C-4FE1-A278-30D20D58BE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4516438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141" name="Shape 3116">
              <a:extLst>
                <a:ext uri="{FF2B5EF4-FFF2-40B4-BE49-F238E27FC236}">
                  <a16:creationId xmlns:a16="http://schemas.microsoft.com/office/drawing/2014/main" id="{26533F47-06B8-4186-8F7C-C30D39FB09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4516438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142" name="Shape 3117">
              <a:extLst>
                <a:ext uri="{FF2B5EF4-FFF2-40B4-BE49-F238E27FC236}">
                  <a16:creationId xmlns:a16="http://schemas.microsoft.com/office/drawing/2014/main" id="{9F2C6376-7AE3-44BB-AA48-1318FAFE2F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4516438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143" name="Shape 3118">
              <a:extLst>
                <a:ext uri="{FF2B5EF4-FFF2-40B4-BE49-F238E27FC236}">
                  <a16:creationId xmlns:a16="http://schemas.microsoft.com/office/drawing/2014/main" id="{7057B83A-0ED5-4F05-8AFF-BF31A88498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49307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144" name="Shape 3119">
              <a:extLst>
                <a:ext uri="{FF2B5EF4-FFF2-40B4-BE49-F238E27FC236}">
                  <a16:creationId xmlns:a16="http://schemas.microsoft.com/office/drawing/2014/main" id="{0E466C48-72EE-4D9D-A832-51FDE0D374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49307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145" name="Shape 3120">
              <a:extLst>
                <a:ext uri="{FF2B5EF4-FFF2-40B4-BE49-F238E27FC236}">
                  <a16:creationId xmlns:a16="http://schemas.microsoft.com/office/drawing/2014/main" id="{4410D534-C840-46A1-B4F6-5801CA21FE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49307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146" name="Shape 3121">
              <a:extLst>
                <a:ext uri="{FF2B5EF4-FFF2-40B4-BE49-F238E27FC236}">
                  <a16:creationId xmlns:a16="http://schemas.microsoft.com/office/drawing/2014/main" id="{26C022F3-3827-4269-B926-ED79C54525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5346700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147" name="Shape 3122">
              <a:extLst>
                <a:ext uri="{FF2B5EF4-FFF2-40B4-BE49-F238E27FC236}">
                  <a16:creationId xmlns:a16="http://schemas.microsoft.com/office/drawing/2014/main" id="{648EE863-E1C5-4195-8552-0466C380AC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5346700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148" name="Shape 3123">
              <a:extLst>
                <a:ext uri="{FF2B5EF4-FFF2-40B4-BE49-F238E27FC236}">
                  <a16:creationId xmlns:a16="http://schemas.microsoft.com/office/drawing/2014/main" id="{7A79D449-0358-43BD-B21E-D90EC1A352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5346700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149" name="Shape 3124">
              <a:extLst>
                <a:ext uri="{FF2B5EF4-FFF2-40B4-BE49-F238E27FC236}">
                  <a16:creationId xmlns:a16="http://schemas.microsoft.com/office/drawing/2014/main" id="{B9CD07AE-9D87-48B6-AF10-43EBAC871F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5708650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150" name="Shape 3125">
              <a:extLst>
                <a:ext uri="{FF2B5EF4-FFF2-40B4-BE49-F238E27FC236}">
                  <a16:creationId xmlns:a16="http://schemas.microsoft.com/office/drawing/2014/main" id="{4772FF91-C5C3-4F54-B803-7911401105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5708650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151" name="Shape 3126">
              <a:extLst>
                <a:ext uri="{FF2B5EF4-FFF2-40B4-BE49-F238E27FC236}">
                  <a16:creationId xmlns:a16="http://schemas.microsoft.com/office/drawing/2014/main" id="{3462381B-BFEE-4FC0-AA74-3A078E636B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5708650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152" name="Shape 3127">
              <a:extLst>
                <a:ext uri="{FF2B5EF4-FFF2-40B4-BE49-F238E27FC236}">
                  <a16:creationId xmlns:a16="http://schemas.microsoft.com/office/drawing/2014/main" id="{4A68E1BC-3B26-4949-9145-E2757FDDDA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59610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153" name="Shape 3128">
              <a:extLst>
                <a:ext uri="{FF2B5EF4-FFF2-40B4-BE49-F238E27FC236}">
                  <a16:creationId xmlns:a16="http://schemas.microsoft.com/office/drawing/2014/main" id="{EA7B7169-2FEB-4AC1-A378-E6D9B90878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59610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154" name="Shape 3129">
              <a:extLst>
                <a:ext uri="{FF2B5EF4-FFF2-40B4-BE49-F238E27FC236}">
                  <a16:creationId xmlns:a16="http://schemas.microsoft.com/office/drawing/2014/main" id="{B8B694AA-51DA-4ADE-AAB2-87171A0921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59610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155" name="Shape 3130">
              <a:extLst>
                <a:ext uri="{FF2B5EF4-FFF2-40B4-BE49-F238E27FC236}">
                  <a16:creationId xmlns:a16="http://schemas.microsoft.com/office/drawing/2014/main" id="{DD902A87-D4C1-40DD-BACE-72530A97E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6240463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156" name="Shape 3131">
              <a:extLst>
                <a:ext uri="{FF2B5EF4-FFF2-40B4-BE49-F238E27FC236}">
                  <a16:creationId xmlns:a16="http://schemas.microsoft.com/office/drawing/2014/main" id="{15C4FF7F-3525-4D26-ABD5-A008F3369D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6240463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157" name="Shape 3132">
              <a:extLst>
                <a:ext uri="{FF2B5EF4-FFF2-40B4-BE49-F238E27FC236}">
                  <a16:creationId xmlns:a16="http://schemas.microsoft.com/office/drawing/2014/main" id="{5088E60B-D5CF-443F-B761-E4540AC8BB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6240463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158" name="Shape 3133">
              <a:extLst>
                <a:ext uri="{FF2B5EF4-FFF2-40B4-BE49-F238E27FC236}">
                  <a16:creationId xmlns:a16="http://schemas.microsoft.com/office/drawing/2014/main" id="{02F96F6F-4BB0-4634-A1B4-32D577413F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95688" y="4984750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45159" name="Shape 3134">
              <a:extLst>
                <a:ext uri="{FF2B5EF4-FFF2-40B4-BE49-F238E27FC236}">
                  <a16:creationId xmlns:a16="http://schemas.microsoft.com/office/drawing/2014/main" id="{C5D2BBA8-8671-4F78-933D-99F93FFFE1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73563" y="4970463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45160" name="Shape 3135">
              <a:extLst>
                <a:ext uri="{FF2B5EF4-FFF2-40B4-BE49-F238E27FC236}">
                  <a16:creationId xmlns:a16="http://schemas.microsoft.com/office/drawing/2014/main" id="{70A481EB-6AA4-47D2-A1BB-BCBAB8CA3F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24450" y="4970463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45161" name="Shape 3136">
              <a:extLst>
                <a:ext uri="{FF2B5EF4-FFF2-40B4-BE49-F238E27FC236}">
                  <a16:creationId xmlns:a16="http://schemas.microsoft.com/office/drawing/2014/main" id="{DBB3F19D-F047-4E5B-A8EA-AB7354A4AC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03900" y="4970463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45162" name="Shape 3137">
              <a:extLst>
                <a:ext uri="{FF2B5EF4-FFF2-40B4-BE49-F238E27FC236}">
                  <a16:creationId xmlns:a16="http://schemas.microsoft.com/office/drawing/2014/main" id="{9B025AC7-29DE-4204-AF81-FC406F361A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9225" y="4984750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45163" name="Shape 3138">
              <a:extLst>
                <a:ext uri="{FF2B5EF4-FFF2-40B4-BE49-F238E27FC236}">
                  <a16:creationId xmlns:a16="http://schemas.microsoft.com/office/drawing/2014/main" id="{658A80EB-B6D8-4EC4-939B-E224D07EAE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70750" y="4970463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45164" name="Shape 3139">
              <a:extLst>
                <a:ext uri="{FF2B5EF4-FFF2-40B4-BE49-F238E27FC236}">
                  <a16:creationId xmlns:a16="http://schemas.microsoft.com/office/drawing/2014/main" id="{52316983-90B9-4E48-8947-94A145DEEF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18450" y="4954588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345165" name="Shape 3140">
              <a:extLst>
                <a:ext uri="{FF2B5EF4-FFF2-40B4-BE49-F238E27FC236}">
                  <a16:creationId xmlns:a16="http://schemas.microsoft.com/office/drawing/2014/main" id="{CE287A13-765E-49AC-AC35-ED8E53B6DC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4038" y="4567238"/>
              <a:ext cx="6508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= 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345166" name="Shape 3141">
              <a:extLst>
                <a:ext uri="{FF2B5EF4-FFF2-40B4-BE49-F238E27FC236}">
                  <a16:creationId xmlns:a16="http://schemas.microsoft.com/office/drawing/2014/main" id="{CE640366-9B03-43C4-88AC-598CC722B3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6525" y="4567238"/>
              <a:ext cx="6508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= 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grpSp>
          <p:nvGrpSpPr>
            <p:cNvPr id="345167" name="Shape 3142">
              <a:extLst>
                <a:ext uri="{FF2B5EF4-FFF2-40B4-BE49-F238E27FC236}">
                  <a16:creationId xmlns:a16="http://schemas.microsoft.com/office/drawing/2014/main" id="{E04EE529-56AA-40AF-8CC9-072D02C94B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5775" y="4084638"/>
              <a:ext cx="8166100" cy="2514600"/>
              <a:chOff x="603250" y="1414462"/>
              <a:chExt cx="8167586" cy="2514599"/>
            </a:xfrm>
          </p:grpSpPr>
          <p:sp>
            <p:nvSpPr>
              <p:cNvPr id="345171" name="Shape 3143">
                <a:extLst>
                  <a:ext uri="{FF2B5EF4-FFF2-40B4-BE49-F238E27FC236}">
                    <a16:creationId xmlns:a16="http://schemas.microsoft.com/office/drawing/2014/main" id="{789B06C0-8487-4D4D-9AA4-F2FA9D00619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9637" y="1427162"/>
                <a:ext cx="7861199" cy="959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5172" name="Shape 3144">
                <a:extLst>
                  <a:ext uri="{FF2B5EF4-FFF2-40B4-BE49-F238E27FC236}">
                    <a16:creationId xmlns:a16="http://schemas.microsoft.com/office/drawing/2014/main" id="{006D0560-3169-4853-B928-912FFDB409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1436687"/>
                <a:ext cx="11100" cy="4128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5173" name="Shape 3145">
                <a:extLst>
                  <a:ext uri="{FF2B5EF4-FFF2-40B4-BE49-F238E27FC236}">
                    <a16:creationId xmlns:a16="http://schemas.microsoft.com/office/drawing/2014/main" id="{FE81ECA8-A773-460C-AD48-AF19AB11185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1436687"/>
                <a:ext cx="11100" cy="4128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5174" name="Shape 3146">
                <a:extLst>
                  <a:ext uri="{FF2B5EF4-FFF2-40B4-BE49-F238E27FC236}">
                    <a16:creationId xmlns:a16="http://schemas.microsoft.com/office/drawing/2014/main" id="{C0951754-B1F5-4139-A969-79BFE8AA8C4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42987" y="1603375"/>
                <a:ext cx="730199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Present </a:t>
                </a:r>
              </a:p>
            </p:txBody>
          </p:sp>
          <p:sp>
            <p:nvSpPr>
              <p:cNvPr id="345175" name="Shape 3147">
                <a:extLst>
                  <a:ext uri="{FF2B5EF4-FFF2-40B4-BE49-F238E27FC236}">
                    <a16:creationId xmlns:a16="http://schemas.microsoft.com/office/drawing/2014/main" id="{4F690C90-11CD-4ADA-809E-1A01E03D6E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55836" y="1550987"/>
                <a:ext cx="9780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Next state </a:t>
                </a:r>
              </a:p>
            </p:txBody>
          </p:sp>
          <p:sp>
            <p:nvSpPr>
              <p:cNvPr id="345176" name="Shape 3148">
                <a:extLst>
                  <a:ext uri="{FF2B5EF4-FFF2-40B4-BE49-F238E27FC236}">
                    <a16:creationId xmlns:a16="http://schemas.microsoft.com/office/drawing/2014/main" id="{372A7B83-B3B8-45E5-BC78-BD68395CE5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1846261"/>
                <a:ext cx="11100" cy="41429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5177" name="Shape 3149">
                <a:extLst>
                  <a:ext uri="{FF2B5EF4-FFF2-40B4-BE49-F238E27FC236}">
                    <a16:creationId xmlns:a16="http://schemas.microsoft.com/office/drawing/2014/main" id="{95C7BB90-93DD-43F3-AA50-81B75CCA7CA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69987" y="1912936"/>
                <a:ext cx="4761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state </a:t>
                </a:r>
              </a:p>
            </p:txBody>
          </p:sp>
          <p:sp>
            <p:nvSpPr>
              <p:cNvPr id="345178" name="Shape 3150">
                <a:extLst>
                  <a:ext uri="{FF2B5EF4-FFF2-40B4-BE49-F238E27FC236}">
                    <a16:creationId xmlns:a16="http://schemas.microsoft.com/office/drawing/2014/main" id="{31763B0B-3DE0-4707-A0BA-A6C55373C4D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2249486"/>
                <a:ext cx="6915000" cy="111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5179" name="Shape 3151">
                <a:extLst>
                  <a:ext uri="{FF2B5EF4-FFF2-40B4-BE49-F238E27FC236}">
                    <a16:creationId xmlns:a16="http://schemas.microsoft.com/office/drawing/2014/main" id="{192B7A3F-B4ED-450D-996E-82DDF60B4C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2260600"/>
                <a:ext cx="11100" cy="4128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5180" name="Shape 3152">
                <a:extLst>
                  <a:ext uri="{FF2B5EF4-FFF2-40B4-BE49-F238E27FC236}">
                    <a16:creationId xmlns:a16="http://schemas.microsoft.com/office/drawing/2014/main" id="{061C16F4-3E4E-4705-A99A-D89BD68513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9637" y="2662236"/>
                <a:ext cx="7861199" cy="111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5181" name="Shape 3153">
                <a:extLst>
                  <a:ext uri="{FF2B5EF4-FFF2-40B4-BE49-F238E27FC236}">
                    <a16:creationId xmlns:a16="http://schemas.microsoft.com/office/drawing/2014/main" id="{A8CA43A0-F958-4575-99AD-5DFF9234C9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10250" y="1808161"/>
                <a:ext cx="7809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Outputs </a:t>
                </a:r>
              </a:p>
            </p:txBody>
          </p:sp>
          <p:sp>
            <p:nvSpPr>
              <p:cNvPr id="345182" name="Shape 3154">
                <a:extLst>
                  <a:ext uri="{FF2B5EF4-FFF2-40B4-BE49-F238E27FC236}">
                    <a16:creationId xmlns:a16="http://schemas.microsoft.com/office/drawing/2014/main" id="{70B3CCCE-D0D9-438A-8531-66A38E70EB6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3250" y="2755900"/>
                <a:ext cx="222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A </a:t>
                </a:r>
              </a:p>
            </p:txBody>
          </p:sp>
          <p:sp>
            <p:nvSpPr>
              <p:cNvPr id="345183" name="Shape 3155">
                <a:extLst>
                  <a:ext uri="{FF2B5EF4-FFF2-40B4-BE49-F238E27FC236}">
                    <a16:creationId xmlns:a16="http://schemas.microsoft.com/office/drawing/2014/main" id="{728C0C26-BF91-4D38-B857-96867B54C8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2676525"/>
                <a:ext cx="11100" cy="3621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5184" name="Shape 3156">
                <a:extLst>
                  <a:ext uri="{FF2B5EF4-FFF2-40B4-BE49-F238E27FC236}">
                    <a16:creationId xmlns:a16="http://schemas.microsoft.com/office/drawing/2014/main" id="{3256FDDC-B046-4490-A186-98B6C97FE55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35075" y="2755900"/>
                <a:ext cx="271463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00</a:t>
                </a:r>
              </a:p>
            </p:txBody>
          </p:sp>
          <p:sp>
            <p:nvSpPr>
              <p:cNvPr id="345185" name="Shape 3157">
                <a:extLst>
                  <a:ext uri="{FF2B5EF4-FFF2-40B4-BE49-F238E27FC236}">
                    <a16:creationId xmlns:a16="http://schemas.microsoft.com/office/drawing/2014/main" id="{0F3AFE7F-3891-412E-9C3A-35227CCED0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36775" y="2755900"/>
                <a:ext cx="298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00</a:t>
                </a:r>
              </a:p>
            </p:txBody>
          </p:sp>
          <p:sp>
            <p:nvSpPr>
              <p:cNvPr id="345186" name="Shape 3158">
                <a:extLst>
                  <a:ext uri="{FF2B5EF4-FFF2-40B4-BE49-F238E27FC236}">
                    <a16:creationId xmlns:a16="http://schemas.microsoft.com/office/drawing/2014/main" id="{D0D0810D-7D6F-4D05-BC2C-D28145F710E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94025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5187" name="Shape 3159">
                <a:extLst>
                  <a:ext uri="{FF2B5EF4-FFF2-40B4-BE49-F238E27FC236}">
                    <a16:creationId xmlns:a16="http://schemas.microsoft.com/office/drawing/2014/main" id="{7C02A470-D94E-4D5F-9754-9D86C7789F9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67061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45188" name="Shape 3160">
                <a:extLst>
                  <a:ext uri="{FF2B5EF4-FFF2-40B4-BE49-F238E27FC236}">
                    <a16:creationId xmlns:a16="http://schemas.microsoft.com/office/drawing/2014/main" id="{07B344EC-9C35-4482-9D58-7DBBEAA96AE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29062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5189" name="Shape 3161">
                <a:extLst>
                  <a:ext uri="{FF2B5EF4-FFF2-40B4-BE49-F238E27FC236}">
                    <a16:creationId xmlns:a16="http://schemas.microsoft.com/office/drawing/2014/main" id="{E00CF4DB-B791-4567-9EC1-AFD153038A3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56137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5190" name="Shape 3162">
                <a:extLst>
                  <a:ext uri="{FF2B5EF4-FFF2-40B4-BE49-F238E27FC236}">
                    <a16:creationId xmlns:a16="http://schemas.microsoft.com/office/drawing/2014/main" id="{3856342B-8045-43F9-9894-7BFD22AE6E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83212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5191" name="Shape 3163">
                <a:extLst>
                  <a:ext uri="{FF2B5EF4-FFF2-40B4-BE49-F238E27FC236}">
                    <a16:creationId xmlns:a16="http://schemas.microsoft.com/office/drawing/2014/main" id="{D596293E-18DB-45F2-9D84-48912C67CB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111875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5192" name="Shape 3164">
                <a:extLst>
                  <a:ext uri="{FF2B5EF4-FFF2-40B4-BE49-F238E27FC236}">
                    <a16:creationId xmlns:a16="http://schemas.microsoft.com/office/drawing/2014/main" id="{82245174-C530-4570-BFB6-D91386F5E55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38950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5193" name="Shape 3165">
                <a:extLst>
                  <a:ext uri="{FF2B5EF4-FFF2-40B4-BE49-F238E27FC236}">
                    <a16:creationId xmlns:a16="http://schemas.microsoft.com/office/drawing/2014/main" id="{C1CD303D-0A2B-4DB3-B2DF-B757B0F819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64436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5194" name="Shape 3166">
                <a:extLst>
                  <a:ext uri="{FF2B5EF4-FFF2-40B4-BE49-F238E27FC236}">
                    <a16:creationId xmlns:a16="http://schemas.microsoft.com/office/drawing/2014/main" id="{65224729-6C66-4CDB-9F99-CED26C6773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81986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5195" name="Shape 3167">
                <a:extLst>
                  <a:ext uri="{FF2B5EF4-FFF2-40B4-BE49-F238E27FC236}">
                    <a16:creationId xmlns:a16="http://schemas.microsoft.com/office/drawing/2014/main" id="{CD709A69-97F9-4069-89BA-C459CA4949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9600" y="3030536"/>
                <a:ext cx="209399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B </a:t>
                </a:r>
              </a:p>
            </p:txBody>
          </p:sp>
          <p:sp>
            <p:nvSpPr>
              <p:cNvPr id="345196" name="Shape 3168">
                <a:extLst>
                  <a:ext uri="{FF2B5EF4-FFF2-40B4-BE49-F238E27FC236}">
                    <a16:creationId xmlns:a16="http://schemas.microsoft.com/office/drawing/2014/main" id="{E6050800-A3B5-48E0-9B2D-4F7E994E61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3038475"/>
                <a:ext cx="11100" cy="27449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5197" name="Shape 3169">
                <a:extLst>
                  <a:ext uri="{FF2B5EF4-FFF2-40B4-BE49-F238E27FC236}">
                    <a16:creationId xmlns:a16="http://schemas.microsoft.com/office/drawing/2014/main" id="{81B4176C-50E0-47AF-A2A7-E9AAEC7C059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36662" y="3030536"/>
                <a:ext cx="271463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01</a:t>
                </a:r>
              </a:p>
            </p:txBody>
          </p:sp>
          <p:sp>
            <p:nvSpPr>
              <p:cNvPr id="345198" name="Shape 3170">
                <a:extLst>
                  <a:ext uri="{FF2B5EF4-FFF2-40B4-BE49-F238E27FC236}">
                    <a16:creationId xmlns:a16="http://schemas.microsoft.com/office/drawing/2014/main" id="{AF37391C-5A6C-4473-99B0-D1E3F323B5C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38361" y="3030536"/>
                <a:ext cx="298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11</a:t>
                </a:r>
              </a:p>
            </p:txBody>
          </p:sp>
          <p:sp>
            <p:nvSpPr>
              <p:cNvPr id="345199" name="Shape 3171">
                <a:extLst>
                  <a:ext uri="{FF2B5EF4-FFF2-40B4-BE49-F238E27FC236}">
                    <a16:creationId xmlns:a16="http://schemas.microsoft.com/office/drawing/2014/main" id="{3A1EDF84-AF9D-428A-903A-D89D271897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95611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45200" name="Shape 3172">
                <a:extLst>
                  <a:ext uri="{FF2B5EF4-FFF2-40B4-BE49-F238E27FC236}">
                    <a16:creationId xmlns:a16="http://schemas.microsoft.com/office/drawing/2014/main" id="{EFE7D174-BE13-4A49-BCE2-58350CB576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67061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45201" name="Shape 3173">
                <a:extLst>
                  <a:ext uri="{FF2B5EF4-FFF2-40B4-BE49-F238E27FC236}">
                    <a16:creationId xmlns:a16="http://schemas.microsoft.com/office/drawing/2014/main" id="{B6C97DE3-EC47-4F25-B430-E971675DCA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0650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5202" name="Shape 3174">
                <a:extLst>
                  <a:ext uri="{FF2B5EF4-FFF2-40B4-BE49-F238E27FC236}">
                    <a16:creationId xmlns:a16="http://schemas.microsoft.com/office/drawing/2014/main" id="{6D9A54ED-7576-456F-A4D6-2DEDE86276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57725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5203" name="Shape 3175">
                <a:extLst>
                  <a:ext uri="{FF2B5EF4-FFF2-40B4-BE49-F238E27FC236}">
                    <a16:creationId xmlns:a16="http://schemas.microsoft.com/office/drawing/2014/main" id="{88360C94-629B-410A-BB96-B7902C273B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84800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45204" name="Shape 3176">
                <a:extLst>
                  <a:ext uri="{FF2B5EF4-FFF2-40B4-BE49-F238E27FC236}">
                    <a16:creationId xmlns:a16="http://schemas.microsoft.com/office/drawing/2014/main" id="{2BB2570B-0315-48FF-87B9-E4D70192E0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111875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5205" name="Shape 3177">
                <a:extLst>
                  <a:ext uri="{FF2B5EF4-FFF2-40B4-BE49-F238E27FC236}">
                    <a16:creationId xmlns:a16="http://schemas.microsoft.com/office/drawing/2014/main" id="{532161CF-09E8-4B6D-83E8-7FBF64C9F4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38950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5206" name="Shape 3178">
                <a:extLst>
                  <a:ext uri="{FF2B5EF4-FFF2-40B4-BE49-F238E27FC236}">
                    <a16:creationId xmlns:a16="http://schemas.microsoft.com/office/drawing/2014/main" id="{F3C34A46-2C1A-49D7-B8B4-EF20D8B7EB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66025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45207" name="Shape 3179">
                <a:extLst>
                  <a:ext uri="{FF2B5EF4-FFF2-40B4-BE49-F238E27FC236}">
                    <a16:creationId xmlns:a16="http://schemas.microsoft.com/office/drawing/2014/main" id="{F1253F94-7BA8-45FA-BAF5-71AB3A28F5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81986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5208" name="Shape 3180">
                <a:extLst>
                  <a:ext uri="{FF2B5EF4-FFF2-40B4-BE49-F238E27FC236}">
                    <a16:creationId xmlns:a16="http://schemas.microsoft.com/office/drawing/2014/main" id="{02C6A9E4-EC9A-4CB7-970C-855466E94F9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9600" y="3302000"/>
                <a:ext cx="209399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C </a:t>
                </a:r>
              </a:p>
            </p:txBody>
          </p:sp>
          <p:sp>
            <p:nvSpPr>
              <p:cNvPr id="345209" name="Shape 3181">
                <a:extLst>
                  <a:ext uri="{FF2B5EF4-FFF2-40B4-BE49-F238E27FC236}">
                    <a16:creationId xmlns:a16="http://schemas.microsoft.com/office/drawing/2014/main" id="{E24B4DF8-AB45-40AB-8B3F-1FAA859788D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3290887"/>
                <a:ext cx="11100" cy="27449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5210" name="Shape 3182">
                <a:extLst>
                  <a:ext uri="{FF2B5EF4-FFF2-40B4-BE49-F238E27FC236}">
                    <a16:creationId xmlns:a16="http://schemas.microsoft.com/office/drawing/2014/main" id="{A48CD139-2F95-491E-8278-7ECC3B61FA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36662" y="3302000"/>
                <a:ext cx="271463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11</a:t>
                </a:r>
              </a:p>
            </p:txBody>
          </p:sp>
          <p:sp>
            <p:nvSpPr>
              <p:cNvPr id="345211" name="Shape 3183">
                <a:extLst>
                  <a:ext uri="{FF2B5EF4-FFF2-40B4-BE49-F238E27FC236}">
                    <a16:creationId xmlns:a16="http://schemas.microsoft.com/office/drawing/2014/main" id="{7FCE15FE-FD38-4273-A352-94E4973363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38361" y="3302000"/>
                <a:ext cx="298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10</a:t>
                </a:r>
              </a:p>
            </p:txBody>
          </p:sp>
          <p:sp>
            <p:nvSpPr>
              <p:cNvPr id="345212" name="Shape 3184">
                <a:extLst>
                  <a:ext uri="{FF2B5EF4-FFF2-40B4-BE49-F238E27FC236}">
                    <a16:creationId xmlns:a16="http://schemas.microsoft.com/office/drawing/2014/main" id="{E98F46C6-7DFE-4AAB-8E53-2F240D5DFF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95611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45213" name="Shape 3185">
                <a:extLst>
                  <a:ext uri="{FF2B5EF4-FFF2-40B4-BE49-F238E27FC236}">
                    <a16:creationId xmlns:a16="http://schemas.microsoft.com/office/drawing/2014/main" id="{0A15CDB3-6E5A-4DF0-8505-42C1B79A842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67061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5214" name="Shape 3186">
                <a:extLst>
                  <a:ext uri="{FF2B5EF4-FFF2-40B4-BE49-F238E27FC236}">
                    <a16:creationId xmlns:a16="http://schemas.microsoft.com/office/drawing/2014/main" id="{36B38267-F806-47BE-85D2-1332E3ADF90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0650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45215" name="Shape 3187">
                <a:extLst>
                  <a:ext uri="{FF2B5EF4-FFF2-40B4-BE49-F238E27FC236}">
                    <a16:creationId xmlns:a16="http://schemas.microsoft.com/office/drawing/2014/main" id="{87DB8F90-9E64-4F1E-B796-271237D46C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57725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5216" name="Shape 3188">
                <a:extLst>
                  <a:ext uri="{FF2B5EF4-FFF2-40B4-BE49-F238E27FC236}">
                    <a16:creationId xmlns:a16="http://schemas.microsoft.com/office/drawing/2014/main" id="{8891564F-569D-451B-BBFD-01FA81CFE0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84800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5217" name="Shape 3189">
                <a:extLst>
                  <a:ext uri="{FF2B5EF4-FFF2-40B4-BE49-F238E27FC236}">
                    <a16:creationId xmlns:a16="http://schemas.microsoft.com/office/drawing/2014/main" id="{AAF2E969-FCE4-4DFC-84EA-FC17AA4FE30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111875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45218" name="Shape 3190">
                <a:extLst>
                  <a:ext uri="{FF2B5EF4-FFF2-40B4-BE49-F238E27FC236}">
                    <a16:creationId xmlns:a16="http://schemas.microsoft.com/office/drawing/2014/main" id="{DF29840A-ED11-4C84-A9BB-045D786308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38950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5219" name="Shape 3191">
                <a:extLst>
                  <a:ext uri="{FF2B5EF4-FFF2-40B4-BE49-F238E27FC236}">
                    <a16:creationId xmlns:a16="http://schemas.microsoft.com/office/drawing/2014/main" id="{3207C6C6-2E7C-471D-8E73-E5BF3A3C70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66025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5220" name="Shape 3192">
                <a:extLst>
                  <a:ext uri="{FF2B5EF4-FFF2-40B4-BE49-F238E27FC236}">
                    <a16:creationId xmlns:a16="http://schemas.microsoft.com/office/drawing/2014/main" id="{1E62881E-B0AB-4CD9-88A5-CCEAFD081ED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81986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5221" name="Shape 3193">
                <a:extLst>
                  <a:ext uri="{FF2B5EF4-FFF2-40B4-BE49-F238E27FC236}">
                    <a16:creationId xmlns:a16="http://schemas.microsoft.com/office/drawing/2014/main" id="{DCE22683-5FFF-45C0-A160-12558CFDDC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3250" y="3576637"/>
                <a:ext cx="222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D </a:t>
                </a:r>
              </a:p>
            </p:txBody>
          </p:sp>
          <p:sp>
            <p:nvSpPr>
              <p:cNvPr id="345222" name="Shape 3194">
                <a:extLst>
                  <a:ext uri="{FF2B5EF4-FFF2-40B4-BE49-F238E27FC236}">
                    <a16:creationId xmlns:a16="http://schemas.microsoft.com/office/drawing/2014/main" id="{F1144F0F-3AB9-49ED-8A61-CF40FF7B75E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3570287"/>
                <a:ext cx="11100" cy="3159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5223" name="Shape 3195">
                <a:extLst>
                  <a:ext uri="{FF2B5EF4-FFF2-40B4-BE49-F238E27FC236}">
                    <a16:creationId xmlns:a16="http://schemas.microsoft.com/office/drawing/2014/main" id="{4B88E232-50B7-4ACF-A0AB-5D3C960B903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35075" y="3576637"/>
                <a:ext cx="271463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10</a:t>
                </a:r>
              </a:p>
            </p:txBody>
          </p:sp>
          <p:sp>
            <p:nvSpPr>
              <p:cNvPr id="345224" name="Shape 3196">
                <a:extLst>
                  <a:ext uri="{FF2B5EF4-FFF2-40B4-BE49-F238E27FC236}">
                    <a16:creationId xmlns:a16="http://schemas.microsoft.com/office/drawing/2014/main" id="{A4639739-AEE3-49A4-A560-E6CD6BC746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36775" y="3576637"/>
                <a:ext cx="298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00</a:t>
                </a:r>
              </a:p>
            </p:txBody>
          </p:sp>
          <p:sp>
            <p:nvSpPr>
              <p:cNvPr id="345225" name="Shape 3197">
                <a:extLst>
                  <a:ext uri="{FF2B5EF4-FFF2-40B4-BE49-F238E27FC236}">
                    <a16:creationId xmlns:a16="http://schemas.microsoft.com/office/drawing/2014/main" id="{F48F2FD3-A986-4A0F-AEA2-3AA7E45A28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94025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5226" name="Shape 3198">
                <a:extLst>
                  <a:ext uri="{FF2B5EF4-FFF2-40B4-BE49-F238E27FC236}">
                    <a16:creationId xmlns:a16="http://schemas.microsoft.com/office/drawing/2014/main" id="{30C60B0E-6F08-41D8-9C80-141792AF3A0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67061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5227" name="Shape 3199">
                <a:extLst>
                  <a:ext uri="{FF2B5EF4-FFF2-40B4-BE49-F238E27FC236}">
                    <a16:creationId xmlns:a16="http://schemas.microsoft.com/office/drawing/2014/main" id="{98FCDA82-8468-45E0-816F-9E7D290086D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29062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5228" name="Shape 3200">
                <a:extLst>
                  <a:ext uri="{FF2B5EF4-FFF2-40B4-BE49-F238E27FC236}">
                    <a16:creationId xmlns:a16="http://schemas.microsoft.com/office/drawing/2014/main" id="{E6805D1D-517F-443D-875F-00CA07BDCDA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56137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45229" name="Shape 3201">
                <a:extLst>
                  <a:ext uri="{FF2B5EF4-FFF2-40B4-BE49-F238E27FC236}">
                    <a16:creationId xmlns:a16="http://schemas.microsoft.com/office/drawing/2014/main" id="{F6B62CBE-AAB1-4410-AEB5-306C6D4499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83212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5230" name="Shape 3202">
                <a:extLst>
                  <a:ext uri="{FF2B5EF4-FFF2-40B4-BE49-F238E27FC236}">
                    <a16:creationId xmlns:a16="http://schemas.microsoft.com/office/drawing/2014/main" id="{08CA6011-1DDB-4826-A935-74701077995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111875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5231" name="Shape 3203">
                <a:extLst>
                  <a:ext uri="{FF2B5EF4-FFF2-40B4-BE49-F238E27FC236}">
                    <a16:creationId xmlns:a16="http://schemas.microsoft.com/office/drawing/2014/main" id="{508C0A48-F694-463D-9827-5F74321C2D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38950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45232" name="Shape 3204">
                <a:extLst>
                  <a:ext uri="{FF2B5EF4-FFF2-40B4-BE49-F238E27FC236}">
                    <a16:creationId xmlns:a16="http://schemas.microsoft.com/office/drawing/2014/main" id="{1945ECE6-27FB-425E-966E-39B8920D8E6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64436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5233" name="Shape 3205">
                <a:extLst>
                  <a:ext uri="{FF2B5EF4-FFF2-40B4-BE49-F238E27FC236}">
                    <a16:creationId xmlns:a16="http://schemas.microsoft.com/office/drawing/2014/main" id="{D8C81E67-96B6-40D8-B387-5BC003BE40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9637" y="3897312"/>
                <a:ext cx="7861199" cy="111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5234" name="Shape 3206">
                <a:extLst>
                  <a:ext uri="{FF2B5EF4-FFF2-40B4-BE49-F238E27FC236}">
                    <a16:creationId xmlns:a16="http://schemas.microsoft.com/office/drawing/2014/main" id="{4B1A1623-16FF-4B52-85B1-D0ADB031AF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81986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cxnSp>
            <p:nvCxnSpPr>
              <p:cNvPr id="345235" name="Shape 3207">
                <a:extLst>
                  <a:ext uri="{FF2B5EF4-FFF2-40B4-BE49-F238E27FC236}">
                    <a16:creationId xmlns:a16="http://schemas.microsoft.com/office/drawing/2014/main" id="{60B8A655-73C2-4EB8-9B9B-BEC228AD5E0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14400" y="1428750"/>
                <a:ext cx="0" cy="2471699"/>
              </a:xfrm>
              <a:prstGeom prst="straightConnector1">
                <a:avLst/>
              </a:prstGeom>
              <a:noFill/>
              <a:ln w="9525" cap="rnd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45236" name="Shape 3208">
                <a:extLst>
                  <a:ext uri="{FF2B5EF4-FFF2-40B4-BE49-F238E27FC236}">
                    <a16:creationId xmlns:a16="http://schemas.microsoft.com/office/drawing/2014/main" id="{A40565B6-EAE2-44F5-80FD-2F43579757E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571875" y="1443037"/>
                <a:ext cx="0" cy="2443200"/>
              </a:xfrm>
              <a:prstGeom prst="straightConnector1">
                <a:avLst/>
              </a:prstGeom>
              <a:noFill/>
              <a:ln w="9525" cap="rnd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45237" name="Shape 3209">
                <a:extLst>
                  <a:ext uri="{FF2B5EF4-FFF2-40B4-BE49-F238E27FC236}">
                    <a16:creationId xmlns:a16="http://schemas.microsoft.com/office/drawing/2014/main" id="{111D7373-31D1-467A-AC76-2A2DF154097C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1843086" y="1885950"/>
                <a:ext cx="1728900" cy="0"/>
              </a:xfrm>
              <a:prstGeom prst="straightConnector1">
                <a:avLst/>
              </a:prstGeom>
              <a:noFill/>
              <a:ln w="9525" cap="rnd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45238" name="Shape 3210">
                <a:extLst>
                  <a:ext uri="{FF2B5EF4-FFF2-40B4-BE49-F238E27FC236}">
                    <a16:creationId xmlns:a16="http://schemas.microsoft.com/office/drawing/2014/main" id="{F87875D5-33E1-4059-89FB-629A2BBBD0F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8758236" y="1414462"/>
                <a:ext cx="0" cy="2514599"/>
              </a:xfrm>
              <a:prstGeom prst="straightConnector1">
                <a:avLst/>
              </a:prstGeom>
              <a:noFill/>
              <a:ln w="9525" cap="rnd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345168" name="Shape 3211">
              <a:extLst>
                <a:ext uri="{FF2B5EF4-FFF2-40B4-BE49-F238E27FC236}">
                  <a16:creationId xmlns:a16="http://schemas.microsoft.com/office/drawing/2014/main" id="{912747FF-AC9A-4554-BEA1-1EC6DAD95E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0238" y="4954588"/>
              <a:ext cx="512762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45169" name="Shape 3212">
              <a:extLst>
                <a:ext uri="{FF2B5EF4-FFF2-40B4-BE49-F238E27FC236}">
                  <a16:creationId xmlns:a16="http://schemas.microsoft.com/office/drawing/2014/main" id="{06BF93F1-8BF4-4D42-BCE5-FADAC5C40E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7963" y="4984750"/>
              <a:ext cx="5111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45170" name="Shape 3213">
              <a:extLst>
                <a:ext uri="{FF2B5EF4-FFF2-40B4-BE49-F238E27FC236}">
                  <a16:creationId xmlns:a16="http://schemas.microsoft.com/office/drawing/2014/main" id="{87AAE6B9-8CEA-4F4F-8FE6-1A35AC0874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363" y="4968875"/>
              <a:ext cx="5111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</p:grpSp>
      <p:graphicFrame>
        <p:nvGraphicFramePr>
          <p:cNvPr id="108" name="Shape 2890">
            <a:extLst>
              <a:ext uri="{FF2B5EF4-FFF2-40B4-BE49-F238E27FC236}">
                <a16:creationId xmlns:a16="http://schemas.microsoft.com/office/drawing/2014/main" id="{E464B89D-FC26-8E4E-ABB5-514E840C79B9}"/>
              </a:ext>
            </a:extLst>
          </p:cNvPr>
          <p:cNvGraphicFramePr>
            <a:graphicFrameLocks noGrp="1"/>
          </p:cNvGraphicFramePr>
          <p:nvPr/>
        </p:nvGraphicFramePr>
        <p:xfrm>
          <a:off x="779463" y="3067050"/>
          <a:ext cx="2479675" cy="1984375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68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68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2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R1</a:t>
                      </a:r>
                      <a:r>
                        <a:rPr kumimoji="0" lang="en-US" altLang="en-US" sz="12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out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2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R1</a:t>
                      </a:r>
                      <a:r>
                        <a:rPr kumimoji="0" lang="en-US" altLang="en-US" sz="12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in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2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R2</a:t>
                      </a:r>
                      <a:r>
                        <a:rPr kumimoji="0" lang="en-US" altLang="en-US" sz="12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out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  <a:sym typeface="Times New Roman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  <a:sym typeface="Times New Roman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  <a:sym typeface="Times New Roman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  <a:sym typeface="Times New Roman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45128" name="TextBox 108">
            <a:extLst>
              <a:ext uri="{FF2B5EF4-FFF2-40B4-BE49-F238E27FC236}">
                <a16:creationId xmlns:a16="http://schemas.microsoft.com/office/drawing/2014/main" id="{469A2071-E3F7-46E6-A0A7-CC4D2B8B92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4038" y="3748088"/>
            <a:ext cx="3802062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Let's derive the output expressions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Once again, we only need to derive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these three unique ones.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F321A64B-551E-994D-9EE2-79CADA56C1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83013" y="1600200"/>
            <a:ext cx="269875" cy="1095375"/>
          </a:xfrm>
          <a:prstGeom prst="rect">
            <a:avLst/>
          </a:prstGeom>
          <a:solidFill>
            <a:srgbClr val="008000">
              <a:alpha val="16078"/>
            </a:srgbClr>
          </a:solidFill>
          <a:ln w="9525">
            <a:solidFill>
              <a:srgbClr val="008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DEA96246-EB93-D94C-BE5A-B782663F6D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8525" y="1614488"/>
            <a:ext cx="269875" cy="1095375"/>
          </a:xfrm>
          <a:prstGeom prst="rect">
            <a:avLst/>
          </a:prstGeom>
          <a:solidFill>
            <a:srgbClr val="008000">
              <a:alpha val="16078"/>
            </a:srgbClr>
          </a:solidFill>
          <a:ln w="9525">
            <a:solidFill>
              <a:srgbClr val="008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2FACD676-4C1B-3743-8237-BE012BD4B8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10088" y="1614488"/>
            <a:ext cx="269875" cy="1095375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8F36389E-A368-7F46-958F-930AAC29F9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99250" y="1614488"/>
            <a:ext cx="269875" cy="1095375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9CBFB94C-FCEC-F54E-BF26-5E0436ED98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48638" y="1624013"/>
            <a:ext cx="269875" cy="1095375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E4143E26-1F67-E34B-98BC-DF1CFE4AAD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1450" y="1614488"/>
            <a:ext cx="269875" cy="1095375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6" name="Rectangle 115">
            <a:extLst>
              <a:ext uri="{FF2B5EF4-FFF2-40B4-BE49-F238E27FC236}">
                <a16:creationId xmlns:a16="http://schemas.microsoft.com/office/drawing/2014/main" id="{18AF8B0F-956B-8E4D-8CF0-E16A89A28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43788" y="1614488"/>
            <a:ext cx="269875" cy="1095375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7137" name="Group 170">
            <a:extLst>
              <a:ext uri="{FF2B5EF4-FFF2-40B4-BE49-F238E27FC236}">
                <a16:creationId xmlns:a16="http://schemas.microsoft.com/office/drawing/2014/main" id="{8EACF9CE-0315-430E-8C13-B70AE58E4CB0}"/>
              </a:ext>
            </a:extLst>
          </p:cNvPr>
          <p:cNvGrpSpPr>
            <a:grpSpLocks/>
          </p:cNvGrpSpPr>
          <p:nvPr/>
        </p:nvGrpSpPr>
        <p:grpSpPr bwMode="auto">
          <a:xfrm>
            <a:off x="552450" y="254000"/>
            <a:ext cx="8174038" cy="2514600"/>
            <a:chOff x="485775" y="4084638"/>
            <a:chExt cx="8174038" cy="2514600"/>
          </a:xfrm>
        </p:grpSpPr>
        <p:sp>
          <p:nvSpPr>
            <p:cNvPr id="347188" name="Shape 3111">
              <a:extLst>
                <a:ext uri="{FF2B5EF4-FFF2-40B4-BE49-F238E27FC236}">
                  <a16:creationId xmlns:a16="http://schemas.microsoft.com/office/drawing/2014/main" id="{B0277C5E-F8F3-46B7-AD08-685B7A1C5B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4106863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189" name="Shape 3112">
              <a:extLst>
                <a:ext uri="{FF2B5EF4-FFF2-40B4-BE49-F238E27FC236}">
                  <a16:creationId xmlns:a16="http://schemas.microsoft.com/office/drawing/2014/main" id="{1ED55815-F9C3-4FC8-AE57-A5113C1BA6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4106863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190" name="Shape 3113">
              <a:extLst>
                <a:ext uri="{FF2B5EF4-FFF2-40B4-BE49-F238E27FC236}">
                  <a16:creationId xmlns:a16="http://schemas.microsoft.com/office/drawing/2014/main" id="{D6E93048-7B75-4D27-9371-BB34021BA5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4106863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191" name="Shape 3114">
              <a:extLst>
                <a:ext uri="{FF2B5EF4-FFF2-40B4-BE49-F238E27FC236}">
                  <a16:creationId xmlns:a16="http://schemas.microsoft.com/office/drawing/2014/main" id="{B7CF13A0-E296-49DB-BF02-83436E565E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963" y="4556125"/>
              <a:ext cx="1724025" cy="111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192" name="Shape 3115">
              <a:extLst>
                <a:ext uri="{FF2B5EF4-FFF2-40B4-BE49-F238E27FC236}">
                  <a16:creationId xmlns:a16="http://schemas.microsoft.com/office/drawing/2014/main" id="{D335D3F3-E552-474B-8519-CAC0D7041C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4516438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193" name="Shape 3116">
              <a:extLst>
                <a:ext uri="{FF2B5EF4-FFF2-40B4-BE49-F238E27FC236}">
                  <a16:creationId xmlns:a16="http://schemas.microsoft.com/office/drawing/2014/main" id="{DCBB07DC-96C9-4A78-82D9-B760A715DA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4516438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194" name="Shape 3117">
              <a:extLst>
                <a:ext uri="{FF2B5EF4-FFF2-40B4-BE49-F238E27FC236}">
                  <a16:creationId xmlns:a16="http://schemas.microsoft.com/office/drawing/2014/main" id="{E842CBA1-FE3D-412C-930C-9027BEE471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4516438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195" name="Shape 3118">
              <a:extLst>
                <a:ext uri="{FF2B5EF4-FFF2-40B4-BE49-F238E27FC236}">
                  <a16:creationId xmlns:a16="http://schemas.microsoft.com/office/drawing/2014/main" id="{63C0CE3F-190A-40CF-AB50-7F60C4ED89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49307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196" name="Shape 3119">
              <a:extLst>
                <a:ext uri="{FF2B5EF4-FFF2-40B4-BE49-F238E27FC236}">
                  <a16:creationId xmlns:a16="http://schemas.microsoft.com/office/drawing/2014/main" id="{BCE2C580-C141-47A7-8442-DBE02DF167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49307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197" name="Shape 3120">
              <a:extLst>
                <a:ext uri="{FF2B5EF4-FFF2-40B4-BE49-F238E27FC236}">
                  <a16:creationId xmlns:a16="http://schemas.microsoft.com/office/drawing/2014/main" id="{774B9A59-ABC2-4FCA-8277-34426F84E4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49307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198" name="Shape 3121">
              <a:extLst>
                <a:ext uri="{FF2B5EF4-FFF2-40B4-BE49-F238E27FC236}">
                  <a16:creationId xmlns:a16="http://schemas.microsoft.com/office/drawing/2014/main" id="{3B24ED39-7EDC-4531-A210-18FCE0433F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5346700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199" name="Shape 3122">
              <a:extLst>
                <a:ext uri="{FF2B5EF4-FFF2-40B4-BE49-F238E27FC236}">
                  <a16:creationId xmlns:a16="http://schemas.microsoft.com/office/drawing/2014/main" id="{2C7DB3E4-9402-4FD0-995D-18E8797ACD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5346700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200" name="Shape 3123">
              <a:extLst>
                <a:ext uri="{FF2B5EF4-FFF2-40B4-BE49-F238E27FC236}">
                  <a16:creationId xmlns:a16="http://schemas.microsoft.com/office/drawing/2014/main" id="{9234B2DA-0345-44E5-A33D-50E12C90A8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5346700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201" name="Shape 3124">
              <a:extLst>
                <a:ext uri="{FF2B5EF4-FFF2-40B4-BE49-F238E27FC236}">
                  <a16:creationId xmlns:a16="http://schemas.microsoft.com/office/drawing/2014/main" id="{DD0CAF7E-69E3-441D-9EB6-26165C9363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5708650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202" name="Shape 3125">
              <a:extLst>
                <a:ext uri="{FF2B5EF4-FFF2-40B4-BE49-F238E27FC236}">
                  <a16:creationId xmlns:a16="http://schemas.microsoft.com/office/drawing/2014/main" id="{0FCC242B-2048-4C1B-8278-764BE77BE9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5708650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203" name="Shape 3126">
              <a:extLst>
                <a:ext uri="{FF2B5EF4-FFF2-40B4-BE49-F238E27FC236}">
                  <a16:creationId xmlns:a16="http://schemas.microsoft.com/office/drawing/2014/main" id="{8952A0E7-C6FF-4051-B137-BC147AA929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5708650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204" name="Shape 3127">
              <a:extLst>
                <a:ext uri="{FF2B5EF4-FFF2-40B4-BE49-F238E27FC236}">
                  <a16:creationId xmlns:a16="http://schemas.microsoft.com/office/drawing/2014/main" id="{0C7385BB-3403-44C8-AE06-3E27E61470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59610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205" name="Shape 3128">
              <a:extLst>
                <a:ext uri="{FF2B5EF4-FFF2-40B4-BE49-F238E27FC236}">
                  <a16:creationId xmlns:a16="http://schemas.microsoft.com/office/drawing/2014/main" id="{CF531CE1-5F8A-4973-9A55-95EC33914B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59610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206" name="Shape 3129">
              <a:extLst>
                <a:ext uri="{FF2B5EF4-FFF2-40B4-BE49-F238E27FC236}">
                  <a16:creationId xmlns:a16="http://schemas.microsoft.com/office/drawing/2014/main" id="{F3CB52CD-C5C4-4B6F-BF4D-20BC0A3972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59610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207" name="Shape 3130">
              <a:extLst>
                <a:ext uri="{FF2B5EF4-FFF2-40B4-BE49-F238E27FC236}">
                  <a16:creationId xmlns:a16="http://schemas.microsoft.com/office/drawing/2014/main" id="{561B041C-1F57-4342-9183-F651F9A27A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6240463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208" name="Shape 3131">
              <a:extLst>
                <a:ext uri="{FF2B5EF4-FFF2-40B4-BE49-F238E27FC236}">
                  <a16:creationId xmlns:a16="http://schemas.microsoft.com/office/drawing/2014/main" id="{7FE3E5D1-ABA1-4858-9C01-4C24395EE6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6240463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209" name="Shape 3132">
              <a:extLst>
                <a:ext uri="{FF2B5EF4-FFF2-40B4-BE49-F238E27FC236}">
                  <a16:creationId xmlns:a16="http://schemas.microsoft.com/office/drawing/2014/main" id="{553AE990-B29B-4A08-9475-17C9DD5C16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6240463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210" name="Shape 3133">
              <a:extLst>
                <a:ext uri="{FF2B5EF4-FFF2-40B4-BE49-F238E27FC236}">
                  <a16:creationId xmlns:a16="http://schemas.microsoft.com/office/drawing/2014/main" id="{93485D06-FD3F-441F-919C-27F4464943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95688" y="4984750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47211" name="Shape 3134">
              <a:extLst>
                <a:ext uri="{FF2B5EF4-FFF2-40B4-BE49-F238E27FC236}">
                  <a16:creationId xmlns:a16="http://schemas.microsoft.com/office/drawing/2014/main" id="{3C7D1B2E-D2B0-4D5F-B6D8-6E1A6DCF55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73563" y="4970463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47212" name="Shape 3135">
              <a:extLst>
                <a:ext uri="{FF2B5EF4-FFF2-40B4-BE49-F238E27FC236}">
                  <a16:creationId xmlns:a16="http://schemas.microsoft.com/office/drawing/2014/main" id="{85E3BE84-E461-432E-84B3-D11CAE2409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24450" y="4970463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47213" name="Shape 3136">
              <a:extLst>
                <a:ext uri="{FF2B5EF4-FFF2-40B4-BE49-F238E27FC236}">
                  <a16:creationId xmlns:a16="http://schemas.microsoft.com/office/drawing/2014/main" id="{EDB5206A-28A8-40B4-8132-68D79AD3F4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03900" y="4970463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47214" name="Shape 3137">
              <a:extLst>
                <a:ext uri="{FF2B5EF4-FFF2-40B4-BE49-F238E27FC236}">
                  <a16:creationId xmlns:a16="http://schemas.microsoft.com/office/drawing/2014/main" id="{D57E33A5-4F95-4863-AF55-831F3015DD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9225" y="4984750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47215" name="Shape 3138">
              <a:extLst>
                <a:ext uri="{FF2B5EF4-FFF2-40B4-BE49-F238E27FC236}">
                  <a16:creationId xmlns:a16="http://schemas.microsoft.com/office/drawing/2014/main" id="{E9A036EF-3171-4FC2-BB98-8ACD0A2A1B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70750" y="4970463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47216" name="Shape 3139">
              <a:extLst>
                <a:ext uri="{FF2B5EF4-FFF2-40B4-BE49-F238E27FC236}">
                  <a16:creationId xmlns:a16="http://schemas.microsoft.com/office/drawing/2014/main" id="{EE02A5F0-D448-4C55-B43A-188FF9EA2A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18450" y="4954588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347217" name="Shape 3140">
              <a:extLst>
                <a:ext uri="{FF2B5EF4-FFF2-40B4-BE49-F238E27FC236}">
                  <a16:creationId xmlns:a16="http://schemas.microsoft.com/office/drawing/2014/main" id="{BAAEE20B-1F9D-4ACC-9411-F3368F161E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4038" y="4567238"/>
              <a:ext cx="6508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= 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347218" name="Shape 3141">
              <a:extLst>
                <a:ext uri="{FF2B5EF4-FFF2-40B4-BE49-F238E27FC236}">
                  <a16:creationId xmlns:a16="http://schemas.microsoft.com/office/drawing/2014/main" id="{E072BB44-F42E-4271-9DF0-5BA4EACDEE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6525" y="4567238"/>
              <a:ext cx="6508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= 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grpSp>
          <p:nvGrpSpPr>
            <p:cNvPr id="347219" name="Shape 3142">
              <a:extLst>
                <a:ext uri="{FF2B5EF4-FFF2-40B4-BE49-F238E27FC236}">
                  <a16:creationId xmlns:a16="http://schemas.microsoft.com/office/drawing/2014/main" id="{94ECFA57-7B89-4A45-B176-5EA0403445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5775" y="4084638"/>
              <a:ext cx="8166100" cy="2514600"/>
              <a:chOff x="603250" y="1414462"/>
              <a:chExt cx="8167586" cy="2514599"/>
            </a:xfrm>
          </p:grpSpPr>
          <p:sp>
            <p:nvSpPr>
              <p:cNvPr id="347223" name="Shape 3143">
                <a:extLst>
                  <a:ext uri="{FF2B5EF4-FFF2-40B4-BE49-F238E27FC236}">
                    <a16:creationId xmlns:a16="http://schemas.microsoft.com/office/drawing/2014/main" id="{CD7861F0-2CCB-4A3A-A45C-303481C242D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9637" y="1427162"/>
                <a:ext cx="7861199" cy="959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7224" name="Shape 3144">
                <a:extLst>
                  <a:ext uri="{FF2B5EF4-FFF2-40B4-BE49-F238E27FC236}">
                    <a16:creationId xmlns:a16="http://schemas.microsoft.com/office/drawing/2014/main" id="{C30AD5C2-9F4C-4FDF-8862-112B145575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1436687"/>
                <a:ext cx="11100" cy="4128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7225" name="Shape 3145">
                <a:extLst>
                  <a:ext uri="{FF2B5EF4-FFF2-40B4-BE49-F238E27FC236}">
                    <a16:creationId xmlns:a16="http://schemas.microsoft.com/office/drawing/2014/main" id="{A86B2D00-D10A-4ED1-9FB7-179F7B6808E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1436687"/>
                <a:ext cx="11100" cy="4128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7226" name="Shape 3146">
                <a:extLst>
                  <a:ext uri="{FF2B5EF4-FFF2-40B4-BE49-F238E27FC236}">
                    <a16:creationId xmlns:a16="http://schemas.microsoft.com/office/drawing/2014/main" id="{3F9FDB4E-CD27-4AD4-BF78-1E9C549753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42987" y="1603375"/>
                <a:ext cx="730199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Present </a:t>
                </a:r>
              </a:p>
            </p:txBody>
          </p:sp>
          <p:sp>
            <p:nvSpPr>
              <p:cNvPr id="347227" name="Shape 3147">
                <a:extLst>
                  <a:ext uri="{FF2B5EF4-FFF2-40B4-BE49-F238E27FC236}">
                    <a16:creationId xmlns:a16="http://schemas.microsoft.com/office/drawing/2014/main" id="{4D9EAB5B-37D2-4DC3-8600-CD3077C7E3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55836" y="1550987"/>
                <a:ext cx="9780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Next state </a:t>
                </a:r>
              </a:p>
            </p:txBody>
          </p:sp>
          <p:sp>
            <p:nvSpPr>
              <p:cNvPr id="347228" name="Shape 3148">
                <a:extLst>
                  <a:ext uri="{FF2B5EF4-FFF2-40B4-BE49-F238E27FC236}">
                    <a16:creationId xmlns:a16="http://schemas.microsoft.com/office/drawing/2014/main" id="{29A06C51-77A7-4D16-86E3-A5BC71643A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1846261"/>
                <a:ext cx="11100" cy="41429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7229" name="Shape 3149">
                <a:extLst>
                  <a:ext uri="{FF2B5EF4-FFF2-40B4-BE49-F238E27FC236}">
                    <a16:creationId xmlns:a16="http://schemas.microsoft.com/office/drawing/2014/main" id="{CD51C913-6949-4EEC-9842-A298FF4802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69987" y="1912936"/>
                <a:ext cx="4761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state </a:t>
                </a:r>
              </a:p>
            </p:txBody>
          </p:sp>
          <p:sp>
            <p:nvSpPr>
              <p:cNvPr id="347230" name="Shape 3150">
                <a:extLst>
                  <a:ext uri="{FF2B5EF4-FFF2-40B4-BE49-F238E27FC236}">
                    <a16:creationId xmlns:a16="http://schemas.microsoft.com/office/drawing/2014/main" id="{3C98E1D3-566A-478F-8143-CC0ACE012E7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2249486"/>
                <a:ext cx="6915000" cy="111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7231" name="Shape 3151">
                <a:extLst>
                  <a:ext uri="{FF2B5EF4-FFF2-40B4-BE49-F238E27FC236}">
                    <a16:creationId xmlns:a16="http://schemas.microsoft.com/office/drawing/2014/main" id="{14FAFAD2-F763-43BC-8E91-88B2954AC8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2260600"/>
                <a:ext cx="11100" cy="4128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7232" name="Shape 3152">
                <a:extLst>
                  <a:ext uri="{FF2B5EF4-FFF2-40B4-BE49-F238E27FC236}">
                    <a16:creationId xmlns:a16="http://schemas.microsoft.com/office/drawing/2014/main" id="{7B34AAC5-AD42-45EA-8C05-9F6FDB8B93A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9637" y="2662236"/>
                <a:ext cx="7861199" cy="111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7233" name="Shape 3153">
                <a:extLst>
                  <a:ext uri="{FF2B5EF4-FFF2-40B4-BE49-F238E27FC236}">
                    <a16:creationId xmlns:a16="http://schemas.microsoft.com/office/drawing/2014/main" id="{6E5D85C4-C8F6-400E-A386-2E89FC760A6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10250" y="1808161"/>
                <a:ext cx="7809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Outputs </a:t>
                </a:r>
              </a:p>
            </p:txBody>
          </p:sp>
          <p:sp>
            <p:nvSpPr>
              <p:cNvPr id="347234" name="Shape 3154">
                <a:extLst>
                  <a:ext uri="{FF2B5EF4-FFF2-40B4-BE49-F238E27FC236}">
                    <a16:creationId xmlns:a16="http://schemas.microsoft.com/office/drawing/2014/main" id="{EE9A2CD3-EA3B-4879-95CF-E146AB370C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3250" y="2755900"/>
                <a:ext cx="222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A </a:t>
                </a:r>
              </a:p>
            </p:txBody>
          </p:sp>
          <p:sp>
            <p:nvSpPr>
              <p:cNvPr id="347235" name="Shape 3155">
                <a:extLst>
                  <a:ext uri="{FF2B5EF4-FFF2-40B4-BE49-F238E27FC236}">
                    <a16:creationId xmlns:a16="http://schemas.microsoft.com/office/drawing/2014/main" id="{914A2F75-786B-444E-AE5B-BB601E2F4C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2676525"/>
                <a:ext cx="11100" cy="3621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7236" name="Shape 3156">
                <a:extLst>
                  <a:ext uri="{FF2B5EF4-FFF2-40B4-BE49-F238E27FC236}">
                    <a16:creationId xmlns:a16="http://schemas.microsoft.com/office/drawing/2014/main" id="{049C24E4-723B-4E9A-9942-A61476222A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35075" y="2755900"/>
                <a:ext cx="271463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00</a:t>
                </a:r>
              </a:p>
            </p:txBody>
          </p:sp>
          <p:sp>
            <p:nvSpPr>
              <p:cNvPr id="347237" name="Shape 3157">
                <a:extLst>
                  <a:ext uri="{FF2B5EF4-FFF2-40B4-BE49-F238E27FC236}">
                    <a16:creationId xmlns:a16="http://schemas.microsoft.com/office/drawing/2014/main" id="{270128E3-97A7-44C8-A02E-8A145DDBD6A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36774" y="2755900"/>
                <a:ext cx="350825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00</a:t>
                </a:r>
              </a:p>
            </p:txBody>
          </p:sp>
          <p:sp>
            <p:nvSpPr>
              <p:cNvPr id="347238" name="Shape 3158">
                <a:extLst>
                  <a:ext uri="{FF2B5EF4-FFF2-40B4-BE49-F238E27FC236}">
                    <a16:creationId xmlns:a16="http://schemas.microsoft.com/office/drawing/2014/main" id="{55C57F15-FA1A-4373-95D6-2F572D755A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94025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7239" name="Shape 3159">
                <a:extLst>
                  <a:ext uri="{FF2B5EF4-FFF2-40B4-BE49-F238E27FC236}">
                    <a16:creationId xmlns:a16="http://schemas.microsoft.com/office/drawing/2014/main" id="{34C395E8-351D-4FCC-B013-2A72B391B51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67061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47240" name="Shape 3160">
                <a:extLst>
                  <a:ext uri="{FF2B5EF4-FFF2-40B4-BE49-F238E27FC236}">
                    <a16:creationId xmlns:a16="http://schemas.microsoft.com/office/drawing/2014/main" id="{6C331F2C-00B1-4D5A-BACF-3E867B01B29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29062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7241" name="Shape 3161">
                <a:extLst>
                  <a:ext uri="{FF2B5EF4-FFF2-40B4-BE49-F238E27FC236}">
                    <a16:creationId xmlns:a16="http://schemas.microsoft.com/office/drawing/2014/main" id="{CD9321B5-DB0E-40DD-B1A5-C53D9457662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56137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7242" name="Shape 3162">
                <a:extLst>
                  <a:ext uri="{FF2B5EF4-FFF2-40B4-BE49-F238E27FC236}">
                    <a16:creationId xmlns:a16="http://schemas.microsoft.com/office/drawing/2014/main" id="{81245E1F-6E9B-416F-83A3-54AD9A7ACE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83212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7243" name="Shape 3163">
                <a:extLst>
                  <a:ext uri="{FF2B5EF4-FFF2-40B4-BE49-F238E27FC236}">
                    <a16:creationId xmlns:a16="http://schemas.microsoft.com/office/drawing/2014/main" id="{6D34F573-CBE7-4CA3-8E24-F5D6594444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111875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7244" name="Shape 3164">
                <a:extLst>
                  <a:ext uri="{FF2B5EF4-FFF2-40B4-BE49-F238E27FC236}">
                    <a16:creationId xmlns:a16="http://schemas.microsoft.com/office/drawing/2014/main" id="{D40E3898-3B12-4AB3-96C0-62ED37DA92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38950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7245" name="Shape 3165">
                <a:extLst>
                  <a:ext uri="{FF2B5EF4-FFF2-40B4-BE49-F238E27FC236}">
                    <a16:creationId xmlns:a16="http://schemas.microsoft.com/office/drawing/2014/main" id="{0F9562A7-AD41-42AC-9561-0E102E1C6D1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64436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7246" name="Shape 3166">
                <a:extLst>
                  <a:ext uri="{FF2B5EF4-FFF2-40B4-BE49-F238E27FC236}">
                    <a16:creationId xmlns:a16="http://schemas.microsoft.com/office/drawing/2014/main" id="{F806C428-A3A6-48C3-9911-98664F6657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81986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7247" name="Shape 3167">
                <a:extLst>
                  <a:ext uri="{FF2B5EF4-FFF2-40B4-BE49-F238E27FC236}">
                    <a16:creationId xmlns:a16="http://schemas.microsoft.com/office/drawing/2014/main" id="{3E83FD8E-02B3-40C6-8AB5-C3A09B87173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9600" y="3030536"/>
                <a:ext cx="209399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B </a:t>
                </a:r>
              </a:p>
            </p:txBody>
          </p:sp>
          <p:sp>
            <p:nvSpPr>
              <p:cNvPr id="347248" name="Shape 3168">
                <a:extLst>
                  <a:ext uri="{FF2B5EF4-FFF2-40B4-BE49-F238E27FC236}">
                    <a16:creationId xmlns:a16="http://schemas.microsoft.com/office/drawing/2014/main" id="{88284843-F348-4397-8501-8BF0C4EDD92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3038475"/>
                <a:ext cx="11100" cy="27449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7249" name="Shape 3169">
                <a:extLst>
                  <a:ext uri="{FF2B5EF4-FFF2-40B4-BE49-F238E27FC236}">
                    <a16:creationId xmlns:a16="http://schemas.microsoft.com/office/drawing/2014/main" id="{5A046C60-D36F-4E3C-931C-0E3AB1BA062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36662" y="3030536"/>
                <a:ext cx="255436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01</a:t>
                </a:r>
              </a:p>
            </p:txBody>
          </p:sp>
          <p:sp>
            <p:nvSpPr>
              <p:cNvPr id="347250" name="Shape 3170">
                <a:extLst>
                  <a:ext uri="{FF2B5EF4-FFF2-40B4-BE49-F238E27FC236}">
                    <a16:creationId xmlns:a16="http://schemas.microsoft.com/office/drawing/2014/main" id="{B7D1DDC8-0EFA-4469-9316-05428DE86C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38361" y="3030536"/>
                <a:ext cx="305438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11</a:t>
                </a:r>
              </a:p>
            </p:txBody>
          </p:sp>
          <p:sp>
            <p:nvSpPr>
              <p:cNvPr id="347251" name="Shape 3171">
                <a:extLst>
                  <a:ext uri="{FF2B5EF4-FFF2-40B4-BE49-F238E27FC236}">
                    <a16:creationId xmlns:a16="http://schemas.microsoft.com/office/drawing/2014/main" id="{46E60A35-3125-4148-8BF5-BF5942CEB53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95611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47252" name="Shape 3172">
                <a:extLst>
                  <a:ext uri="{FF2B5EF4-FFF2-40B4-BE49-F238E27FC236}">
                    <a16:creationId xmlns:a16="http://schemas.microsoft.com/office/drawing/2014/main" id="{DBC12052-408B-413E-B8C8-107B976AA43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67061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47253" name="Shape 3173">
                <a:extLst>
                  <a:ext uri="{FF2B5EF4-FFF2-40B4-BE49-F238E27FC236}">
                    <a16:creationId xmlns:a16="http://schemas.microsoft.com/office/drawing/2014/main" id="{A80BF8A8-F3FA-4CD1-9EAB-45D67DC1F5B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0650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7254" name="Shape 3174">
                <a:extLst>
                  <a:ext uri="{FF2B5EF4-FFF2-40B4-BE49-F238E27FC236}">
                    <a16:creationId xmlns:a16="http://schemas.microsoft.com/office/drawing/2014/main" id="{009B15E0-FB36-4EF8-9898-BEED06A577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57725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7255" name="Shape 3175">
                <a:extLst>
                  <a:ext uri="{FF2B5EF4-FFF2-40B4-BE49-F238E27FC236}">
                    <a16:creationId xmlns:a16="http://schemas.microsoft.com/office/drawing/2014/main" id="{95334CD3-E596-4D25-AEDD-E9D3F36FE6E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84800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47256" name="Shape 3176">
                <a:extLst>
                  <a:ext uri="{FF2B5EF4-FFF2-40B4-BE49-F238E27FC236}">
                    <a16:creationId xmlns:a16="http://schemas.microsoft.com/office/drawing/2014/main" id="{118B190F-1997-45C1-88FF-558008614B7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111875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7257" name="Shape 3177">
                <a:extLst>
                  <a:ext uri="{FF2B5EF4-FFF2-40B4-BE49-F238E27FC236}">
                    <a16:creationId xmlns:a16="http://schemas.microsoft.com/office/drawing/2014/main" id="{EF854A8B-2E91-4907-825F-5944E9A990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38950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7258" name="Shape 3178">
                <a:extLst>
                  <a:ext uri="{FF2B5EF4-FFF2-40B4-BE49-F238E27FC236}">
                    <a16:creationId xmlns:a16="http://schemas.microsoft.com/office/drawing/2014/main" id="{DD8C8F80-FEB2-43AF-B88F-FFA6D59BA29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66025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47259" name="Shape 3179">
                <a:extLst>
                  <a:ext uri="{FF2B5EF4-FFF2-40B4-BE49-F238E27FC236}">
                    <a16:creationId xmlns:a16="http://schemas.microsoft.com/office/drawing/2014/main" id="{292B18E9-A25E-49E7-A00A-506B52B7E26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81986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7260" name="Shape 3180">
                <a:extLst>
                  <a:ext uri="{FF2B5EF4-FFF2-40B4-BE49-F238E27FC236}">
                    <a16:creationId xmlns:a16="http://schemas.microsoft.com/office/drawing/2014/main" id="{4DA26D55-5488-408A-9833-7A01448A96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9600" y="3302000"/>
                <a:ext cx="209399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C </a:t>
                </a:r>
              </a:p>
            </p:txBody>
          </p:sp>
          <p:sp>
            <p:nvSpPr>
              <p:cNvPr id="347261" name="Shape 3181">
                <a:extLst>
                  <a:ext uri="{FF2B5EF4-FFF2-40B4-BE49-F238E27FC236}">
                    <a16:creationId xmlns:a16="http://schemas.microsoft.com/office/drawing/2014/main" id="{EDD6AA03-71EC-4D5E-97E4-D00C5AFFA8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3290887"/>
                <a:ext cx="11100" cy="27449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7262" name="Shape 3182">
                <a:extLst>
                  <a:ext uri="{FF2B5EF4-FFF2-40B4-BE49-F238E27FC236}">
                    <a16:creationId xmlns:a16="http://schemas.microsoft.com/office/drawing/2014/main" id="{016B6CDE-F9AF-4066-AFBE-3006890BDEE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36661" y="3302000"/>
                <a:ext cx="269876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11</a:t>
                </a:r>
              </a:p>
            </p:txBody>
          </p:sp>
          <p:sp>
            <p:nvSpPr>
              <p:cNvPr id="347263" name="Shape 3183">
                <a:extLst>
                  <a:ext uri="{FF2B5EF4-FFF2-40B4-BE49-F238E27FC236}">
                    <a16:creationId xmlns:a16="http://schemas.microsoft.com/office/drawing/2014/main" id="{3F3626D4-C85C-495C-82E1-F1516E75687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38361" y="3302000"/>
                <a:ext cx="303851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10</a:t>
                </a:r>
              </a:p>
            </p:txBody>
          </p:sp>
          <p:sp>
            <p:nvSpPr>
              <p:cNvPr id="347264" name="Shape 3184">
                <a:extLst>
                  <a:ext uri="{FF2B5EF4-FFF2-40B4-BE49-F238E27FC236}">
                    <a16:creationId xmlns:a16="http://schemas.microsoft.com/office/drawing/2014/main" id="{5946BF1D-75EB-4D32-97D6-9F97A89C661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95611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47265" name="Shape 3185">
                <a:extLst>
                  <a:ext uri="{FF2B5EF4-FFF2-40B4-BE49-F238E27FC236}">
                    <a16:creationId xmlns:a16="http://schemas.microsoft.com/office/drawing/2014/main" id="{7674C4CC-DC82-463B-8271-492B2B535A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67061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7266" name="Shape 3186">
                <a:extLst>
                  <a:ext uri="{FF2B5EF4-FFF2-40B4-BE49-F238E27FC236}">
                    <a16:creationId xmlns:a16="http://schemas.microsoft.com/office/drawing/2014/main" id="{024A46C1-579B-4FBD-9B85-CD7AACDAB9B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0650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47267" name="Shape 3187">
                <a:extLst>
                  <a:ext uri="{FF2B5EF4-FFF2-40B4-BE49-F238E27FC236}">
                    <a16:creationId xmlns:a16="http://schemas.microsoft.com/office/drawing/2014/main" id="{E5F04D6D-071C-4BCB-94CF-876F3B58E8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57725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7268" name="Shape 3188">
                <a:extLst>
                  <a:ext uri="{FF2B5EF4-FFF2-40B4-BE49-F238E27FC236}">
                    <a16:creationId xmlns:a16="http://schemas.microsoft.com/office/drawing/2014/main" id="{CEC41A27-2D8C-442B-991A-D2EF09B833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84800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7269" name="Shape 3189">
                <a:extLst>
                  <a:ext uri="{FF2B5EF4-FFF2-40B4-BE49-F238E27FC236}">
                    <a16:creationId xmlns:a16="http://schemas.microsoft.com/office/drawing/2014/main" id="{AB9C0E8D-7F29-49B2-BDD1-4DD9C8C04C5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111875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47270" name="Shape 3190">
                <a:extLst>
                  <a:ext uri="{FF2B5EF4-FFF2-40B4-BE49-F238E27FC236}">
                    <a16:creationId xmlns:a16="http://schemas.microsoft.com/office/drawing/2014/main" id="{BDB9A2A2-3872-4FE3-B7CC-07F449A496F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38950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7271" name="Shape 3191">
                <a:extLst>
                  <a:ext uri="{FF2B5EF4-FFF2-40B4-BE49-F238E27FC236}">
                    <a16:creationId xmlns:a16="http://schemas.microsoft.com/office/drawing/2014/main" id="{ABF256E6-ABAF-4926-B243-7F87F9636A4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66025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7272" name="Shape 3192">
                <a:extLst>
                  <a:ext uri="{FF2B5EF4-FFF2-40B4-BE49-F238E27FC236}">
                    <a16:creationId xmlns:a16="http://schemas.microsoft.com/office/drawing/2014/main" id="{09C54E33-0D2B-4395-AC34-E4EA70C5A13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81986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7273" name="Shape 3193">
                <a:extLst>
                  <a:ext uri="{FF2B5EF4-FFF2-40B4-BE49-F238E27FC236}">
                    <a16:creationId xmlns:a16="http://schemas.microsoft.com/office/drawing/2014/main" id="{DE2F1C3A-CCDD-4A40-A1A8-3828A55ED7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3250" y="3576637"/>
                <a:ext cx="222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D </a:t>
                </a:r>
              </a:p>
            </p:txBody>
          </p:sp>
          <p:sp>
            <p:nvSpPr>
              <p:cNvPr id="347274" name="Shape 3194">
                <a:extLst>
                  <a:ext uri="{FF2B5EF4-FFF2-40B4-BE49-F238E27FC236}">
                    <a16:creationId xmlns:a16="http://schemas.microsoft.com/office/drawing/2014/main" id="{20379153-1706-4322-BDCF-23FFA42C2A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3570287"/>
                <a:ext cx="11100" cy="3159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7275" name="Shape 3195">
                <a:extLst>
                  <a:ext uri="{FF2B5EF4-FFF2-40B4-BE49-F238E27FC236}">
                    <a16:creationId xmlns:a16="http://schemas.microsoft.com/office/drawing/2014/main" id="{B38B8C15-90BD-4051-9FAB-353164B04EF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35075" y="3576637"/>
                <a:ext cx="326869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10</a:t>
                </a:r>
              </a:p>
            </p:txBody>
          </p:sp>
          <p:sp>
            <p:nvSpPr>
              <p:cNvPr id="347276" name="Shape 3196">
                <a:extLst>
                  <a:ext uri="{FF2B5EF4-FFF2-40B4-BE49-F238E27FC236}">
                    <a16:creationId xmlns:a16="http://schemas.microsoft.com/office/drawing/2014/main" id="{2A85DCA3-3640-4EB1-89B5-E0DDB71FB72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36774" y="3576637"/>
                <a:ext cx="299978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00</a:t>
                </a:r>
              </a:p>
            </p:txBody>
          </p:sp>
          <p:sp>
            <p:nvSpPr>
              <p:cNvPr id="347277" name="Shape 3197">
                <a:extLst>
                  <a:ext uri="{FF2B5EF4-FFF2-40B4-BE49-F238E27FC236}">
                    <a16:creationId xmlns:a16="http://schemas.microsoft.com/office/drawing/2014/main" id="{1F1959A4-532A-47F0-AC34-519FB3BB046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94025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7278" name="Shape 3198">
                <a:extLst>
                  <a:ext uri="{FF2B5EF4-FFF2-40B4-BE49-F238E27FC236}">
                    <a16:creationId xmlns:a16="http://schemas.microsoft.com/office/drawing/2014/main" id="{1B85F47A-4F17-4CDD-B672-5E56D36FB1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67061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7279" name="Shape 3199">
                <a:extLst>
                  <a:ext uri="{FF2B5EF4-FFF2-40B4-BE49-F238E27FC236}">
                    <a16:creationId xmlns:a16="http://schemas.microsoft.com/office/drawing/2014/main" id="{C0B2FE19-3BD1-42F7-82F1-8D86E351C1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29062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7280" name="Shape 3200">
                <a:extLst>
                  <a:ext uri="{FF2B5EF4-FFF2-40B4-BE49-F238E27FC236}">
                    <a16:creationId xmlns:a16="http://schemas.microsoft.com/office/drawing/2014/main" id="{4ED8C3AF-8C9B-4201-AB7E-3C6048B0EBE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56137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47281" name="Shape 3201">
                <a:extLst>
                  <a:ext uri="{FF2B5EF4-FFF2-40B4-BE49-F238E27FC236}">
                    <a16:creationId xmlns:a16="http://schemas.microsoft.com/office/drawing/2014/main" id="{26CA1B2A-1A3B-47AD-8B24-37B5D5BADA1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83212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7282" name="Shape 3202">
                <a:extLst>
                  <a:ext uri="{FF2B5EF4-FFF2-40B4-BE49-F238E27FC236}">
                    <a16:creationId xmlns:a16="http://schemas.microsoft.com/office/drawing/2014/main" id="{E4481BE1-0486-4A61-9AC1-E8E6C76027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111875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7283" name="Shape 3203">
                <a:extLst>
                  <a:ext uri="{FF2B5EF4-FFF2-40B4-BE49-F238E27FC236}">
                    <a16:creationId xmlns:a16="http://schemas.microsoft.com/office/drawing/2014/main" id="{D0A862C1-E150-4EE6-93A6-9869E887D2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38950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47284" name="Shape 3204">
                <a:extLst>
                  <a:ext uri="{FF2B5EF4-FFF2-40B4-BE49-F238E27FC236}">
                    <a16:creationId xmlns:a16="http://schemas.microsoft.com/office/drawing/2014/main" id="{E350C817-2EC1-4307-B335-754F835B16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64436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7285" name="Shape 3205">
                <a:extLst>
                  <a:ext uri="{FF2B5EF4-FFF2-40B4-BE49-F238E27FC236}">
                    <a16:creationId xmlns:a16="http://schemas.microsoft.com/office/drawing/2014/main" id="{64947866-0A5E-40A6-B257-56EFE5AFE5F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9637" y="3897312"/>
                <a:ext cx="7861199" cy="111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7286" name="Shape 3206">
                <a:extLst>
                  <a:ext uri="{FF2B5EF4-FFF2-40B4-BE49-F238E27FC236}">
                    <a16:creationId xmlns:a16="http://schemas.microsoft.com/office/drawing/2014/main" id="{3AB286CF-A9C7-49A2-B3A5-B945FD74355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81986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cxnSp>
            <p:nvCxnSpPr>
              <p:cNvPr id="347287" name="Shape 3207">
                <a:extLst>
                  <a:ext uri="{FF2B5EF4-FFF2-40B4-BE49-F238E27FC236}">
                    <a16:creationId xmlns:a16="http://schemas.microsoft.com/office/drawing/2014/main" id="{7ADEAD9B-E05E-4654-8900-EFE92D5AB94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14400" y="1428750"/>
                <a:ext cx="0" cy="2471699"/>
              </a:xfrm>
              <a:prstGeom prst="straightConnector1">
                <a:avLst/>
              </a:prstGeom>
              <a:noFill/>
              <a:ln w="9525" cap="rnd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47288" name="Shape 3208">
                <a:extLst>
                  <a:ext uri="{FF2B5EF4-FFF2-40B4-BE49-F238E27FC236}">
                    <a16:creationId xmlns:a16="http://schemas.microsoft.com/office/drawing/2014/main" id="{FC3A1045-61B2-48CE-BB45-FF9A05CDDF8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571875" y="1443037"/>
                <a:ext cx="0" cy="2443200"/>
              </a:xfrm>
              <a:prstGeom prst="straightConnector1">
                <a:avLst/>
              </a:prstGeom>
              <a:noFill/>
              <a:ln w="9525" cap="rnd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47289" name="Shape 3209">
                <a:extLst>
                  <a:ext uri="{FF2B5EF4-FFF2-40B4-BE49-F238E27FC236}">
                    <a16:creationId xmlns:a16="http://schemas.microsoft.com/office/drawing/2014/main" id="{7579952B-7617-40A5-B469-D7BEEA3E914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1843086" y="1885950"/>
                <a:ext cx="1728900" cy="0"/>
              </a:xfrm>
              <a:prstGeom prst="straightConnector1">
                <a:avLst/>
              </a:prstGeom>
              <a:noFill/>
              <a:ln w="9525" cap="rnd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47290" name="Shape 3210">
                <a:extLst>
                  <a:ext uri="{FF2B5EF4-FFF2-40B4-BE49-F238E27FC236}">
                    <a16:creationId xmlns:a16="http://schemas.microsoft.com/office/drawing/2014/main" id="{6841945B-48E5-4902-9D87-9B40267F484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8758236" y="1414462"/>
                <a:ext cx="0" cy="2514599"/>
              </a:xfrm>
              <a:prstGeom prst="straightConnector1">
                <a:avLst/>
              </a:prstGeom>
              <a:noFill/>
              <a:ln w="9525" cap="rnd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347220" name="Shape 3211">
              <a:extLst>
                <a:ext uri="{FF2B5EF4-FFF2-40B4-BE49-F238E27FC236}">
                  <a16:creationId xmlns:a16="http://schemas.microsoft.com/office/drawing/2014/main" id="{E39FAD1A-0ADC-4220-8F11-ACC4D2DB35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0238" y="4954588"/>
              <a:ext cx="512762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47221" name="Shape 3212">
              <a:extLst>
                <a:ext uri="{FF2B5EF4-FFF2-40B4-BE49-F238E27FC236}">
                  <a16:creationId xmlns:a16="http://schemas.microsoft.com/office/drawing/2014/main" id="{AE26172B-5940-41C4-872C-C5A26B7B8C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7963" y="4984750"/>
              <a:ext cx="5111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47222" name="Shape 3213">
              <a:extLst>
                <a:ext uri="{FF2B5EF4-FFF2-40B4-BE49-F238E27FC236}">
                  <a16:creationId xmlns:a16="http://schemas.microsoft.com/office/drawing/2014/main" id="{74ABCC54-D430-4167-B7AF-AAACD8E222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363" y="4968875"/>
              <a:ext cx="5111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</p:grpSp>
      <p:graphicFrame>
        <p:nvGraphicFramePr>
          <p:cNvPr id="108" name="Shape 2890">
            <a:extLst>
              <a:ext uri="{FF2B5EF4-FFF2-40B4-BE49-F238E27FC236}">
                <a16:creationId xmlns:a16="http://schemas.microsoft.com/office/drawing/2014/main" id="{F8EFA5A3-0C05-C949-B9D0-EB2836D59100}"/>
              </a:ext>
            </a:extLst>
          </p:cNvPr>
          <p:cNvGraphicFramePr>
            <a:graphicFrameLocks noGrp="1"/>
          </p:cNvGraphicFramePr>
          <p:nvPr/>
        </p:nvGraphicFramePr>
        <p:xfrm>
          <a:off x="779463" y="3067050"/>
          <a:ext cx="2479675" cy="1984375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68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68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2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R1</a:t>
                      </a:r>
                      <a:r>
                        <a:rPr kumimoji="0" lang="en-US" altLang="en-US" sz="12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out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2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R1</a:t>
                      </a:r>
                      <a:r>
                        <a:rPr kumimoji="0" lang="en-US" altLang="en-US" sz="12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in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2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R2</a:t>
                      </a:r>
                      <a:r>
                        <a:rPr kumimoji="0" lang="en-US" altLang="en-US" sz="12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out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ＭＳ Ｐゴシック" charset="-128"/>
                          <a:sym typeface="Arial" charset="0"/>
                        </a:defRPr>
                      </a:lvl1pPr>
                      <a:lvl2pPr marL="742950" indent="-28575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2pPr>
                      <a:lvl3pPr marL="11430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3pPr>
                      <a:lvl4pPr marL="16002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4pPr>
                      <a:lvl5pPr marL="2057400" indent="-228600" eaLnBrk="0" hangingPunct="0"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Arial" charset="0"/>
                          <a:cs typeface="Arial" charset="0"/>
                          <a:sym typeface="Arial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-128"/>
                        <a:sym typeface="Arial" charset="0"/>
                      </a:endParaRPr>
                    </a:p>
                  </a:txBody>
                  <a:tcPr marL="91450" marR="91450" marT="91423" marB="91423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10" name="Rectangle 109">
            <a:extLst>
              <a:ext uri="{FF2B5EF4-FFF2-40B4-BE49-F238E27FC236}">
                <a16:creationId xmlns:a16="http://schemas.microsoft.com/office/drawing/2014/main" id="{56F6F9D8-6C95-D74B-A9EA-7A95133649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83013" y="1600200"/>
            <a:ext cx="269875" cy="1095375"/>
          </a:xfrm>
          <a:prstGeom prst="rect">
            <a:avLst/>
          </a:prstGeom>
          <a:solidFill>
            <a:srgbClr val="008000">
              <a:alpha val="16078"/>
            </a:srgbClr>
          </a:solidFill>
          <a:ln w="9525">
            <a:solidFill>
              <a:srgbClr val="008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7564D25B-A2E9-AF49-89C0-EE7C52B831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8525" y="1614488"/>
            <a:ext cx="269875" cy="1095375"/>
          </a:xfrm>
          <a:prstGeom prst="rect">
            <a:avLst/>
          </a:prstGeom>
          <a:solidFill>
            <a:srgbClr val="008000">
              <a:alpha val="16078"/>
            </a:srgbClr>
          </a:solidFill>
          <a:ln w="9525">
            <a:solidFill>
              <a:srgbClr val="008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5F89DE11-B71C-F846-9E28-F8D3AC2C41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10088" y="1614488"/>
            <a:ext cx="269875" cy="1095375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21826352-AC13-3544-A855-4BD24EB72B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99250" y="1614488"/>
            <a:ext cx="269875" cy="1095375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467A83F8-2FA9-8D49-93C3-2E14570D45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48638" y="1624013"/>
            <a:ext cx="269875" cy="1095375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E918374B-9354-0640-AF79-81F3E4D3DE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1450" y="1614488"/>
            <a:ext cx="269875" cy="1095375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6" name="Rectangle 115">
            <a:extLst>
              <a:ext uri="{FF2B5EF4-FFF2-40B4-BE49-F238E27FC236}">
                <a16:creationId xmlns:a16="http://schemas.microsoft.com/office/drawing/2014/main" id="{4AD22BE4-28D8-9F4A-BA4B-300311C98A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43788" y="1614488"/>
            <a:ext cx="269875" cy="1095375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47183" name="Shape 3180">
            <a:extLst>
              <a:ext uri="{FF2B5EF4-FFF2-40B4-BE49-F238E27FC236}">
                <a16:creationId xmlns:a16="http://schemas.microsoft.com/office/drawing/2014/main" id="{7E934B8B-BA3E-48D3-BEFF-8179709E52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4025" y="4746625"/>
            <a:ext cx="2079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C </a:t>
            </a:r>
          </a:p>
        </p:txBody>
      </p:sp>
      <p:sp>
        <p:nvSpPr>
          <p:cNvPr id="347184" name="Shape 3180">
            <a:extLst>
              <a:ext uri="{FF2B5EF4-FFF2-40B4-BE49-F238E27FC236}">
                <a16:creationId xmlns:a16="http://schemas.microsoft.com/office/drawing/2014/main" id="{3B3F5B5D-0218-4ED1-9461-3B7F5982D5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4025" y="4325938"/>
            <a:ext cx="207963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 </a:t>
            </a:r>
          </a:p>
        </p:txBody>
      </p:sp>
      <p:sp>
        <p:nvSpPr>
          <p:cNvPr id="347185" name="TextBox 1">
            <a:extLst>
              <a:ext uri="{FF2B5EF4-FFF2-40B4-BE49-F238E27FC236}">
                <a16:creationId xmlns:a16="http://schemas.microsoft.com/office/drawing/2014/main" id="{A4886106-0393-4AAB-A333-DCED7501EA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875" y="5532438"/>
            <a:ext cx="4287838" cy="738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Note that C and D are swapped in the truth table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due to the new state encoding that was chosen.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47186" name="Shape 3180">
            <a:extLst>
              <a:ext uri="{FF2B5EF4-FFF2-40B4-BE49-F238E27FC236}">
                <a16:creationId xmlns:a16="http://schemas.microsoft.com/office/drawing/2014/main" id="{7344E057-D096-4276-A627-F211E24184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6088" y="3525838"/>
            <a:ext cx="20955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A </a:t>
            </a:r>
          </a:p>
        </p:txBody>
      </p:sp>
      <p:sp>
        <p:nvSpPr>
          <p:cNvPr id="347187" name="Shape 3180">
            <a:extLst>
              <a:ext uri="{FF2B5EF4-FFF2-40B4-BE49-F238E27FC236}">
                <a16:creationId xmlns:a16="http://schemas.microsoft.com/office/drawing/2014/main" id="{44A50A91-5D43-4EDA-8865-EC3E87FD37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0850" y="3935413"/>
            <a:ext cx="20955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B </a:t>
            </a: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9185" name="Group 170">
            <a:extLst>
              <a:ext uri="{FF2B5EF4-FFF2-40B4-BE49-F238E27FC236}">
                <a16:creationId xmlns:a16="http://schemas.microsoft.com/office/drawing/2014/main" id="{51297013-99EF-42C9-9832-1632BDACF4AD}"/>
              </a:ext>
            </a:extLst>
          </p:cNvPr>
          <p:cNvGrpSpPr>
            <a:grpSpLocks/>
          </p:cNvGrpSpPr>
          <p:nvPr/>
        </p:nvGrpSpPr>
        <p:grpSpPr bwMode="auto">
          <a:xfrm>
            <a:off x="552450" y="254000"/>
            <a:ext cx="8174038" cy="2514600"/>
            <a:chOff x="485775" y="4084638"/>
            <a:chExt cx="8174038" cy="2514600"/>
          </a:xfrm>
        </p:grpSpPr>
        <p:sp>
          <p:nvSpPr>
            <p:cNvPr id="349238" name="Shape 3111">
              <a:extLst>
                <a:ext uri="{FF2B5EF4-FFF2-40B4-BE49-F238E27FC236}">
                  <a16:creationId xmlns:a16="http://schemas.microsoft.com/office/drawing/2014/main" id="{C7D37258-954B-470D-AE05-5F31961752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4106863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239" name="Shape 3112">
              <a:extLst>
                <a:ext uri="{FF2B5EF4-FFF2-40B4-BE49-F238E27FC236}">
                  <a16:creationId xmlns:a16="http://schemas.microsoft.com/office/drawing/2014/main" id="{E3DDF750-6B70-4F31-8513-297A789315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4106863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240" name="Shape 3113">
              <a:extLst>
                <a:ext uri="{FF2B5EF4-FFF2-40B4-BE49-F238E27FC236}">
                  <a16:creationId xmlns:a16="http://schemas.microsoft.com/office/drawing/2014/main" id="{E7AE0794-EA9F-432D-83DB-3D7683AC84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4106863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241" name="Shape 3114">
              <a:extLst>
                <a:ext uri="{FF2B5EF4-FFF2-40B4-BE49-F238E27FC236}">
                  <a16:creationId xmlns:a16="http://schemas.microsoft.com/office/drawing/2014/main" id="{06F968A3-E203-4C6C-8580-ED4AD6046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963" y="4556125"/>
              <a:ext cx="1724025" cy="111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242" name="Shape 3115">
              <a:extLst>
                <a:ext uri="{FF2B5EF4-FFF2-40B4-BE49-F238E27FC236}">
                  <a16:creationId xmlns:a16="http://schemas.microsoft.com/office/drawing/2014/main" id="{6505F427-0C0B-4BBC-B1D8-7A64BD00FC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4516438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243" name="Shape 3116">
              <a:extLst>
                <a:ext uri="{FF2B5EF4-FFF2-40B4-BE49-F238E27FC236}">
                  <a16:creationId xmlns:a16="http://schemas.microsoft.com/office/drawing/2014/main" id="{D129DD37-19B9-4466-81CB-00576174BE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4516438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244" name="Shape 3117">
              <a:extLst>
                <a:ext uri="{FF2B5EF4-FFF2-40B4-BE49-F238E27FC236}">
                  <a16:creationId xmlns:a16="http://schemas.microsoft.com/office/drawing/2014/main" id="{188B9761-33CF-43D7-91BE-1301293170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4516438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245" name="Shape 3118">
              <a:extLst>
                <a:ext uri="{FF2B5EF4-FFF2-40B4-BE49-F238E27FC236}">
                  <a16:creationId xmlns:a16="http://schemas.microsoft.com/office/drawing/2014/main" id="{9825EDC8-4CBF-437F-8D02-06EB74EB38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49307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246" name="Shape 3119">
              <a:extLst>
                <a:ext uri="{FF2B5EF4-FFF2-40B4-BE49-F238E27FC236}">
                  <a16:creationId xmlns:a16="http://schemas.microsoft.com/office/drawing/2014/main" id="{430A934C-FE67-407E-85A0-E7C8F5C2DB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49307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247" name="Shape 3120">
              <a:extLst>
                <a:ext uri="{FF2B5EF4-FFF2-40B4-BE49-F238E27FC236}">
                  <a16:creationId xmlns:a16="http://schemas.microsoft.com/office/drawing/2014/main" id="{5E1481A0-5C87-4F08-8831-8B3B89F71F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49307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248" name="Shape 3121">
              <a:extLst>
                <a:ext uri="{FF2B5EF4-FFF2-40B4-BE49-F238E27FC236}">
                  <a16:creationId xmlns:a16="http://schemas.microsoft.com/office/drawing/2014/main" id="{9E04F42C-EB5B-4021-89D7-5D11BDA978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5346700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249" name="Shape 3122">
              <a:extLst>
                <a:ext uri="{FF2B5EF4-FFF2-40B4-BE49-F238E27FC236}">
                  <a16:creationId xmlns:a16="http://schemas.microsoft.com/office/drawing/2014/main" id="{4C5D6CA0-4559-440B-AA3F-69F9F177F7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5346700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250" name="Shape 3123">
              <a:extLst>
                <a:ext uri="{FF2B5EF4-FFF2-40B4-BE49-F238E27FC236}">
                  <a16:creationId xmlns:a16="http://schemas.microsoft.com/office/drawing/2014/main" id="{28EC74D8-AD0C-48D3-96E8-43BC2E0F99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5346700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251" name="Shape 3124">
              <a:extLst>
                <a:ext uri="{FF2B5EF4-FFF2-40B4-BE49-F238E27FC236}">
                  <a16:creationId xmlns:a16="http://schemas.microsoft.com/office/drawing/2014/main" id="{074E32B7-924F-4306-96C8-260C50B763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5708650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252" name="Shape 3125">
              <a:extLst>
                <a:ext uri="{FF2B5EF4-FFF2-40B4-BE49-F238E27FC236}">
                  <a16:creationId xmlns:a16="http://schemas.microsoft.com/office/drawing/2014/main" id="{806C0DB1-386D-45F2-B811-52A81BCDB1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5708650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253" name="Shape 3126">
              <a:extLst>
                <a:ext uri="{FF2B5EF4-FFF2-40B4-BE49-F238E27FC236}">
                  <a16:creationId xmlns:a16="http://schemas.microsoft.com/office/drawing/2014/main" id="{455EF269-6E37-491D-AF86-B881F92018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5708650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254" name="Shape 3127">
              <a:extLst>
                <a:ext uri="{FF2B5EF4-FFF2-40B4-BE49-F238E27FC236}">
                  <a16:creationId xmlns:a16="http://schemas.microsoft.com/office/drawing/2014/main" id="{1EED9B18-431D-4B9C-A27D-AADF000F67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59610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255" name="Shape 3128">
              <a:extLst>
                <a:ext uri="{FF2B5EF4-FFF2-40B4-BE49-F238E27FC236}">
                  <a16:creationId xmlns:a16="http://schemas.microsoft.com/office/drawing/2014/main" id="{6B3434B7-87A6-4BA8-BF4A-454E488E04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59610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256" name="Shape 3129">
              <a:extLst>
                <a:ext uri="{FF2B5EF4-FFF2-40B4-BE49-F238E27FC236}">
                  <a16:creationId xmlns:a16="http://schemas.microsoft.com/office/drawing/2014/main" id="{CC745F67-324A-4D5A-98EF-98E942ECC1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59610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257" name="Shape 3130">
              <a:extLst>
                <a:ext uri="{FF2B5EF4-FFF2-40B4-BE49-F238E27FC236}">
                  <a16:creationId xmlns:a16="http://schemas.microsoft.com/office/drawing/2014/main" id="{FEBF2ABC-E74C-4AC5-8E59-5A4B06C06D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6240463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258" name="Shape 3131">
              <a:extLst>
                <a:ext uri="{FF2B5EF4-FFF2-40B4-BE49-F238E27FC236}">
                  <a16:creationId xmlns:a16="http://schemas.microsoft.com/office/drawing/2014/main" id="{1CEF84F6-1E3D-4A82-AA84-0EA181440E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6240463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259" name="Shape 3132">
              <a:extLst>
                <a:ext uri="{FF2B5EF4-FFF2-40B4-BE49-F238E27FC236}">
                  <a16:creationId xmlns:a16="http://schemas.microsoft.com/office/drawing/2014/main" id="{DFB43DC3-90A8-4101-898B-FBA8BD181B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6240463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260" name="Shape 3133">
              <a:extLst>
                <a:ext uri="{FF2B5EF4-FFF2-40B4-BE49-F238E27FC236}">
                  <a16:creationId xmlns:a16="http://schemas.microsoft.com/office/drawing/2014/main" id="{C3493ACE-0C80-49EE-84C3-F4E0B1C8E6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95688" y="4984750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49261" name="Shape 3134">
              <a:extLst>
                <a:ext uri="{FF2B5EF4-FFF2-40B4-BE49-F238E27FC236}">
                  <a16:creationId xmlns:a16="http://schemas.microsoft.com/office/drawing/2014/main" id="{B9F367B8-1BE1-4C39-8E87-F430ACED55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73563" y="4970463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49262" name="Shape 3135">
              <a:extLst>
                <a:ext uri="{FF2B5EF4-FFF2-40B4-BE49-F238E27FC236}">
                  <a16:creationId xmlns:a16="http://schemas.microsoft.com/office/drawing/2014/main" id="{9C2F1855-1347-4188-AA37-C98118D2E6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24450" y="4970463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49263" name="Shape 3136">
              <a:extLst>
                <a:ext uri="{FF2B5EF4-FFF2-40B4-BE49-F238E27FC236}">
                  <a16:creationId xmlns:a16="http://schemas.microsoft.com/office/drawing/2014/main" id="{15568DE1-C5D1-478A-8035-D2B99116DC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03900" y="4970463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49264" name="Shape 3137">
              <a:extLst>
                <a:ext uri="{FF2B5EF4-FFF2-40B4-BE49-F238E27FC236}">
                  <a16:creationId xmlns:a16="http://schemas.microsoft.com/office/drawing/2014/main" id="{BDCDEFBE-A209-43CD-8460-5E9DF2865D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9225" y="4984750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49265" name="Shape 3138">
              <a:extLst>
                <a:ext uri="{FF2B5EF4-FFF2-40B4-BE49-F238E27FC236}">
                  <a16:creationId xmlns:a16="http://schemas.microsoft.com/office/drawing/2014/main" id="{C345E76D-C31D-4B7B-9047-2D623687B1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70750" y="4970463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49266" name="Shape 3139">
              <a:extLst>
                <a:ext uri="{FF2B5EF4-FFF2-40B4-BE49-F238E27FC236}">
                  <a16:creationId xmlns:a16="http://schemas.microsoft.com/office/drawing/2014/main" id="{A9C0EFEC-9400-4A29-9F39-31DDDFD653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18450" y="4954588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349267" name="Shape 3140">
              <a:extLst>
                <a:ext uri="{FF2B5EF4-FFF2-40B4-BE49-F238E27FC236}">
                  <a16:creationId xmlns:a16="http://schemas.microsoft.com/office/drawing/2014/main" id="{491AB23D-B199-47ED-895F-2D9692BD34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4038" y="4567238"/>
              <a:ext cx="6508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= 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349268" name="Shape 3141">
              <a:extLst>
                <a:ext uri="{FF2B5EF4-FFF2-40B4-BE49-F238E27FC236}">
                  <a16:creationId xmlns:a16="http://schemas.microsoft.com/office/drawing/2014/main" id="{11C6F1C9-2E27-4F07-A0D8-FD347E1BAF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6525" y="4567238"/>
              <a:ext cx="6508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= 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grpSp>
          <p:nvGrpSpPr>
            <p:cNvPr id="349269" name="Shape 3142">
              <a:extLst>
                <a:ext uri="{FF2B5EF4-FFF2-40B4-BE49-F238E27FC236}">
                  <a16:creationId xmlns:a16="http://schemas.microsoft.com/office/drawing/2014/main" id="{FA3B589F-3101-4BD5-AC09-8832FBFA6F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5775" y="4084638"/>
              <a:ext cx="8166100" cy="2514600"/>
              <a:chOff x="603250" y="1414462"/>
              <a:chExt cx="8167586" cy="2514599"/>
            </a:xfrm>
          </p:grpSpPr>
          <p:sp>
            <p:nvSpPr>
              <p:cNvPr id="349273" name="Shape 3143">
                <a:extLst>
                  <a:ext uri="{FF2B5EF4-FFF2-40B4-BE49-F238E27FC236}">
                    <a16:creationId xmlns:a16="http://schemas.microsoft.com/office/drawing/2014/main" id="{E340B8B6-8305-4A97-9DC1-2953F5F0A87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9637" y="1427162"/>
                <a:ext cx="7861199" cy="959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9274" name="Shape 3144">
                <a:extLst>
                  <a:ext uri="{FF2B5EF4-FFF2-40B4-BE49-F238E27FC236}">
                    <a16:creationId xmlns:a16="http://schemas.microsoft.com/office/drawing/2014/main" id="{C82EC684-9C0B-406E-8744-82CDA589C4D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1436687"/>
                <a:ext cx="11100" cy="4128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9275" name="Shape 3145">
                <a:extLst>
                  <a:ext uri="{FF2B5EF4-FFF2-40B4-BE49-F238E27FC236}">
                    <a16:creationId xmlns:a16="http://schemas.microsoft.com/office/drawing/2014/main" id="{752E6182-A356-46DF-BDA5-91854DDBB0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1436687"/>
                <a:ext cx="11100" cy="4128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9276" name="Shape 3146">
                <a:extLst>
                  <a:ext uri="{FF2B5EF4-FFF2-40B4-BE49-F238E27FC236}">
                    <a16:creationId xmlns:a16="http://schemas.microsoft.com/office/drawing/2014/main" id="{29FBC432-1B9E-47D2-AE33-3EC819A9DEE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42987" y="1603375"/>
                <a:ext cx="730199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Present </a:t>
                </a:r>
              </a:p>
            </p:txBody>
          </p:sp>
          <p:sp>
            <p:nvSpPr>
              <p:cNvPr id="349277" name="Shape 3147">
                <a:extLst>
                  <a:ext uri="{FF2B5EF4-FFF2-40B4-BE49-F238E27FC236}">
                    <a16:creationId xmlns:a16="http://schemas.microsoft.com/office/drawing/2014/main" id="{4C876035-E4B0-4A2F-8794-ABCF66A2BF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55836" y="1550987"/>
                <a:ext cx="9780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Next state </a:t>
                </a:r>
              </a:p>
            </p:txBody>
          </p:sp>
          <p:sp>
            <p:nvSpPr>
              <p:cNvPr id="349278" name="Shape 3148">
                <a:extLst>
                  <a:ext uri="{FF2B5EF4-FFF2-40B4-BE49-F238E27FC236}">
                    <a16:creationId xmlns:a16="http://schemas.microsoft.com/office/drawing/2014/main" id="{A6065684-4254-4B1D-97AA-89B71998FD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1846261"/>
                <a:ext cx="11100" cy="41429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9279" name="Shape 3149">
                <a:extLst>
                  <a:ext uri="{FF2B5EF4-FFF2-40B4-BE49-F238E27FC236}">
                    <a16:creationId xmlns:a16="http://schemas.microsoft.com/office/drawing/2014/main" id="{9D37673F-11CC-4BC8-94C3-149DA598AE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69987" y="1912936"/>
                <a:ext cx="4761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state </a:t>
                </a:r>
              </a:p>
            </p:txBody>
          </p:sp>
          <p:sp>
            <p:nvSpPr>
              <p:cNvPr id="349280" name="Shape 3150">
                <a:extLst>
                  <a:ext uri="{FF2B5EF4-FFF2-40B4-BE49-F238E27FC236}">
                    <a16:creationId xmlns:a16="http://schemas.microsoft.com/office/drawing/2014/main" id="{B282944C-AC47-490F-BB84-7F92C31239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2249486"/>
                <a:ext cx="6915000" cy="111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9281" name="Shape 3151">
                <a:extLst>
                  <a:ext uri="{FF2B5EF4-FFF2-40B4-BE49-F238E27FC236}">
                    <a16:creationId xmlns:a16="http://schemas.microsoft.com/office/drawing/2014/main" id="{1622AD0D-EEDE-439A-9813-B9EEEE46F90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2260600"/>
                <a:ext cx="11100" cy="4128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9282" name="Shape 3152">
                <a:extLst>
                  <a:ext uri="{FF2B5EF4-FFF2-40B4-BE49-F238E27FC236}">
                    <a16:creationId xmlns:a16="http://schemas.microsoft.com/office/drawing/2014/main" id="{4C11A261-FAF8-4F95-87EE-13932313AD1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9637" y="2662236"/>
                <a:ext cx="7861199" cy="111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9283" name="Shape 3153">
                <a:extLst>
                  <a:ext uri="{FF2B5EF4-FFF2-40B4-BE49-F238E27FC236}">
                    <a16:creationId xmlns:a16="http://schemas.microsoft.com/office/drawing/2014/main" id="{0406270C-4B7A-4A52-9200-AF220D1F73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10250" y="1808161"/>
                <a:ext cx="7809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Outputs </a:t>
                </a:r>
              </a:p>
            </p:txBody>
          </p:sp>
          <p:sp>
            <p:nvSpPr>
              <p:cNvPr id="349284" name="Shape 3154">
                <a:extLst>
                  <a:ext uri="{FF2B5EF4-FFF2-40B4-BE49-F238E27FC236}">
                    <a16:creationId xmlns:a16="http://schemas.microsoft.com/office/drawing/2014/main" id="{86473D10-A750-473E-9256-B3167B4C7B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3250" y="2755900"/>
                <a:ext cx="222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A </a:t>
                </a:r>
              </a:p>
            </p:txBody>
          </p:sp>
          <p:sp>
            <p:nvSpPr>
              <p:cNvPr id="349285" name="Shape 3155">
                <a:extLst>
                  <a:ext uri="{FF2B5EF4-FFF2-40B4-BE49-F238E27FC236}">
                    <a16:creationId xmlns:a16="http://schemas.microsoft.com/office/drawing/2014/main" id="{69ACFCEC-CF16-4800-926C-48DBE9E2A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2676525"/>
                <a:ext cx="11100" cy="3621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9286" name="Shape 3156">
                <a:extLst>
                  <a:ext uri="{FF2B5EF4-FFF2-40B4-BE49-F238E27FC236}">
                    <a16:creationId xmlns:a16="http://schemas.microsoft.com/office/drawing/2014/main" id="{82B0DC1B-8346-47B9-920E-F5C74F59A6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35075" y="2755900"/>
                <a:ext cx="271463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00</a:t>
                </a:r>
              </a:p>
            </p:txBody>
          </p:sp>
          <p:sp>
            <p:nvSpPr>
              <p:cNvPr id="349287" name="Shape 3157">
                <a:extLst>
                  <a:ext uri="{FF2B5EF4-FFF2-40B4-BE49-F238E27FC236}">
                    <a16:creationId xmlns:a16="http://schemas.microsoft.com/office/drawing/2014/main" id="{BD003846-91D5-499C-83ED-C45C12070E8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36775" y="2755900"/>
                <a:ext cx="34103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00</a:t>
                </a:r>
              </a:p>
            </p:txBody>
          </p:sp>
          <p:sp>
            <p:nvSpPr>
              <p:cNvPr id="349288" name="Shape 3158">
                <a:extLst>
                  <a:ext uri="{FF2B5EF4-FFF2-40B4-BE49-F238E27FC236}">
                    <a16:creationId xmlns:a16="http://schemas.microsoft.com/office/drawing/2014/main" id="{DD5F76D0-C5D7-4097-8C72-7FD34A08F99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94025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9289" name="Shape 3159">
                <a:extLst>
                  <a:ext uri="{FF2B5EF4-FFF2-40B4-BE49-F238E27FC236}">
                    <a16:creationId xmlns:a16="http://schemas.microsoft.com/office/drawing/2014/main" id="{5A4E6683-EB56-4297-976A-C5F8B206D0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67061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49290" name="Shape 3160">
                <a:extLst>
                  <a:ext uri="{FF2B5EF4-FFF2-40B4-BE49-F238E27FC236}">
                    <a16:creationId xmlns:a16="http://schemas.microsoft.com/office/drawing/2014/main" id="{7B0399EB-F637-4D2E-ADDE-17C66E1256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29062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9291" name="Shape 3161">
                <a:extLst>
                  <a:ext uri="{FF2B5EF4-FFF2-40B4-BE49-F238E27FC236}">
                    <a16:creationId xmlns:a16="http://schemas.microsoft.com/office/drawing/2014/main" id="{98108A13-087B-4E05-979E-D6ECC8F29E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56137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9292" name="Shape 3162">
                <a:extLst>
                  <a:ext uri="{FF2B5EF4-FFF2-40B4-BE49-F238E27FC236}">
                    <a16:creationId xmlns:a16="http://schemas.microsoft.com/office/drawing/2014/main" id="{9C777C6B-AC2D-48D9-9C35-71225D93F9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83212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9293" name="Shape 3163">
                <a:extLst>
                  <a:ext uri="{FF2B5EF4-FFF2-40B4-BE49-F238E27FC236}">
                    <a16:creationId xmlns:a16="http://schemas.microsoft.com/office/drawing/2014/main" id="{93D28367-AD17-432F-A78F-CC9A8918595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111875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9294" name="Shape 3164">
                <a:extLst>
                  <a:ext uri="{FF2B5EF4-FFF2-40B4-BE49-F238E27FC236}">
                    <a16:creationId xmlns:a16="http://schemas.microsoft.com/office/drawing/2014/main" id="{D222A31B-48B2-44D6-AACE-8C4AF1843E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38950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9295" name="Shape 3165">
                <a:extLst>
                  <a:ext uri="{FF2B5EF4-FFF2-40B4-BE49-F238E27FC236}">
                    <a16:creationId xmlns:a16="http://schemas.microsoft.com/office/drawing/2014/main" id="{28414E58-5EC9-4650-B841-D35C5318D3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64436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9296" name="Shape 3166">
                <a:extLst>
                  <a:ext uri="{FF2B5EF4-FFF2-40B4-BE49-F238E27FC236}">
                    <a16:creationId xmlns:a16="http://schemas.microsoft.com/office/drawing/2014/main" id="{4777C184-AF84-4682-AA9B-980ECF52D01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81986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9297" name="Shape 3167">
                <a:extLst>
                  <a:ext uri="{FF2B5EF4-FFF2-40B4-BE49-F238E27FC236}">
                    <a16:creationId xmlns:a16="http://schemas.microsoft.com/office/drawing/2014/main" id="{582306EE-6FF8-4FFF-9008-1093EBAD15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9600" y="3030536"/>
                <a:ext cx="209399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B </a:t>
                </a:r>
              </a:p>
            </p:txBody>
          </p:sp>
          <p:sp>
            <p:nvSpPr>
              <p:cNvPr id="349298" name="Shape 3168">
                <a:extLst>
                  <a:ext uri="{FF2B5EF4-FFF2-40B4-BE49-F238E27FC236}">
                    <a16:creationId xmlns:a16="http://schemas.microsoft.com/office/drawing/2014/main" id="{C21C9462-0567-44F5-8940-0B8F04B142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3038475"/>
                <a:ext cx="11100" cy="27449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9299" name="Shape 3169">
                <a:extLst>
                  <a:ext uri="{FF2B5EF4-FFF2-40B4-BE49-F238E27FC236}">
                    <a16:creationId xmlns:a16="http://schemas.microsoft.com/office/drawing/2014/main" id="{D99870EC-3623-4695-B62C-CA309FEFB6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36661" y="3030536"/>
                <a:ext cx="297193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01</a:t>
                </a:r>
              </a:p>
            </p:txBody>
          </p:sp>
          <p:sp>
            <p:nvSpPr>
              <p:cNvPr id="349300" name="Shape 3170">
                <a:extLst>
                  <a:ext uri="{FF2B5EF4-FFF2-40B4-BE49-F238E27FC236}">
                    <a16:creationId xmlns:a16="http://schemas.microsoft.com/office/drawing/2014/main" id="{2ADB198A-0057-4864-B7CD-8B66FBE3B1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38361" y="3030536"/>
                <a:ext cx="324235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11</a:t>
                </a:r>
              </a:p>
            </p:txBody>
          </p:sp>
          <p:sp>
            <p:nvSpPr>
              <p:cNvPr id="349301" name="Shape 3171">
                <a:extLst>
                  <a:ext uri="{FF2B5EF4-FFF2-40B4-BE49-F238E27FC236}">
                    <a16:creationId xmlns:a16="http://schemas.microsoft.com/office/drawing/2014/main" id="{88AB03B6-5DF1-4D13-8C6E-303AE3251D4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95611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49302" name="Shape 3172">
                <a:extLst>
                  <a:ext uri="{FF2B5EF4-FFF2-40B4-BE49-F238E27FC236}">
                    <a16:creationId xmlns:a16="http://schemas.microsoft.com/office/drawing/2014/main" id="{BDE96ADE-87A2-4B32-BD59-6FCD5A244ED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67061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49303" name="Shape 3173">
                <a:extLst>
                  <a:ext uri="{FF2B5EF4-FFF2-40B4-BE49-F238E27FC236}">
                    <a16:creationId xmlns:a16="http://schemas.microsoft.com/office/drawing/2014/main" id="{4B3EEA09-3465-459D-84CE-85D9D778A0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0650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9304" name="Shape 3174">
                <a:extLst>
                  <a:ext uri="{FF2B5EF4-FFF2-40B4-BE49-F238E27FC236}">
                    <a16:creationId xmlns:a16="http://schemas.microsoft.com/office/drawing/2014/main" id="{5407750A-FDA7-4C59-90B0-3358DBF559E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57725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9305" name="Shape 3175">
                <a:extLst>
                  <a:ext uri="{FF2B5EF4-FFF2-40B4-BE49-F238E27FC236}">
                    <a16:creationId xmlns:a16="http://schemas.microsoft.com/office/drawing/2014/main" id="{0B26DBAA-C6DC-4D52-9CA3-2C8EEB7C7B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84800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49306" name="Shape 3176">
                <a:extLst>
                  <a:ext uri="{FF2B5EF4-FFF2-40B4-BE49-F238E27FC236}">
                    <a16:creationId xmlns:a16="http://schemas.microsoft.com/office/drawing/2014/main" id="{9551B2C0-F358-4857-BC28-FEAFEB10D76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111875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9307" name="Shape 3177">
                <a:extLst>
                  <a:ext uri="{FF2B5EF4-FFF2-40B4-BE49-F238E27FC236}">
                    <a16:creationId xmlns:a16="http://schemas.microsoft.com/office/drawing/2014/main" id="{291512A4-7A8D-4A86-8565-9572462D4E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38950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9308" name="Shape 3178">
                <a:extLst>
                  <a:ext uri="{FF2B5EF4-FFF2-40B4-BE49-F238E27FC236}">
                    <a16:creationId xmlns:a16="http://schemas.microsoft.com/office/drawing/2014/main" id="{EABB634C-B7E8-438A-8B96-5164A618FC0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66025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49309" name="Shape 3179">
                <a:extLst>
                  <a:ext uri="{FF2B5EF4-FFF2-40B4-BE49-F238E27FC236}">
                    <a16:creationId xmlns:a16="http://schemas.microsoft.com/office/drawing/2014/main" id="{9A149F97-E725-4CD7-BC05-74FDC6E92B8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81986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9310" name="Shape 3180">
                <a:extLst>
                  <a:ext uri="{FF2B5EF4-FFF2-40B4-BE49-F238E27FC236}">
                    <a16:creationId xmlns:a16="http://schemas.microsoft.com/office/drawing/2014/main" id="{5113C597-825C-4EAA-B26D-43FB8509B63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9600" y="3302000"/>
                <a:ext cx="209399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C </a:t>
                </a:r>
              </a:p>
            </p:txBody>
          </p:sp>
          <p:sp>
            <p:nvSpPr>
              <p:cNvPr id="349311" name="Shape 3181">
                <a:extLst>
                  <a:ext uri="{FF2B5EF4-FFF2-40B4-BE49-F238E27FC236}">
                    <a16:creationId xmlns:a16="http://schemas.microsoft.com/office/drawing/2014/main" id="{60186A27-6925-4B32-BCF8-8A89D25BCA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3290887"/>
                <a:ext cx="11100" cy="27449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9312" name="Shape 3182">
                <a:extLst>
                  <a:ext uri="{FF2B5EF4-FFF2-40B4-BE49-F238E27FC236}">
                    <a16:creationId xmlns:a16="http://schemas.microsoft.com/office/drawing/2014/main" id="{2DE18DC6-3F74-46AE-81C3-ED3A0E6BFE3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36661" y="3302000"/>
                <a:ext cx="321542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11</a:t>
                </a:r>
              </a:p>
            </p:txBody>
          </p:sp>
          <p:sp>
            <p:nvSpPr>
              <p:cNvPr id="349313" name="Shape 3183">
                <a:extLst>
                  <a:ext uri="{FF2B5EF4-FFF2-40B4-BE49-F238E27FC236}">
                    <a16:creationId xmlns:a16="http://schemas.microsoft.com/office/drawing/2014/main" id="{228E0E97-F1DD-49B1-AEE0-9DEB3A296D5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38360" y="3302000"/>
                <a:ext cx="295607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10</a:t>
                </a:r>
              </a:p>
            </p:txBody>
          </p:sp>
          <p:sp>
            <p:nvSpPr>
              <p:cNvPr id="349314" name="Shape 3184">
                <a:extLst>
                  <a:ext uri="{FF2B5EF4-FFF2-40B4-BE49-F238E27FC236}">
                    <a16:creationId xmlns:a16="http://schemas.microsoft.com/office/drawing/2014/main" id="{82328B36-31B4-451F-82CC-9600CC971D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95611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49315" name="Shape 3185">
                <a:extLst>
                  <a:ext uri="{FF2B5EF4-FFF2-40B4-BE49-F238E27FC236}">
                    <a16:creationId xmlns:a16="http://schemas.microsoft.com/office/drawing/2014/main" id="{D3F03E77-B0F3-4906-83D1-ABF574D1A9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67061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9316" name="Shape 3186">
                <a:extLst>
                  <a:ext uri="{FF2B5EF4-FFF2-40B4-BE49-F238E27FC236}">
                    <a16:creationId xmlns:a16="http://schemas.microsoft.com/office/drawing/2014/main" id="{B7D288DA-BE46-4EEF-B0DC-1E7D9AF1CAC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0650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49317" name="Shape 3187">
                <a:extLst>
                  <a:ext uri="{FF2B5EF4-FFF2-40B4-BE49-F238E27FC236}">
                    <a16:creationId xmlns:a16="http://schemas.microsoft.com/office/drawing/2014/main" id="{82596CBC-4E12-4914-9ED7-038BF08439D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57725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9318" name="Shape 3188">
                <a:extLst>
                  <a:ext uri="{FF2B5EF4-FFF2-40B4-BE49-F238E27FC236}">
                    <a16:creationId xmlns:a16="http://schemas.microsoft.com/office/drawing/2014/main" id="{8E1B228F-1BCF-40FF-9795-15D4DABBF53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84800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9319" name="Shape 3189">
                <a:extLst>
                  <a:ext uri="{FF2B5EF4-FFF2-40B4-BE49-F238E27FC236}">
                    <a16:creationId xmlns:a16="http://schemas.microsoft.com/office/drawing/2014/main" id="{37813B3B-1EFD-431C-BD26-8E8A0B30797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111875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49320" name="Shape 3190">
                <a:extLst>
                  <a:ext uri="{FF2B5EF4-FFF2-40B4-BE49-F238E27FC236}">
                    <a16:creationId xmlns:a16="http://schemas.microsoft.com/office/drawing/2014/main" id="{D9DFCC5A-D460-48DF-B6C5-7B45B47A88E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38950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9321" name="Shape 3191">
                <a:extLst>
                  <a:ext uri="{FF2B5EF4-FFF2-40B4-BE49-F238E27FC236}">
                    <a16:creationId xmlns:a16="http://schemas.microsoft.com/office/drawing/2014/main" id="{3AB79C52-91C6-4D43-B9B2-361D012A04C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66025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9322" name="Shape 3192">
                <a:extLst>
                  <a:ext uri="{FF2B5EF4-FFF2-40B4-BE49-F238E27FC236}">
                    <a16:creationId xmlns:a16="http://schemas.microsoft.com/office/drawing/2014/main" id="{33E1FDC7-213C-4BF3-A933-A5DB2E28B6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81986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9323" name="Shape 3193">
                <a:extLst>
                  <a:ext uri="{FF2B5EF4-FFF2-40B4-BE49-F238E27FC236}">
                    <a16:creationId xmlns:a16="http://schemas.microsoft.com/office/drawing/2014/main" id="{3C0A9C21-8BFC-488F-B3C8-AE440423D0E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3250" y="3576637"/>
                <a:ext cx="222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D </a:t>
                </a:r>
              </a:p>
            </p:txBody>
          </p:sp>
          <p:sp>
            <p:nvSpPr>
              <p:cNvPr id="349324" name="Shape 3194">
                <a:extLst>
                  <a:ext uri="{FF2B5EF4-FFF2-40B4-BE49-F238E27FC236}">
                    <a16:creationId xmlns:a16="http://schemas.microsoft.com/office/drawing/2014/main" id="{DDEE9C5A-FB12-4139-82E4-4C29D7017DA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3570287"/>
                <a:ext cx="11100" cy="3159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9325" name="Shape 3195">
                <a:extLst>
                  <a:ext uri="{FF2B5EF4-FFF2-40B4-BE49-F238E27FC236}">
                    <a16:creationId xmlns:a16="http://schemas.microsoft.com/office/drawing/2014/main" id="{ACF2B732-D90A-4958-A6F5-1FD2B459483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35074" y="3576637"/>
                <a:ext cx="298779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10</a:t>
                </a:r>
              </a:p>
            </p:txBody>
          </p:sp>
          <p:sp>
            <p:nvSpPr>
              <p:cNvPr id="349326" name="Shape 3196">
                <a:extLst>
                  <a:ext uri="{FF2B5EF4-FFF2-40B4-BE49-F238E27FC236}">
                    <a16:creationId xmlns:a16="http://schemas.microsoft.com/office/drawing/2014/main" id="{807BC868-F033-49E4-93B6-19E49F97A2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36775" y="3576637"/>
                <a:ext cx="297192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00</a:t>
                </a:r>
              </a:p>
            </p:txBody>
          </p:sp>
          <p:sp>
            <p:nvSpPr>
              <p:cNvPr id="349327" name="Shape 3197">
                <a:extLst>
                  <a:ext uri="{FF2B5EF4-FFF2-40B4-BE49-F238E27FC236}">
                    <a16:creationId xmlns:a16="http://schemas.microsoft.com/office/drawing/2014/main" id="{BB97050B-7C80-40BD-B745-C0FEF28C8A1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94025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9328" name="Shape 3198">
                <a:extLst>
                  <a:ext uri="{FF2B5EF4-FFF2-40B4-BE49-F238E27FC236}">
                    <a16:creationId xmlns:a16="http://schemas.microsoft.com/office/drawing/2014/main" id="{1969EF85-F687-4373-AF33-E252BCFE55A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67061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9329" name="Shape 3199">
                <a:extLst>
                  <a:ext uri="{FF2B5EF4-FFF2-40B4-BE49-F238E27FC236}">
                    <a16:creationId xmlns:a16="http://schemas.microsoft.com/office/drawing/2014/main" id="{F53162EA-00C8-434E-9EFD-6EAC81504B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29062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9330" name="Shape 3200">
                <a:extLst>
                  <a:ext uri="{FF2B5EF4-FFF2-40B4-BE49-F238E27FC236}">
                    <a16:creationId xmlns:a16="http://schemas.microsoft.com/office/drawing/2014/main" id="{3AE7FF47-D50C-4841-972D-8BCA677FFE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56137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49331" name="Shape 3201">
                <a:extLst>
                  <a:ext uri="{FF2B5EF4-FFF2-40B4-BE49-F238E27FC236}">
                    <a16:creationId xmlns:a16="http://schemas.microsoft.com/office/drawing/2014/main" id="{6AC5F99E-1819-4100-8F36-D6104BC1C6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83212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9332" name="Shape 3202">
                <a:extLst>
                  <a:ext uri="{FF2B5EF4-FFF2-40B4-BE49-F238E27FC236}">
                    <a16:creationId xmlns:a16="http://schemas.microsoft.com/office/drawing/2014/main" id="{ED249184-C59A-4865-8081-884635D628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111875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9333" name="Shape 3203">
                <a:extLst>
                  <a:ext uri="{FF2B5EF4-FFF2-40B4-BE49-F238E27FC236}">
                    <a16:creationId xmlns:a16="http://schemas.microsoft.com/office/drawing/2014/main" id="{CD2919AF-A4E9-4978-8F43-3C207659863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38950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49334" name="Shape 3204">
                <a:extLst>
                  <a:ext uri="{FF2B5EF4-FFF2-40B4-BE49-F238E27FC236}">
                    <a16:creationId xmlns:a16="http://schemas.microsoft.com/office/drawing/2014/main" id="{CFE9ACE4-C9CE-4F61-A478-4925727DB3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64436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49335" name="Shape 3205">
                <a:extLst>
                  <a:ext uri="{FF2B5EF4-FFF2-40B4-BE49-F238E27FC236}">
                    <a16:creationId xmlns:a16="http://schemas.microsoft.com/office/drawing/2014/main" id="{D8FD3BB8-068F-4AFB-BE60-66121787E7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9637" y="3897312"/>
                <a:ext cx="7861199" cy="111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9336" name="Shape 3206">
                <a:extLst>
                  <a:ext uri="{FF2B5EF4-FFF2-40B4-BE49-F238E27FC236}">
                    <a16:creationId xmlns:a16="http://schemas.microsoft.com/office/drawing/2014/main" id="{6BE15360-6DE4-411F-9A31-8D1FD44D26F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81986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cxnSp>
            <p:nvCxnSpPr>
              <p:cNvPr id="349337" name="Shape 3207">
                <a:extLst>
                  <a:ext uri="{FF2B5EF4-FFF2-40B4-BE49-F238E27FC236}">
                    <a16:creationId xmlns:a16="http://schemas.microsoft.com/office/drawing/2014/main" id="{81589171-E506-49E4-9093-D40D9E4F402F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14400" y="1428750"/>
                <a:ext cx="0" cy="2471699"/>
              </a:xfrm>
              <a:prstGeom prst="straightConnector1">
                <a:avLst/>
              </a:prstGeom>
              <a:noFill/>
              <a:ln w="9525" cap="rnd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49338" name="Shape 3208">
                <a:extLst>
                  <a:ext uri="{FF2B5EF4-FFF2-40B4-BE49-F238E27FC236}">
                    <a16:creationId xmlns:a16="http://schemas.microsoft.com/office/drawing/2014/main" id="{B8D18063-1AB8-4333-AE33-DE4250BB61C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571875" y="1443037"/>
                <a:ext cx="0" cy="2443200"/>
              </a:xfrm>
              <a:prstGeom prst="straightConnector1">
                <a:avLst/>
              </a:prstGeom>
              <a:noFill/>
              <a:ln w="9525" cap="rnd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49339" name="Shape 3209">
                <a:extLst>
                  <a:ext uri="{FF2B5EF4-FFF2-40B4-BE49-F238E27FC236}">
                    <a16:creationId xmlns:a16="http://schemas.microsoft.com/office/drawing/2014/main" id="{291A9CB0-028A-4840-87D2-7772D7ACE77C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1843086" y="1885950"/>
                <a:ext cx="1728900" cy="0"/>
              </a:xfrm>
              <a:prstGeom prst="straightConnector1">
                <a:avLst/>
              </a:prstGeom>
              <a:noFill/>
              <a:ln w="9525" cap="rnd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49340" name="Shape 3210">
                <a:extLst>
                  <a:ext uri="{FF2B5EF4-FFF2-40B4-BE49-F238E27FC236}">
                    <a16:creationId xmlns:a16="http://schemas.microsoft.com/office/drawing/2014/main" id="{FEBDE430-C3D9-4706-B7D8-2E332C93DDF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8758236" y="1414462"/>
                <a:ext cx="0" cy="2514599"/>
              </a:xfrm>
              <a:prstGeom prst="straightConnector1">
                <a:avLst/>
              </a:prstGeom>
              <a:noFill/>
              <a:ln w="9525" cap="rnd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349270" name="Shape 3211">
              <a:extLst>
                <a:ext uri="{FF2B5EF4-FFF2-40B4-BE49-F238E27FC236}">
                  <a16:creationId xmlns:a16="http://schemas.microsoft.com/office/drawing/2014/main" id="{36A1E51C-D120-49B2-A1DD-C28F51D1B7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0238" y="4954588"/>
              <a:ext cx="512762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49271" name="Shape 3212">
              <a:extLst>
                <a:ext uri="{FF2B5EF4-FFF2-40B4-BE49-F238E27FC236}">
                  <a16:creationId xmlns:a16="http://schemas.microsoft.com/office/drawing/2014/main" id="{7E607533-749F-42A8-8C7F-CF6CBA1EF4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7963" y="4984750"/>
              <a:ext cx="5111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49272" name="Shape 3213">
              <a:extLst>
                <a:ext uri="{FF2B5EF4-FFF2-40B4-BE49-F238E27FC236}">
                  <a16:creationId xmlns:a16="http://schemas.microsoft.com/office/drawing/2014/main" id="{38A97244-9AD5-4EC3-A851-6ED5F70240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363" y="4968875"/>
              <a:ext cx="5111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</p:grpSp>
      <p:graphicFrame>
        <p:nvGraphicFramePr>
          <p:cNvPr id="108" name="Shape 2890">
            <a:extLst>
              <a:ext uri="{FF2B5EF4-FFF2-40B4-BE49-F238E27FC236}">
                <a16:creationId xmlns:a16="http://schemas.microsoft.com/office/drawing/2014/main" id="{FE42A111-1CC5-2749-9F2E-06C28938EDF0}"/>
              </a:ext>
            </a:extLst>
          </p:cNvPr>
          <p:cNvGraphicFramePr/>
          <p:nvPr/>
        </p:nvGraphicFramePr>
        <p:xfrm>
          <a:off x="779463" y="3067050"/>
          <a:ext cx="2479675" cy="198120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4959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59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59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59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9593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96240"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 i="1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y</a:t>
                      </a:r>
                      <a:r>
                        <a:rPr lang="en-US" sz="1400" i="1" baseline="-250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2</a:t>
                      </a:r>
                    </a:p>
                  </a:txBody>
                  <a:tcPr marL="91450" marR="91450" marT="91423" marB="9142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 i="1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y</a:t>
                      </a:r>
                      <a:r>
                        <a:rPr lang="en-US" sz="1400" i="1" baseline="-250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450" marR="91450" marT="91423" marB="9142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200" i="1" baseline="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R1</a:t>
                      </a:r>
                      <a:r>
                        <a:rPr lang="en-US" sz="1200" i="1" baseline="-250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out</a:t>
                      </a:r>
                    </a:p>
                  </a:txBody>
                  <a:tcPr marL="91450" marR="91450" marT="91423" marB="9142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i="1" baseline="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R1</a:t>
                      </a:r>
                      <a:r>
                        <a:rPr lang="en-US" sz="1200" i="1" baseline="-250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in</a:t>
                      </a:r>
                    </a:p>
                  </a:txBody>
                  <a:tcPr marL="91450" marR="91450" marT="91423" marB="9142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200" i="1" baseline="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R2</a:t>
                      </a:r>
                      <a:r>
                        <a:rPr lang="en-US" sz="1200" i="1" baseline="-250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out</a:t>
                      </a:r>
                    </a:p>
                  </a:txBody>
                  <a:tcPr marL="91450" marR="91450" marT="91423" marB="91423"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450" marR="91450" marT="91423" marB="91423"/>
                </a:tc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450" marR="91450" marT="91423" marB="91423"/>
                </a:tc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 dirty="0"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450" marR="91450" marT="91423" marB="9142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450" marR="91450" marT="91423" marB="9142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450" marR="91450" marT="91423" marB="9142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450" marR="91450" marT="91423" marB="91423"/>
                </a:tc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450" marR="91450" marT="91423" marB="91423"/>
                </a:tc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 dirty="0"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450" marR="91450" marT="91423" marB="9142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450" marR="91450" marT="91423" marB="9142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450" marR="91450" marT="91423" marB="9142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450" marR="91450" marT="91423" marB="91423"/>
                </a:tc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450" marR="91450" marT="91423" marB="91423"/>
                </a:tc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 dirty="0"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450" marR="91450" marT="91423" marB="9142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450" marR="91450" marT="91423" marB="9142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450" marR="91450" marT="91423" marB="9142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450" marR="91450" marT="91423" marB="91423"/>
                </a:tc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450" marR="91450" marT="91423" marB="91423"/>
                </a:tc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 b="0" dirty="0">
                          <a:solidFill>
                            <a:schemeClr val="tx1"/>
                          </a:solidFill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450" marR="91450" marT="91423" marB="9142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450" marR="91450" marT="91423" marB="9142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450" marR="91450" marT="91423" marB="9142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10" name="Rectangle 109">
            <a:extLst>
              <a:ext uri="{FF2B5EF4-FFF2-40B4-BE49-F238E27FC236}">
                <a16:creationId xmlns:a16="http://schemas.microsoft.com/office/drawing/2014/main" id="{ABB46BB9-0AE7-AE4A-9CF4-6448A9A66C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83013" y="1600200"/>
            <a:ext cx="269875" cy="1095375"/>
          </a:xfrm>
          <a:prstGeom prst="rect">
            <a:avLst/>
          </a:prstGeom>
          <a:solidFill>
            <a:srgbClr val="008000">
              <a:alpha val="16078"/>
            </a:srgbClr>
          </a:solidFill>
          <a:ln w="9525">
            <a:solidFill>
              <a:srgbClr val="008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87E0FAFE-56E5-D147-8386-C8F4A8050C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8525" y="1614488"/>
            <a:ext cx="269875" cy="1095375"/>
          </a:xfrm>
          <a:prstGeom prst="rect">
            <a:avLst/>
          </a:prstGeom>
          <a:solidFill>
            <a:srgbClr val="008000">
              <a:alpha val="16078"/>
            </a:srgbClr>
          </a:solidFill>
          <a:ln w="9525">
            <a:solidFill>
              <a:srgbClr val="008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15588CCB-98DE-5049-8788-8DAE8F2C86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10088" y="1614488"/>
            <a:ext cx="269875" cy="1095375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DCA1C8CF-5083-F84D-A1A6-EB5EFF6C07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99250" y="1614488"/>
            <a:ext cx="269875" cy="1095375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5C9500A6-795B-E642-B9F6-7983866B74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48638" y="1624013"/>
            <a:ext cx="269875" cy="1095375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B4C53B35-71C4-7F43-AD7F-6DEDB7D083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1450" y="1614488"/>
            <a:ext cx="269875" cy="1095375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6" name="Rectangle 115">
            <a:extLst>
              <a:ext uri="{FF2B5EF4-FFF2-40B4-BE49-F238E27FC236}">
                <a16:creationId xmlns:a16="http://schemas.microsoft.com/office/drawing/2014/main" id="{F8185BAA-66B0-CE41-BE42-66E6D8DB6C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43788" y="1614488"/>
            <a:ext cx="269875" cy="1095375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49231" name="Shape 3180">
            <a:extLst>
              <a:ext uri="{FF2B5EF4-FFF2-40B4-BE49-F238E27FC236}">
                <a16:creationId xmlns:a16="http://schemas.microsoft.com/office/drawing/2014/main" id="{5E98A85A-48CB-4419-9FE9-B356469972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4025" y="4746625"/>
            <a:ext cx="2079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C </a:t>
            </a:r>
          </a:p>
        </p:txBody>
      </p:sp>
      <p:sp>
        <p:nvSpPr>
          <p:cNvPr id="349232" name="Shape 3180">
            <a:extLst>
              <a:ext uri="{FF2B5EF4-FFF2-40B4-BE49-F238E27FC236}">
                <a16:creationId xmlns:a16="http://schemas.microsoft.com/office/drawing/2014/main" id="{54F6485E-A1E4-4B1D-B1F3-73F1A92611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4025" y="4325938"/>
            <a:ext cx="207963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 </a:t>
            </a:r>
          </a:p>
        </p:txBody>
      </p:sp>
      <p:sp>
        <p:nvSpPr>
          <p:cNvPr id="349233" name="Shape 3180">
            <a:extLst>
              <a:ext uri="{FF2B5EF4-FFF2-40B4-BE49-F238E27FC236}">
                <a16:creationId xmlns:a16="http://schemas.microsoft.com/office/drawing/2014/main" id="{A92903BC-B250-42E0-8231-3ECF60A49B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6088" y="3525838"/>
            <a:ext cx="20955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A </a:t>
            </a:r>
          </a:p>
        </p:txBody>
      </p:sp>
      <p:sp>
        <p:nvSpPr>
          <p:cNvPr id="349234" name="Shape 3180">
            <a:extLst>
              <a:ext uri="{FF2B5EF4-FFF2-40B4-BE49-F238E27FC236}">
                <a16:creationId xmlns:a16="http://schemas.microsoft.com/office/drawing/2014/main" id="{5EC27018-841D-49CC-87E5-8EEA4337B2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0850" y="3935413"/>
            <a:ext cx="20955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B </a:t>
            </a:r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EE15A9B3-4ECD-7C49-AB80-60D97CF2E4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19275" y="3495675"/>
            <a:ext cx="381000" cy="1524000"/>
          </a:xfrm>
          <a:prstGeom prst="rect">
            <a:avLst/>
          </a:prstGeom>
          <a:solidFill>
            <a:srgbClr val="008000">
              <a:alpha val="16078"/>
            </a:srgbClr>
          </a:solidFill>
          <a:ln w="9525">
            <a:solidFill>
              <a:srgbClr val="008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22" name="Rectangle 121">
            <a:extLst>
              <a:ext uri="{FF2B5EF4-FFF2-40B4-BE49-F238E27FC236}">
                <a16:creationId xmlns:a16="http://schemas.microsoft.com/office/drawing/2014/main" id="{E7E83DF8-BE1C-6F46-8491-F6BEA2725F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8863" y="3497263"/>
            <a:ext cx="381000" cy="1524000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23" name="Rectangle 122">
            <a:extLst>
              <a:ext uri="{FF2B5EF4-FFF2-40B4-BE49-F238E27FC236}">
                <a16:creationId xmlns:a16="http://schemas.microsoft.com/office/drawing/2014/main" id="{97DE69EE-C4A1-ED4C-A8F7-9FDA4C57F3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3495675"/>
            <a:ext cx="381000" cy="1524000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1233" name="Group 170">
            <a:extLst>
              <a:ext uri="{FF2B5EF4-FFF2-40B4-BE49-F238E27FC236}">
                <a16:creationId xmlns:a16="http://schemas.microsoft.com/office/drawing/2014/main" id="{5F1CE52E-F40F-4931-9F37-1A36FF928EBE}"/>
              </a:ext>
            </a:extLst>
          </p:cNvPr>
          <p:cNvGrpSpPr>
            <a:grpSpLocks/>
          </p:cNvGrpSpPr>
          <p:nvPr/>
        </p:nvGrpSpPr>
        <p:grpSpPr bwMode="auto">
          <a:xfrm>
            <a:off x="552450" y="254000"/>
            <a:ext cx="8174038" cy="2514600"/>
            <a:chOff x="485775" y="4084638"/>
            <a:chExt cx="8174038" cy="2514600"/>
          </a:xfrm>
        </p:grpSpPr>
        <p:sp>
          <p:nvSpPr>
            <p:cNvPr id="351293" name="Shape 3111">
              <a:extLst>
                <a:ext uri="{FF2B5EF4-FFF2-40B4-BE49-F238E27FC236}">
                  <a16:creationId xmlns:a16="http://schemas.microsoft.com/office/drawing/2014/main" id="{F59FF4DD-1056-4066-9D9C-059A4A8C87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4106863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294" name="Shape 3112">
              <a:extLst>
                <a:ext uri="{FF2B5EF4-FFF2-40B4-BE49-F238E27FC236}">
                  <a16:creationId xmlns:a16="http://schemas.microsoft.com/office/drawing/2014/main" id="{4B5C32E4-B44C-4212-A01E-074637662F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4106863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295" name="Shape 3113">
              <a:extLst>
                <a:ext uri="{FF2B5EF4-FFF2-40B4-BE49-F238E27FC236}">
                  <a16:creationId xmlns:a16="http://schemas.microsoft.com/office/drawing/2014/main" id="{16E39D89-142C-4BF3-9167-9610074DBB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4106863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296" name="Shape 3114">
              <a:extLst>
                <a:ext uri="{FF2B5EF4-FFF2-40B4-BE49-F238E27FC236}">
                  <a16:creationId xmlns:a16="http://schemas.microsoft.com/office/drawing/2014/main" id="{DA9BA002-CE63-414D-9111-6932D71270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1963" y="4556125"/>
              <a:ext cx="1724025" cy="111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297" name="Shape 3115">
              <a:extLst>
                <a:ext uri="{FF2B5EF4-FFF2-40B4-BE49-F238E27FC236}">
                  <a16:creationId xmlns:a16="http://schemas.microsoft.com/office/drawing/2014/main" id="{BD5AF79D-8EEB-492F-83DA-62670539AF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4516438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298" name="Shape 3116">
              <a:extLst>
                <a:ext uri="{FF2B5EF4-FFF2-40B4-BE49-F238E27FC236}">
                  <a16:creationId xmlns:a16="http://schemas.microsoft.com/office/drawing/2014/main" id="{AB4FAA25-A41B-44DE-8F19-EE41C50D43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4516438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299" name="Shape 3117">
              <a:extLst>
                <a:ext uri="{FF2B5EF4-FFF2-40B4-BE49-F238E27FC236}">
                  <a16:creationId xmlns:a16="http://schemas.microsoft.com/office/drawing/2014/main" id="{1606AE08-6B14-4643-9439-DE0ADAF519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4516438"/>
              <a:ext cx="9525" cy="4143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300" name="Shape 3118">
              <a:extLst>
                <a:ext uri="{FF2B5EF4-FFF2-40B4-BE49-F238E27FC236}">
                  <a16:creationId xmlns:a16="http://schemas.microsoft.com/office/drawing/2014/main" id="{9FAF77E0-0685-4686-82BE-41E30A9A34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49307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301" name="Shape 3119">
              <a:extLst>
                <a:ext uri="{FF2B5EF4-FFF2-40B4-BE49-F238E27FC236}">
                  <a16:creationId xmlns:a16="http://schemas.microsoft.com/office/drawing/2014/main" id="{95878F4B-D9CA-4BE3-8553-5CDF777361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49307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302" name="Shape 3120">
              <a:extLst>
                <a:ext uri="{FF2B5EF4-FFF2-40B4-BE49-F238E27FC236}">
                  <a16:creationId xmlns:a16="http://schemas.microsoft.com/office/drawing/2014/main" id="{C305D0B2-E16C-40F7-8B9B-4F2E2D094C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49307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303" name="Shape 3121">
              <a:extLst>
                <a:ext uri="{FF2B5EF4-FFF2-40B4-BE49-F238E27FC236}">
                  <a16:creationId xmlns:a16="http://schemas.microsoft.com/office/drawing/2014/main" id="{8C059A24-F78C-4C3C-AAD4-7E82F4C75C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5346700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304" name="Shape 3122">
              <a:extLst>
                <a:ext uri="{FF2B5EF4-FFF2-40B4-BE49-F238E27FC236}">
                  <a16:creationId xmlns:a16="http://schemas.microsoft.com/office/drawing/2014/main" id="{1E2A312E-0283-4216-B031-3B70B9FF51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5346700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305" name="Shape 3123">
              <a:extLst>
                <a:ext uri="{FF2B5EF4-FFF2-40B4-BE49-F238E27FC236}">
                  <a16:creationId xmlns:a16="http://schemas.microsoft.com/office/drawing/2014/main" id="{7E897674-8880-4728-AF21-428B904936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5346700"/>
              <a:ext cx="9525" cy="3619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306" name="Shape 3124">
              <a:extLst>
                <a:ext uri="{FF2B5EF4-FFF2-40B4-BE49-F238E27FC236}">
                  <a16:creationId xmlns:a16="http://schemas.microsoft.com/office/drawing/2014/main" id="{021D799C-F404-4E40-B17C-C1A527553F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5708650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307" name="Shape 3125">
              <a:extLst>
                <a:ext uri="{FF2B5EF4-FFF2-40B4-BE49-F238E27FC236}">
                  <a16:creationId xmlns:a16="http://schemas.microsoft.com/office/drawing/2014/main" id="{93B59465-1D55-4015-9D2F-F63860AF1A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5708650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308" name="Shape 3126">
              <a:extLst>
                <a:ext uri="{FF2B5EF4-FFF2-40B4-BE49-F238E27FC236}">
                  <a16:creationId xmlns:a16="http://schemas.microsoft.com/office/drawing/2014/main" id="{0BA84CF4-3683-4186-9FBA-798D62986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5708650"/>
              <a:ext cx="9525" cy="2746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309" name="Shape 3127">
              <a:extLst>
                <a:ext uri="{FF2B5EF4-FFF2-40B4-BE49-F238E27FC236}">
                  <a16:creationId xmlns:a16="http://schemas.microsoft.com/office/drawing/2014/main" id="{0736F18E-8A8E-4C95-8C36-269DFC74F7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59610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310" name="Shape 3128">
              <a:extLst>
                <a:ext uri="{FF2B5EF4-FFF2-40B4-BE49-F238E27FC236}">
                  <a16:creationId xmlns:a16="http://schemas.microsoft.com/office/drawing/2014/main" id="{CD892996-EBF3-49A1-9410-35309D0E94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59610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311" name="Shape 3129">
              <a:extLst>
                <a:ext uri="{FF2B5EF4-FFF2-40B4-BE49-F238E27FC236}">
                  <a16:creationId xmlns:a16="http://schemas.microsoft.com/office/drawing/2014/main" id="{31E4864B-9341-4D64-A18B-E5CF23FABD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59610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312" name="Shape 3130">
              <a:extLst>
                <a:ext uri="{FF2B5EF4-FFF2-40B4-BE49-F238E27FC236}">
                  <a16:creationId xmlns:a16="http://schemas.microsoft.com/office/drawing/2014/main" id="{2D36C91D-A4E3-4D7D-B8AC-DE6A30B921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163" y="6240463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313" name="Shape 3131">
              <a:extLst>
                <a:ext uri="{FF2B5EF4-FFF2-40B4-BE49-F238E27FC236}">
                  <a16:creationId xmlns:a16="http://schemas.microsoft.com/office/drawing/2014/main" id="{8DBE80B0-4078-4444-BEEF-1DB4FE2AE2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9638" y="6240463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314" name="Shape 3132">
              <a:extLst>
                <a:ext uri="{FF2B5EF4-FFF2-40B4-BE49-F238E27FC236}">
                  <a16:creationId xmlns:a16="http://schemas.microsoft.com/office/drawing/2014/main" id="{D393B3CB-E2E7-4D12-B07C-955E671C1E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0288" y="6240463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315" name="Shape 3133">
              <a:extLst>
                <a:ext uri="{FF2B5EF4-FFF2-40B4-BE49-F238E27FC236}">
                  <a16:creationId xmlns:a16="http://schemas.microsoft.com/office/drawing/2014/main" id="{5A6A3145-AC79-4C71-8639-EC791EF001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95688" y="4984750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51316" name="Shape 3134">
              <a:extLst>
                <a:ext uri="{FF2B5EF4-FFF2-40B4-BE49-F238E27FC236}">
                  <a16:creationId xmlns:a16="http://schemas.microsoft.com/office/drawing/2014/main" id="{416DB57E-9DE2-4F2F-90EA-F46DD680D4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73563" y="4970463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51317" name="Shape 3135">
              <a:extLst>
                <a:ext uri="{FF2B5EF4-FFF2-40B4-BE49-F238E27FC236}">
                  <a16:creationId xmlns:a16="http://schemas.microsoft.com/office/drawing/2014/main" id="{9EB45345-8772-4E75-974C-2F2F373EB9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24450" y="4970463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51318" name="Shape 3136">
              <a:extLst>
                <a:ext uri="{FF2B5EF4-FFF2-40B4-BE49-F238E27FC236}">
                  <a16:creationId xmlns:a16="http://schemas.microsoft.com/office/drawing/2014/main" id="{E6801EAA-3206-4365-AF60-7D1F695A32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03900" y="4970463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51319" name="Shape 3137">
              <a:extLst>
                <a:ext uri="{FF2B5EF4-FFF2-40B4-BE49-F238E27FC236}">
                  <a16:creationId xmlns:a16="http://schemas.microsoft.com/office/drawing/2014/main" id="{E4269CBE-2403-485E-8414-1D777C3594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9225" y="4984750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51320" name="Shape 3138">
              <a:extLst>
                <a:ext uri="{FF2B5EF4-FFF2-40B4-BE49-F238E27FC236}">
                  <a16:creationId xmlns:a16="http://schemas.microsoft.com/office/drawing/2014/main" id="{8F5386D0-6D51-4494-934E-0095B6DBB0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70750" y="4970463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51321" name="Shape 3139">
              <a:extLst>
                <a:ext uri="{FF2B5EF4-FFF2-40B4-BE49-F238E27FC236}">
                  <a16:creationId xmlns:a16="http://schemas.microsoft.com/office/drawing/2014/main" id="{965DBA92-C9AC-4710-9FCC-0401F268A2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18450" y="4954588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351322" name="Shape 3140">
              <a:extLst>
                <a:ext uri="{FF2B5EF4-FFF2-40B4-BE49-F238E27FC236}">
                  <a16:creationId xmlns:a16="http://schemas.microsoft.com/office/drawing/2014/main" id="{91DB689B-6336-463C-A01D-0074BB238B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4038" y="4567238"/>
              <a:ext cx="6508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= 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351323" name="Shape 3141">
              <a:extLst>
                <a:ext uri="{FF2B5EF4-FFF2-40B4-BE49-F238E27FC236}">
                  <a16:creationId xmlns:a16="http://schemas.microsoft.com/office/drawing/2014/main" id="{4AD767B0-6484-46BE-B22D-9AAE84598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6525" y="4567238"/>
              <a:ext cx="6508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= 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grpSp>
          <p:nvGrpSpPr>
            <p:cNvPr id="351324" name="Shape 3142">
              <a:extLst>
                <a:ext uri="{FF2B5EF4-FFF2-40B4-BE49-F238E27FC236}">
                  <a16:creationId xmlns:a16="http://schemas.microsoft.com/office/drawing/2014/main" id="{EFC2ACB2-78CB-4F3F-9123-283DDFBCE8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5775" y="4084638"/>
              <a:ext cx="8166100" cy="2514600"/>
              <a:chOff x="603250" y="1414462"/>
              <a:chExt cx="8167586" cy="2514599"/>
            </a:xfrm>
          </p:grpSpPr>
          <p:sp>
            <p:nvSpPr>
              <p:cNvPr id="351328" name="Shape 3143">
                <a:extLst>
                  <a:ext uri="{FF2B5EF4-FFF2-40B4-BE49-F238E27FC236}">
                    <a16:creationId xmlns:a16="http://schemas.microsoft.com/office/drawing/2014/main" id="{432CCADF-2BDC-441B-BB9A-C14D2C5D6FF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9637" y="1427162"/>
                <a:ext cx="7861199" cy="959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1329" name="Shape 3144">
                <a:extLst>
                  <a:ext uri="{FF2B5EF4-FFF2-40B4-BE49-F238E27FC236}">
                    <a16:creationId xmlns:a16="http://schemas.microsoft.com/office/drawing/2014/main" id="{3BDE4508-9D33-43AD-8E08-370B86ABE6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1436687"/>
                <a:ext cx="11100" cy="4128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1330" name="Shape 3145">
                <a:extLst>
                  <a:ext uri="{FF2B5EF4-FFF2-40B4-BE49-F238E27FC236}">
                    <a16:creationId xmlns:a16="http://schemas.microsoft.com/office/drawing/2014/main" id="{94895E5A-2895-49CA-8FD3-A668D9C5505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1436687"/>
                <a:ext cx="11100" cy="4128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1331" name="Shape 3146">
                <a:extLst>
                  <a:ext uri="{FF2B5EF4-FFF2-40B4-BE49-F238E27FC236}">
                    <a16:creationId xmlns:a16="http://schemas.microsoft.com/office/drawing/2014/main" id="{43062373-BFA2-442E-B2C4-FC29A1A0741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42987" y="1603375"/>
                <a:ext cx="730199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Present </a:t>
                </a:r>
              </a:p>
            </p:txBody>
          </p:sp>
          <p:sp>
            <p:nvSpPr>
              <p:cNvPr id="351332" name="Shape 3147">
                <a:extLst>
                  <a:ext uri="{FF2B5EF4-FFF2-40B4-BE49-F238E27FC236}">
                    <a16:creationId xmlns:a16="http://schemas.microsoft.com/office/drawing/2014/main" id="{C6746A47-0472-47B2-9566-0851580BD06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55836" y="1550987"/>
                <a:ext cx="9780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Next state </a:t>
                </a:r>
              </a:p>
            </p:txBody>
          </p:sp>
          <p:sp>
            <p:nvSpPr>
              <p:cNvPr id="351333" name="Shape 3148">
                <a:extLst>
                  <a:ext uri="{FF2B5EF4-FFF2-40B4-BE49-F238E27FC236}">
                    <a16:creationId xmlns:a16="http://schemas.microsoft.com/office/drawing/2014/main" id="{B3CF9213-1B81-4628-977A-BE517C734D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1846261"/>
                <a:ext cx="11100" cy="41429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1334" name="Shape 3149">
                <a:extLst>
                  <a:ext uri="{FF2B5EF4-FFF2-40B4-BE49-F238E27FC236}">
                    <a16:creationId xmlns:a16="http://schemas.microsoft.com/office/drawing/2014/main" id="{3D5AF328-54ED-4CBF-84CA-B66589D488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69987" y="1912936"/>
                <a:ext cx="4761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state </a:t>
                </a:r>
              </a:p>
            </p:txBody>
          </p:sp>
          <p:sp>
            <p:nvSpPr>
              <p:cNvPr id="351335" name="Shape 3150">
                <a:extLst>
                  <a:ext uri="{FF2B5EF4-FFF2-40B4-BE49-F238E27FC236}">
                    <a16:creationId xmlns:a16="http://schemas.microsoft.com/office/drawing/2014/main" id="{65702FA7-D840-4D5E-BC88-71065DC640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2249486"/>
                <a:ext cx="6915000" cy="111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1336" name="Shape 3151">
                <a:extLst>
                  <a:ext uri="{FF2B5EF4-FFF2-40B4-BE49-F238E27FC236}">
                    <a16:creationId xmlns:a16="http://schemas.microsoft.com/office/drawing/2014/main" id="{55192F0A-FE8A-451D-B498-99CF983492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2260600"/>
                <a:ext cx="11100" cy="4128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1337" name="Shape 3152">
                <a:extLst>
                  <a:ext uri="{FF2B5EF4-FFF2-40B4-BE49-F238E27FC236}">
                    <a16:creationId xmlns:a16="http://schemas.microsoft.com/office/drawing/2014/main" id="{4A9937F5-2104-4828-972B-09AB6B6E09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9637" y="2662236"/>
                <a:ext cx="7861199" cy="111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1338" name="Shape 3153">
                <a:extLst>
                  <a:ext uri="{FF2B5EF4-FFF2-40B4-BE49-F238E27FC236}">
                    <a16:creationId xmlns:a16="http://schemas.microsoft.com/office/drawing/2014/main" id="{92E8155C-04DD-48DC-9568-D7DE852C9D7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10250" y="1808161"/>
                <a:ext cx="7809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Outputs </a:t>
                </a:r>
              </a:p>
            </p:txBody>
          </p:sp>
          <p:sp>
            <p:nvSpPr>
              <p:cNvPr id="351339" name="Shape 3154">
                <a:extLst>
                  <a:ext uri="{FF2B5EF4-FFF2-40B4-BE49-F238E27FC236}">
                    <a16:creationId xmlns:a16="http://schemas.microsoft.com/office/drawing/2014/main" id="{559A0A4E-5379-4ECE-A0B9-7A12FBEDFEB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3250" y="2755900"/>
                <a:ext cx="222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A </a:t>
                </a:r>
              </a:p>
            </p:txBody>
          </p:sp>
          <p:sp>
            <p:nvSpPr>
              <p:cNvPr id="351340" name="Shape 3155">
                <a:extLst>
                  <a:ext uri="{FF2B5EF4-FFF2-40B4-BE49-F238E27FC236}">
                    <a16:creationId xmlns:a16="http://schemas.microsoft.com/office/drawing/2014/main" id="{AE2055A3-36E6-472F-80F7-6958ABD1786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2676525"/>
                <a:ext cx="11100" cy="3621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1341" name="Shape 3156">
                <a:extLst>
                  <a:ext uri="{FF2B5EF4-FFF2-40B4-BE49-F238E27FC236}">
                    <a16:creationId xmlns:a16="http://schemas.microsoft.com/office/drawing/2014/main" id="{5E94D0D7-8FA6-4208-8E06-6296919C2F4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35075" y="2755900"/>
                <a:ext cx="336535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00</a:t>
                </a:r>
              </a:p>
            </p:txBody>
          </p:sp>
          <p:sp>
            <p:nvSpPr>
              <p:cNvPr id="351342" name="Shape 3157">
                <a:extLst>
                  <a:ext uri="{FF2B5EF4-FFF2-40B4-BE49-F238E27FC236}">
                    <a16:creationId xmlns:a16="http://schemas.microsoft.com/office/drawing/2014/main" id="{7394FCB2-2CB2-401C-A51C-DD54C409F4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36775" y="2755900"/>
                <a:ext cx="299887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00</a:t>
                </a:r>
              </a:p>
            </p:txBody>
          </p:sp>
          <p:sp>
            <p:nvSpPr>
              <p:cNvPr id="351343" name="Shape 3158">
                <a:extLst>
                  <a:ext uri="{FF2B5EF4-FFF2-40B4-BE49-F238E27FC236}">
                    <a16:creationId xmlns:a16="http://schemas.microsoft.com/office/drawing/2014/main" id="{253E7CA6-036A-482B-93F7-6B11B5F0D56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94025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51344" name="Shape 3159">
                <a:extLst>
                  <a:ext uri="{FF2B5EF4-FFF2-40B4-BE49-F238E27FC236}">
                    <a16:creationId xmlns:a16="http://schemas.microsoft.com/office/drawing/2014/main" id="{3DC1F2C3-8AEC-4E4E-9C19-2CE5D622B9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67061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51345" name="Shape 3160">
                <a:extLst>
                  <a:ext uri="{FF2B5EF4-FFF2-40B4-BE49-F238E27FC236}">
                    <a16:creationId xmlns:a16="http://schemas.microsoft.com/office/drawing/2014/main" id="{0AD45372-5392-493D-8837-125862EC049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29062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51346" name="Shape 3161">
                <a:extLst>
                  <a:ext uri="{FF2B5EF4-FFF2-40B4-BE49-F238E27FC236}">
                    <a16:creationId xmlns:a16="http://schemas.microsoft.com/office/drawing/2014/main" id="{8DA7B9AD-4D74-47BE-87A1-E11B9F27A8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56137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51347" name="Shape 3162">
                <a:extLst>
                  <a:ext uri="{FF2B5EF4-FFF2-40B4-BE49-F238E27FC236}">
                    <a16:creationId xmlns:a16="http://schemas.microsoft.com/office/drawing/2014/main" id="{81CB3084-0C27-433C-A1D7-0C6495E5127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83212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51348" name="Shape 3163">
                <a:extLst>
                  <a:ext uri="{FF2B5EF4-FFF2-40B4-BE49-F238E27FC236}">
                    <a16:creationId xmlns:a16="http://schemas.microsoft.com/office/drawing/2014/main" id="{D758DEDB-9E91-4C30-9E47-C6E8AE37EA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111875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51349" name="Shape 3164">
                <a:extLst>
                  <a:ext uri="{FF2B5EF4-FFF2-40B4-BE49-F238E27FC236}">
                    <a16:creationId xmlns:a16="http://schemas.microsoft.com/office/drawing/2014/main" id="{C1D7211F-EDAB-46E5-B361-D20B16DFB1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38950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51350" name="Shape 3165">
                <a:extLst>
                  <a:ext uri="{FF2B5EF4-FFF2-40B4-BE49-F238E27FC236}">
                    <a16:creationId xmlns:a16="http://schemas.microsoft.com/office/drawing/2014/main" id="{3DB6D301-1D73-4A6D-9A9A-FC66DFA2646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64436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51351" name="Shape 3166">
                <a:extLst>
                  <a:ext uri="{FF2B5EF4-FFF2-40B4-BE49-F238E27FC236}">
                    <a16:creationId xmlns:a16="http://schemas.microsoft.com/office/drawing/2014/main" id="{49208296-EEDA-4B40-BC20-FC452A95941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81986" y="27559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51352" name="Shape 3167">
                <a:extLst>
                  <a:ext uri="{FF2B5EF4-FFF2-40B4-BE49-F238E27FC236}">
                    <a16:creationId xmlns:a16="http://schemas.microsoft.com/office/drawing/2014/main" id="{E7E43A53-5931-4B60-BC7C-24058AFDE8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9600" y="3030536"/>
                <a:ext cx="209399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B </a:t>
                </a:r>
              </a:p>
            </p:txBody>
          </p:sp>
          <p:sp>
            <p:nvSpPr>
              <p:cNvPr id="351353" name="Shape 3168">
                <a:extLst>
                  <a:ext uri="{FF2B5EF4-FFF2-40B4-BE49-F238E27FC236}">
                    <a16:creationId xmlns:a16="http://schemas.microsoft.com/office/drawing/2014/main" id="{D3EBEF64-E136-458A-BA99-5DAAEED957E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3038475"/>
                <a:ext cx="11100" cy="27449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1354" name="Shape 3169">
                <a:extLst>
                  <a:ext uri="{FF2B5EF4-FFF2-40B4-BE49-F238E27FC236}">
                    <a16:creationId xmlns:a16="http://schemas.microsoft.com/office/drawing/2014/main" id="{10CFF9E1-3F38-4EB3-B352-029B17442C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36662" y="3030536"/>
                <a:ext cx="311209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01</a:t>
                </a:r>
              </a:p>
            </p:txBody>
          </p:sp>
          <p:sp>
            <p:nvSpPr>
              <p:cNvPr id="351355" name="Shape 3170">
                <a:extLst>
                  <a:ext uri="{FF2B5EF4-FFF2-40B4-BE49-F238E27FC236}">
                    <a16:creationId xmlns:a16="http://schemas.microsoft.com/office/drawing/2014/main" id="{55BF584B-4EC0-40D4-A419-F059B9A525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38361" y="3030536"/>
                <a:ext cx="298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11</a:t>
                </a:r>
              </a:p>
            </p:txBody>
          </p:sp>
          <p:sp>
            <p:nvSpPr>
              <p:cNvPr id="351356" name="Shape 3171">
                <a:extLst>
                  <a:ext uri="{FF2B5EF4-FFF2-40B4-BE49-F238E27FC236}">
                    <a16:creationId xmlns:a16="http://schemas.microsoft.com/office/drawing/2014/main" id="{DE6EA028-5328-4614-B705-641DEC6FF9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95611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51357" name="Shape 3172">
                <a:extLst>
                  <a:ext uri="{FF2B5EF4-FFF2-40B4-BE49-F238E27FC236}">
                    <a16:creationId xmlns:a16="http://schemas.microsoft.com/office/drawing/2014/main" id="{A34D75D2-E872-4ABD-8E95-D35DDA8781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67061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51358" name="Shape 3173">
                <a:extLst>
                  <a:ext uri="{FF2B5EF4-FFF2-40B4-BE49-F238E27FC236}">
                    <a16:creationId xmlns:a16="http://schemas.microsoft.com/office/drawing/2014/main" id="{0F2E039A-E9C5-4485-9786-0976A394FA5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0650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51359" name="Shape 3174">
                <a:extLst>
                  <a:ext uri="{FF2B5EF4-FFF2-40B4-BE49-F238E27FC236}">
                    <a16:creationId xmlns:a16="http://schemas.microsoft.com/office/drawing/2014/main" id="{08EA1DB2-761B-49F4-9B9D-EC6C3257FFC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57725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51360" name="Shape 3175">
                <a:extLst>
                  <a:ext uri="{FF2B5EF4-FFF2-40B4-BE49-F238E27FC236}">
                    <a16:creationId xmlns:a16="http://schemas.microsoft.com/office/drawing/2014/main" id="{806310BE-FF19-4A82-BAEB-3A1B90F263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84800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51361" name="Shape 3176">
                <a:extLst>
                  <a:ext uri="{FF2B5EF4-FFF2-40B4-BE49-F238E27FC236}">
                    <a16:creationId xmlns:a16="http://schemas.microsoft.com/office/drawing/2014/main" id="{3A4ACC14-347E-4013-A4EA-75DA7BCAB3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111875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51362" name="Shape 3177">
                <a:extLst>
                  <a:ext uri="{FF2B5EF4-FFF2-40B4-BE49-F238E27FC236}">
                    <a16:creationId xmlns:a16="http://schemas.microsoft.com/office/drawing/2014/main" id="{6A48CCF8-3CA2-4075-86B9-4D890695C1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38950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51363" name="Shape 3178">
                <a:extLst>
                  <a:ext uri="{FF2B5EF4-FFF2-40B4-BE49-F238E27FC236}">
                    <a16:creationId xmlns:a16="http://schemas.microsoft.com/office/drawing/2014/main" id="{1A5927F3-0D32-482B-96D3-86CAB98BD6E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66025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51364" name="Shape 3179">
                <a:extLst>
                  <a:ext uri="{FF2B5EF4-FFF2-40B4-BE49-F238E27FC236}">
                    <a16:creationId xmlns:a16="http://schemas.microsoft.com/office/drawing/2014/main" id="{9396108F-E90C-4C7D-AA78-D51572F3C7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81986" y="3030536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51365" name="Shape 3180">
                <a:extLst>
                  <a:ext uri="{FF2B5EF4-FFF2-40B4-BE49-F238E27FC236}">
                    <a16:creationId xmlns:a16="http://schemas.microsoft.com/office/drawing/2014/main" id="{CB1582E3-90B8-4FB3-94A9-AB19379C775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9600" y="3302000"/>
                <a:ext cx="209399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C </a:t>
                </a:r>
              </a:p>
            </p:txBody>
          </p:sp>
          <p:sp>
            <p:nvSpPr>
              <p:cNvPr id="351366" name="Shape 3181">
                <a:extLst>
                  <a:ext uri="{FF2B5EF4-FFF2-40B4-BE49-F238E27FC236}">
                    <a16:creationId xmlns:a16="http://schemas.microsoft.com/office/drawing/2014/main" id="{E2925BF6-1588-4DB7-9998-1D28C1E1C97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3290887"/>
                <a:ext cx="11100" cy="27449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1367" name="Shape 3182">
                <a:extLst>
                  <a:ext uri="{FF2B5EF4-FFF2-40B4-BE49-F238E27FC236}">
                    <a16:creationId xmlns:a16="http://schemas.microsoft.com/office/drawing/2014/main" id="{9B17CB08-9FB5-485A-AA6F-776598D0403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36661" y="3302000"/>
                <a:ext cx="238024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11</a:t>
                </a:r>
              </a:p>
            </p:txBody>
          </p:sp>
          <p:sp>
            <p:nvSpPr>
              <p:cNvPr id="351368" name="Shape 3183">
                <a:extLst>
                  <a:ext uri="{FF2B5EF4-FFF2-40B4-BE49-F238E27FC236}">
                    <a16:creationId xmlns:a16="http://schemas.microsoft.com/office/drawing/2014/main" id="{1DF1D0CF-7226-49B5-865F-6349CB2DBA6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38360" y="3302000"/>
                <a:ext cx="281124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10</a:t>
                </a:r>
              </a:p>
            </p:txBody>
          </p:sp>
          <p:sp>
            <p:nvSpPr>
              <p:cNvPr id="351369" name="Shape 3184">
                <a:extLst>
                  <a:ext uri="{FF2B5EF4-FFF2-40B4-BE49-F238E27FC236}">
                    <a16:creationId xmlns:a16="http://schemas.microsoft.com/office/drawing/2014/main" id="{E2C869DB-C14C-4572-818A-33C7F10C757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95611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51370" name="Shape 3185">
                <a:extLst>
                  <a:ext uri="{FF2B5EF4-FFF2-40B4-BE49-F238E27FC236}">
                    <a16:creationId xmlns:a16="http://schemas.microsoft.com/office/drawing/2014/main" id="{43CAA8E9-F3E0-44CD-9B67-9B0B0A8FB2C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67061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51371" name="Shape 3186">
                <a:extLst>
                  <a:ext uri="{FF2B5EF4-FFF2-40B4-BE49-F238E27FC236}">
                    <a16:creationId xmlns:a16="http://schemas.microsoft.com/office/drawing/2014/main" id="{377BDEE0-A758-46D2-BEF5-3CD6AA7CF17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0650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51372" name="Shape 3187">
                <a:extLst>
                  <a:ext uri="{FF2B5EF4-FFF2-40B4-BE49-F238E27FC236}">
                    <a16:creationId xmlns:a16="http://schemas.microsoft.com/office/drawing/2014/main" id="{2891FD08-C0DB-4DAA-B9D6-F240236CFF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57725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51373" name="Shape 3188">
                <a:extLst>
                  <a:ext uri="{FF2B5EF4-FFF2-40B4-BE49-F238E27FC236}">
                    <a16:creationId xmlns:a16="http://schemas.microsoft.com/office/drawing/2014/main" id="{7267FE93-5A37-4C44-BE03-AD97E7D70A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84800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51374" name="Shape 3189">
                <a:extLst>
                  <a:ext uri="{FF2B5EF4-FFF2-40B4-BE49-F238E27FC236}">
                    <a16:creationId xmlns:a16="http://schemas.microsoft.com/office/drawing/2014/main" id="{1CAB6AB0-7CF5-4B10-90E2-1706152E78C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111875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51375" name="Shape 3190">
                <a:extLst>
                  <a:ext uri="{FF2B5EF4-FFF2-40B4-BE49-F238E27FC236}">
                    <a16:creationId xmlns:a16="http://schemas.microsoft.com/office/drawing/2014/main" id="{3464114B-EFA5-4556-BB13-24AF0DAB1E8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38950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51376" name="Shape 3191">
                <a:extLst>
                  <a:ext uri="{FF2B5EF4-FFF2-40B4-BE49-F238E27FC236}">
                    <a16:creationId xmlns:a16="http://schemas.microsoft.com/office/drawing/2014/main" id="{229E6D78-4894-497E-8ED1-69955050FEF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66025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51377" name="Shape 3192">
                <a:extLst>
                  <a:ext uri="{FF2B5EF4-FFF2-40B4-BE49-F238E27FC236}">
                    <a16:creationId xmlns:a16="http://schemas.microsoft.com/office/drawing/2014/main" id="{0B207466-44C1-4A5E-AF5A-A5337174D13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81986" y="3302000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51378" name="Shape 3193">
                <a:extLst>
                  <a:ext uri="{FF2B5EF4-FFF2-40B4-BE49-F238E27FC236}">
                    <a16:creationId xmlns:a16="http://schemas.microsoft.com/office/drawing/2014/main" id="{84CC9A6D-74AA-4C30-9A85-FE723072DB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3250" y="3576637"/>
                <a:ext cx="222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D </a:t>
                </a:r>
              </a:p>
            </p:txBody>
          </p:sp>
          <p:sp>
            <p:nvSpPr>
              <p:cNvPr id="351379" name="Shape 3194">
                <a:extLst>
                  <a:ext uri="{FF2B5EF4-FFF2-40B4-BE49-F238E27FC236}">
                    <a16:creationId xmlns:a16="http://schemas.microsoft.com/office/drawing/2014/main" id="{EF59D945-CA13-4D1A-B4A4-16789CF88B1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49436" y="3570287"/>
                <a:ext cx="11100" cy="3159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1380" name="Shape 3195">
                <a:extLst>
                  <a:ext uri="{FF2B5EF4-FFF2-40B4-BE49-F238E27FC236}">
                    <a16:creationId xmlns:a16="http://schemas.microsoft.com/office/drawing/2014/main" id="{A3E8FFD1-93F1-4FFC-8575-1A36F6436A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35075" y="3576637"/>
                <a:ext cx="271463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10</a:t>
                </a:r>
              </a:p>
            </p:txBody>
          </p:sp>
          <p:sp>
            <p:nvSpPr>
              <p:cNvPr id="351381" name="Shape 3196">
                <a:extLst>
                  <a:ext uri="{FF2B5EF4-FFF2-40B4-BE49-F238E27FC236}">
                    <a16:creationId xmlns:a16="http://schemas.microsoft.com/office/drawing/2014/main" id="{D6A35F8E-7A81-471B-BF2B-A41CD6CDF8A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36774" y="3576637"/>
                <a:ext cx="298301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00</a:t>
                </a:r>
              </a:p>
            </p:txBody>
          </p:sp>
          <p:sp>
            <p:nvSpPr>
              <p:cNvPr id="351382" name="Shape 3197">
                <a:extLst>
                  <a:ext uri="{FF2B5EF4-FFF2-40B4-BE49-F238E27FC236}">
                    <a16:creationId xmlns:a16="http://schemas.microsoft.com/office/drawing/2014/main" id="{213DC4C8-8D88-49A9-89C1-E1F31A44553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94025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51383" name="Shape 3198">
                <a:extLst>
                  <a:ext uri="{FF2B5EF4-FFF2-40B4-BE49-F238E27FC236}">
                    <a16:creationId xmlns:a16="http://schemas.microsoft.com/office/drawing/2014/main" id="{FFF65B4A-5D11-4AC0-8976-552951E139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67061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51384" name="Shape 3199">
                <a:extLst>
                  <a:ext uri="{FF2B5EF4-FFF2-40B4-BE49-F238E27FC236}">
                    <a16:creationId xmlns:a16="http://schemas.microsoft.com/office/drawing/2014/main" id="{F808BF17-E131-4963-ADC6-41502DE5B2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29062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51385" name="Shape 3200">
                <a:extLst>
                  <a:ext uri="{FF2B5EF4-FFF2-40B4-BE49-F238E27FC236}">
                    <a16:creationId xmlns:a16="http://schemas.microsoft.com/office/drawing/2014/main" id="{70278397-8FDF-4999-B6AE-AC63E5F7DE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56137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51386" name="Shape 3201">
                <a:extLst>
                  <a:ext uri="{FF2B5EF4-FFF2-40B4-BE49-F238E27FC236}">
                    <a16:creationId xmlns:a16="http://schemas.microsoft.com/office/drawing/2014/main" id="{31A9D2F5-FBF0-4A3E-914D-0D1677947A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83212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51387" name="Shape 3202">
                <a:extLst>
                  <a:ext uri="{FF2B5EF4-FFF2-40B4-BE49-F238E27FC236}">
                    <a16:creationId xmlns:a16="http://schemas.microsoft.com/office/drawing/2014/main" id="{2A13BB8B-97AF-43CA-86EA-3AA05ABE33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111875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51388" name="Shape 3203">
                <a:extLst>
                  <a:ext uri="{FF2B5EF4-FFF2-40B4-BE49-F238E27FC236}">
                    <a16:creationId xmlns:a16="http://schemas.microsoft.com/office/drawing/2014/main" id="{0DC334CF-51D9-4535-9B00-9CF3F46208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38950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sp>
            <p:nvSpPr>
              <p:cNvPr id="351389" name="Shape 3204">
                <a:extLst>
                  <a:ext uri="{FF2B5EF4-FFF2-40B4-BE49-F238E27FC236}">
                    <a16:creationId xmlns:a16="http://schemas.microsoft.com/office/drawing/2014/main" id="{E351919A-21BF-4A25-820D-E24CEC028ED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64436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0 </a:t>
                </a:r>
              </a:p>
            </p:txBody>
          </p:sp>
          <p:sp>
            <p:nvSpPr>
              <p:cNvPr id="351390" name="Shape 3205">
                <a:extLst>
                  <a:ext uri="{FF2B5EF4-FFF2-40B4-BE49-F238E27FC236}">
                    <a16:creationId xmlns:a16="http://schemas.microsoft.com/office/drawing/2014/main" id="{BBA8C884-1993-44DA-8759-FB1B0A32323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9637" y="3897312"/>
                <a:ext cx="7861199" cy="111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25" tIns="45700" rIns="91425" bIns="4570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1391" name="Shape 3206">
                <a:extLst>
                  <a:ext uri="{FF2B5EF4-FFF2-40B4-BE49-F238E27FC236}">
                    <a16:creationId xmlns:a16="http://schemas.microsoft.com/office/drawing/2014/main" id="{55E8BBFF-87F8-4D59-B465-A02D3B768F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81986" y="3576637"/>
                <a:ext cx="171300" cy="274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  <p:cxnSp>
            <p:nvCxnSpPr>
              <p:cNvPr id="351392" name="Shape 3207">
                <a:extLst>
                  <a:ext uri="{FF2B5EF4-FFF2-40B4-BE49-F238E27FC236}">
                    <a16:creationId xmlns:a16="http://schemas.microsoft.com/office/drawing/2014/main" id="{00C6820B-D4E1-474E-AE77-2E6DD852A4DF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14400" y="1428750"/>
                <a:ext cx="0" cy="2471699"/>
              </a:xfrm>
              <a:prstGeom prst="straightConnector1">
                <a:avLst/>
              </a:prstGeom>
              <a:noFill/>
              <a:ln w="9525" cap="rnd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51393" name="Shape 3208">
                <a:extLst>
                  <a:ext uri="{FF2B5EF4-FFF2-40B4-BE49-F238E27FC236}">
                    <a16:creationId xmlns:a16="http://schemas.microsoft.com/office/drawing/2014/main" id="{CEE54AD6-704C-4ADE-B12F-7F7DBD503E08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571875" y="1443037"/>
                <a:ext cx="0" cy="2443200"/>
              </a:xfrm>
              <a:prstGeom prst="straightConnector1">
                <a:avLst/>
              </a:prstGeom>
              <a:noFill/>
              <a:ln w="9525" cap="rnd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51394" name="Shape 3209">
                <a:extLst>
                  <a:ext uri="{FF2B5EF4-FFF2-40B4-BE49-F238E27FC236}">
                    <a16:creationId xmlns:a16="http://schemas.microsoft.com/office/drawing/2014/main" id="{DC53CCFC-CE47-4670-8109-7E17C767119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1843086" y="1885950"/>
                <a:ext cx="1728900" cy="0"/>
              </a:xfrm>
              <a:prstGeom prst="straightConnector1">
                <a:avLst/>
              </a:prstGeom>
              <a:noFill/>
              <a:ln w="9525" cap="rnd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51395" name="Shape 3210">
                <a:extLst>
                  <a:ext uri="{FF2B5EF4-FFF2-40B4-BE49-F238E27FC236}">
                    <a16:creationId xmlns:a16="http://schemas.microsoft.com/office/drawing/2014/main" id="{D5C98DCD-56EF-4C3D-899A-44F73D2727BF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8758236" y="1414462"/>
                <a:ext cx="0" cy="2514599"/>
              </a:xfrm>
              <a:prstGeom prst="straightConnector1">
                <a:avLst/>
              </a:prstGeom>
              <a:noFill/>
              <a:ln w="9525" cap="rnd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351325" name="Shape 3211">
              <a:extLst>
                <a:ext uri="{FF2B5EF4-FFF2-40B4-BE49-F238E27FC236}">
                  <a16:creationId xmlns:a16="http://schemas.microsoft.com/office/drawing/2014/main" id="{8011A6D2-E05D-48AD-9286-A96F929F76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0238" y="4954588"/>
              <a:ext cx="512762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51326" name="Shape 3212">
              <a:extLst>
                <a:ext uri="{FF2B5EF4-FFF2-40B4-BE49-F238E27FC236}">
                  <a16:creationId xmlns:a16="http://schemas.microsoft.com/office/drawing/2014/main" id="{63B03B3D-865E-428D-8A4D-72CACAD6EB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7963" y="4984750"/>
              <a:ext cx="5111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51327" name="Shape 3213">
              <a:extLst>
                <a:ext uri="{FF2B5EF4-FFF2-40B4-BE49-F238E27FC236}">
                  <a16:creationId xmlns:a16="http://schemas.microsoft.com/office/drawing/2014/main" id="{EBDB7696-1631-45D4-BD08-F16710F002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363" y="4968875"/>
              <a:ext cx="5111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</p:grpSp>
      <p:graphicFrame>
        <p:nvGraphicFramePr>
          <p:cNvPr id="108" name="Shape 2890">
            <a:extLst>
              <a:ext uri="{FF2B5EF4-FFF2-40B4-BE49-F238E27FC236}">
                <a16:creationId xmlns:a16="http://schemas.microsoft.com/office/drawing/2014/main" id="{9C292AE4-83AC-AF4B-A986-0E865291292F}"/>
              </a:ext>
            </a:extLst>
          </p:cNvPr>
          <p:cNvGraphicFramePr/>
          <p:nvPr/>
        </p:nvGraphicFramePr>
        <p:xfrm>
          <a:off x="779463" y="3067050"/>
          <a:ext cx="2479675" cy="198120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4959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59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59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59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9593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96240"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 i="1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y</a:t>
                      </a:r>
                      <a:r>
                        <a:rPr lang="en-US" sz="1400" i="1" baseline="-250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2</a:t>
                      </a:r>
                    </a:p>
                  </a:txBody>
                  <a:tcPr marL="91450" marR="91450" marT="91423" marB="9142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 i="1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y</a:t>
                      </a:r>
                      <a:r>
                        <a:rPr lang="en-US" sz="1400" i="1" baseline="-250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450" marR="91450" marT="91423" marB="9142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200" i="1" baseline="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R1</a:t>
                      </a:r>
                      <a:r>
                        <a:rPr lang="en-US" sz="1200" i="1" baseline="-250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out</a:t>
                      </a:r>
                    </a:p>
                  </a:txBody>
                  <a:tcPr marL="91450" marR="91450" marT="91423" marB="9142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i="1" baseline="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R1</a:t>
                      </a:r>
                      <a:r>
                        <a:rPr lang="en-US" sz="1200" i="1" baseline="-250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in</a:t>
                      </a:r>
                    </a:p>
                  </a:txBody>
                  <a:tcPr marL="91450" marR="91450" marT="91423" marB="9142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200" i="1" baseline="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R2</a:t>
                      </a:r>
                      <a:r>
                        <a:rPr lang="en-US" sz="1200" i="1" baseline="-250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out</a:t>
                      </a:r>
                    </a:p>
                  </a:txBody>
                  <a:tcPr marL="91450" marR="91450" marT="91423" marB="91423"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450" marR="91450" marT="91423" marB="91423"/>
                </a:tc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450" marR="91450" marT="91423" marB="91423"/>
                </a:tc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 dirty="0"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450" marR="91450" marT="91423" marB="9142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450" marR="91450" marT="91423" marB="9142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450" marR="91450" marT="91423" marB="9142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450" marR="91450" marT="91423" marB="91423"/>
                </a:tc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450" marR="91450" marT="91423" marB="91423"/>
                </a:tc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 dirty="0"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450" marR="91450" marT="91423" marB="9142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450" marR="91450" marT="91423" marB="9142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450" marR="91450" marT="91423" marB="9142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450" marR="91450" marT="91423" marB="91423"/>
                </a:tc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450" marR="91450" marT="91423" marB="91423"/>
                </a:tc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 dirty="0"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450" marR="91450" marT="91423" marB="9142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450" marR="91450" marT="91423" marB="9142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450" marR="91450" marT="91423" marB="9142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450" marR="91450" marT="91423" marB="91423"/>
                </a:tc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450" marR="91450" marT="91423" marB="91423"/>
                </a:tc>
                <a:tc>
                  <a:txBody>
                    <a:bodyPr/>
                    <a:lstStyle/>
                    <a:p>
                      <a:pPr lvl="0" algn="ctr" rtl="0">
                        <a:buNone/>
                      </a:pPr>
                      <a:r>
                        <a:rPr lang="en-US" sz="1400" b="0" dirty="0">
                          <a:solidFill>
                            <a:schemeClr val="tx1"/>
                          </a:solidFill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450" marR="91450" marT="91423" marB="9142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450" marR="91450" marT="91423" marB="9142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450" marR="91450" marT="91423" marB="9142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10" name="Rectangle 109">
            <a:extLst>
              <a:ext uri="{FF2B5EF4-FFF2-40B4-BE49-F238E27FC236}">
                <a16:creationId xmlns:a16="http://schemas.microsoft.com/office/drawing/2014/main" id="{B7196172-04DC-A24A-906E-1B32E5530D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83013" y="1600200"/>
            <a:ext cx="269875" cy="1095375"/>
          </a:xfrm>
          <a:prstGeom prst="rect">
            <a:avLst/>
          </a:prstGeom>
          <a:solidFill>
            <a:srgbClr val="008000">
              <a:alpha val="16078"/>
            </a:srgbClr>
          </a:solidFill>
          <a:ln w="9525">
            <a:solidFill>
              <a:srgbClr val="008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7F6DE88A-20B3-FC49-84C2-AF62A98234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8525" y="1614488"/>
            <a:ext cx="269875" cy="1095375"/>
          </a:xfrm>
          <a:prstGeom prst="rect">
            <a:avLst/>
          </a:prstGeom>
          <a:solidFill>
            <a:srgbClr val="008000">
              <a:alpha val="16078"/>
            </a:srgbClr>
          </a:solidFill>
          <a:ln w="9525">
            <a:solidFill>
              <a:srgbClr val="008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73E22E4D-6E3A-0F42-A774-7468DA12A7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10088" y="1614488"/>
            <a:ext cx="269875" cy="1095375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5BCDF505-E429-914D-816E-989FBE77BB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99250" y="1614488"/>
            <a:ext cx="269875" cy="1095375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01F2A401-4794-5242-B443-1569228CB8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48638" y="1624013"/>
            <a:ext cx="269875" cy="1095375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1967BB0E-CA62-3B40-9E47-AA9B3ECCA0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1450" y="1614488"/>
            <a:ext cx="269875" cy="1095375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6" name="Rectangle 115">
            <a:extLst>
              <a:ext uri="{FF2B5EF4-FFF2-40B4-BE49-F238E27FC236}">
                <a16:creationId xmlns:a16="http://schemas.microsoft.com/office/drawing/2014/main" id="{46EBA685-CAE7-974D-9A36-EA909CF5C7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43788" y="1614488"/>
            <a:ext cx="269875" cy="1095375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51279" name="Shape 3180">
            <a:extLst>
              <a:ext uri="{FF2B5EF4-FFF2-40B4-BE49-F238E27FC236}">
                <a16:creationId xmlns:a16="http://schemas.microsoft.com/office/drawing/2014/main" id="{63BE8A8F-8981-487B-9964-112B6B0D6C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4025" y="4746625"/>
            <a:ext cx="2079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C </a:t>
            </a:r>
          </a:p>
        </p:txBody>
      </p:sp>
      <p:sp>
        <p:nvSpPr>
          <p:cNvPr id="351280" name="Shape 3180">
            <a:extLst>
              <a:ext uri="{FF2B5EF4-FFF2-40B4-BE49-F238E27FC236}">
                <a16:creationId xmlns:a16="http://schemas.microsoft.com/office/drawing/2014/main" id="{45A16477-B184-410D-9257-3CD8033CEC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4025" y="4325938"/>
            <a:ext cx="207963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 </a:t>
            </a:r>
          </a:p>
        </p:txBody>
      </p:sp>
      <p:sp>
        <p:nvSpPr>
          <p:cNvPr id="351281" name="Shape 3180">
            <a:extLst>
              <a:ext uri="{FF2B5EF4-FFF2-40B4-BE49-F238E27FC236}">
                <a16:creationId xmlns:a16="http://schemas.microsoft.com/office/drawing/2014/main" id="{EFC1225A-83E1-43A2-B417-3924509554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6088" y="3525838"/>
            <a:ext cx="20955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A </a:t>
            </a:r>
          </a:p>
        </p:txBody>
      </p:sp>
      <p:sp>
        <p:nvSpPr>
          <p:cNvPr id="351282" name="Shape 3180">
            <a:extLst>
              <a:ext uri="{FF2B5EF4-FFF2-40B4-BE49-F238E27FC236}">
                <a16:creationId xmlns:a16="http://schemas.microsoft.com/office/drawing/2014/main" id="{8DC5466B-BC03-4413-BC44-4F836C3BC7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0850" y="3935413"/>
            <a:ext cx="20955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B </a:t>
            </a:r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EBB5F2F3-94E7-CA45-9148-886E69C7EA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19275" y="3495675"/>
            <a:ext cx="381000" cy="1524000"/>
          </a:xfrm>
          <a:prstGeom prst="rect">
            <a:avLst/>
          </a:prstGeom>
          <a:solidFill>
            <a:srgbClr val="008000">
              <a:alpha val="16078"/>
            </a:srgbClr>
          </a:solidFill>
          <a:ln w="9525">
            <a:solidFill>
              <a:srgbClr val="008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22" name="Rectangle 121">
            <a:extLst>
              <a:ext uri="{FF2B5EF4-FFF2-40B4-BE49-F238E27FC236}">
                <a16:creationId xmlns:a16="http://schemas.microsoft.com/office/drawing/2014/main" id="{E0AB5C07-E99D-4E40-9151-B4846EC24A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8863" y="3497263"/>
            <a:ext cx="381000" cy="1524000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23" name="Rectangle 122">
            <a:extLst>
              <a:ext uri="{FF2B5EF4-FFF2-40B4-BE49-F238E27FC236}">
                <a16:creationId xmlns:a16="http://schemas.microsoft.com/office/drawing/2014/main" id="{F089B329-3918-0D46-B495-21F5393835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3495675"/>
            <a:ext cx="381000" cy="1524000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51286" name="TextBox 125">
            <a:extLst>
              <a:ext uri="{FF2B5EF4-FFF2-40B4-BE49-F238E27FC236}">
                <a16:creationId xmlns:a16="http://schemas.microsoft.com/office/drawing/2014/main" id="{84B529B4-BEFA-4B9A-A91E-9A24F60D79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41888" y="3495675"/>
            <a:ext cx="21018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R1</a:t>
            </a:r>
            <a:r>
              <a:rPr kumimoji="0" lang="en-US" altLang="en-US" sz="1800" b="0" i="0" u="none" strike="noStrike" kern="1200" cap="none" spc="0" normalizeH="0" baseline="-2500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out</a:t>
            </a: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 = R2</a:t>
            </a:r>
            <a:r>
              <a:rPr kumimoji="0" lang="en-US" altLang="en-US" sz="1800" b="0" i="0" u="none" strike="noStrike" kern="1200" cap="none" spc="0" normalizeH="0" baseline="-2500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in</a:t>
            </a: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 = y</a:t>
            </a:r>
            <a:r>
              <a:rPr kumimoji="0" lang="en-US" altLang="en-US" sz="1800" b="0" i="0" u="none" strike="noStrike" kern="1200" cap="none" spc="0" normalizeH="0" baseline="-2500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1</a:t>
            </a: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 y</a:t>
            </a:r>
            <a:r>
              <a:rPr kumimoji="0" lang="en-US" altLang="en-US" sz="1800" b="0" i="0" u="none" strike="noStrike" kern="1200" cap="none" spc="0" normalizeH="0" baseline="-2500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2</a:t>
            </a:r>
          </a:p>
        </p:txBody>
      </p:sp>
      <p:grpSp>
        <p:nvGrpSpPr>
          <p:cNvPr id="351287" name="Group 127">
            <a:extLst>
              <a:ext uri="{FF2B5EF4-FFF2-40B4-BE49-F238E27FC236}">
                <a16:creationId xmlns:a16="http://schemas.microsoft.com/office/drawing/2014/main" id="{975D3509-CDF4-482D-890F-48142575ECE0}"/>
              </a:ext>
            </a:extLst>
          </p:cNvPr>
          <p:cNvGrpSpPr>
            <a:grpSpLocks/>
          </p:cNvGrpSpPr>
          <p:nvPr/>
        </p:nvGrpSpPr>
        <p:grpSpPr bwMode="auto">
          <a:xfrm>
            <a:off x="4918075" y="4678363"/>
            <a:ext cx="2100263" cy="369887"/>
            <a:chOff x="4917898" y="4678597"/>
            <a:chExt cx="2100793" cy="369332"/>
          </a:xfrm>
        </p:grpSpPr>
        <p:sp>
          <p:nvSpPr>
            <p:cNvPr id="351291" name="TextBox 128">
              <a:extLst>
                <a:ext uri="{FF2B5EF4-FFF2-40B4-BE49-F238E27FC236}">
                  <a16:creationId xmlns:a16="http://schemas.microsoft.com/office/drawing/2014/main" id="{A0BF1A0C-FC06-4068-8618-CC977B2911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17898" y="4678597"/>
              <a:ext cx="210079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R2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out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R3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in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</a:t>
              </a:r>
            </a:p>
          </p:txBody>
        </p: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5634C040-080B-E541-8C4E-E7E32D606144}"/>
                </a:ext>
              </a:extLst>
            </p:cNvPr>
            <p:cNvCxnSpPr/>
            <p:nvPr/>
          </p:nvCxnSpPr>
          <p:spPr>
            <a:xfrm>
              <a:off x="6643946" y="4721395"/>
              <a:ext cx="235009" cy="0"/>
            </a:xfrm>
            <a:prstGeom prst="line">
              <a:avLst/>
            </a:prstGeom>
            <a:ln>
              <a:solidFill>
                <a:srgbClr val="0000FF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1288" name="Group 1">
            <a:extLst>
              <a:ext uri="{FF2B5EF4-FFF2-40B4-BE49-F238E27FC236}">
                <a16:creationId xmlns:a16="http://schemas.microsoft.com/office/drawing/2014/main" id="{3D3A20F4-D765-4006-B1D1-013C59FF0083}"/>
              </a:ext>
            </a:extLst>
          </p:cNvPr>
          <p:cNvGrpSpPr>
            <a:grpSpLocks/>
          </p:cNvGrpSpPr>
          <p:nvPr/>
        </p:nvGrpSpPr>
        <p:grpSpPr bwMode="auto">
          <a:xfrm>
            <a:off x="4979988" y="4046538"/>
            <a:ext cx="2916237" cy="368300"/>
            <a:chOff x="4980199" y="4046179"/>
            <a:chExt cx="2915694" cy="369332"/>
          </a:xfrm>
        </p:grpSpPr>
        <p:sp>
          <p:nvSpPr>
            <p:cNvPr id="351289" name="TextBox 123">
              <a:extLst>
                <a:ext uri="{FF2B5EF4-FFF2-40B4-BE49-F238E27FC236}">
                  <a16:creationId xmlns:a16="http://schemas.microsoft.com/office/drawing/2014/main" id="{96DCDD6A-DF9C-49D6-9BE1-A2CD3D6038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80199" y="4046179"/>
              <a:ext cx="291569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R1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in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R3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out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Done = 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</a:t>
              </a:r>
            </a:p>
          </p:txBody>
        </p: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CE598949-C283-AC45-B7C5-42D9A6AD81BE}"/>
                </a:ext>
              </a:extLst>
            </p:cNvPr>
            <p:cNvCxnSpPr/>
            <p:nvPr/>
          </p:nvCxnSpPr>
          <p:spPr>
            <a:xfrm>
              <a:off x="7264186" y="4097121"/>
              <a:ext cx="234906" cy="0"/>
            </a:xfrm>
            <a:prstGeom prst="line">
              <a:avLst/>
            </a:prstGeom>
            <a:ln>
              <a:solidFill>
                <a:srgbClr val="FF0000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D6999D81-DE98-924B-98A6-E78CECAE4A9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4763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/>
              <a:t>Let's Complete the Circuit Diagram</a:t>
            </a:r>
            <a:endParaRPr lang="en-US" dirty="0">
              <a:ea typeface="+mj-ea"/>
              <a:cs typeface="+mj-cs"/>
            </a:endParaRPr>
          </a:p>
        </p:txBody>
      </p:sp>
      <p:sp>
        <p:nvSpPr>
          <p:cNvPr id="353282" name="TextBox 4">
            <a:extLst>
              <a:ext uri="{FF2B5EF4-FFF2-40B4-BE49-F238E27FC236}">
                <a16:creationId xmlns:a16="http://schemas.microsoft.com/office/drawing/2014/main" id="{9BEF40B2-4113-43FC-B9A5-CFF11B7FF7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45200" y="5489575"/>
            <a:ext cx="2100263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R1</a:t>
            </a:r>
            <a:r>
              <a:rPr kumimoji="0" lang="en-US" altLang="en-US" sz="1800" b="0" i="0" u="none" strike="noStrike" kern="1200" cap="none" spc="0" normalizeH="0" baseline="-2500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out</a:t>
            </a: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 = R2</a:t>
            </a:r>
            <a:r>
              <a:rPr kumimoji="0" lang="en-US" altLang="en-US" sz="1800" b="0" i="0" u="none" strike="noStrike" kern="1200" cap="none" spc="0" normalizeH="0" baseline="-2500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in</a:t>
            </a: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 = y</a:t>
            </a:r>
            <a:r>
              <a:rPr kumimoji="0" lang="en-US" altLang="en-US" sz="1800" b="0" i="0" u="none" strike="noStrike" kern="1200" cap="none" spc="0" normalizeH="0" baseline="-2500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1</a:t>
            </a: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 y</a:t>
            </a:r>
            <a:r>
              <a:rPr kumimoji="0" lang="en-US" altLang="en-US" sz="1800" b="0" i="0" u="none" strike="noStrike" kern="1200" cap="none" spc="0" normalizeH="0" baseline="-2500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2</a:t>
            </a:r>
          </a:p>
        </p:txBody>
      </p:sp>
      <p:grpSp>
        <p:nvGrpSpPr>
          <p:cNvPr id="353283" name="Group 5">
            <a:extLst>
              <a:ext uri="{FF2B5EF4-FFF2-40B4-BE49-F238E27FC236}">
                <a16:creationId xmlns:a16="http://schemas.microsoft.com/office/drawing/2014/main" id="{6B8B7A0A-AE38-4D69-9FBC-F5B4DAFC0720}"/>
              </a:ext>
            </a:extLst>
          </p:cNvPr>
          <p:cNvGrpSpPr>
            <a:grpSpLocks/>
          </p:cNvGrpSpPr>
          <p:nvPr/>
        </p:nvGrpSpPr>
        <p:grpSpPr bwMode="auto">
          <a:xfrm>
            <a:off x="6073775" y="6362700"/>
            <a:ext cx="2100263" cy="369888"/>
            <a:chOff x="4917898" y="4678597"/>
            <a:chExt cx="2100793" cy="369332"/>
          </a:xfrm>
        </p:grpSpPr>
        <p:sp>
          <p:nvSpPr>
            <p:cNvPr id="353325" name="TextBox 6">
              <a:extLst>
                <a:ext uri="{FF2B5EF4-FFF2-40B4-BE49-F238E27FC236}">
                  <a16:creationId xmlns:a16="http://schemas.microsoft.com/office/drawing/2014/main" id="{B9267798-2B35-4CCE-8E84-E48A7FDEA6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17898" y="4678597"/>
              <a:ext cx="210079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R2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out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R3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in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</a:t>
              </a:r>
            </a:p>
          </p:txBody>
        </p: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2AC7584E-C496-6B40-87C3-81DCCDE31EFA}"/>
                </a:ext>
              </a:extLst>
            </p:cNvPr>
            <p:cNvCxnSpPr/>
            <p:nvPr/>
          </p:nvCxnSpPr>
          <p:spPr>
            <a:xfrm>
              <a:off x="6643946" y="4721396"/>
              <a:ext cx="235009" cy="0"/>
            </a:xfrm>
            <a:prstGeom prst="line">
              <a:avLst/>
            </a:prstGeom>
            <a:ln>
              <a:solidFill>
                <a:srgbClr val="0000FF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3284" name="Group 8">
            <a:extLst>
              <a:ext uri="{FF2B5EF4-FFF2-40B4-BE49-F238E27FC236}">
                <a16:creationId xmlns:a16="http://schemas.microsoft.com/office/drawing/2014/main" id="{223163A4-07D2-403F-87BC-200C02E762F4}"/>
              </a:ext>
            </a:extLst>
          </p:cNvPr>
          <p:cNvGrpSpPr>
            <a:grpSpLocks/>
          </p:cNvGrpSpPr>
          <p:nvPr/>
        </p:nvGrpSpPr>
        <p:grpSpPr bwMode="auto">
          <a:xfrm>
            <a:off x="6135688" y="5959475"/>
            <a:ext cx="2916237" cy="369888"/>
            <a:chOff x="4980199" y="4046179"/>
            <a:chExt cx="2915694" cy="369332"/>
          </a:xfrm>
        </p:grpSpPr>
        <p:sp>
          <p:nvSpPr>
            <p:cNvPr id="353323" name="TextBox 9">
              <a:extLst>
                <a:ext uri="{FF2B5EF4-FFF2-40B4-BE49-F238E27FC236}">
                  <a16:creationId xmlns:a16="http://schemas.microsoft.com/office/drawing/2014/main" id="{643FF4F1-E34B-459E-82F8-564CCE835F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80199" y="4046179"/>
              <a:ext cx="291569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R1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in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R3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out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Done = 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</a:t>
              </a: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88658B32-4E4E-384E-9BBB-9AB0E81BE7D3}"/>
                </a:ext>
              </a:extLst>
            </p:cNvPr>
            <p:cNvCxnSpPr/>
            <p:nvPr/>
          </p:nvCxnSpPr>
          <p:spPr>
            <a:xfrm>
              <a:off x="7264186" y="4096903"/>
              <a:ext cx="234906" cy="0"/>
            </a:xfrm>
            <a:prstGeom prst="line">
              <a:avLst/>
            </a:prstGeom>
            <a:ln>
              <a:solidFill>
                <a:srgbClr val="FF0000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3285" name="Group 1">
            <a:extLst>
              <a:ext uri="{FF2B5EF4-FFF2-40B4-BE49-F238E27FC236}">
                <a16:creationId xmlns:a16="http://schemas.microsoft.com/office/drawing/2014/main" id="{8C3A48AC-C684-424B-85A9-F80DFA138AB2}"/>
              </a:ext>
            </a:extLst>
          </p:cNvPr>
          <p:cNvGrpSpPr>
            <a:grpSpLocks/>
          </p:cNvGrpSpPr>
          <p:nvPr/>
        </p:nvGrpSpPr>
        <p:grpSpPr bwMode="auto">
          <a:xfrm>
            <a:off x="1428750" y="1282700"/>
            <a:ext cx="4613275" cy="3576638"/>
            <a:chOff x="1428750" y="1282700"/>
            <a:chExt cx="4612739" cy="3576638"/>
          </a:xfrm>
        </p:grpSpPr>
        <p:sp>
          <p:nvSpPr>
            <p:cNvPr id="353291" name="Rectangle 13">
              <a:extLst>
                <a:ext uri="{FF2B5EF4-FFF2-40B4-BE49-F238E27FC236}">
                  <a16:creationId xmlns:a16="http://schemas.microsoft.com/office/drawing/2014/main" id="{1D4E8AA3-464B-42BC-82BD-C9DDBC40C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313" y="1295400"/>
              <a:ext cx="800100" cy="130333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292" name="Rectangle 14">
              <a:extLst>
                <a:ext uri="{FF2B5EF4-FFF2-40B4-BE49-F238E27FC236}">
                  <a16:creationId xmlns:a16="http://schemas.microsoft.com/office/drawing/2014/main" id="{4185BA76-6173-44B4-961E-A969B0A4C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8688" y="1519238"/>
              <a:ext cx="295275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D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293" name="Rectangle 15">
              <a:extLst>
                <a:ext uri="{FF2B5EF4-FFF2-40B4-BE49-F238E27FC236}">
                  <a16:creationId xmlns:a16="http://schemas.microsoft.com/office/drawing/2014/main" id="{3248623C-D9C8-45FA-AC57-41F1BA688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4938" y="1511300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294" name="Line 16">
              <a:extLst>
                <a:ext uri="{FF2B5EF4-FFF2-40B4-BE49-F238E27FC236}">
                  <a16:creationId xmlns:a16="http://schemas.microsoft.com/office/drawing/2014/main" id="{8469D49A-139D-499E-B090-995F06131A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30813" y="2141538"/>
              <a:ext cx="11430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3295" name="Freeform 17">
              <a:extLst>
                <a:ext uri="{FF2B5EF4-FFF2-40B4-BE49-F238E27FC236}">
                  <a16:creationId xmlns:a16="http://schemas.microsoft.com/office/drawing/2014/main" id="{45710ABC-A3C7-45E7-8E5A-2294C5881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313" y="2187575"/>
              <a:ext cx="160337" cy="158750"/>
            </a:xfrm>
            <a:custGeom>
              <a:avLst/>
              <a:gdLst>
                <a:gd name="T0" fmla="*/ 0 w 202"/>
                <a:gd name="T1" fmla="*/ 2147483646 h 202"/>
                <a:gd name="T2" fmla="*/ 2147483646 w 202"/>
                <a:gd name="T3" fmla="*/ 2147483646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  <a:gd name="T9" fmla="*/ 0 w 202"/>
                <a:gd name="T10" fmla="*/ 0 h 202"/>
                <a:gd name="T11" fmla="*/ 202 w 202"/>
                <a:gd name="T12" fmla="*/ 202 h 20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3296" name="Line 20">
              <a:extLst>
                <a:ext uri="{FF2B5EF4-FFF2-40B4-BE49-F238E27FC236}">
                  <a16:creationId xmlns:a16="http://schemas.microsoft.com/office/drawing/2014/main" id="{7005BA63-8667-4305-A050-B84D824B83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71950" y="1616075"/>
              <a:ext cx="4873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3297" name="Rectangle 22">
              <a:extLst>
                <a:ext uri="{FF2B5EF4-FFF2-40B4-BE49-F238E27FC236}">
                  <a16:creationId xmlns:a16="http://schemas.microsoft.com/office/drawing/2014/main" id="{EA2881BA-8B23-450B-8D59-987A1B40C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313" y="3557588"/>
              <a:ext cx="800100" cy="130175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298" name="Rectangle 23">
              <a:extLst>
                <a:ext uri="{FF2B5EF4-FFF2-40B4-BE49-F238E27FC236}">
                  <a16:creationId xmlns:a16="http://schemas.microsoft.com/office/drawing/2014/main" id="{04F31E97-B967-4C22-ABA6-1B61FFEA1F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6525" y="2163763"/>
              <a:ext cx="295275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299" name="Rectangle 24">
              <a:extLst>
                <a:ext uri="{FF2B5EF4-FFF2-40B4-BE49-F238E27FC236}">
                  <a16:creationId xmlns:a16="http://schemas.microsoft.com/office/drawing/2014/main" id="{BD00591D-06E0-4592-B54C-AE421544B6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8688" y="3784600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D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300" name="Rectangle 25">
              <a:extLst>
                <a:ext uri="{FF2B5EF4-FFF2-40B4-BE49-F238E27FC236}">
                  <a16:creationId xmlns:a16="http://schemas.microsoft.com/office/drawing/2014/main" id="{6F8367BE-22E3-492B-A4D9-41135E1673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4938" y="3776663"/>
              <a:ext cx="295275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301" name="Line 26">
              <a:extLst>
                <a:ext uri="{FF2B5EF4-FFF2-40B4-BE49-F238E27FC236}">
                  <a16:creationId xmlns:a16="http://schemas.microsoft.com/office/drawing/2014/main" id="{8BE7CFFA-3346-4180-805D-5AF86D08B2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30813" y="4425950"/>
              <a:ext cx="1143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3302" name="Freeform 27">
              <a:extLst>
                <a:ext uri="{FF2B5EF4-FFF2-40B4-BE49-F238E27FC236}">
                  <a16:creationId xmlns:a16="http://schemas.microsoft.com/office/drawing/2014/main" id="{A38BA3F8-546E-4AD8-B900-F28C4ECCF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313" y="4448175"/>
              <a:ext cx="160337" cy="160338"/>
            </a:xfrm>
            <a:custGeom>
              <a:avLst/>
              <a:gdLst>
                <a:gd name="T0" fmla="*/ 0 w 202"/>
                <a:gd name="T1" fmla="*/ 2147483646 h 201"/>
                <a:gd name="T2" fmla="*/ 2147483646 w 202"/>
                <a:gd name="T3" fmla="*/ 2147483646 h 201"/>
                <a:gd name="T4" fmla="*/ 0 w 202"/>
                <a:gd name="T5" fmla="*/ 0 h 201"/>
                <a:gd name="T6" fmla="*/ 0 60000 65536"/>
                <a:gd name="T7" fmla="*/ 0 60000 65536"/>
                <a:gd name="T8" fmla="*/ 0 60000 65536"/>
                <a:gd name="T9" fmla="*/ 0 w 202"/>
                <a:gd name="T10" fmla="*/ 0 h 201"/>
                <a:gd name="T11" fmla="*/ 202 w 202"/>
                <a:gd name="T12" fmla="*/ 201 h 20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2" h="201">
                  <a:moveTo>
                    <a:pt x="0" y="201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3303" name="Rectangle 32">
              <a:extLst>
                <a:ext uri="{FF2B5EF4-FFF2-40B4-BE49-F238E27FC236}">
                  <a16:creationId xmlns:a16="http://schemas.microsoft.com/office/drawing/2014/main" id="{FDF7EB58-2B5A-4608-8BBC-E29E4C25E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6525" y="4430713"/>
              <a:ext cx="295275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304" name="Rectangle 33">
              <a:extLst>
                <a:ext uri="{FF2B5EF4-FFF2-40B4-BE49-F238E27FC236}">
                  <a16:creationId xmlns:a16="http://schemas.microsoft.com/office/drawing/2014/main" id="{33DE9FD1-5249-4241-A501-77AE69DAA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8625" y="1282700"/>
              <a:ext cx="2603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305" name="Rectangle 34">
              <a:extLst>
                <a:ext uri="{FF2B5EF4-FFF2-40B4-BE49-F238E27FC236}">
                  <a16:creationId xmlns:a16="http://schemas.microsoft.com/office/drawing/2014/main" id="{4FA0824F-8A26-4B8C-AF87-8C1E4CEB32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2925" y="1370013"/>
              <a:ext cx="206375" cy="242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306" name="Rectangle 35">
              <a:extLst>
                <a:ext uri="{FF2B5EF4-FFF2-40B4-BE49-F238E27FC236}">
                  <a16:creationId xmlns:a16="http://schemas.microsoft.com/office/drawing/2014/main" id="{72867C41-4CD6-4F1A-9338-3EAF38542C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8625" y="3549650"/>
              <a:ext cx="2603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307" name="Rectangle 36">
              <a:extLst>
                <a:ext uri="{FF2B5EF4-FFF2-40B4-BE49-F238E27FC236}">
                  <a16:creationId xmlns:a16="http://schemas.microsoft.com/office/drawing/2014/main" id="{A70B8E67-655D-4013-9E91-4F8926D7E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2925" y="3635375"/>
              <a:ext cx="206375" cy="242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308" name="Rectangle 37">
              <a:extLst>
                <a:ext uri="{FF2B5EF4-FFF2-40B4-BE49-F238E27FC236}">
                  <a16:creationId xmlns:a16="http://schemas.microsoft.com/office/drawing/2014/main" id="{C920BC72-8B43-4343-89DD-1C50836F5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3238" y="3762375"/>
              <a:ext cx="28416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309" name="Rectangle 38">
              <a:extLst>
                <a:ext uri="{FF2B5EF4-FFF2-40B4-BE49-F238E27FC236}">
                  <a16:creationId xmlns:a16="http://schemas.microsoft.com/office/drawing/2014/main" id="{8CA5DD99-4E9A-4633-9041-A9E07DBA7D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8750" y="4432300"/>
              <a:ext cx="64611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Clock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310" name="Rectangle 40">
              <a:extLst>
                <a:ext uri="{FF2B5EF4-FFF2-40B4-BE49-F238E27FC236}">
                  <a16:creationId xmlns:a16="http://schemas.microsoft.com/office/drawing/2014/main" id="{F52D32D6-E667-42E1-8C79-D0DBEE4495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9288" y="3549650"/>
              <a:ext cx="236537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311" name="Rectangle 41">
              <a:extLst>
                <a:ext uri="{FF2B5EF4-FFF2-40B4-BE49-F238E27FC236}">
                  <a16:creationId xmlns:a16="http://schemas.microsoft.com/office/drawing/2014/main" id="{76BB17D3-7B27-4A58-8C89-4F7FC0B755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21363" y="3635375"/>
              <a:ext cx="206375" cy="242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312" name="Freeform 45">
              <a:extLst>
                <a:ext uri="{FF2B5EF4-FFF2-40B4-BE49-F238E27FC236}">
                  <a16:creationId xmlns:a16="http://schemas.microsoft.com/office/drawing/2014/main" id="{92FB4084-CFB3-42A8-ADFE-D93E943F9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450" y="2278063"/>
              <a:ext cx="2582863" cy="2262187"/>
            </a:xfrm>
            <a:custGeom>
              <a:avLst/>
              <a:gdLst>
                <a:gd name="T0" fmla="*/ 0 w 3253"/>
                <a:gd name="T1" fmla="*/ 2147483646 h 2850"/>
                <a:gd name="T2" fmla="*/ 2147483646 w 3253"/>
                <a:gd name="T3" fmla="*/ 2147483646 h 2850"/>
                <a:gd name="T4" fmla="*/ 2147483646 w 3253"/>
                <a:gd name="T5" fmla="*/ 0 h 2850"/>
                <a:gd name="T6" fmla="*/ 2147483646 w 3253"/>
                <a:gd name="T7" fmla="*/ 0 h 285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253"/>
                <a:gd name="T13" fmla="*/ 0 h 2850"/>
                <a:gd name="T14" fmla="*/ 3253 w 3253"/>
                <a:gd name="T15" fmla="*/ 2850 h 285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253" h="2850">
                  <a:moveTo>
                    <a:pt x="0" y="2850"/>
                  </a:moveTo>
                  <a:lnTo>
                    <a:pt x="2447" y="2850"/>
                  </a:lnTo>
                  <a:lnTo>
                    <a:pt x="2447" y="0"/>
                  </a:lnTo>
                  <a:lnTo>
                    <a:pt x="3253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3313" name="Line 46">
              <a:extLst>
                <a:ext uri="{FF2B5EF4-FFF2-40B4-BE49-F238E27FC236}">
                  <a16:creationId xmlns:a16="http://schemas.microsoft.com/office/drawing/2014/main" id="{E438B5F3-CD27-4EED-B6E4-962A9F0B24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9550" y="4540250"/>
              <a:ext cx="6397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3314" name="Freeform 48">
              <a:extLst>
                <a:ext uri="{FF2B5EF4-FFF2-40B4-BE49-F238E27FC236}">
                  <a16:creationId xmlns:a16="http://schemas.microsoft.com/office/drawing/2014/main" id="{17C31C3F-4FA1-48C8-A958-2B1420A56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513" y="4505325"/>
              <a:ext cx="68262" cy="44450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3315" name="Line 20">
              <a:extLst>
                <a:ext uri="{FF2B5EF4-FFF2-40B4-BE49-F238E27FC236}">
                  <a16:creationId xmlns:a16="http://schemas.microsoft.com/office/drawing/2014/main" id="{C2A5F5B6-5B6E-42DB-9986-743CA295EE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54488" y="3908425"/>
              <a:ext cx="48736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3316" name="Line 20">
              <a:extLst>
                <a:ext uri="{FF2B5EF4-FFF2-40B4-BE49-F238E27FC236}">
                  <a16:creationId xmlns:a16="http://schemas.microsoft.com/office/drawing/2014/main" id="{D91B76FC-A815-4680-85A0-A6259E1514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470525" y="3886200"/>
              <a:ext cx="4873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3317" name="Line 20">
              <a:extLst>
                <a:ext uri="{FF2B5EF4-FFF2-40B4-BE49-F238E27FC236}">
                  <a16:creationId xmlns:a16="http://schemas.microsoft.com/office/drawing/2014/main" id="{C1009707-643A-4D72-BD26-A896A0B387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480050" y="4572000"/>
              <a:ext cx="4857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3318" name="Line 20">
              <a:extLst>
                <a:ext uri="{FF2B5EF4-FFF2-40B4-BE49-F238E27FC236}">
                  <a16:creationId xmlns:a16="http://schemas.microsoft.com/office/drawing/2014/main" id="{5F315A3C-852A-459A-B722-C507207F7A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480050" y="2278063"/>
              <a:ext cx="4857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3319" name="Line 20">
              <a:extLst>
                <a:ext uri="{FF2B5EF4-FFF2-40B4-BE49-F238E27FC236}">
                  <a16:creationId xmlns:a16="http://schemas.microsoft.com/office/drawing/2014/main" id="{FC3911B7-E77E-477D-A045-7FE3ECC206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459413" y="1620838"/>
              <a:ext cx="4857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3320" name="Line 20">
              <a:extLst>
                <a:ext uri="{FF2B5EF4-FFF2-40B4-BE49-F238E27FC236}">
                  <a16:creationId xmlns:a16="http://schemas.microsoft.com/office/drawing/2014/main" id="{02ECAD64-A59A-4F98-A1B4-E72D57B577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16125" y="3922713"/>
              <a:ext cx="4857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3321" name="Rectangle 42">
              <a:extLst>
                <a:ext uri="{FF2B5EF4-FFF2-40B4-BE49-F238E27FC236}">
                  <a16:creationId xmlns:a16="http://schemas.microsoft.com/office/drawing/2014/main" id="{E9F59784-605F-4BDF-8199-A360D8DD71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9288" y="1282700"/>
              <a:ext cx="236537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322" name="Rectangle 43">
              <a:extLst>
                <a:ext uri="{FF2B5EF4-FFF2-40B4-BE49-F238E27FC236}">
                  <a16:creationId xmlns:a16="http://schemas.microsoft.com/office/drawing/2014/main" id="{BFCF044C-5FD4-483C-8752-4C5AF0B91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5114" y="1390638"/>
              <a:ext cx="206375" cy="242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353286" name="Shape 3504">
            <a:extLst>
              <a:ext uri="{FF2B5EF4-FFF2-40B4-BE49-F238E27FC236}">
                <a16:creationId xmlns:a16="http://schemas.microsoft.com/office/drawing/2014/main" id="{4DBF0684-AA18-45F3-9868-B74C689632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013" y="6353175"/>
            <a:ext cx="10160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8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 = y</a:t>
            </a:r>
            <a:r>
              <a:rPr kumimoji="0" lang="en-US" altLang="en-US" sz="18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 </a:t>
            </a:r>
          </a:p>
        </p:txBody>
      </p:sp>
      <p:grpSp>
        <p:nvGrpSpPr>
          <p:cNvPr id="353287" name="Group 69">
            <a:extLst>
              <a:ext uri="{FF2B5EF4-FFF2-40B4-BE49-F238E27FC236}">
                <a16:creationId xmlns:a16="http://schemas.microsoft.com/office/drawing/2014/main" id="{113F5515-D919-45BA-987D-42C19426586E}"/>
              </a:ext>
            </a:extLst>
          </p:cNvPr>
          <p:cNvGrpSpPr>
            <a:grpSpLocks/>
          </p:cNvGrpSpPr>
          <p:nvPr/>
        </p:nvGrpSpPr>
        <p:grpSpPr bwMode="auto">
          <a:xfrm>
            <a:off x="225425" y="5940425"/>
            <a:ext cx="2376488" cy="244475"/>
            <a:chOff x="126034" y="5245099"/>
            <a:chExt cx="2375865" cy="244476"/>
          </a:xfrm>
        </p:grpSpPr>
        <p:sp>
          <p:nvSpPr>
            <p:cNvPr id="353288" name="Shape 3504">
              <a:extLst>
                <a:ext uri="{FF2B5EF4-FFF2-40B4-BE49-F238E27FC236}">
                  <a16:creationId xmlns:a16="http://schemas.microsoft.com/office/drawing/2014/main" id="{10D379B5-1018-4EB1-B9A3-7697CD6369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6034" y="5245099"/>
              <a:ext cx="2375865" cy="2444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w 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+ 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</a:p>
          </p:txBody>
        </p: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75D01E3B-6732-C04D-8550-41A5A64C9446}"/>
                </a:ext>
              </a:extLst>
            </p:cNvPr>
            <p:cNvCxnSpPr/>
            <p:nvPr/>
          </p:nvCxnSpPr>
          <p:spPr bwMode="auto">
            <a:xfrm>
              <a:off x="786261" y="5265737"/>
              <a:ext cx="193624" cy="0"/>
            </a:xfrm>
            <a:prstGeom prst="line">
              <a:avLst/>
            </a:prstGeom>
            <a:ln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E6989C61-D74B-1C4D-8E26-FBF64F860847}"/>
                </a:ext>
              </a:extLst>
            </p:cNvPr>
            <p:cNvCxnSpPr/>
            <p:nvPr/>
          </p:nvCxnSpPr>
          <p:spPr bwMode="auto">
            <a:xfrm>
              <a:off x="1465533" y="5249862"/>
              <a:ext cx="193624" cy="0"/>
            </a:xfrm>
            <a:prstGeom prst="line">
              <a:avLst/>
            </a:prstGeom>
            <a:ln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AC09C0B4-00E5-9146-9199-940191DF235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4763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/>
              <a:t>Let's Complete the Circuit Diagram</a:t>
            </a:r>
            <a:endParaRPr lang="en-US" dirty="0">
              <a:ea typeface="+mj-ea"/>
              <a:cs typeface="+mj-cs"/>
            </a:endParaRPr>
          </a:p>
        </p:txBody>
      </p:sp>
      <p:sp>
        <p:nvSpPr>
          <p:cNvPr id="355330" name="TextBox 4">
            <a:extLst>
              <a:ext uri="{FF2B5EF4-FFF2-40B4-BE49-F238E27FC236}">
                <a16:creationId xmlns:a16="http://schemas.microsoft.com/office/drawing/2014/main" id="{D685A0C3-2989-4A22-93C3-06AEECE941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45200" y="5489575"/>
            <a:ext cx="2100263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R1</a:t>
            </a:r>
            <a:r>
              <a:rPr kumimoji="0" lang="en-US" altLang="en-US" sz="18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out</a:t>
            </a: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 = R2</a:t>
            </a:r>
            <a:r>
              <a:rPr kumimoji="0" lang="en-US" altLang="en-US" sz="18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in</a:t>
            </a: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 = y</a:t>
            </a:r>
            <a:r>
              <a:rPr kumimoji="0" lang="en-US" altLang="en-US" sz="18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1</a:t>
            </a: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 y</a:t>
            </a:r>
            <a:r>
              <a:rPr kumimoji="0" lang="en-US" altLang="en-US" sz="18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2</a:t>
            </a:r>
          </a:p>
        </p:txBody>
      </p:sp>
      <p:grpSp>
        <p:nvGrpSpPr>
          <p:cNvPr id="355331" name="Group 5">
            <a:extLst>
              <a:ext uri="{FF2B5EF4-FFF2-40B4-BE49-F238E27FC236}">
                <a16:creationId xmlns:a16="http://schemas.microsoft.com/office/drawing/2014/main" id="{1D008E4A-E27D-43FC-BD22-9058300CC9DF}"/>
              </a:ext>
            </a:extLst>
          </p:cNvPr>
          <p:cNvGrpSpPr>
            <a:grpSpLocks/>
          </p:cNvGrpSpPr>
          <p:nvPr/>
        </p:nvGrpSpPr>
        <p:grpSpPr bwMode="auto">
          <a:xfrm>
            <a:off x="6073775" y="6362700"/>
            <a:ext cx="2100263" cy="369888"/>
            <a:chOff x="4917898" y="4678597"/>
            <a:chExt cx="2100793" cy="369332"/>
          </a:xfrm>
        </p:grpSpPr>
        <p:sp>
          <p:nvSpPr>
            <p:cNvPr id="355422" name="TextBox 6">
              <a:extLst>
                <a:ext uri="{FF2B5EF4-FFF2-40B4-BE49-F238E27FC236}">
                  <a16:creationId xmlns:a16="http://schemas.microsoft.com/office/drawing/2014/main" id="{33471202-0A08-44A5-A84F-7EFEAD0CBA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17898" y="4678597"/>
              <a:ext cx="210079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R2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out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R3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in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</a:t>
              </a:r>
            </a:p>
          </p:txBody>
        </p: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1645E66D-D9E4-0541-8CE5-81BD4F257469}"/>
                </a:ext>
              </a:extLst>
            </p:cNvPr>
            <p:cNvCxnSpPr/>
            <p:nvPr/>
          </p:nvCxnSpPr>
          <p:spPr>
            <a:xfrm>
              <a:off x="6643946" y="4721396"/>
              <a:ext cx="235009" cy="0"/>
            </a:xfrm>
            <a:prstGeom prst="line">
              <a:avLst/>
            </a:prstGeom>
            <a:ln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5332" name="Group 8">
            <a:extLst>
              <a:ext uri="{FF2B5EF4-FFF2-40B4-BE49-F238E27FC236}">
                <a16:creationId xmlns:a16="http://schemas.microsoft.com/office/drawing/2014/main" id="{53CD3B26-5F87-4904-966A-A2BD2E76A9D5}"/>
              </a:ext>
            </a:extLst>
          </p:cNvPr>
          <p:cNvGrpSpPr>
            <a:grpSpLocks/>
          </p:cNvGrpSpPr>
          <p:nvPr/>
        </p:nvGrpSpPr>
        <p:grpSpPr bwMode="auto">
          <a:xfrm>
            <a:off x="6135688" y="5959475"/>
            <a:ext cx="2916237" cy="369888"/>
            <a:chOff x="4980199" y="4046179"/>
            <a:chExt cx="2915694" cy="369332"/>
          </a:xfrm>
        </p:grpSpPr>
        <p:sp>
          <p:nvSpPr>
            <p:cNvPr id="355420" name="TextBox 9">
              <a:extLst>
                <a:ext uri="{FF2B5EF4-FFF2-40B4-BE49-F238E27FC236}">
                  <a16:creationId xmlns:a16="http://schemas.microsoft.com/office/drawing/2014/main" id="{67C12302-278B-434F-A567-694C480435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80199" y="4046179"/>
              <a:ext cx="291569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R1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in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R3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out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Done = 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</a:t>
              </a: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173430EA-463B-464E-B9A2-46B28C386063}"/>
                </a:ext>
              </a:extLst>
            </p:cNvPr>
            <p:cNvCxnSpPr/>
            <p:nvPr/>
          </p:nvCxnSpPr>
          <p:spPr>
            <a:xfrm>
              <a:off x="7264186" y="4096903"/>
              <a:ext cx="234906" cy="0"/>
            </a:xfrm>
            <a:prstGeom prst="line">
              <a:avLst/>
            </a:prstGeom>
            <a:ln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5333" name="Group 3">
            <a:extLst>
              <a:ext uri="{FF2B5EF4-FFF2-40B4-BE49-F238E27FC236}">
                <a16:creationId xmlns:a16="http://schemas.microsoft.com/office/drawing/2014/main" id="{D2B0BF6E-F95A-46FB-ADC0-D1EA14EA21A6}"/>
              </a:ext>
            </a:extLst>
          </p:cNvPr>
          <p:cNvGrpSpPr>
            <a:grpSpLocks/>
          </p:cNvGrpSpPr>
          <p:nvPr/>
        </p:nvGrpSpPr>
        <p:grpSpPr bwMode="auto">
          <a:xfrm>
            <a:off x="1428750" y="890588"/>
            <a:ext cx="7604125" cy="4333875"/>
            <a:chOff x="1428750" y="890075"/>
            <a:chExt cx="7604125" cy="4335067"/>
          </a:xfrm>
        </p:grpSpPr>
        <p:sp>
          <p:nvSpPr>
            <p:cNvPr id="355339" name="Rectangle 13">
              <a:extLst>
                <a:ext uri="{FF2B5EF4-FFF2-40B4-BE49-F238E27FC236}">
                  <a16:creationId xmlns:a16="http://schemas.microsoft.com/office/drawing/2014/main" id="{BBE58F54-CBDA-4BAD-BBC6-F16B757AA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313" y="1295400"/>
              <a:ext cx="800100" cy="130333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340" name="Rectangle 14">
              <a:extLst>
                <a:ext uri="{FF2B5EF4-FFF2-40B4-BE49-F238E27FC236}">
                  <a16:creationId xmlns:a16="http://schemas.microsoft.com/office/drawing/2014/main" id="{3D7122DD-DD14-456C-9A1A-E312109C4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8688" y="1519238"/>
              <a:ext cx="295275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D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341" name="Rectangle 15">
              <a:extLst>
                <a:ext uri="{FF2B5EF4-FFF2-40B4-BE49-F238E27FC236}">
                  <a16:creationId xmlns:a16="http://schemas.microsoft.com/office/drawing/2014/main" id="{461E54D7-00FA-4F53-9E1E-57926075B8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4938" y="1511300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342" name="Line 16">
              <a:extLst>
                <a:ext uri="{FF2B5EF4-FFF2-40B4-BE49-F238E27FC236}">
                  <a16:creationId xmlns:a16="http://schemas.microsoft.com/office/drawing/2014/main" id="{6A708182-BE5C-4C32-AAE9-7D2BEEF8EE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30813" y="2141538"/>
              <a:ext cx="11430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5343" name="Freeform 17">
              <a:extLst>
                <a:ext uri="{FF2B5EF4-FFF2-40B4-BE49-F238E27FC236}">
                  <a16:creationId xmlns:a16="http://schemas.microsoft.com/office/drawing/2014/main" id="{2D2BDCE6-8B5F-490D-9E98-E63ED1F4D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313" y="2187575"/>
              <a:ext cx="160337" cy="158750"/>
            </a:xfrm>
            <a:custGeom>
              <a:avLst/>
              <a:gdLst>
                <a:gd name="T0" fmla="*/ 0 w 202"/>
                <a:gd name="T1" fmla="*/ 2147483646 h 202"/>
                <a:gd name="T2" fmla="*/ 2147483646 w 202"/>
                <a:gd name="T3" fmla="*/ 2147483646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  <a:gd name="T9" fmla="*/ 0 w 202"/>
                <a:gd name="T10" fmla="*/ 0 h 202"/>
                <a:gd name="T11" fmla="*/ 202 w 202"/>
                <a:gd name="T12" fmla="*/ 202 h 20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5344" name="Line 20">
              <a:extLst>
                <a:ext uri="{FF2B5EF4-FFF2-40B4-BE49-F238E27FC236}">
                  <a16:creationId xmlns:a16="http://schemas.microsoft.com/office/drawing/2014/main" id="{530C940E-EB7C-4941-8407-B49637FAF1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71950" y="1616075"/>
              <a:ext cx="4873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5345" name="Rectangle 22">
              <a:extLst>
                <a:ext uri="{FF2B5EF4-FFF2-40B4-BE49-F238E27FC236}">
                  <a16:creationId xmlns:a16="http://schemas.microsoft.com/office/drawing/2014/main" id="{C964A79D-8792-4E21-8741-93098DC21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313" y="3557588"/>
              <a:ext cx="800100" cy="130175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346" name="Rectangle 23">
              <a:extLst>
                <a:ext uri="{FF2B5EF4-FFF2-40B4-BE49-F238E27FC236}">
                  <a16:creationId xmlns:a16="http://schemas.microsoft.com/office/drawing/2014/main" id="{E09A893D-F094-4A15-A3B3-0EDF9384F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6525" y="2163763"/>
              <a:ext cx="295275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347" name="Rectangle 24">
              <a:extLst>
                <a:ext uri="{FF2B5EF4-FFF2-40B4-BE49-F238E27FC236}">
                  <a16:creationId xmlns:a16="http://schemas.microsoft.com/office/drawing/2014/main" id="{529CAEBB-8D61-40FE-B5EF-B096F42A3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8688" y="3784600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D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348" name="Rectangle 25">
              <a:extLst>
                <a:ext uri="{FF2B5EF4-FFF2-40B4-BE49-F238E27FC236}">
                  <a16:creationId xmlns:a16="http://schemas.microsoft.com/office/drawing/2014/main" id="{C1BA9741-6C61-4AE9-97B5-2A5EC02FD2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4938" y="3776663"/>
              <a:ext cx="295275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349" name="Line 26">
              <a:extLst>
                <a:ext uri="{FF2B5EF4-FFF2-40B4-BE49-F238E27FC236}">
                  <a16:creationId xmlns:a16="http://schemas.microsoft.com/office/drawing/2014/main" id="{CF238A55-ACE2-4410-8B86-75DF1C38C9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30813" y="4425950"/>
              <a:ext cx="1143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5350" name="Freeform 27">
              <a:extLst>
                <a:ext uri="{FF2B5EF4-FFF2-40B4-BE49-F238E27FC236}">
                  <a16:creationId xmlns:a16="http://schemas.microsoft.com/office/drawing/2014/main" id="{A5C2ED85-BD2C-47CC-98C6-530092179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313" y="4448175"/>
              <a:ext cx="160337" cy="160338"/>
            </a:xfrm>
            <a:custGeom>
              <a:avLst/>
              <a:gdLst>
                <a:gd name="T0" fmla="*/ 0 w 202"/>
                <a:gd name="T1" fmla="*/ 2147483646 h 201"/>
                <a:gd name="T2" fmla="*/ 2147483646 w 202"/>
                <a:gd name="T3" fmla="*/ 2147483646 h 201"/>
                <a:gd name="T4" fmla="*/ 0 w 202"/>
                <a:gd name="T5" fmla="*/ 0 h 201"/>
                <a:gd name="T6" fmla="*/ 0 60000 65536"/>
                <a:gd name="T7" fmla="*/ 0 60000 65536"/>
                <a:gd name="T8" fmla="*/ 0 60000 65536"/>
                <a:gd name="T9" fmla="*/ 0 w 202"/>
                <a:gd name="T10" fmla="*/ 0 h 201"/>
                <a:gd name="T11" fmla="*/ 202 w 202"/>
                <a:gd name="T12" fmla="*/ 201 h 20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2" h="201">
                  <a:moveTo>
                    <a:pt x="0" y="201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5351" name="Rectangle 32">
              <a:extLst>
                <a:ext uri="{FF2B5EF4-FFF2-40B4-BE49-F238E27FC236}">
                  <a16:creationId xmlns:a16="http://schemas.microsoft.com/office/drawing/2014/main" id="{BD3E4770-94E6-48BC-B4B1-42E9CED71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6525" y="4430713"/>
              <a:ext cx="295275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352" name="Rectangle 33">
              <a:extLst>
                <a:ext uri="{FF2B5EF4-FFF2-40B4-BE49-F238E27FC236}">
                  <a16:creationId xmlns:a16="http://schemas.microsoft.com/office/drawing/2014/main" id="{686AB441-E19C-42C0-B4CB-5901CD474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8625" y="1282700"/>
              <a:ext cx="2603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353" name="Rectangle 34">
              <a:extLst>
                <a:ext uri="{FF2B5EF4-FFF2-40B4-BE49-F238E27FC236}">
                  <a16:creationId xmlns:a16="http://schemas.microsoft.com/office/drawing/2014/main" id="{E2FD6C2B-A6E3-47E9-8EF2-B10A1C61D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2925" y="1370013"/>
              <a:ext cx="206375" cy="242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354" name="Rectangle 35">
              <a:extLst>
                <a:ext uri="{FF2B5EF4-FFF2-40B4-BE49-F238E27FC236}">
                  <a16:creationId xmlns:a16="http://schemas.microsoft.com/office/drawing/2014/main" id="{7295590A-5BF9-45D1-8262-33762BDBD3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8625" y="3549650"/>
              <a:ext cx="2603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355" name="Rectangle 36">
              <a:extLst>
                <a:ext uri="{FF2B5EF4-FFF2-40B4-BE49-F238E27FC236}">
                  <a16:creationId xmlns:a16="http://schemas.microsoft.com/office/drawing/2014/main" id="{19B63194-24EE-4C3F-99E1-A79856438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2925" y="3635375"/>
              <a:ext cx="206375" cy="242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356" name="Rectangle 37">
              <a:extLst>
                <a:ext uri="{FF2B5EF4-FFF2-40B4-BE49-F238E27FC236}">
                  <a16:creationId xmlns:a16="http://schemas.microsoft.com/office/drawing/2014/main" id="{410CB04B-CDC5-40F7-8715-6B41301F3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3238" y="3762375"/>
              <a:ext cx="28416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357" name="Rectangle 38">
              <a:extLst>
                <a:ext uri="{FF2B5EF4-FFF2-40B4-BE49-F238E27FC236}">
                  <a16:creationId xmlns:a16="http://schemas.microsoft.com/office/drawing/2014/main" id="{4B18AA66-48C1-4C3F-A60E-04D173D26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8750" y="4432300"/>
              <a:ext cx="64611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Clock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grpSp>
          <p:nvGrpSpPr>
            <p:cNvPr id="355358" name="Group 2">
              <a:extLst>
                <a:ext uri="{FF2B5EF4-FFF2-40B4-BE49-F238E27FC236}">
                  <a16:creationId xmlns:a16="http://schemas.microsoft.com/office/drawing/2014/main" id="{83DB62DF-A5FB-4E15-BBB6-40E1B24A39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29288" y="3529025"/>
              <a:ext cx="298450" cy="306405"/>
              <a:chOff x="5729288" y="3529025"/>
              <a:chExt cx="298450" cy="306405"/>
            </a:xfrm>
          </p:grpSpPr>
          <p:sp>
            <p:nvSpPr>
              <p:cNvPr id="355418" name="Rectangle 40">
                <a:extLst>
                  <a:ext uri="{FF2B5EF4-FFF2-40B4-BE49-F238E27FC236}">
                    <a16:creationId xmlns:a16="http://schemas.microsoft.com/office/drawing/2014/main" id="{4F621C27-5F3B-4AE2-A12F-DF1A5C6907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29288" y="3529025"/>
                <a:ext cx="236537" cy="288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y </a:t>
                </a: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5419" name="Rectangle 41">
                <a:extLst>
                  <a:ext uri="{FF2B5EF4-FFF2-40B4-BE49-F238E27FC236}">
                    <a16:creationId xmlns:a16="http://schemas.microsoft.com/office/drawing/2014/main" id="{9B7CA2EC-D6E2-4483-B0FA-0F2F63836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30159" y="3635375"/>
                <a:ext cx="197579" cy="2000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1 </a:t>
                </a: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sp>
          <p:nvSpPr>
            <p:cNvPr id="355359" name="Rectangle 42">
              <a:extLst>
                <a:ext uri="{FF2B5EF4-FFF2-40B4-BE49-F238E27FC236}">
                  <a16:creationId xmlns:a16="http://schemas.microsoft.com/office/drawing/2014/main" id="{C5A7A528-1436-4473-B55C-61622F2A9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9288" y="1282700"/>
              <a:ext cx="236537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360" name="Rectangle 43">
              <a:extLst>
                <a:ext uri="{FF2B5EF4-FFF2-40B4-BE49-F238E27FC236}">
                  <a16:creationId xmlns:a16="http://schemas.microsoft.com/office/drawing/2014/main" id="{C7F6ED9B-D63D-4CFC-99E5-A6C6891B2C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5114" y="1390638"/>
              <a:ext cx="206375" cy="242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361" name="Freeform 45">
              <a:extLst>
                <a:ext uri="{FF2B5EF4-FFF2-40B4-BE49-F238E27FC236}">
                  <a16:creationId xmlns:a16="http://schemas.microsoft.com/office/drawing/2014/main" id="{8BDF9E70-B7B2-4F81-827F-36318AED8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450" y="2278063"/>
              <a:ext cx="2582863" cy="2262187"/>
            </a:xfrm>
            <a:custGeom>
              <a:avLst/>
              <a:gdLst>
                <a:gd name="T0" fmla="*/ 0 w 3253"/>
                <a:gd name="T1" fmla="*/ 2147483646 h 2850"/>
                <a:gd name="T2" fmla="*/ 2147483646 w 3253"/>
                <a:gd name="T3" fmla="*/ 2147483646 h 2850"/>
                <a:gd name="T4" fmla="*/ 2147483646 w 3253"/>
                <a:gd name="T5" fmla="*/ 0 h 2850"/>
                <a:gd name="T6" fmla="*/ 2147483646 w 3253"/>
                <a:gd name="T7" fmla="*/ 0 h 285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253"/>
                <a:gd name="T13" fmla="*/ 0 h 2850"/>
                <a:gd name="T14" fmla="*/ 3253 w 3253"/>
                <a:gd name="T15" fmla="*/ 2850 h 285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253" h="2850">
                  <a:moveTo>
                    <a:pt x="0" y="2850"/>
                  </a:moveTo>
                  <a:lnTo>
                    <a:pt x="2447" y="2850"/>
                  </a:lnTo>
                  <a:lnTo>
                    <a:pt x="2447" y="0"/>
                  </a:lnTo>
                  <a:lnTo>
                    <a:pt x="3253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5362" name="Line 46">
              <a:extLst>
                <a:ext uri="{FF2B5EF4-FFF2-40B4-BE49-F238E27FC236}">
                  <a16:creationId xmlns:a16="http://schemas.microsoft.com/office/drawing/2014/main" id="{A1DDFA4A-3BAE-4C49-B5C2-F6DD5184AA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9550" y="4540250"/>
              <a:ext cx="6397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5363" name="Line 20">
              <a:extLst>
                <a:ext uri="{FF2B5EF4-FFF2-40B4-BE49-F238E27FC236}">
                  <a16:creationId xmlns:a16="http://schemas.microsoft.com/office/drawing/2014/main" id="{6D67A875-76E9-4BC4-A7B1-9BE4B804ED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909468" y="3930718"/>
              <a:ext cx="762020" cy="3107"/>
            </a:xfrm>
            <a:prstGeom prst="line">
              <a:avLst/>
            </a:prstGeom>
            <a:noFill/>
            <a:ln w="19050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5364" name="Line 20">
              <a:extLst>
                <a:ext uri="{FF2B5EF4-FFF2-40B4-BE49-F238E27FC236}">
                  <a16:creationId xmlns:a16="http://schemas.microsoft.com/office/drawing/2014/main" id="{34D72402-F35F-4CC9-8108-A8D2AC0675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470525" y="3886200"/>
              <a:ext cx="4873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5365" name="Line 20">
              <a:extLst>
                <a:ext uri="{FF2B5EF4-FFF2-40B4-BE49-F238E27FC236}">
                  <a16:creationId xmlns:a16="http://schemas.microsoft.com/office/drawing/2014/main" id="{945B5309-EB97-4E3C-A00B-840FE65235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480050" y="4572000"/>
              <a:ext cx="4857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5366" name="Line 20">
              <a:extLst>
                <a:ext uri="{FF2B5EF4-FFF2-40B4-BE49-F238E27FC236}">
                  <a16:creationId xmlns:a16="http://schemas.microsoft.com/office/drawing/2014/main" id="{79D943A5-48A1-4734-A126-8F8B71BC56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480050" y="2278063"/>
              <a:ext cx="4857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5367" name="Line 20">
              <a:extLst>
                <a:ext uri="{FF2B5EF4-FFF2-40B4-BE49-F238E27FC236}">
                  <a16:creationId xmlns:a16="http://schemas.microsoft.com/office/drawing/2014/main" id="{95765E52-2331-448D-9519-2C68864E1C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459413" y="1620838"/>
              <a:ext cx="4857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5368" name="Line 20">
              <a:extLst>
                <a:ext uri="{FF2B5EF4-FFF2-40B4-BE49-F238E27FC236}">
                  <a16:creationId xmlns:a16="http://schemas.microsoft.com/office/drawing/2014/main" id="{D63FC91C-8843-4B5B-831B-18E81DFA0E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16125" y="3922713"/>
              <a:ext cx="485775" cy="1587"/>
            </a:xfrm>
            <a:prstGeom prst="line">
              <a:avLst/>
            </a:prstGeom>
            <a:noFill/>
            <a:ln w="19050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5369" name="AutoShape 57">
              <a:extLst>
                <a:ext uri="{FF2B5EF4-FFF2-40B4-BE49-F238E27FC236}">
                  <a16:creationId xmlns:a16="http://schemas.microsoft.com/office/drawing/2014/main" id="{E6A80EC3-3C61-47E9-85D0-7CACAD3A5A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57064" y="1517763"/>
              <a:ext cx="554038" cy="47148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370" name="AutoShape 57">
              <a:extLst>
                <a:ext uri="{FF2B5EF4-FFF2-40B4-BE49-F238E27FC236}">
                  <a16:creationId xmlns:a16="http://schemas.microsoft.com/office/drawing/2014/main" id="{73937583-F7AF-4A77-9E7B-E31156032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5157" y="2598738"/>
              <a:ext cx="554038" cy="47148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371" name="AutoShape 57">
              <a:extLst>
                <a:ext uri="{FF2B5EF4-FFF2-40B4-BE49-F238E27FC236}">
                  <a16:creationId xmlns:a16="http://schemas.microsoft.com/office/drawing/2014/main" id="{4ED578AF-73E9-4297-89BB-3CED8D4C0B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032" y="3739846"/>
              <a:ext cx="554038" cy="47148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372" name="Freeform 45">
              <a:extLst>
                <a:ext uri="{FF2B5EF4-FFF2-40B4-BE49-F238E27FC236}">
                  <a16:creationId xmlns:a16="http://schemas.microsoft.com/office/drawing/2014/main" id="{A1E82E62-E5D6-4C91-B107-B77F63431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3134" y="1869087"/>
              <a:ext cx="1059217" cy="2017477"/>
            </a:xfrm>
            <a:custGeom>
              <a:avLst/>
              <a:gdLst>
                <a:gd name="T0" fmla="*/ 0 w 10077"/>
                <a:gd name="T1" fmla="*/ 405440128 h 10039"/>
                <a:gd name="T2" fmla="*/ 69274705 w 10077"/>
                <a:gd name="T3" fmla="*/ 404511273 h 10039"/>
                <a:gd name="T4" fmla="*/ 69528866 w 10077"/>
                <a:gd name="T5" fmla="*/ 1575155 h 10039"/>
                <a:gd name="T6" fmla="*/ 111336772 w 10077"/>
                <a:gd name="T7" fmla="*/ 0 h 100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77" h="10039">
                  <a:moveTo>
                    <a:pt x="0" y="10039"/>
                  </a:moveTo>
                  <a:lnTo>
                    <a:pt x="6270" y="10016"/>
                  </a:lnTo>
                  <a:cubicBezTo>
                    <a:pt x="6278" y="6690"/>
                    <a:pt x="6285" y="3365"/>
                    <a:pt x="6293" y="39"/>
                  </a:cubicBezTo>
                  <a:lnTo>
                    <a:pt x="10077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5373" name="Line 20">
              <a:extLst>
                <a:ext uri="{FF2B5EF4-FFF2-40B4-BE49-F238E27FC236}">
                  <a16:creationId xmlns:a16="http://schemas.microsoft.com/office/drawing/2014/main" id="{F6268A66-6311-480C-900E-E422C1ABAC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32859" y="1619489"/>
              <a:ext cx="1041303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55374" name="Group 1">
              <a:extLst>
                <a:ext uri="{FF2B5EF4-FFF2-40B4-BE49-F238E27FC236}">
                  <a16:creationId xmlns:a16="http://schemas.microsoft.com/office/drawing/2014/main" id="{3E354E32-033F-4064-97CD-301EEE242B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04851" y="4228030"/>
              <a:ext cx="337723" cy="328613"/>
              <a:chOff x="5704851" y="4228030"/>
              <a:chExt cx="337723" cy="328613"/>
            </a:xfrm>
          </p:grpSpPr>
          <p:sp>
            <p:nvSpPr>
              <p:cNvPr id="355415" name="Rectangle 40">
                <a:extLst>
                  <a:ext uri="{FF2B5EF4-FFF2-40B4-BE49-F238E27FC236}">
                    <a16:creationId xmlns:a16="http://schemas.microsoft.com/office/drawing/2014/main" id="{82AEEA3A-2381-4E2D-BE5F-EE6E8A5700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44124" y="4228030"/>
                <a:ext cx="236537" cy="288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y </a:t>
                </a: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5416" name="Rectangle 41">
                <a:extLst>
                  <a:ext uri="{FF2B5EF4-FFF2-40B4-BE49-F238E27FC236}">
                    <a16:creationId xmlns:a16="http://schemas.microsoft.com/office/drawing/2014/main" id="{8CC95B76-4682-45BE-89DC-10866E5BFE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36199" y="4313755"/>
                <a:ext cx="206375" cy="2428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1 </a:t>
                </a: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5417" name="Line 20">
                <a:extLst>
                  <a:ext uri="{FF2B5EF4-FFF2-40B4-BE49-F238E27FC236}">
                    <a16:creationId xmlns:a16="http://schemas.microsoft.com/office/drawing/2014/main" id="{4C3DFA0C-52BE-48E8-8755-229E63812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704851" y="4253137"/>
                <a:ext cx="226617" cy="1587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355375" name="Group 69">
              <a:extLst>
                <a:ext uri="{FF2B5EF4-FFF2-40B4-BE49-F238E27FC236}">
                  <a16:creationId xmlns:a16="http://schemas.microsoft.com/office/drawing/2014/main" id="{A96F23C6-A4B3-4284-845E-2963ED6960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54950" y="1969004"/>
              <a:ext cx="275810" cy="313281"/>
              <a:chOff x="5704851" y="4228030"/>
              <a:chExt cx="275810" cy="313281"/>
            </a:xfrm>
          </p:grpSpPr>
          <p:sp>
            <p:nvSpPr>
              <p:cNvPr id="355412" name="Rectangle 40">
                <a:extLst>
                  <a:ext uri="{FF2B5EF4-FFF2-40B4-BE49-F238E27FC236}">
                    <a16:creationId xmlns:a16="http://schemas.microsoft.com/office/drawing/2014/main" id="{F2AD45F2-30F4-4862-A55A-F161D6BDCC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44124" y="4228030"/>
                <a:ext cx="236537" cy="288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y </a:t>
                </a: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5413" name="Rectangle 41">
                <a:extLst>
                  <a:ext uri="{FF2B5EF4-FFF2-40B4-BE49-F238E27FC236}">
                    <a16:creationId xmlns:a16="http://schemas.microsoft.com/office/drawing/2014/main" id="{AC584EE8-3294-41C3-B06A-CFEAD3CE8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49949" y="4341256"/>
                <a:ext cx="125034" cy="2000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-Roman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2 </a:t>
                </a: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5414" name="Line 20">
                <a:extLst>
                  <a:ext uri="{FF2B5EF4-FFF2-40B4-BE49-F238E27FC236}">
                    <a16:creationId xmlns:a16="http://schemas.microsoft.com/office/drawing/2014/main" id="{1424C4EB-6588-4156-B7D1-3C0E8FA477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704851" y="4253137"/>
                <a:ext cx="226617" cy="1587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55376" name="Freeform 45">
              <a:extLst>
                <a:ext uri="{FF2B5EF4-FFF2-40B4-BE49-F238E27FC236}">
                  <a16:creationId xmlns:a16="http://schemas.microsoft.com/office/drawing/2014/main" id="{1D05AF7C-0952-4612-9BB6-078F31F14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9282" y="2973722"/>
              <a:ext cx="1005226" cy="1601507"/>
            </a:xfrm>
            <a:custGeom>
              <a:avLst/>
              <a:gdLst>
                <a:gd name="T0" fmla="*/ 0 w 10000"/>
                <a:gd name="T1" fmla="*/ 256482467 h 10000"/>
                <a:gd name="T2" fmla="*/ 80080525 w 10000"/>
                <a:gd name="T3" fmla="*/ 255892632 h 10000"/>
                <a:gd name="T4" fmla="*/ 80373548 w 10000"/>
                <a:gd name="T5" fmla="*/ 0 h 10000"/>
                <a:gd name="T6" fmla="*/ 101047931 w 10000"/>
                <a:gd name="T7" fmla="*/ 76872 h 100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00" h="10000">
                  <a:moveTo>
                    <a:pt x="0" y="10000"/>
                  </a:moveTo>
                  <a:lnTo>
                    <a:pt x="7925" y="9977"/>
                  </a:lnTo>
                  <a:cubicBezTo>
                    <a:pt x="7935" y="6651"/>
                    <a:pt x="7944" y="3326"/>
                    <a:pt x="7954" y="0"/>
                  </a:cubicBezTo>
                  <a:lnTo>
                    <a:pt x="10000" y="3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5377" name="Freeform 45">
              <a:extLst>
                <a:ext uri="{FF2B5EF4-FFF2-40B4-BE49-F238E27FC236}">
                  <a16:creationId xmlns:a16="http://schemas.microsoft.com/office/drawing/2014/main" id="{54574997-3701-4773-A42A-14851C1B0143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5919597" y="2273037"/>
              <a:ext cx="1044013" cy="1857798"/>
            </a:xfrm>
            <a:custGeom>
              <a:avLst/>
              <a:gdLst>
                <a:gd name="T0" fmla="*/ 0 w 9870"/>
                <a:gd name="T1" fmla="*/ 344623573 h 10000"/>
                <a:gd name="T2" fmla="*/ 22645774 w 9870"/>
                <a:gd name="T3" fmla="*/ 345141341 h 10000"/>
                <a:gd name="T4" fmla="*/ 23171694 w 9870"/>
                <a:gd name="T5" fmla="*/ 0 h 10000"/>
                <a:gd name="T6" fmla="*/ 110431930 w 9870"/>
                <a:gd name="T7" fmla="*/ 1242495 h 100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70" h="10000">
                  <a:moveTo>
                    <a:pt x="0" y="9985"/>
                  </a:moveTo>
                  <a:lnTo>
                    <a:pt x="2024" y="10000"/>
                  </a:lnTo>
                  <a:cubicBezTo>
                    <a:pt x="2040" y="6666"/>
                    <a:pt x="2055" y="3334"/>
                    <a:pt x="2071" y="0"/>
                  </a:cubicBezTo>
                  <a:lnTo>
                    <a:pt x="9870" y="3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5378" name="Line 20">
              <a:extLst>
                <a:ext uri="{FF2B5EF4-FFF2-40B4-BE49-F238E27FC236}">
                  <a16:creationId xmlns:a16="http://schemas.microsoft.com/office/drawing/2014/main" id="{44FE5480-454E-4865-BF8F-04DD2119B7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523572" y="3875183"/>
              <a:ext cx="440037" cy="30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5379" name="Line 20">
              <a:extLst>
                <a:ext uri="{FF2B5EF4-FFF2-40B4-BE49-F238E27FC236}">
                  <a16:creationId xmlns:a16="http://schemas.microsoft.com/office/drawing/2014/main" id="{1A5F2C21-C510-4751-9818-FA64529EE5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21621" y="3957244"/>
              <a:ext cx="487363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5380" name="Line 20">
              <a:extLst>
                <a:ext uri="{FF2B5EF4-FFF2-40B4-BE49-F238E27FC236}">
                  <a16:creationId xmlns:a16="http://schemas.microsoft.com/office/drawing/2014/main" id="{D4FA11CD-032D-4E51-90EA-C8A865FB8D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7514745" y="2831300"/>
              <a:ext cx="753274" cy="410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5381" name="Line 20">
              <a:extLst>
                <a:ext uri="{FF2B5EF4-FFF2-40B4-BE49-F238E27FC236}">
                  <a16:creationId xmlns:a16="http://schemas.microsoft.com/office/drawing/2014/main" id="{2A72740E-3242-4A8A-900F-F6220CA2D8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07871" y="1750309"/>
              <a:ext cx="487363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5382" name="Freeform 45">
              <a:extLst>
                <a:ext uri="{FF2B5EF4-FFF2-40B4-BE49-F238E27FC236}">
                  <a16:creationId xmlns:a16="http://schemas.microsoft.com/office/drawing/2014/main" id="{C6C3AD44-5E43-42A7-9915-5A6D1EEC6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816" y="1619794"/>
              <a:ext cx="2088418" cy="2272267"/>
            </a:xfrm>
            <a:custGeom>
              <a:avLst/>
              <a:gdLst>
                <a:gd name="T0" fmla="*/ 411150893 w 10604"/>
                <a:gd name="T1" fmla="*/ 347339207 h 14865"/>
                <a:gd name="T2" fmla="*/ 411112095 w 10604"/>
                <a:gd name="T3" fmla="*/ 245789585 h 14865"/>
                <a:gd name="T4" fmla="*/ 0 w 10604"/>
                <a:gd name="T5" fmla="*/ 248383164 h 14865"/>
                <a:gd name="T6" fmla="*/ 2210919 w 10604"/>
                <a:gd name="T7" fmla="*/ 0 h 14865"/>
                <a:gd name="T8" fmla="*/ 129473841 w 10604"/>
                <a:gd name="T9" fmla="*/ 0 h 148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04" h="14865">
                  <a:moveTo>
                    <a:pt x="10600" y="14865"/>
                  </a:moveTo>
                  <a:cubicBezTo>
                    <a:pt x="10581" y="13276"/>
                    <a:pt x="10618" y="12108"/>
                    <a:pt x="10599" y="10519"/>
                  </a:cubicBezTo>
                  <a:lnTo>
                    <a:pt x="0" y="10630"/>
                  </a:lnTo>
                  <a:cubicBezTo>
                    <a:pt x="19" y="6982"/>
                    <a:pt x="38" y="3648"/>
                    <a:pt x="57" y="0"/>
                  </a:cubicBezTo>
                  <a:lnTo>
                    <a:pt x="3338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5383" name="AutoShape 57">
              <a:extLst>
                <a:ext uri="{FF2B5EF4-FFF2-40B4-BE49-F238E27FC236}">
                  <a16:creationId xmlns:a16="http://schemas.microsoft.com/office/drawing/2014/main" id="{C949EB03-2602-4FC9-8DCE-D6A276B4AB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6933" y="3591911"/>
              <a:ext cx="554038" cy="47148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384" name="Freeform 45">
              <a:extLst>
                <a:ext uri="{FF2B5EF4-FFF2-40B4-BE49-F238E27FC236}">
                  <a16:creationId xmlns:a16="http://schemas.microsoft.com/office/drawing/2014/main" id="{E1D4A8D6-62E4-443C-AF8B-BC4B62741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674" y="890075"/>
              <a:ext cx="3774351" cy="2802206"/>
            </a:xfrm>
            <a:custGeom>
              <a:avLst/>
              <a:gdLst>
                <a:gd name="T0" fmla="*/ 1340269590 w 10629"/>
                <a:gd name="T1" fmla="*/ 186099888 h 21254"/>
                <a:gd name="T2" fmla="*/ 1337495554 w 10629"/>
                <a:gd name="T3" fmla="*/ 0 h 21254"/>
                <a:gd name="T4" fmla="*/ 1008837 w 10629"/>
                <a:gd name="T5" fmla="*/ 1929533 h 21254"/>
                <a:gd name="T6" fmla="*/ 0 w 10629"/>
                <a:gd name="T7" fmla="*/ 368670979 h 21254"/>
                <a:gd name="T8" fmla="*/ 63426071 w 10629"/>
                <a:gd name="T9" fmla="*/ 369453207 h 212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29" h="21254">
                  <a:moveTo>
                    <a:pt x="10629" y="10706"/>
                  </a:moveTo>
                  <a:cubicBezTo>
                    <a:pt x="10629" y="8829"/>
                    <a:pt x="10607" y="1877"/>
                    <a:pt x="10607" y="0"/>
                  </a:cubicBezTo>
                  <a:lnTo>
                    <a:pt x="8" y="111"/>
                  </a:lnTo>
                  <a:cubicBezTo>
                    <a:pt x="-8" y="7109"/>
                    <a:pt x="16" y="14211"/>
                    <a:pt x="0" y="21209"/>
                  </a:cubicBezTo>
                  <a:lnTo>
                    <a:pt x="503" y="21254"/>
                  </a:lnTo>
                </a:path>
              </a:pathLst>
            </a:custGeom>
            <a:noFill/>
            <a:ln w="19050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5385" name="Freeform 45">
              <a:extLst>
                <a:ext uri="{FF2B5EF4-FFF2-40B4-BE49-F238E27FC236}">
                  <a16:creationId xmlns:a16="http://schemas.microsoft.com/office/drawing/2014/main" id="{DC7D4314-8FA0-45CE-9543-1B5D938198E6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3029587" y="3963863"/>
              <a:ext cx="4671294" cy="1261279"/>
            </a:xfrm>
            <a:custGeom>
              <a:avLst/>
              <a:gdLst>
                <a:gd name="T0" fmla="*/ 2147483646 w 10000"/>
                <a:gd name="T1" fmla="*/ 159082472 h 10000"/>
                <a:gd name="T2" fmla="*/ 2147483646 w 10000"/>
                <a:gd name="T3" fmla="*/ 0 h 10000"/>
                <a:gd name="T4" fmla="*/ 0 w 10000"/>
                <a:gd name="T5" fmla="*/ 588639 h 10000"/>
                <a:gd name="T6" fmla="*/ 1963812 w 10000"/>
                <a:gd name="T7" fmla="*/ 145528641 h 10000"/>
                <a:gd name="T8" fmla="*/ 148819019 w 10000"/>
                <a:gd name="T9" fmla="*/ 145560426 h 100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00" h="10000">
                  <a:moveTo>
                    <a:pt x="9996" y="10000"/>
                  </a:moveTo>
                  <a:cubicBezTo>
                    <a:pt x="9978" y="6343"/>
                    <a:pt x="10013" y="3656"/>
                    <a:pt x="9995" y="0"/>
                  </a:cubicBezTo>
                  <a:lnTo>
                    <a:pt x="0" y="37"/>
                  </a:lnTo>
                  <a:cubicBezTo>
                    <a:pt x="26" y="2021"/>
                    <a:pt x="-17" y="7164"/>
                    <a:pt x="9" y="9148"/>
                  </a:cubicBezTo>
                  <a:lnTo>
                    <a:pt x="682" y="9150"/>
                  </a:lnTo>
                </a:path>
              </a:pathLst>
            </a:custGeom>
            <a:noFill/>
            <a:ln w="19050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5386" name="Freeform 45">
              <a:extLst>
                <a:ext uri="{FF2B5EF4-FFF2-40B4-BE49-F238E27FC236}">
                  <a16:creationId xmlns:a16="http://schemas.microsoft.com/office/drawing/2014/main" id="{956B39AE-2E9A-4B56-AEB7-4EBA426C9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5962" y="3749810"/>
              <a:ext cx="275400" cy="399568"/>
            </a:xfrm>
            <a:custGeom>
              <a:avLst/>
              <a:gdLst>
                <a:gd name="T0" fmla="*/ 7554938 w 10000"/>
                <a:gd name="T1" fmla="*/ 178681 h 9732"/>
                <a:gd name="T2" fmla="*/ 0 w 10000"/>
                <a:gd name="T3" fmla="*/ 0 h 9732"/>
                <a:gd name="T4" fmla="*/ 38694 w 10000"/>
                <a:gd name="T5" fmla="*/ 16383191 h 9732"/>
                <a:gd name="T6" fmla="*/ 7584516 w 10000"/>
                <a:gd name="T7" fmla="*/ 16405116 h 97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00" h="9732">
                  <a:moveTo>
                    <a:pt x="9961" y="106"/>
                  </a:moveTo>
                  <a:lnTo>
                    <a:pt x="0" y="0"/>
                  </a:lnTo>
                  <a:cubicBezTo>
                    <a:pt x="17" y="3240"/>
                    <a:pt x="34" y="6479"/>
                    <a:pt x="51" y="9719"/>
                  </a:cubicBezTo>
                  <a:lnTo>
                    <a:pt x="10000" y="973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5387" name="TextBox 6">
              <a:extLst>
                <a:ext uri="{FF2B5EF4-FFF2-40B4-BE49-F238E27FC236}">
                  <a16:creationId xmlns:a16="http://schemas.microsoft.com/office/drawing/2014/main" id="{2670B61D-DCE0-4EF1-B0A2-F6F25F475B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8361" y="3584308"/>
              <a:ext cx="692641" cy="3696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R2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out</a:t>
              </a:r>
            </a:p>
          </p:txBody>
        </p:sp>
        <p:sp>
          <p:nvSpPr>
            <p:cNvPr id="355388" name="TextBox 6">
              <a:extLst>
                <a:ext uri="{FF2B5EF4-FFF2-40B4-BE49-F238E27FC236}">
                  <a16:creationId xmlns:a16="http://schemas.microsoft.com/office/drawing/2014/main" id="{B19E8F26-6A4E-433D-91D3-051FDF2272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43597" y="3965590"/>
              <a:ext cx="662192" cy="3696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R3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in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endParaRPr kumimoji="0" lang="en-US" altLang="en-US" sz="18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389" name="TextBox 93">
              <a:extLst>
                <a:ext uri="{FF2B5EF4-FFF2-40B4-BE49-F238E27FC236}">
                  <a16:creationId xmlns:a16="http://schemas.microsoft.com/office/drawing/2014/main" id="{1BA53E66-9556-4BC9-93A5-AE46D0F715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08729" y="1345979"/>
              <a:ext cx="692641" cy="3688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R1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out</a:t>
              </a:r>
            </a:p>
          </p:txBody>
        </p:sp>
        <p:sp>
          <p:nvSpPr>
            <p:cNvPr id="355390" name="TextBox 6">
              <a:extLst>
                <a:ext uri="{FF2B5EF4-FFF2-40B4-BE49-F238E27FC236}">
                  <a16:creationId xmlns:a16="http://schemas.microsoft.com/office/drawing/2014/main" id="{BA828AB0-026C-4AFE-95EA-3FC824C03B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3965" y="1726455"/>
              <a:ext cx="662192" cy="3688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R2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in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endParaRPr kumimoji="0" lang="en-US" altLang="en-US" sz="18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391" name="Freeform 45">
              <a:extLst>
                <a:ext uri="{FF2B5EF4-FFF2-40B4-BE49-F238E27FC236}">
                  <a16:creationId xmlns:a16="http://schemas.microsoft.com/office/drawing/2014/main" id="{DD455274-C746-4CB2-A96F-8DEABEF26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2366" y="1543212"/>
              <a:ext cx="275400" cy="399568"/>
            </a:xfrm>
            <a:custGeom>
              <a:avLst/>
              <a:gdLst>
                <a:gd name="T0" fmla="*/ 7554938 w 10000"/>
                <a:gd name="T1" fmla="*/ 178681 h 9732"/>
                <a:gd name="T2" fmla="*/ 0 w 10000"/>
                <a:gd name="T3" fmla="*/ 0 h 9732"/>
                <a:gd name="T4" fmla="*/ 38694 w 10000"/>
                <a:gd name="T5" fmla="*/ 16383191 h 9732"/>
                <a:gd name="T6" fmla="*/ 7584516 w 10000"/>
                <a:gd name="T7" fmla="*/ 16405116 h 97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00" h="9732">
                  <a:moveTo>
                    <a:pt x="9961" y="106"/>
                  </a:moveTo>
                  <a:lnTo>
                    <a:pt x="0" y="0"/>
                  </a:lnTo>
                  <a:cubicBezTo>
                    <a:pt x="17" y="3240"/>
                    <a:pt x="34" y="6479"/>
                    <a:pt x="51" y="9719"/>
                  </a:cubicBezTo>
                  <a:lnTo>
                    <a:pt x="10000" y="973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5392" name="TextBox 101">
              <a:extLst>
                <a:ext uri="{FF2B5EF4-FFF2-40B4-BE49-F238E27FC236}">
                  <a16:creationId xmlns:a16="http://schemas.microsoft.com/office/drawing/2014/main" id="{1E940AEC-98BA-4B70-BE52-F499ADBF8D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01060" y="2650041"/>
              <a:ext cx="692884" cy="3687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R3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out</a:t>
              </a:r>
            </a:p>
          </p:txBody>
        </p:sp>
        <p:sp>
          <p:nvSpPr>
            <p:cNvPr id="355393" name="TextBox 6">
              <a:extLst>
                <a:ext uri="{FF2B5EF4-FFF2-40B4-BE49-F238E27FC236}">
                  <a16:creationId xmlns:a16="http://schemas.microsoft.com/office/drawing/2014/main" id="{71228BDB-6085-4BDF-9928-B6D920A028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16302" y="2387008"/>
              <a:ext cx="662424" cy="3687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R1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in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endParaRPr kumimoji="0" lang="en-US" altLang="en-US" sz="18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394" name="TextBox 107">
              <a:extLst>
                <a:ext uri="{FF2B5EF4-FFF2-40B4-BE49-F238E27FC236}">
                  <a16:creationId xmlns:a16="http://schemas.microsoft.com/office/drawing/2014/main" id="{EC86F69C-81BC-4A0F-BBD2-5F49436D58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96706" y="2932639"/>
              <a:ext cx="736169" cy="3687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Done</a:t>
              </a:r>
              <a:endParaRPr kumimoji="0" lang="en-US" altLang="en-US" sz="18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395" name="Freeform 45">
              <a:extLst>
                <a:ext uri="{FF2B5EF4-FFF2-40B4-BE49-F238E27FC236}">
                  <a16:creationId xmlns:a16="http://schemas.microsoft.com/office/drawing/2014/main" id="{04837F9C-A520-48D6-A021-68748C9DD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1085" y="2549349"/>
              <a:ext cx="275400" cy="555810"/>
            </a:xfrm>
            <a:custGeom>
              <a:avLst/>
              <a:gdLst>
                <a:gd name="T0" fmla="*/ 7554938 w 10000"/>
                <a:gd name="T1" fmla="*/ 345754 h 9732"/>
                <a:gd name="T2" fmla="*/ 0 w 10000"/>
                <a:gd name="T3" fmla="*/ 0 h 9732"/>
                <a:gd name="T4" fmla="*/ 38694 w 10000"/>
                <a:gd name="T5" fmla="*/ 31700816 h 9732"/>
                <a:gd name="T6" fmla="*/ 7584516 w 10000"/>
                <a:gd name="T7" fmla="*/ 31743193 h 97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00" h="9732">
                  <a:moveTo>
                    <a:pt x="9961" y="106"/>
                  </a:moveTo>
                  <a:lnTo>
                    <a:pt x="0" y="0"/>
                  </a:lnTo>
                  <a:cubicBezTo>
                    <a:pt x="17" y="3240"/>
                    <a:pt x="34" y="6479"/>
                    <a:pt x="51" y="9719"/>
                  </a:cubicBezTo>
                  <a:lnTo>
                    <a:pt x="10000" y="973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5396" name="Rectangle 75">
              <a:extLst>
                <a:ext uri="{FF2B5EF4-FFF2-40B4-BE49-F238E27FC236}">
                  <a16:creationId xmlns:a16="http://schemas.microsoft.com/office/drawing/2014/main" id="{70572AC9-DD8A-47E4-9FA8-4CA8DB5508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149" y="3676185"/>
              <a:ext cx="358698" cy="5365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397" name="Freeform 86">
              <a:extLst>
                <a:ext uri="{FF2B5EF4-FFF2-40B4-BE49-F238E27FC236}">
                  <a16:creationId xmlns:a16="http://schemas.microsoft.com/office/drawing/2014/main" id="{B1F7A10C-FEED-4E95-A11E-2A7E77D8A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464" y="3686789"/>
              <a:ext cx="630237" cy="249237"/>
            </a:xfrm>
            <a:custGeom>
              <a:avLst/>
              <a:gdLst>
                <a:gd name="T0" fmla="*/ 2147483646 w 794"/>
                <a:gd name="T1" fmla="*/ 0 h 315"/>
                <a:gd name="T2" fmla="*/ 2147483646 w 794"/>
                <a:gd name="T3" fmla="*/ 0 h 315"/>
                <a:gd name="T4" fmla="*/ 2147483646 w 794"/>
                <a:gd name="T5" fmla="*/ 0 h 315"/>
                <a:gd name="T6" fmla="*/ 2147483646 w 794"/>
                <a:gd name="T7" fmla="*/ 0 h 315"/>
                <a:gd name="T8" fmla="*/ 2147483646 w 794"/>
                <a:gd name="T9" fmla="*/ 0 h 315"/>
                <a:gd name="T10" fmla="*/ 2147483646 w 794"/>
                <a:gd name="T11" fmla="*/ 0 h 315"/>
                <a:gd name="T12" fmla="*/ 2147483646 w 794"/>
                <a:gd name="T13" fmla="*/ 2147483646 h 315"/>
                <a:gd name="T14" fmla="*/ 2147483646 w 794"/>
                <a:gd name="T15" fmla="*/ 2147483646 h 315"/>
                <a:gd name="T16" fmla="*/ 2147483646 w 794"/>
                <a:gd name="T17" fmla="*/ 2147483646 h 315"/>
                <a:gd name="T18" fmla="*/ 2147483646 w 794"/>
                <a:gd name="T19" fmla="*/ 2147483646 h 315"/>
                <a:gd name="T20" fmla="*/ 2147483646 w 794"/>
                <a:gd name="T21" fmla="*/ 2147483646 h 315"/>
                <a:gd name="T22" fmla="*/ 2147483646 w 794"/>
                <a:gd name="T23" fmla="*/ 2147483646 h 315"/>
                <a:gd name="T24" fmla="*/ 2147483646 w 794"/>
                <a:gd name="T25" fmla="*/ 2147483646 h 315"/>
                <a:gd name="T26" fmla="*/ 2147483646 w 794"/>
                <a:gd name="T27" fmla="*/ 2147483646 h 315"/>
                <a:gd name="T28" fmla="*/ 2147483646 w 794"/>
                <a:gd name="T29" fmla="*/ 2147483646 h 315"/>
                <a:gd name="T30" fmla="*/ 2147483646 w 794"/>
                <a:gd name="T31" fmla="*/ 2147483646 h 315"/>
                <a:gd name="T32" fmla="*/ 2147483646 w 794"/>
                <a:gd name="T33" fmla="*/ 2147483646 h 315"/>
                <a:gd name="T34" fmla="*/ 2147483646 w 794"/>
                <a:gd name="T35" fmla="*/ 2147483646 h 315"/>
                <a:gd name="T36" fmla="*/ 2147483646 w 794"/>
                <a:gd name="T37" fmla="*/ 2147483646 h 315"/>
                <a:gd name="T38" fmla="*/ 2147483646 w 794"/>
                <a:gd name="T39" fmla="*/ 2147483646 h 315"/>
                <a:gd name="T40" fmla="*/ 2147483646 w 794"/>
                <a:gd name="T41" fmla="*/ 2147483646 h 315"/>
                <a:gd name="T42" fmla="*/ 2147483646 w 794"/>
                <a:gd name="T43" fmla="*/ 2147483646 h 315"/>
                <a:gd name="T44" fmla="*/ 2147483646 w 794"/>
                <a:gd name="T45" fmla="*/ 2147483646 h 315"/>
                <a:gd name="T46" fmla="*/ 2147483646 w 794"/>
                <a:gd name="T47" fmla="*/ 2147483646 h 315"/>
                <a:gd name="T48" fmla="*/ 2147483646 w 794"/>
                <a:gd name="T49" fmla="*/ 2147483646 h 315"/>
                <a:gd name="T50" fmla="*/ 2147483646 w 794"/>
                <a:gd name="T51" fmla="*/ 2147483646 h 315"/>
                <a:gd name="T52" fmla="*/ 2147483646 w 794"/>
                <a:gd name="T53" fmla="*/ 2147483646 h 315"/>
                <a:gd name="T54" fmla="*/ 2147483646 w 794"/>
                <a:gd name="T55" fmla="*/ 2147483646 h 315"/>
                <a:gd name="T56" fmla="*/ 2147483646 w 794"/>
                <a:gd name="T57" fmla="*/ 2147483646 h 315"/>
                <a:gd name="T58" fmla="*/ 2147483646 w 794"/>
                <a:gd name="T59" fmla="*/ 2147483646 h 315"/>
                <a:gd name="T60" fmla="*/ 2147483646 w 794"/>
                <a:gd name="T61" fmla="*/ 2147483646 h 315"/>
                <a:gd name="T62" fmla="*/ 2147483646 w 794"/>
                <a:gd name="T63" fmla="*/ 2147483646 h 315"/>
                <a:gd name="T64" fmla="*/ 2147483646 w 794"/>
                <a:gd name="T65" fmla="*/ 2147483646 h 315"/>
                <a:gd name="T66" fmla="*/ 2147483646 w 794"/>
                <a:gd name="T67" fmla="*/ 2147483646 h 315"/>
                <a:gd name="T68" fmla="*/ 2147483646 w 794"/>
                <a:gd name="T69" fmla="*/ 2147483646 h 315"/>
                <a:gd name="T70" fmla="*/ 2147483646 w 794"/>
                <a:gd name="T71" fmla="*/ 2147483646 h 315"/>
                <a:gd name="T72" fmla="*/ 2147483646 w 794"/>
                <a:gd name="T73" fmla="*/ 2147483646 h 315"/>
                <a:gd name="T74" fmla="*/ 2147483646 w 794"/>
                <a:gd name="T75" fmla="*/ 2147483646 h 315"/>
                <a:gd name="T76" fmla="*/ 2147483646 w 794"/>
                <a:gd name="T77" fmla="*/ 2147483646 h 315"/>
                <a:gd name="T78" fmla="*/ 2147483646 w 794"/>
                <a:gd name="T79" fmla="*/ 2147483646 h 315"/>
                <a:gd name="T80" fmla="*/ 2147483646 w 794"/>
                <a:gd name="T81" fmla="*/ 2147483646 h 315"/>
                <a:gd name="T82" fmla="*/ 2147483646 w 794"/>
                <a:gd name="T83" fmla="*/ 2147483646 h 315"/>
                <a:gd name="T84" fmla="*/ 2147483646 w 794"/>
                <a:gd name="T85" fmla="*/ 2147483646 h 315"/>
                <a:gd name="T86" fmla="*/ 2147483646 w 794"/>
                <a:gd name="T87" fmla="*/ 2147483646 h 315"/>
                <a:gd name="T88" fmla="*/ 2147483646 w 794"/>
                <a:gd name="T89" fmla="*/ 2147483646 h 315"/>
                <a:gd name="T90" fmla="*/ 2147483646 w 794"/>
                <a:gd name="T91" fmla="*/ 2147483646 h 315"/>
                <a:gd name="T92" fmla="*/ 2147483646 w 794"/>
                <a:gd name="T93" fmla="*/ 2147483646 h 315"/>
                <a:gd name="T94" fmla="*/ 2147483646 w 794"/>
                <a:gd name="T95" fmla="*/ 2147483646 h 315"/>
                <a:gd name="T96" fmla="*/ 2147483646 w 794"/>
                <a:gd name="T97" fmla="*/ 2147483646 h 315"/>
                <a:gd name="T98" fmla="*/ 2147483646 w 794"/>
                <a:gd name="T99" fmla="*/ 2147483646 h 315"/>
                <a:gd name="T100" fmla="*/ 2147483646 w 794"/>
                <a:gd name="T101" fmla="*/ 2147483646 h 315"/>
                <a:gd name="T102" fmla="*/ 2147483646 w 794"/>
                <a:gd name="T103" fmla="*/ 2147483646 h 315"/>
                <a:gd name="T104" fmla="*/ 2147483646 w 794"/>
                <a:gd name="T105" fmla="*/ 2147483646 h 315"/>
                <a:gd name="T106" fmla="*/ 2147483646 w 794"/>
                <a:gd name="T107" fmla="*/ 2147483646 h 315"/>
                <a:gd name="T108" fmla="*/ 2147483646 w 794"/>
                <a:gd name="T109" fmla="*/ 2147483646 h 315"/>
                <a:gd name="T110" fmla="*/ 2147483646 w 794"/>
                <a:gd name="T111" fmla="*/ 2147483646 h 315"/>
                <a:gd name="T112" fmla="*/ 2147483646 w 794"/>
                <a:gd name="T113" fmla="*/ 2147483646 h 315"/>
                <a:gd name="T114" fmla="*/ 2147483646 w 794"/>
                <a:gd name="T115" fmla="*/ 2147483646 h 315"/>
                <a:gd name="T116" fmla="*/ 2147483646 w 794"/>
                <a:gd name="T117" fmla="*/ 2147483646 h 315"/>
                <a:gd name="T118" fmla="*/ 2147483646 w 794"/>
                <a:gd name="T119" fmla="*/ 2147483646 h 315"/>
                <a:gd name="T120" fmla="*/ 2147483646 w 794"/>
                <a:gd name="T121" fmla="*/ 2147483646 h 31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94" h="315">
                  <a:moveTo>
                    <a:pt x="0" y="0"/>
                  </a:moveTo>
                  <a:lnTo>
                    <a:pt x="31" y="0"/>
                  </a:lnTo>
                  <a:lnTo>
                    <a:pt x="60" y="0"/>
                  </a:lnTo>
                  <a:lnTo>
                    <a:pt x="86" y="0"/>
                  </a:lnTo>
                  <a:lnTo>
                    <a:pt x="110" y="0"/>
                  </a:lnTo>
                  <a:lnTo>
                    <a:pt x="134" y="0"/>
                  </a:lnTo>
                  <a:lnTo>
                    <a:pt x="155" y="0"/>
                  </a:lnTo>
                  <a:lnTo>
                    <a:pt x="175" y="0"/>
                  </a:lnTo>
                  <a:lnTo>
                    <a:pt x="194" y="0"/>
                  </a:lnTo>
                  <a:lnTo>
                    <a:pt x="211" y="0"/>
                  </a:lnTo>
                  <a:lnTo>
                    <a:pt x="227" y="0"/>
                  </a:lnTo>
                  <a:lnTo>
                    <a:pt x="240" y="0"/>
                  </a:lnTo>
                  <a:lnTo>
                    <a:pt x="254" y="0"/>
                  </a:lnTo>
                  <a:lnTo>
                    <a:pt x="265" y="0"/>
                  </a:lnTo>
                  <a:lnTo>
                    <a:pt x="276" y="0"/>
                  </a:lnTo>
                  <a:lnTo>
                    <a:pt x="287" y="0"/>
                  </a:lnTo>
                  <a:lnTo>
                    <a:pt x="296" y="0"/>
                  </a:lnTo>
                  <a:lnTo>
                    <a:pt x="303" y="0"/>
                  </a:lnTo>
                  <a:lnTo>
                    <a:pt x="311" y="0"/>
                  </a:lnTo>
                  <a:lnTo>
                    <a:pt x="317" y="0"/>
                  </a:lnTo>
                  <a:lnTo>
                    <a:pt x="323" y="0"/>
                  </a:lnTo>
                  <a:lnTo>
                    <a:pt x="328" y="0"/>
                  </a:lnTo>
                  <a:lnTo>
                    <a:pt x="332" y="0"/>
                  </a:lnTo>
                  <a:lnTo>
                    <a:pt x="336" y="1"/>
                  </a:lnTo>
                  <a:lnTo>
                    <a:pt x="338" y="1"/>
                  </a:lnTo>
                  <a:lnTo>
                    <a:pt x="342" y="1"/>
                  </a:lnTo>
                  <a:lnTo>
                    <a:pt x="345" y="1"/>
                  </a:lnTo>
                  <a:lnTo>
                    <a:pt x="348" y="1"/>
                  </a:lnTo>
                  <a:lnTo>
                    <a:pt x="349" y="1"/>
                  </a:lnTo>
                  <a:lnTo>
                    <a:pt x="352" y="1"/>
                  </a:lnTo>
                  <a:lnTo>
                    <a:pt x="353" y="1"/>
                  </a:lnTo>
                  <a:lnTo>
                    <a:pt x="356" y="1"/>
                  </a:lnTo>
                  <a:lnTo>
                    <a:pt x="358" y="1"/>
                  </a:lnTo>
                  <a:lnTo>
                    <a:pt x="360" y="1"/>
                  </a:lnTo>
                  <a:lnTo>
                    <a:pt x="362" y="3"/>
                  </a:lnTo>
                  <a:lnTo>
                    <a:pt x="364" y="3"/>
                  </a:lnTo>
                  <a:lnTo>
                    <a:pt x="366" y="3"/>
                  </a:lnTo>
                  <a:lnTo>
                    <a:pt x="368" y="3"/>
                  </a:lnTo>
                  <a:lnTo>
                    <a:pt x="369" y="3"/>
                  </a:lnTo>
                  <a:lnTo>
                    <a:pt x="370" y="3"/>
                  </a:lnTo>
                  <a:lnTo>
                    <a:pt x="372" y="3"/>
                  </a:lnTo>
                  <a:lnTo>
                    <a:pt x="374" y="3"/>
                  </a:lnTo>
                  <a:lnTo>
                    <a:pt x="376" y="3"/>
                  </a:lnTo>
                  <a:lnTo>
                    <a:pt x="377" y="3"/>
                  </a:lnTo>
                  <a:lnTo>
                    <a:pt x="378" y="3"/>
                  </a:lnTo>
                  <a:lnTo>
                    <a:pt x="380" y="4"/>
                  </a:lnTo>
                  <a:lnTo>
                    <a:pt x="381" y="4"/>
                  </a:lnTo>
                  <a:lnTo>
                    <a:pt x="382" y="4"/>
                  </a:lnTo>
                  <a:lnTo>
                    <a:pt x="384" y="4"/>
                  </a:lnTo>
                  <a:lnTo>
                    <a:pt x="385" y="4"/>
                  </a:lnTo>
                  <a:lnTo>
                    <a:pt x="386" y="4"/>
                  </a:lnTo>
                  <a:lnTo>
                    <a:pt x="388" y="4"/>
                  </a:lnTo>
                  <a:lnTo>
                    <a:pt x="389" y="4"/>
                  </a:lnTo>
                  <a:lnTo>
                    <a:pt x="390" y="4"/>
                  </a:lnTo>
                  <a:lnTo>
                    <a:pt x="392" y="5"/>
                  </a:lnTo>
                  <a:lnTo>
                    <a:pt x="393" y="5"/>
                  </a:lnTo>
                  <a:lnTo>
                    <a:pt x="394" y="5"/>
                  </a:lnTo>
                  <a:lnTo>
                    <a:pt x="396" y="5"/>
                  </a:lnTo>
                  <a:lnTo>
                    <a:pt x="398" y="5"/>
                  </a:lnTo>
                  <a:lnTo>
                    <a:pt x="400" y="5"/>
                  </a:lnTo>
                  <a:lnTo>
                    <a:pt x="401" y="7"/>
                  </a:lnTo>
                  <a:lnTo>
                    <a:pt x="403" y="7"/>
                  </a:lnTo>
                  <a:lnTo>
                    <a:pt x="405" y="7"/>
                  </a:lnTo>
                  <a:lnTo>
                    <a:pt x="407" y="7"/>
                  </a:lnTo>
                  <a:lnTo>
                    <a:pt x="409" y="8"/>
                  </a:lnTo>
                  <a:lnTo>
                    <a:pt x="411" y="8"/>
                  </a:lnTo>
                  <a:lnTo>
                    <a:pt x="413" y="8"/>
                  </a:lnTo>
                  <a:lnTo>
                    <a:pt x="414" y="8"/>
                  </a:lnTo>
                  <a:lnTo>
                    <a:pt x="417" y="8"/>
                  </a:lnTo>
                  <a:lnTo>
                    <a:pt x="418" y="8"/>
                  </a:lnTo>
                  <a:lnTo>
                    <a:pt x="419" y="9"/>
                  </a:lnTo>
                  <a:lnTo>
                    <a:pt x="421" y="9"/>
                  </a:lnTo>
                  <a:lnTo>
                    <a:pt x="422" y="9"/>
                  </a:lnTo>
                  <a:lnTo>
                    <a:pt x="423" y="9"/>
                  </a:lnTo>
                  <a:lnTo>
                    <a:pt x="425" y="9"/>
                  </a:lnTo>
                  <a:lnTo>
                    <a:pt x="426" y="9"/>
                  </a:lnTo>
                  <a:lnTo>
                    <a:pt x="426" y="11"/>
                  </a:lnTo>
                  <a:lnTo>
                    <a:pt x="427" y="11"/>
                  </a:lnTo>
                  <a:lnTo>
                    <a:pt x="429" y="11"/>
                  </a:lnTo>
                  <a:lnTo>
                    <a:pt x="430" y="11"/>
                  </a:lnTo>
                  <a:lnTo>
                    <a:pt x="431" y="11"/>
                  </a:lnTo>
                  <a:lnTo>
                    <a:pt x="433" y="12"/>
                  </a:lnTo>
                  <a:lnTo>
                    <a:pt x="434" y="12"/>
                  </a:lnTo>
                  <a:lnTo>
                    <a:pt x="435" y="12"/>
                  </a:lnTo>
                  <a:lnTo>
                    <a:pt x="437" y="13"/>
                  </a:lnTo>
                  <a:lnTo>
                    <a:pt x="438" y="13"/>
                  </a:lnTo>
                  <a:lnTo>
                    <a:pt x="439" y="13"/>
                  </a:lnTo>
                  <a:lnTo>
                    <a:pt x="441" y="15"/>
                  </a:lnTo>
                  <a:lnTo>
                    <a:pt x="443" y="15"/>
                  </a:lnTo>
                  <a:lnTo>
                    <a:pt x="445" y="15"/>
                  </a:lnTo>
                  <a:lnTo>
                    <a:pt x="446" y="16"/>
                  </a:lnTo>
                  <a:lnTo>
                    <a:pt x="449" y="16"/>
                  </a:lnTo>
                  <a:lnTo>
                    <a:pt x="450" y="17"/>
                  </a:lnTo>
                  <a:lnTo>
                    <a:pt x="453" y="17"/>
                  </a:lnTo>
                  <a:lnTo>
                    <a:pt x="455" y="19"/>
                  </a:lnTo>
                  <a:lnTo>
                    <a:pt x="458" y="19"/>
                  </a:lnTo>
                  <a:lnTo>
                    <a:pt x="459" y="20"/>
                  </a:lnTo>
                  <a:lnTo>
                    <a:pt x="462" y="20"/>
                  </a:lnTo>
                  <a:lnTo>
                    <a:pt x="465" y="21"/>
                  </a:lnTo>
                  <a:lnTo>
                    <a:pt x="466" y="21"/>
                  </a:lnTo>
                  <a:lnTo>
                    <a:pt x="467" y="23"/>
                  </a:lnTo>
                  <a:lnTo>
                    <a:pt x="470" y="23"/>
                  </a:lnTo>
                  <a:lnTo>
                    <a:pt x="471" y="24"/>
                  </a:lnTo>
                  <a:lnTo>
                    <a:pt x="473" y="24"/>
                  </a:lnTo>
                  <a:lnTo>
                    <a:pt x="474" y="24"/>
                  </a:lnTo>
                  <a:lnTo>
                    <a:pt x="475" y="25"/>
                  </a:lnTo>
                  <a:lnTo>
                    <a:pt x="476" y="25"/>
                  </a:lnTo>
                  <a:lnTo>
                    <a:pt x="478" y="25"/>
                  </a:lnTo>
                  <a:lnTo>
                    <a:pt x="479" y="27"/>
                  </a:lnTo>
                  <a:lnTo>
                    <a:pt x="480" y="27"/>
                  </a:lnTo>
                  <a:lnTo>
                    <a:pt x="482" y="27"/>
                  </a:lnTo>
                  <a:lnTo>
                    <a:pt x="482" y="28"/>
                  </a:lnTo>
                  <a:lnTo>
                    <a:pt x="483" y="28"/>
                  </a:lnTo>
                  <a:lnTo>
                    <a:pt x="484" y="29"/>
                  </a:lnTo>
                  <a:lnTo>
                    <a:pt x="486" y="29"/>
                  </a:lnTo>
                  <a:lnTo>
                    <a:pt x="487" y="29"/>
                  </a:lnTo>
                  <a:lnTo>
                    <a:pt x="488" y="31"/>
                  </a:lnTo>
                  <a:lnTo>
                    <a:pt x="490" y="31"/>
                  </a:lnTo>
                  <a:lnTo>
                    <a:pt x="491" y="32"/>
                  </a:lnTo>
                  <a:lnTo>
                    <a:pt x="492" y="32"/>
                  </a:lnTo>
                  <a:lnTo>
                    <a:pt x="494" y="33"/>
                  </a:lnTo>
                  <a:lnTo>
                    <a:pt x="495" y="33"/>
                  </a:lnTo>
                  <a:lnTo>
                    <a:pt x="498" y="35"/>
                  </a:lnTo>
                  <a:lnTo>
                    <a:pt x="499" y="36"/>
                  </a:lnTo>
                  <a:lnTo>
                    <a:pt x="500" y="36"/>
                  </a:lnTo>
                  <a:lnTo>
                    <a:pt x="503" y="37"/>
                  </a:lnTo>
                  <a:lnTo>
                    <a:pt x="504" y="39"/>
                  </a:lnTo>
                  <a:lnTo>
                    <a:pt x="507" y="40"/>
                  </a:lnTo>
                  <a:lnTo>
                    <a:pt x="508" y="40"/>
                  </a:lnTo>
                  <a:lnTo>
                    <a:pt x="511" y="41"/>
                  </a:lnTo>
                  <a:lnTo>
                    <a:pt x="512" y="43"/>
                  </a:lnTo>
                  <a:lnTo>
                    <a:pt x="514" y="43"/>
                  </a:lnTo>
                  <a:lnTo>
                    <a:pt x="516" y="44"/>
                  </a:lnTo>
                  <a:lnTo>
                    <a:pt x="518" y="44"/>
                  </a:lnTo>
                  <a:lnTo>
                    <a:pt x="519" y="45"/>
                  </a:lnTo>
                  <a:lnTo>
                    <a:pt x="520" y="45"/>
                  </a:lnTo>
                  <a:lnTo>
                    <a:pt x="522" y="47"/>
                  </a:lnTo>
                  <a:lnTo>
                    <a:pt x="523" y="47"/>
                  </a:lnTo>
                  <a:lnTo>
                    <a:pt x="523" y="48"/>
                  </a:lnTo>
                  <a:lnTo>
                    <a:pt x="524" y="48"/>
                  </a:lnTo>
                  <a:lnTo>
                    <a:pt x="526" y="49"/>
                  </a:lnTo>
                  <a:lnTo>
                    <a:pt x="527" y="49"/>
                  </a:lnTo>
                  <a:lnTo>
                    <a:pt x="528" y="51"/>
                  </a:lnTo>
                  <a:lnTo>
                    <a:pt x="530" y="51"/>
                  </a:lnTo>
                  <a:lnTo>
                    <a:pt x="531" y="52"/>
                  </a:lnTo>
                  <a:lnTo>
                    <a:pt x="532" y="52"/>
                  </a:lnTo>
                  <a:lnTo>
                    <a:pt x="534" y="53"/>
                  </a:lnTo>
                  <a:lnTo>
                    <a:pt x="535" y="55"/>
                  </a:lnTo>
                  <a:lnTo>
                    <a:pt x="536" y="55"/>
                  </a:lnTo>
                  <a:lnTo>
                    <a:pt x="538" y="56"/>
                  </a:lnTo>
                  <a:lnTo>
                    <a:pt x="539" y="56"/>
                  </a:lnTo>
                  <a:lnTo>
                    <a:pt x="540" y="57"/>
                  </a:lnTo>
                  <a:lnTo>
                    <a:pt x="542" y="57"/>
                  </a:lnTo>
                  <a:lnTo>
                    <a:pt x="543" y="58"/>
                  </a:lnTo>
                  <a:lnTo>
                    <a:pt x="546" y="60"/>
                  </a:lnTo>
                  <a:lnTo>
                    <a:pt x="547" y="60"/>
                  </a:lnTo>
                  <a:lnTo>
                    <a:pt x="548" y="61"/>
                  </a:lnTo>
                  <a:lnTo>
                    <a:pt x="551" y="62"/>
                  </a:lnTo>
                  <a:lnTo>
                    <a:pt x="552" y="64"/>
                  </a:lnTo>
                  <a:lnTo>
                    <a:pt x="553" y="65"/>
                  </a:lnTo>
                  <a:lnTo>
                    <a:pt x="556" y="65"/>
                  </a:lnTo>
                  <a:lnTo>
                    <a:pt x="557" y="66"/>
                  </a:lnTo>
                  <a:lnTo>
                    <a:pt x="559" y="66"/>
                  </a:lnTo>
                  <a:lnTo>
                    <a:pt x="560" y="68"/>
                  </a:lnTo>
                  <a:lnTo>
                    <a:pt x="561" y="69"/>
                  </a:lnTo>
                  <a:lnTo>
                    <a:pt x="563" y="69"/>
                  </a:lnTo>
                  <a:lnTo>
                    <a:pt x="564" y="70"/>
                  </a:lnTo>
                  <a:lnTo>
                    <a:pt x="565" y="70"/>
                  </a:lnTo>
                  <a:lnTo>
                    <a:pt x="567" y="72"/>
                  </a:lnTo>
                  <a:lnTo>
                    <a:pt x="568" y="73"/>
                  </a:lnTo>
                  <a:lnTo>
                    <a:pt x="569" y="73"/>
                  </a:lnTo>
                  <a:lnTo>
                    <a:pt x="571" y="74"/>
                  </a:lnTo>
                  <a:lnTo>
                    <a:pt x="572" y="74"/>
                  </a:lnTo>
                  <a:lnTo>
                    <a:pt x="572" y="76"/>
                  </a:lnTo>
                  <a:lnTo>
                    <a:pt x="573" y="76"/>
                  </a:lnTo>
                  <a:lnTo>
                    <a:pt x="575" y="76"/>
                  </a:lnTo>
                  <a:lnTo>
                    <a:pt x="575" y="77"/>
                  </a:lnTo>
                  <a:lnTo>
                    <a:pt x="576" y="77"/>
                  </a:lnTo>
                  <a:lnTo>
                    <a:pt x="577" y="78"/>
                  </a:lnTo>
                  <a:lnTo>
                    <a:pt x="579" y="78"/>
                  </a:lnTo>
                  <a:lnTo>
                    <a:pt x="580" y="80"/>
                  </a:lnTo>
                  <a:lnTo>
                    <a:pt x="581" y="80"/>
                  </a:lnTo>
                  <a:lnTo>
                    <a:pt x="581" y="81"/>
                  </a:lnTo>
                  <a:lnTo>
                    <a:pt x="583" y="82"/>
                  </a:lnTo>
                  <a:lnTo>
                    <a:pt x="585" y="82"/>
                  </a:lnTo>
                  <a:lnTo>
                    <a:pt x="587" y="84"/>
                  </a:lnTo>
                  <a:lnTo>
                    <a:pt x="588" y="85"/>
                  </a:lnTo>
                  <a:lnTo>
                    <a:pt x="589" y="86"/>
                  </a:lnTo>
                  <a:lnTo>
                    <a:pt x="591" y="86"/>
                  </a:lnTo>
                  <a:lnTo>
                    <a:pt x="592" y="88"/>
                  </a:lnTo>
                  <a:lnTo>
                    <a:pt x="593" y="88"/>
                  </a:lnTo>
                  <a:lnTo>
                    <a:pt x="593" y="89"/>
                  </a:lnTo>
                  <a:lnTo>
                    <a:pt x="595" y="89"/>
                  </a:lnTo>
                  <a:lnTo>
                    <a:pt x="596" y="90"/>
                  </a:lnTo>
                  <a:lnTo>
                    <a:pt x="597" y="90"/>
                  </a:lnTo>
                  <a:lnTo>
                    <a:pt x="597" y="92"/>
                  </a:lnTo>
                  <a:lnTo>
                    <a:pt x="599" y="92"/>
                  </a:lnTo>
                  <a:lnTo>
                    <a:pt x="600" y="93"/>
                  </a:lnTo>
                  <a:lnTo>
                    <a:pt x="601" y="93"/>
                  </a:lnTo>
                  <a:lnTo>
                    <a:pt x="601" y="94"/>
                  </a:lnTo>
                  <a:lnTo>
                    <a:pt x="603" y="94"/>
                  </a:lnTo>
                  <a:lnTo>
                    <a:pt x="604" y="96"/>
                  </a:lnTo>
                  <a:lnTo>
                    <a:pt x="605" y="97"/>
                  </a:lnTo>
                  <a:lnTo>
                    <a:pt x="607" y="97"/>
                  </a:lnTo>
                  <a:lnTo>
                    <a:pt x="607" y="98"/>
                  </a:lnTo>
                  <a:lnTo>
                    <a:pt x="608" y="98"/>
                  </a:lnTo>
                  <a:lnTo>
                    <a:pt x="609" y="100"/>
                  </a:lnTo>
                  <a:lnTo>
                    <a:pt x="611" y="101"/>
                  </a:lnTo>
                  <a:lnTo>
                    <a:pt x="612" y="101"/>
                  </a:lnTo>
                  <a:lnTo>
                    <a:pt x="612" y="102"/>
                  </a:lnTo>
                  <a:lnTo>
                    <a:pt x="613" y="102"/>
                  </a:lnTo>
                  <a:lnTo>
                    <a:pt x="615" y="104"/>
                  </a:lnTo>
                  <a:lnTo>
                    <a:pt x="616" y="105"/>
                  </a:lnTo>
                  <a:lnTo>
                    <a:pt x="617" y="106"/>
                  </a:lnTo>
                  <a:lnTo>
                    <a:pt x="619" y="106"/>
                  </a:lnTo>
                  <a:lnTo>
                    <a:pt x="619" y="108"/>
                  </a:lnTo>
                  <a:lnTo>
                    <a:pt x="620" y="108"/>
                  </a:lnTo>
                  <a:lnTo>
                    <a:pt x="621" y="109"/>
                  </a:lnTo>
                  <a:lnTo>
                    <a:pt x="622" y="110"/>
                  </a:lnTo>
                  <a:lnTo>
                    <a:pt x="624" y="110"/>
                  </a:lnTo>
                  <a:lnTo>
                    <a:pt x="624" y="112"/>
                  </a:lnTo>
                  <a:lnTo>
                    <a:pt x="625" y="112"/>
                  </a:lnTo>
                  <a:lnTo>
                    <a:pt x="625" y="113"/>
                  </a:lnTo>
                  <a:lnTo>
                    <a:pt x="626" y="113"/>
                  </a:lnTo>
                  <a:lnTo>
                    <a:pt x="628" y="114"/>
                  </a:lnTo>
                  <a:lnTo>
                    <a:pt x="629" y="114"/>
                  </a:lnTo>
                  <a:lnTo>
                    <a:pt x="629" y="116"/>
                  </a:lnTo>
                  <a:lnTo>
                    <a:pt x="630" y="116"/>
                  </a:lnTo>
                  <a:lnTo>
                    <a:pt x="632" y="117"/>
                  </a:lnTo>
                  <a:lnTo>
                    <a:pt x="633" y="118"/>
                  </a:lnTo>
                  <a:lnTo>
                    <a:pt x="634" y="118"/>
                  </a:lnTo>
                  <a:lnTo>
                    <a:pt x="634" y="120"/>
                  </a:lnTo>
                  <a:lnTo>
                    <a:pt x="636" y="120"/>
                  </a:lnTo>
                  <a:lnTo>
                    <a:pt x="637" y="121"/>
                  </a:lnTo>
                  <a:lnTo>
                    <a:pt x="638" y="121"/>
                  </a:lnTo>
                  <a:lnTo>
                    <a:pt x="640" y="122"/>
                  </a:lnTo>
                  <a:lnTo>
                    <a:pt x="641" y="124"/>
                  </a:lnTo>
                  <a:lnTo>
                    <a:pt x="642" y="125"/>
                  </a:lnTo>
                  <a:lnTo>
                    <a:pt x="644" y="125"/>
                  </a:lnTo>
                  <a:lnTo>
                    <a:pt x="645" y="126"/>
                  </a:lnTo>
                  <a:lnTo>
                    <a:pt x="646" y="128"/>
                  </a:lnTo>
                  <a:lnTo>
                    <a:pt x="648" y="128"/>
                  </a:lnTo>
                  <a:lnTo>
                    <a:pt x="648" y="129"/>
                  </a:lnTo>
                  <a:lnTo>
                    <a:pt x="649" y="129"/>
                  </a:lnTo>
                  <a:lnTo>
                    <a:pt x="650" y="130"/>
                  </a:lnTo>
                  <a:lnTo>
                    <a:pt x="652" y="131"/>
                  </a:lnTo>
                  <a:lnTo>
                    <a:pt x="653" y="131"/>
                  </a:lnTo>
                  <a:lnTo>
                    <a:pt x="653" y="133"/>
                  </a:lnTo>
                  <a:lnTo>
                    <a:pt x="654" y="133"/>
                  </a:lnTo>
                  <a:lnTo>
                    <a:pt x="654" y="134"/>
                  </a:lnTo>
                  <a:lnTo>
                    <a:pt x="656" y="134"/>
                  </a:lnTo>
                  <a:lnTo>
                    <a:pt x="656" y="135"/>
                  </a:lnTo>
                  <a:lnTo>
                    <a:pt x="657" y="135"/>
                  </a:lnTo>
                  <a:lnTo>
                    <a:pt x="657" y="137"/>
                  </a:lnTo>
                  <a:lnTo>
                    <a:pt x="658" y="138"/>
                  </a:lnTo>
                  <a:lnTo>
                    <a:pt x="660" y="138"/>
                  </a:lnTo>
                  <a:lnTo>
                    <a:pt x="660" y="139"/>
                  </a:lnTo>
                  <a:lnTo>
                    <a:pt x="661" y="141"/>
                  </a:lnTo>
                  <a:lnTo>
                    <a:pt x="662" y="141"/>
                  </a:lnTo>
                  <a:lnTo>
                    <a:pt x="664" y="142"/>
                  </a:lnTo>
                  <a:lnTo>
                    <a:pt x="664" y="143"/>
                  </a:lnTo>
                  <a:lnTo>
                    <a:pt x="665" y="145"/>
                  </a:lnTo>
                  <a:lnTo>
                    <a:pt x="666" y="146"/>
                  </a:lnTo>
                  <a:lnTo>
                    <a:pt x="668" y="147"/>
                  </a:lnTo>
                  <a:lnTo>
                    <a:pt x="669" y="149"/>
                  </a:lnTo>
                  <a:lnTo>
                    <a:pt x="670" y="150"/>
                  </a:lnTo>
                  <a:lnTo>
                    <a:pt x="672" y="151"/>
                  </a:lnTo>
                  <a:lnTo>
                    <a:pt x="673" y="153"/>
                  </a:lnTo>
                  <a:lnTo>
                    <a:pt x="674" y="154"/>
                  </a:lnTo>
                  <a:lnTo>
                    <a:pt x="676" y="155"/>
                  </a:lnTo>
                  <a:lnTo>
                    <a:pt x="677" y="157"/>
                  </a:lnTo>
                  <a:lnTo>
                    <a:pt x="677" y="158"/>
                  </a:lnTo>
                  <a:lnTo>
                    <a:pt x="678" y="158"/>
                  </a:lnTo>
                  <a:lnTo>
                    <a:pt x="680" y="159"/>
                  </a:lnTo>
                  <a:lnTo>
                    <a:pt x="680" y="161"/>
                  </a:lnTo>
                  <a:lnTo>
                    <a:pt x="681" y="161"/>
                  </a:lnTo>
                  <a:lnTo>
                    <a:pt x="681" y="162"/>
                  </a:lnTo>
                  <a:lnTo>
                    <a:pt x="682" y="162"/>
                  </a:lnTo>
                  <a:lnTo>
                    <a:pt x="682" y="163"/>
                  </a:lnTo>
                  <a:lnTo>
                    <a:pt x="684" y="165"/>
                  </a:lnTo>
                  <a:lnTo>
                    <a:pt x="685" y="166"/>
                  </a:lnTo>
                  <a:lnTo>
                    <a:pt x="686" y="167"/>
                  </a:lnTo>
                  <a:lnTo>
                    <a:pt x="686" y="169"/>
                  </a:lnTo>
                  <a:lnTo>
                    <a:pt x="688" y="169"/>
                  </a:lnTo>
                  <a:lnTo>
                    <a:pt x="689" y="170"/>
                  </a:lnTo>
                  <a:lnTo>
                    <a:pt x="689" y="171"/>
                  </a:lnTo>
                  <a:lnTo>
                    <a:pt x="690" y="173"/>
                  </a:lnTo>
                  <a:lnTo>
                    <a:pt x="692" y="174"/>
                  </a:lnTo>
                  <a:lnTo>
                    <a:pt x="693" y="175"/>
                  </a:lnTo>
                  <a:lnTo>
                    <a:pt x="694" y="178"/>
                  </a:lnTo>
                  <a:lnTo>
                    <a:pt x="695" y="179"/>
                  </a:lnTo>
                  <a:lnTo>
                    <a:pt x="697" y="181"/>
                  </a:lnTo>
                  <a:lnTo>
                    <a:pt x="698" y="183"/>
                  </a:lnTo>
                  <a:lnTo>
                    <a:pt x="701" y="185"/>
                  </a:lnTo>
                  <a:lnTo>
                    <a:pt x="702" y="186"/>
                  </a:lnTo>
                  <a:lnTo>
                    <a:pt x="702" y="187"/>
                  </a:lnTo>
                  <a:lnTo>
                    <a:pt x="703" y="189"/>
                  </a:lnTo>
                  <a:lnTo>
                    <a:pt x="705" y="190"/>
                  </a:lnTo>
                  <a:lnTo>
                    <a:pt x="706" y="191"/>
                  </a:lnTo>
                  <a:lnTo>
                    <a:pt x="707" y="193"/>
                  </a:lnTo>
                  <a:lnTo>
                    <a:pt x="707" y="194"/>
                  </a:lnTo>
                  <a:lnTo>
                    <a:pt x="709" y="195"/>
                  </a:lnTo>
                  <a:lnTo>
                    <a:pt x="710" y="197"/>
                  </a:lnTo>
                  <a:lnTo>
                    <a:pt x="710" y="198"/>
                  </a:lnTo>
                  <a:lnTo>
                    <a:pt x="711" y="198"/>
                  </a:lnTo>
                  <a:lnTo>
                    <a:pt x="713" y="199"/>
                  </a:lnTo>
                  <a:lnTo>
                    <a:pt x="713" y="201"/>
                  </a:lnTo>
                  <a:lnTo>
                    <a:pt x="714" y="202"/>
                  </a:lnTo>
                  <a:lnTo>
                    <a:pt x="715" y="203"/>
                  </a:lnTo>
                  <a:lnTo>
                    <a:pt x="717" y="205"/>
                  </a:lnTo>
                  <a:lnTo>
                    <a:pt x="717" y="206"/>
                  </a:lnTo>
                  <a:lnTo>
                    <a:pt x="718" y="207"/>
                  </a:lnTo>
                  <a:lnTo>
                    <a:pt x="719" y="208"/>
                  </a:lnTo>
                  <a:lnTo>
                    <a:pt x="721" y="210"/>
                  </a:lnTo>
                  <a:lnTo>
                    <a:pt x="722" y="212"/>
                  </a:lnTo>
                  <a:lnTo>
                    <a:pt x="722" y="214"/>
                  </a:lnTo>
                  <a:lnTo>
                    <a:pt x="723" y="215"/>
                  </a:lnTo>
                  <a:lnTo>
                    <a:pt x="725" y="216"/>
                  </a:lnTo>
                  <a:lnTo>
                    <a:pt x="726" y="218"/>
                  </a:lnTo>
                  <a:lnTo>
                    <a:pt x="727" y="220"/>
                  </a:lnTo>
                  <a:lnTo>
                    <a:pt x="729" y="222"/>
                  </a:lnTo>
                  <a:lnTo>
                    <a:pt x="730" y="224"/>
                  </a:lnTo>
                  <a:lnTo>
                    <a:pt x="731" y="226"/>
                  </a:lnTo>
                  <a:lnTo>
                    <a:pt x="734" y="228"/>
                  </a:lnTo>
                  <a:lnTo>
                    <a:pt x="735" y="230"/>
                  </a:lnTo>
                  <a:lnTo>
                    <a:pt x="735" y="232"/>
                  </a:lnTo>
                  <a:lnTo>
                    <a:pt x="737" y="234"/>
                  </a:lnTo>
                  <a:lnTo>
                    <a:pt x="738" y="235"/>
                  </a:lnTo>
                  <a:lnTo>
                    <a:pt x="739" y="236"/>
                  </a:lnTo>
                  <a:lnTo>
                    <a:pt x="741" y="238"/>
                  </a:lnTo>
                  <a:lnTo>
                    <a:pt x="742" y="239"/>
                  </a:lnTo>
                  <a:lnTo>
                    <a:pt x="742" y="240"/>
                  </a:lnTo>
                  <a:lnTo>
                    <a:pt x="743" y="242"/>
                  </a:lnTo>
                  <a:lnTo>
                    <a:pt x="745" y="243"/>
                  </a:lnTo>
                  <a:lnTo>
                    <a:pt x="745" y="244"/>
                  </a:lnTo>
                  <a:lnTo>
                    <a:pt x="746" y="246"/>
                  </a:lnTo>
                  <a:lnTo>
                    <a:pt x="746" y="247"/>
                  </a:lnTo>
                  <a:lnTo>
                    <a:pt x="747" y="247"/>
                  </a:lnTo>
                  <a:lnTo>
                    <a:pt x="749" y="248"/>
                  </a:lnTo>
                  <a:lnTo>
                    <a:pt x="749" y="250"/>
                  </a:lnTo>
                  <a:lnTo>
                    <a:pt x="750" y="251"/>
                  </a:lnTo>
                  <a:lnTo>
                    <a:pt x="750" y="252"/>
                  </a:lnTo>
                  <a:lnTo>
                    <a:pt x="751" y="254"/>
                  </a:lnTo>
                  <a:lnTo>
                    <a:pt x="753" y="255"/>
                  </a:lnTo>
                  <a:lnTo>
                    <a:pt x="754" y="256"/>
                  </a:lnTo>
                  <a:lnTo>
                    <a:pt x="754" y="258"/>
                  </a:lnTo>
                  <a:lnTo>
                    <a:pt x="755" y="259"/>
                  </a:lnTo>
                  <a:lnTo>
                    <a:pt x="757" y="260"/>
                  </a:lnTo>
                  <a:lnTo>
                    <a:pt x="758" y="262"/>
                  </a:lnTo>
                  <a:lnTo>
                    <a:pt x="759" y="263"/>
                  </a:lnTo>
                  <a:lnTo>
                    <a:pt x="761" y="266"/>
                  </a:lnTo>
                  <a:lnTo>
                    <a:pt x="762" y="267"/>
                  </a:lnTo>
                  <a:lnTo>
                    <a:pt x="763" y="270"/>
                  </a:lnTo>
                  <a:lnTo>
                    <a:pt x="765" y="271"/>
                  </a:lnTo>
                  <a:lnTo>
                    <a:pt x="766" y="274"/>
                  </a:lnTo>
                  <a:lnTo>
                    <a:pt x="767" y="276"/>
                  </a:lnTo>
                  <a:lnTo>
                    <a:pt x="769" y="278"/>
                  </a:lnTo>
                  <a:lnTo>
                    <a:pt x="770" y="279"/>
                  </a:lnTo>
                  <a:lnTo>
                    <a:pt x="771" y="281"/>
                  </a:lnTo>
                  <a:lnTo>
                    <a:pt x="772" y="283"/>
                  </a:lnTo>
                  <a:lnTo>
                    <a:pt x="774" y="284"/>
                  </a:lnTo>
                  <a:lnTo>
                    <a:pt x="775" y="285"/>
                  </a:lnTo>
                  <a:lnTo>
                    <a:pt x="775" y="287"/>
                  </a:lnTo>
                  <a:lnTo>
                    <a:pt x="776" y="288"/>
                  </a:lnTo>
                  <a:lnTo>
                    <a:pt x="778" y="289"/>
                  </a:lnTo>
                  <a:lnTo>
                    <a:pt x="778" y="291"/>
                  </a:lnTo>
                  <a:lnTo>
                    <a:pt x="779" y="292"/>
                  </a:lnTo>
                  <a:lnTo>
                    <a:pt x="780" y="293"/>
                  </a:lnTo>
                  <a:lnTo>
                    <a:pt x="782" y="295"/>
                  </a:lnTo>
                  <a:lnTo>
                    <a:pt x="782" y="296"/>
                  </a:lnTo>
                  <a:lnTo>
                    <a:pt x="783" y="297"/>
                  </a:lnTo>
                  <a:lnTo>
                    <a:pt x="784" y="299"/>
                  </a:lnTo>
                  <a:lnTo>
                    <a:pt x="784" y="300"/>
                  </a:lnTo>
                  <a:lnTo>
                    <a:pt x="786" y="301"/>
                  </a:lnTo>
                  <a:lnTo>
                    <a:pt x="786" y="303"/>
                  </a:lnTo>
                  <a:lnTo>
                    <a:pt x="787" y="304"/>
                  </a:lnTo>
                  <a:lnTo>
                    <a:pt x="788" y="305"/>
                  </a:lnTo>
                  <a:lnTo>
                    <a:pt x="788" y="307"/>
                  </a:lnTo>
                  <a:lnTo>
                    <a:pt x="790" y="309"/>
                  </a:lnTo>
                  <a:lnTo>
                    <a:pt x="791" y="311"/>
                  </a:lnTo>
                  <a:lnTo>
                    <a:pt x="791" y="312"/>
                  </a:lnTo>
                  <a:lnTo>
                    <a:pt x="792" y="313"/>
                  </a:lnTo>
                  <a:lnTo>
                    <a:pt x="794" y="315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5398" name="Freeform 87">
              <a:extLst>
                <a:ext uri="{FF2B5EF4-FFF2-40B4-BE49-F238E27FC236}">
                  <a16:creationId xmlns:a16="http://schemas.microsoft.com/office/drawing/2014/main" id="{814F1222-0683-4442-AFDD-2B231E887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464" y="3939201"/>
              <a:ext cx="630237" cy="249238"/>
            </a:xfrm>
            <a:custGeom>
              <a:avLst/>
              <a:gdLst>
                <a:gd name="T0" fmla="*/ 2147483646 w 794"/>
                <a:gd name="T1" fmla="*/ 2147483646 h 315"/>
                <a:gd name="T2" fmla="*/ 2147483646 w 794"/>
                <a:gd name="T3" fmla="*/ 2147483646 h 315"/>
                <a:gd name="T4" fmla="*/ 2147483646 w 794"/>
                <a:gd name="T5" fmla="*/ 2147483646 h 315"/>
                <a:gd name="T6" fmla="*/ 2147483646 w 794"/>
                <a:gd name="T7" fmla="*/ 2147483646 h 315"/>
                <a:gd name="T8" fmla="*/ 2147483646 w 794"/>
                <a:gd name="T9" fmla="*/ 2147483646 h 315"/>
                <a:gd name="T10" fmla="*/ 2147483646 w 794"/>
                <a:gd name="T11" fmla="*/ 2147483646 h 315"/>
                <a:gd name="T12" fmla="*/ 2147483646 w 794"/>
                <a:gd name="T13" fmla="*/ 2147483646 h 315"/>
                <a:gd name="T14" fmla="*/ 2147483646 w 794"/>
                <a:gd name="T15" fmla="*/ 2147483646 h 315"/>
                <a:gd name="T16" fmla="*/ 2147483646 w 794"/>
                <a:gd name="T17" fmla="*/ 2147483646 h 315"/>
                <a:gd name="T18" fmla="*/ 2147483646 w 794"/>
                <a:gd name="T19" fmla="*/ 2147483646 h 315"/>
                <a:gd name="T20" fmla="*/ 2147483646 w 794"/>
                <a:gd name="T21" fmla="*/ 2147483646 h 315"/>
                <a:gd name="T22" fmla="*/ 2147483646 w 794"/>
                <a:gd name="T23" fmla="*/ 2147483646 h 315"/>
                <a:gd name="T24" fmla="*/ 2147483646 w 794"/>
                <a:gd name="T25" fmla="*/ 2147483646 h 315"/>
                <a:gd name="T26" fmla="*/ 2147483646 w 794"/>
                <a:gd name="T27" fmla="*/ 2147483646 h 315"/>
                <a:gd name="T28" fmla="*/ 2147483646 w 794"/>
                <a:gd name="T29" fmla="*/ 2147483646 h 315"/>
                <a:gd name="T30" fmla="*/ 2147483646 w 794"/>
                <a:gd name="T31" fmla="*/ 2147483646 h 315"/>
                <a:gd name="T32" fmla="*/ 2147483646 w 794"/>
                <a:gd name="T33" fmla="*/ 2147483646 h 315"/>
                <a:gd name="T34" fmla="*/ 2147483646 w 794"/>
                <a:gd name="T35" fmla="*/ 2147483646 h 315"/>
                <a:gd name="T36" fmla="*/ 2147483646 w 794"/>
                <a:gd name="T37" fmla="*/ 2147483646 h 315"/>
                <a:gd name="T38" fmla="*/ 2147483646 w 794"/>
                <a:gd name="T39" fmla="*/ 2147483646 h 315"/>
                <a:gd name="T40" fmla="*/ 2147483646 w 794"/>
                <a:gd name="T41" fmla="*/ 2147483646 h 315"/>
                <a:gd name="T42" fmla="*/ 2147483646 w 794"/>
                <a:gd name="T43" fmla="*/ 2147483646 h 315"/>
                <a:gd name="T44" fmla="*/ 2147483646 w 794"/>
                <a:gd name="T45" fmla="*/ 2147483646 h 315"/>
                <a:gd name="T46" fmla="*/ 2147483646 w 794"/>
                <a:gd name="T47" fmla="*/ 2147483646 h 315"/>
                <a:gd name="T48" fmla="*/ 2147483646 w 794"/>
                <a:gd name="T49" fmla="*/ 2147483646 h 315"/>
                <a:gd name="T50" fmla="*/ 2147483646 w 794"/>
                <a:gd name="T51" fmla="*/ 2147483646 h 315"/>
                <a:gd name="T52" fmla="*/ 2147483646 w 794"/>
                <a:gd name="T53" fmla="*/ 2147483646 h 315"/>
                <a:gd name="T54" fmla="*/ 2147483646 w 794"/>
                <a:gd name="T55" fmla="*/ 2147483646 h 315"/>
                <a:gd name="T56" fmla="*/ 2147483646 w 794"/>
                <a:gd name="T57" fmla="*/ 2147483646 h 315"/>
                <a:gd name="T58" fmla="*/ 2147483646 w 794"/>
                <a:gd name="T59" fmla="*/ 2147483646 h 315"/>
                <a:gd name="T60" fmla="*/ 2147483646 w 794"/>
                <a:gd name="T61" fmla="*/ 2147483646 h 315"/>
                <a:gd name="T62" fmla="*/ 2147483646 w 794"/>
                <a:gd name="T63" fmla="*/ 2147483646 h 315"/>
                <a:gd name="T64" fmla="*/ 2147483646 w 794"/>
                <a:gd name="T65" fmla="*/ 2147483646 h 315"/>
                <a:gd name="T66" fmla="*/ 2147483646 w 794"/>
                <a:gd name="T67" fmla="*/ 2147483646 h 315"/>
                <a:gd name="T68" fmla="*/ 2147483646 w 794"/>
                <a:gd name="T69" fmla="*/ 2147483646 h 315"/>
                <a:gd name="T70" fmla="*/ 2147483646 w 794"/>
                <a:gd name="T71" fmla="*/ 2147483646 h 315"/>
                <a:gd name="T72" fmla="*/ 2147483646 w 794"/>
                <a:gd name="T73" fmla="*/ 2147483646 h 315"/>
                <a:gd name="T74" fmla="*/ 2147483646 w 794"/>
                <a:gd name="T75" fmla="*/ 2147483646 h 315"/>
                <a:gd name="T76" fmla="*/ 2147483646 w 794"/>
                <a:gd name="T77" fmla="*/ 2147483646 h 315"/>
                <a:gd name="T78" fmla="*/ 2147483646 w 794"/>
                <a:gd name="T79" fmla="*/ 2147483646 h 315"/>
                <a:gd name="T80" fmla="*/ 2147483646 w 794"/>
                <a:gd name="T81" fmla="*/ 2147483646 h 315"/>
                <a:gd name="T82" fmla="*/ 2147483646 w 794"/>
                <a:gd name="T83" fmla="*/ 2147483646 h 315"/>
                <a:gd name="T84" fmla="*/ 2147483646 w 794"/>
                <a:gd name="T85" fmla="*/ 2147483646 h 315"/>
                <a:gd name="T86" fmla="*/ 2147483646 w 794"/>
                <a:gd name="T87" fmla="*/ 2147483646 h 315"/>
                <a:gd name="T88" fmla="*/ 2147483646 w 794"/>
                <a:gd name="T89" fmla="*/ 2147483646 h 315"/>
                <a:gd name="T90" fmla="*/ 2147483646 w 794"/>
                <a:gd name="T91" fmla="*/ 2147483646 h 315"/>
                <a:gd name="T92" fmla="*/ 2147483646 w 794"/>
                <a:gd name="T93" fmla="*/ 2147483646 h 315"/>
                <a:gd name="T94" fmla="*/ 2147483646 w 794"/>
                <a:gd name="T95" fmla="*/ 2147483646 h 315"/>
                <a:gd name="T96" fmla="*/ 2147483646 w 794"/>
                <a:gd name="T97" fmla="*/ 2147483646 h 315"/>
                <a:gd name="T98" fmla="*/ 2147483646 w 794"/>
                <a:gd name="T99" fmla="*/ 2147483646 h 315"/>
                <a:gd name="T100" fmla="*/ 2147483646 w 794"/>
                <a:gd name="T101" fmla="*/ 2147483646 h 315"/>
                <a:gd name="T102" fmla="*/ 2147483646 w 794"/>
                <a:gd name="T103" fmla="*/ 2147483646 h 315"/>
                <a:gd name="T104" fmla="*/ 2147483646 w 794"/>
                <a:gd name="T105" fmla="*/ 2147483646 h 315"/>
                <a:gd name="T106" fmla="*/ 2147483646 w 794"/>
                <a:gd name="T107" fmla="*/ 2147483646 h 315"/>
                <a:gd name="T108" fmla="*/ 2147483646 w 794"/>
                <a:gd name="T109" fmla="*/ 2147483646 h 315"/>
                <a:gd name="T110" fmla="*/ 2147483646 w 794"/>
                <a:gd name="T111" fmla="*/ 2147483646 h 315"/>
                <a:gd name="T112" fmla="*/ 2147483646 w 794"/>
                <a:gd name="T113" fmla="*/ 2147483646 h 315"/>
                <a:gd name="T114" fmla="*/ 2147483646 w 794"/>
                <a:gd name="T115" fmla="*/ 2147483646 h 315"/>
                <a:gd name="T116" fmla="*/ 2147483646 w 794"/>
                <a:gd name="T117" fmla="*/ 2147483646 h 315"/>
                <a:gd name="T118" fmla="*/ 2147483646 w 794"/>
                <a:gd name="T119" fmla="*/ 2147483646 h 315"/>
                <a:gd name="T120" fmla="*/ 2147483646 w 794"/>
                <a:gd name="T121" fmla="*/ 2147483646 h 31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94" h="315">
                  <a:moveTo>
                    <a:pt x="0" y="315"/>
                  </a:moveTo>
                  <a:lnTo>
                    <a:pt x="31" y="315"/>
                  </a:lnTo>
                  <a:lnTo>
                    <a:pt x="60" y="315"/>
                  </a:lnTo>
                  <a:lnTo>
                    <a:pt x="86" y="315"/>
                  </a:lnTo>
                  <a:lnTo>
                    <a:pt x="110" y="315"/>
                  </a:lnTo>
                  <a:lnTo>
                    <a:pt x="134" y="315"/>
                  </a:lnTo>
                  <a:lnTo>
                    <a:pt x="155" y="315"/>
                  </a:lnTo>
                  <a:lnTo>
                    <a:pt x="175" y="315"/>
                  </a:lnTo>
                  <a:lnTo>
                    <a:pt x="194" y="315"/>
                  </a:lnTo>
                  <a:lnTo>
                    <a:pt x="211" y="315"/>
                  </a:lnTo>
                  <a:lnTo>
                    <a:pt x="227" y="315"/>
                  </a:lnTo>
                  <a:lnTo>
                    <a:pt x="240" y="315"/>
                  </a:lnTo>
                  <a:lnTo>
                    <a:pt x="254" y="315"/>
                  </a:lnTo>
                  <a:lnTo>
                    <a:pt x="265" y="315"/>
                  </a:lnTo>
                  <a:lnTo>
                    <a:pt x="276" y="315"/>
                  </a:lnTo>
                  <a:lnTo>
                    <a:pt x="287" y="315"/>
                  </a:lnTo>
                  <a:lnTo>
                    <a:pt x="296" y="315"/>
                  </a:lnTo>
                  <a:lnTo>
                    <a:pt x="303" y="315"/>
                  </a:lnTo>
                  <a:lnTo>
                    <a:pt x="311" y="315"/>
                  </a:lnTo>
                  <a:lnTo>
                    <a:pt x="317" y="315"/>
                  </a:lnTo>
                  <a:lnTo>
                    <a:pt x="323" y="315"/>
                  </a:lnTo>
                  <a:lnTo>
                    <a:pt x="328" y="315"/>
                  </a:lnTo>
                  <a:lnTo>
                    <a:pt x="332" y="315"/>
                  </a:lnTo>
                  <a:lnTo>
                    <a:pt x="336" y="315"/>
                  </a:lnTo>
                  <a:lnTo>
                    <a:pt x="338" y="315"/>
                  </a:lnTo>
                  <a:lnTo>
                    <a:pt x="342" y="315"/>
                  </a:lnTo>
                  <a:lnTo>
                    <a:pt x="345" y="315"/>
                  </a:lnTo>
                  <a:lnTo>
                    <a:pt x="348" y="315"/>
                  </a:lnTo>
                  <a:lnTo>
                    <a:pt x="349" y="314"/>
                  </a:lnTo>
                  <a:lnTo>
                    <a:pt x="352" y="314"/>
                  </a:lnTo>
                  <a:lnTo>
                    <a:pt x="353" y="314"/>
                  </a:lnTo>
                  <a:lnTo>
                    <a:pt x="356" y="314"/>
                  </a:lnTo>
                  <a:lnTo>
                    <a:pt x="358" y="314"/>
                  </a:lnTo>
                  <a:lnTo>
                    <a:pt x="360" y="314"/>
                  </a:lnTo>
                  <a:lnTo>
                    <a:pt x="362" y="314"/>
                  </a:lnTo>
                  <a:lnTo>
                    <a:pt x="364" y="314"/>
                  </a:lnTo>
                  <a:lnTo>
                    <a:pt x="366" y="314"/>
                  </a:lnTo>
                  <a:lnTo>
                    <a:pt x="368" y="314"/>
                  </a:lnTo>
                  <a:lnTo>
                    <a:pt x="369" y="314"/>
                  </a:lnTo>
                  <a:lnTo>
                    <a:pt x="370" y="312"/>
                  </a:lnTo>
                  <a:lnTo>
                    <a:pt x="372" y="312"/>
                  </a:lnTo>
                  <a:lnTo>
                    <a:pt x="374" y="312"/>
                  </a:lnTo>
                  <a:lnTo>
                    <a:pt x="376" y="312"/>
                  </a:lnTo>
                  <a:lnTo>
                    <a:pt x="377" y="312"/>
                  </a:lnTo>
                  <a:lnTo>
                    <a:pt x="378" y="312"/>
                  </a:lnTo>
                  <a:lnTo>
                    <a:pt x="380" y="312"/>
                  </a:lnTo>
                  <a:lnTo>
                    <a:pt x="381" y="312"/>
                  </a:lnTo>
                  <a:lnTo>
                    <a:pt x="382" y="312"/>
                  </a:lnTo>
                  <a:lnTo>
                    <a:pt x="384" y="312"/>
                  </a:lnTo>
                  <a:lnTo>
                    <a:pt x="385" y="311"/>
                  </a:lnTo>
                  <a:lnTo>
                    <a:pt x="386" y="311"/>
                  </a:lnTo>
                  <a:lnTo>
                    <a:pt x="388" y="311"/>
                  </a:lnTo>
                  <a:lnTo>
                    <a:pt x="389" y="311"/>
                  </a:lnTo>
                  <a:lnTo>
                    <a:pt x="390" y="311"/>
                  </a:lnTo>
                  <a:lnTo>
                    <a:pt x="392" y="311"/>
                  </a:lnTo>
                  <a:lnTo>
                    <a:pt x="393" y="311"/>
                  </a:lnTo>
                  <a:lnTo>
                    <a:pt x="394" y="311"/>
                  </a:lnTo>
                  <a:lnTo>
                    <a:pt x="396" y="310"/>
                  </a:lnTo>
                  <a:lnTo>
                    <a:pt x="398" y="310"/>
                  </a:lnTo>
                  <a:lnTo>
                    <a:pt x="400" y="310"/>
                  </a:lnTo>
                  <a:lnTo>
                    <a:pt x="401" y="310"/>
                  </a:lnTo>
                  <a:lnTo>
                    <a:pt x="403" y="310"/>
                  </a:lnTo>
                  <a:lnTo>
                    <a:pt x="405" y="308"/>
                  </a:lnTo>
                  <a:lnTo>
                    <a:pt x="407" y="308"/>
                  </a:lnTo>
                  <a:lnTo>
                    <a:pt x="409" y="308"/>
                  </a:lnTo>
                  <a:lnTo>
                    <a:pt x="411" y="308"/>
                  </a:lnTo>
                  <a:lnTo>
                    <a:pt x="413" y="307"/>
                  </a:lnTo>
                  <a:lnTo>
                    <a:pt x="414" y="307"/>
                  </a:lnTo>
                  <a:lnTo>
                    <a:pt x="417" y="307"/>
                  </a:lnTo>
                  <a:lnTo>
                    <a:pt x="418" y="307"/>
                  </a:lnTo>
                  <a:lnTo>
                    <a:pt x="419" y="307"/>
                  </a:lnTo>
                  <a:lnTo>
                    <a:pt x="421" y="307"/>
                  </a:lnTo>
                  <a:lnTo>
                    <a:pt x="422" y="306"/>
                  </a:lnTo>
                  <a:lnTo>
                    <a:pt x="423" y="306"/>
                  </a:lnTo>
                  <a:lnTo>
                    <a:pt x="425" y="306"/>
                  </a:lnTo>
                  <a:lnTo>
                    <a:pt x="426" y="306"/>
                  </a:lnTo>
                  <a:lnTo>
                    <a:pt x="427" y="306"/>
                  </a:lnTo>
                  <a:lnTo>
                    <a:pt x="429" y="304"/>
                  </a:lnTo>
                  <a:lnTo>
                    <a:pt x="430" y="304"/>
                  </a:lnTo>
                  <a:lnTo>
                    <a:pt x="431" y="304"/>
                  </a:lnTo>
                  <a:lnTo>
                    <a:pt x="433" y="304"/>
                  </a:lnTo>
                  <a:lnTo>
                    <a:pt x="434" y="303"/>
                  </a:lnTo>
                  <a:lnTo>
                    <a:pt x="435" y="303"/>
                  </a:lnTo>
                  <a:lnTo>
                    <a:pt x="437" y="303"/>
                  </a:lnTo>
                  <a:lnTo>
                    <a:pt x="438" y="303"/>
                  </a:lnTo>
                  <a:lnTo>
                    <a:pt x="439" y="302"/>
                  </a:lnTo>
                  <a:lnTo>
                    <a:pt x="441" y="302"/>
                  </a:lnTo>
                  <a:lnTo>
                    <a:pt x="443" y="300"/>
                  </a:lnTo>
                  <a:lnTo>
                    <a:pt x="445" y="300"/>
                  </a:lnTo>
                  <a:lnTo>
                    <a:pt x="446" y="300"/>
                  </a:lnTo>
                  <a:lnTo>
                    <a:pt x="449" y="299"/>
                  </a:lnTo>
                  <a:lnTo>
                    <a:pt x="450" y="299"/>
                  </a:lnTo>
                  <a:lnTo>
                    <a:pt x="453" y="298"/>
                  </a:lnTo>
                  <a:lnTo>
                    <a:pt x="455" y="296"/>
                  </a:lnTo>
                  <a:lnTo>
                    <a:pt x="458" y="296"/>
                  </a:lnTo>
                  <a:lnTo>
                    <a:pt x="459" y="295"/>
                  </a:lnTo>
                  <a:lnTo>
                    <a:pt x="462" y="295"/>
                  </a:lnTo>
                  <a:lnTo>
                    <a:pt x="465" y="294"/>
                  </a:lnTo>
                  <a:lnTo>
                    <a:pt x="466" y="294"/>
                  </a:lnTo>
                  <a:lnTo>
                    <a:pt x="467" y="294"/>
                  </a:lnTo>
                  <a:lnTo>
                    <a:pt x="470" y="292"/>
                  </a:lnTo>
                  <a:lnTo>
                    <a:pt x="471" y="292"/>
                  </a:lnTo>
                  <a:lnTo>
                    <a:pt x="473" y="291"/>
                  </a:lnTo>
                  <a:lnTo>
                    <a:pt x="474" y="291"/>
                  </a:lnTo>
                  <a:lnTo>
                    <a:pt x="475" y="291"/>
                  </a:lnTo>
                  <a:lnTo>
                    <a:pt x="476" y="290"/>
                  </a:lnTo>
                  <a:lnTo>
                    <a:pt x="478" y="290"/>
                  </a:lnTo>
                  <a:lnTo>
                    <a:pt x="479" y="290"/>
                  </a:lnTo>
                  <a:lnTo>
                    <a:pt x="480" y="288"/>
                  </a:lnTo>
                  <a:lnTo>
                    <a:pt x="482" y="288"/>
                  </a:lnTo>
                  <a:lnTo>
                    <a:pt x="483" y="287"/>
                  </a:lnTo>
                  <a:lnTo>
                    <a:pt x="484" y="287"/>
                  </a:lnTo>
                  <a:lnTo>
                    <a:pt x="486" y="286"/>
                  </a:lnTo>
                  <a:lnTo>
                    <a:pt x="487" y="286"/>
                  </a:lnTo>
                  <a:lnTo>
                    <a:pt x="488" y="286"/>
                  </a:lnTo>
                  <a:lnTo>
                    <a:pt x="490" y="284"/>
                  </a:lnTo>
                  <a:lnTo>
                    <a:pt x="491" y="284"/>
                  </a:lnTo>
                  <a:lnTo>
                    <a:pt x="492" y="283"/>
                  </a:lnTo>
                  <a:lnTo>
                    <a:pt x="494" y="283"/>
                  </a:lnTo>
                  <a:lnTo>
                    <a:pt x="495" y="282"/>
                  </a:lnTo>
                  <a:lnTo>
                    <a:pt x="498" y="280"/>
                  </a:lnTo>
                  <a:lnTo>
                    <a:pt x="499" y="280"/>
                  </a:lnTo>
                  <a:lnTo>
                    <a:pt x="500" y="279"/>
                  </a:lnTo>
                  <a:lnTo>
                    <a:pt x="503" y="278"/>
                  </a:lnTo>
                  <a:lnTo>
                    <a:pt x="504" y="276"/>
                  </a:lnTo>
                  <a:lnTo>
                    <a:pt x="507" y="276"/>
                  </a:lnTo>
                  <a:lnTo>
                    <a:pt x="508" y="275"/>
                  </a:lnTo>
                  <a:lnTo>
                    <a:pt x="511" y="274"/>
                  </a:lnTo>
                  <a:lnTo>
                    <a:pt x="512" y="274"/>
                  </a:lnTo>
                  <a:lnTo>
                    <a:pt x="514" y="272"/>
                  </a:lnTo>
                  <a:lnTo>
                    <a:pt x="516" y="271"/>
                  </a:lnTo>
                  <a:lnTo>
                    <a:pt x="518" y="271"/>
                  </a:lnTo>
                  <a:lnTo>
                    <a:pt x="519" y="270"/>
                  </a:lnTo>
                  <a:lnTo>
                    <a:pt x="520" y="270"/>
                  </a:lnTo>
                  <a:lnTo>
                    <a:pt x="522" y="268"/>
                  </a:lnTo>
                  <a:lnTo>
                    <a:pt x="523" y="268"/>
                  </a:lnTo>
                  <a:lnTo>
                    <a:pt x="524" y="267"/>
                  </a:lnTo>
                  <a:lnTo>
                    <a:pt x="526" y="267"/>
                  </a:lnTo>
                  <a:lnTo>
                    <a:pt x="527" y="266"/>
                  </a:lnTo>
                  <a:lnTo>
                    <a:pt x="528" y="266"/>
                  </a:lnTo>
                  <a:lnTo>
                    <a:pt x="528" y="264"/>
                  </a:lnTo>
                  <a:lnTo>
                    <a:pt x="530" y="264"/>
                  </a:lnTo>
                  <a:lnTo>
                    <a:pt x="531" y="264"/>
                  </a:lnTo>
                  <a:lnTo>
                    <a:pt x="532" y="263"/>
                  </a:lnTo>
                  <a:lnTo>
                    <a:pt x="534" y="263"/>
                  </a:lnTo>
                  <a:lnTo>
                    <a:pt x="534" y="262"/>
                  </a:lnTo>
                  <a:lnTo>
                    <a:pt x="535" y="262"/>
                  </a:lnTo>
                  <a:lnTo>
                    <a:pt x="536" y="261"/>
                  </a:lnTo>
                  <a:lnTo>
                    <a:pt x="538" y="261"/>
                  </a:lnTo>
                  <a:lnTo>
                    <a:pt x="539" y="259"/>
                  </a:lnTo>
                  <a:lnTo>
                    <a:pt x="540" y="259"/>
                  </a:lnTo>
                  <a:lnTo>
                    <a:pt x="542" y="258"/>
                  </a:lnTo>
                  <a:lnTo>
                    <a:pt x="543" y="257"/>
                  </a:lnTo>
                  <a:lnTo>
                    <a:pt x="546" y="257"/>
                  </a:lnTo>
                  <a:lnTo>
                    <a:pt x="547" y="255"/>
                  </a:lnTo>
                  <a:lnTo>
                    <a:pt x="548" y="254"/>
                  </a:lnTo>
                  <a:lnTo>
                    <a:pt x="551" y="253"/>
                  </a:lnTo>
                  <a:lnTo>
                    <a:pt x="552" y="253"/>
                  </a:lnTo>
                  <a:lnTo>
                    <a:pt x="553" y="251"/>
                  </a:lnTo>
                  <a:lnTo>
                    <a:pt x="556" y="250"/>
                  </a:lnTo>
                  <a:lnTo>
                    <a:pt x="557" y="250"/>
                  </a:lnTo>
                  <a:lnTo>
                    <a:pt x="559" y="249"/>
                  </a:lnTo>
                  <a:lnTo>
                    <a:pt x="560" y="247"/>
                  </a:lnTo>
                  <a:lnTo>
                    <a:pt x="561" y="247"/>
                  </a:lnTo>
                  <a:lnTo>
                    <a:pt x="563" y="246"/>
                  </a:lnTo>
                  <a:lnTo>
                    <a:pt x="564" y="245"/>
                  </a:lnTo>
                  <a:lnTo>
                    <a:pt x="565" y="245"/>
                  </a:lnTo>
                  <a:lnTo>
                    <a:pt x="567" y="245"/>
                  </a:lnTo>
                  <a:lnTo>
                    <a:pt x="567" y="243"/>
                  </a:lnTo>
                  <a:lnTo>
                    <a:pt x="568" y="243"/>
                  </a:lnTo>
                  <a:lnTo>
                    <a:pt x="569" y="242"/>
                  </a:lnTo>
                  <a:lnTo>
                    <a:pt x="571" y="242"/>
                  </a:lnTo>
                  <a:lnTo>
                    <a:pt x="572" y="241"/>
                  </a:lnTo>
                  <a:lnTo>
                    <a:pt x="573" y="239"/>
                  </a:lnTo>
                  <a:lnTo>
                    <a:pt x="575" y="239"/>
                  </a:lnTo>
                  <a:lnTo>
                    <a:pt x="575" y="238"/>
                  </a:lnTo>
                  <a:lnTo>
                    <a:pt x="576" y="238"/>
                  </a:lnTo>
                  <a:lnTo>
                    <a:pt x="577" y="237"/>
                  </a:lnTo>
                  <a:lnTo>
                    <a:pt x="579" y="237"/>
                  </a:lnTo>
                  <a:lnTo>
                    <a:pt x="580" y="235"/>
                  </a:lnTo>
                  <a:lnTo>
                    <a:pt x="581" y="235"/>
                  </a:lnTo>
                  <a:lnTo>
                    <a:pt x="581" y="234"/>
                  </a:lnTo>
                  <a:lnTo>
                    <a:pt x="583" y="234"/>
                  </a:lnTo>
                  <a:lnTo>
                    <a:pt x="585" y="233"/>
                  </a:lnTo>
                  <a:lnTo>
                    <a:pt x="587" y="231"/>
                  </a:lnTo>
                  <a:lnTo>
                    <a:pt x="588" y="230"/>
                  </a:lnTo>
                  <a:lnTo>
                    <a:pt x="589" y="230"/>
                  </a:lnTo>
                  <a:lnTo>
                    <a:pt x="591" y="229"/>
                  </a:lnTo>
                  <a:lnTo>
                    <a:pt x="592" y="227"/>
                  </a:lnTo>
                  <a:lnTo>
                    <a:pt x="593" y="227"/>
                  </a:lnTo>
                  <a:lnTo>
                    <a:pt x="593" y="226"/>
                  </a:lnTo>
                  <a:lnTo>
                    <a:pt x="595" y="226"/>
                  </a:lnTo>
                  <a:lnTo>
                    <a:pt x="596" y="225"/>
                  </a:lnTo>
                  <a:lnTo>
                    <a:pt x="597" y="225"/>
                  </a:lnTo>
                  <a:lnTo>
                    <a:pt x="597" y="223"/>
                  </a:lnTo>
                  <a:lnTo>
                    <a:pt x="599" y="223"/>
                  </a:lnTo>
                  <a:lnTo>
                    <a:pt x="600" y="223"/>
                  </a:lnTo>
                  <a:lnTo>
                    <a:pt x="600" y="222"/>
                  </a:lnTo>
                  <a:lnTo>
                    <a:pt x="601" y="222"/>
                  </a:lnTo>
                  <a:lnTo>
                    <a:pt x="603" y="221"/>
                  </a:lnTo>
                  <a:lnTo>
                    <a:pt x="604" y="221"/>
                  </a:lnTo>
                  <a:lnTo>
                    <a:pt x="604" y="219"/>
                  </a:lnTo>
                  <a:lnTo>
                    <a:pt x="605" y="219"/>
                  </a:lnTo>
                  <a:lnTo>
                    <a:pt x="605" y="218"/>
                  </a:lnTo>
                  <a:lnTo>
                    <a:pt x="607" y="218"/>
                  </a:lnTo>
                  <a:lnTo>
                    <a:pt x="608" y="217"/>
                  </a:lnTo>
                  <a:lnTo>
                    <a:pt x="609" y="215"/>
                  </a:lnTo>
                  <a:lnTo>
                    <a:pt x="611" y="214"/>
                  </a:lnTo>
                  <a:lnTo>
                    <a:pt x="612" y="214"/>
                  </a:lnTo>
                  <a:lnTo>
                    <a:pt x="612" y="213"/>
                  </a:lnTo>
                  <a:lnTo>
                    <a:pt x="613" y="213"/>
                  </a:lnTo>
                  <a:lnTo>
                    <a:pt x="615" y="211"/>
                  </a:lnTo>
                  <a:lnTo>
                    <a:pt x="616" y="210"/>
                  </a:lnTo>
                  <a:lnTo>
                    <a:pt x="617" y="209"/>
                  </a:lnTo>
                  <a:lnTo>
                    <a:pt x="619" y="209"/>
                  </a:lnTo>
                  <a:lnTo>
                    <a:pt x="619" y="207"/>
                  </a:lnTo>
                  <a:lnTo>
                    <a:pt x="620" y="207"/>
                  </a:lnTo>
                  <a:lnTo>
                    <a:pt x="621" y="206"/>
                  </a:lnTo>
                  <a:lnTo>
                    <a:pt x="622" y="206"/>
                  </a:lnTo>
                  <a:lnTo>
                    <a:pt x="622" y="205"/>
                  </a:lnTo>
                  <a:lnTo>
                    <a:pt x="624" y="205"/>
                  </a:lnTo>
                  <a:lnTo>
                    <a:pt x="625" y="203"/>
                  </a:lnTo>
                  <a:lnTo>
                    <a:pt x="626" y="202"/>
                  </a:lnTo>
                  <a:lnTo>
                    <a:pt x="628" y="202"/>
                  </a:lnTo>
                  <a:lnTo>
                    <a:pt x="628" y="201"/>
                  </a:lnTo>
                  <a:lnTo>
                    <a:pt x="629" y="201"/>
                  </a:lnTo>
                  <a:lnTo>
                    <a:pt x="630" y="199"/>
                  </a:lnTo>
                  <a:lnTo>
                    <a:pt x="632" y="199"/>
                  </a:lnTo>
                  <a:lnTo>
                    <a:pt x="632" y="198"/>
                  </a:lnTo>
                  <a:lnTo>
                    <a:pt x="633" y="198"/>
                  </a:lnTo>
                  <a:lnTo>
                    <a:pt x="634" y="197"/>
                  </a:lnTo>
                  <a:lnTo>
                    <a:pt x="636" y="195"/>
                  </a:lnTo>
                  <a:lnTo>
                    <a:pt x="637" y="195"/>
                  </a:lnTo>
                  <a:lnTo>
                    <a:pt x="638" y="194"/>
                  </a:lnTo>
                  <a:lnTo>
                    <a:pt x="640" y="193"/>
                  </a:lnTo>
                  <a:lnTo>
                    <a:pt x="641" y="193"/>
                  </a:lnTo>
                  <a:lnTo>
                    <a:pt x="641" y="191"/>
                  </a:lnTo>
                  <a:lnTo>
                    <a:pt x="642" y="191"/>
                  </a:lnTo>
                  <a:lnTo>
                    <a:pt x="644" y="190"/>
                  </a:lnTo>
                  <a:lnTo>
                    <a:pt x="645" y="190"/>
                  </a:lnTo>
                  <a:lnTo>
                    <a:pt x="645" y="189"/>
                  </a:lnTo>
                  <a:lnTo>
                    <a:pt x="646" y="189"/>
                  </a:lnTo>
                  <a:lnTo>
                    <a:pt x="648" y="188"/>
                  </a:lnTo>
                  <a:lnTo>
                    <a:pt x="649" y="186"/>
                  </a:lnTo>
                  <a:lnTo>
                    <a:pt x="650" y="186"/>
                  </a:lnTo>
                  <a:lnTo>
                    <a:pt x="650" y="185"/>
                  </a:lnTo>
                  <a:lnTo>
                    <a:pt x="652" y="185"/>
                  </a:lnTo>
                  <a:lnTo>
                    <a:pt x="652" y="184"/>
                  </a:lnTo>
                  <a:lnTo>
                    <a:pt x="653" y="184"/>
                  </a:lnTo>
                  <a:lnTo>
                    <a:pt x="654" y="182"/>
                  </a:lnTo>
                  <a:lnTo>
                    <a:pt x="656" y="181"/>
                  </a:lnTo>
                  <a:lnTo>
                    <a:pt x="657" y="180"/>
                  </a:lnTo>
                  <a:lnTo>
                    <a:pt x="657" y="178"/>
                  </a:lnTo>
                  <a:lnTo>
                    <a:pt x="658" y="178"/>
                  </a:lnTo>
                  <a:lnTo>
                    <a:pt x="660" y="177"/>
                  </a:lnTo>
                  <a:lnTo>
                    <a:pt x="661" y="176"/>
                  </a:lnTo>
                  <a:lnTo>
                    <a:pt x="662" y="174"/>
                  </a:lnTo>
                  <a:lnTo>
                    <a:pt x="664" y="173"/>
                  </a:lnTo>
                  <a:lnTo>
                    <a:pt x="664" y="172"/>
                  </a:lnTo>
                  <a:lnTo>
                    <a:pt x="665" y="170"/>
                  </a:lnTo>
                  <a:lnTo>
                    <a:pt x="666" y="169"/>
                  </a:lnTo>
                  <a:lnTo>
                    <a:pt x="668" y="168"/>
                  </a:lnTo>
                  <a:lnTo>
                    <a:pt x="669" y="166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3" y="164"/>
                  </a:lnTo>
                  <a:lnTo>
                    <a:pt x="673" y="162"/>
                  </a:lnTo>
                  <a:lnTo>
                    <a:pt x="674" y="161"/>
                  </a:lnTo>
                  <a:lnTo>
                    <a:pt x="676" y="161"/>
                  </a:lnTo>
                  <a:lnTo>
                    <a:pt x="676" y="160"/>
                  </a:lnTo>
                  <a:lnTo>
                    <a:pt x="677" y="158"/>
                  </a:lnTo>
                  <a:lnTo>
                    <a:pt x="678" y="157"/>
                  </a:lnTo>
                  <a:lnTo>
                    <a:pt x="680" y="156"/>
                  </a:lnTo>
                  <a:lnTo>
                    <a:pt x="681" y="154"/>
                  </a:lnTo>
                  <a:lnTo>
                    <a:pt x="682" y="153"/>
                  </a:lnTo>
                  <a:lnTo>
                    <a:pt x="682" y="152"/>
                  </a:lnTo>
                  <a:lnTo>
                    <a:pt x="684" y="152"/>
                  </a:lnTo>
                  <a:lnTo>
                    <a:pt x="684" y="150"/>
                  </a:lnTo>
                  <a:lnTo>
                    <a:pt x="685" y="149"/>
                  </a:lnTo>
                  <a:lnTo>
                    <a:pt x="686" y="149"/>
                  </a:lnTo>
                  <a:lnTo>
                    <a:pt x="686" y="148"/>
                  </a:lnTo>
                  <a:lnTo>
                    <a:pt x="688" y="146"/>
                  </a:lnTo>
                  <a:lnTo>
                    <a:pt x="689" y="145"/>
                  </a:lnTo>
                  <a:lnTo>
                    <a:pt x="689" y="144"/>
                  </a:lnTo>
                  <a:lnTo>
                    <a:pt x="690" y="142"/>
                  </a:lnTo>
                  <a:lnTo>
                    <a:pt x="692" y="141"/>
                  </a:lnTo>
                  <a:lnTo>
                    <a:pt x="693" y="140"/>
                  </a:lnTo>
                  <a:lnTo>
                    <a:pt x="694" y="138"/>
                  </a:lnTo>
                  <a:lnTo>
                    <a:pt x="695" y="136"/>
                  </a:lnTo>
                  <a:lnTo>
                    <a:pt x="697" y="134"/>
                  </a:lnTo>
                  <a:lnTo>
                    <a:pt x="698" y="133"/>
                  </a:lnTo>
                  <a:lnTo>
                    <a:pt x="701" y="130"/>
                  </a:lnTo>
                  <a:lnTo>
                    <a:pt x="702" y="129"/>
                  </a:lnTo>
                  <a:lnTo>
                    <a:pt x="702" y="128"/>
                  </a:lnTo>
                  <a:lnTo>
                    <a:pt x="703" y="126"/>
                  </a:lnTo>
                  <a:lnTo>
                    <a:pt x="705" y="125"/>
                  </a:lnTo>
                  <a:lnTo>
                    <a:pt x="706" y="124"/>
                  </a:lnTo>
                  <a:lnTo>
                    <a:pt x="707" y="122"/>
                  </a:lnTo>
                  <a:lnTo>
                    <a:pt x="707" y="121"/>
                  </a:lnTo>
                  <a:lnTo>
                    <a:pt x="709" y="120"/>
                  </a:lnTo>
                  <a:lnTo>
                    <a:pt x="710" y="120"/>
                  </a:lnTo>
                  <a:lnTo>
                    <a:pt x="710" y="118"/>
                  </a:lnTo>
                  <a:lnTo>
                    <a:pt x="711" y="117"/>
                  </a:lnTo>
                  <a:lnTo>
                    <a:pt x="713" y="116"/>
                  </a:lnTo>
                  <a:lnTo>
                    <a:pt x="714" y="114"/>
                  </a:lnTo>
                  <a:lnTo>
                    <a:pt x="714" y="113"/>
                  </a:lnTo>
                  <a:lnTo>
                    <a:pt x="715" y="112"/>
                  </a:lnTo>
                  <a:lnTo>
                    <a:pt x="717" y="111"/>
                  </a:lnTo>
                  <a:lnTo>
                    <a:pt x="718" y="109"/>
                  </a:lnTo>
                  <a:lnTo>
                    <a:pt x="719" y="108"/>
                  </a:lnTo>
                  <a:lnTo>
                    <a:pt x="719" y="107"/>
                  </a:lnTo>
                  <a:lnTo>
                    <a:pt x="721" y="105"/>
                  </a:lnTo>
                  <a:lnTo>
                    <a:pt x="722" y="104"/>
                  </a:lnTo>
                  <a:lnTo>
                    <a:pt x="722" y="103"/>
                  </a:lnTo>
                  <a:lnTo>
                    <a:pt x="723" y="101"/>
                  </a:lnTo>
                  <a:lnTo>
                    <a:pt x="725" y="99"/>
                  </a:lnTo>
                  <a:lnTo>
                    <a:pt x="726" y="97"/>
                  </a:lnTo>
                  <a:lnTo>
                    <a:pt x="727" y="96"/>
                  </a:lnTo>
                  <a:lnTo>
                    <a:pt x="729" y="93"/>
                  </a:lnTo>
                  <a:lnTo>
                    <a:pt x="730" y="91"/>
                  </a:lnTo>
                  <a:lnTo>
                    <a:pt x="731" y="89"/>
                  </a:lnTo>
                  <a:lnTo>
                    <a:pt x="734" y="87"/>
                  </a:lnTo>
                  <a:lnTo>
                    <a:pt x="735" y="85"/>
                  </a:lnTo>
                  <a:lnTo>
                    <a:pt x="735" y="84"/>
                  </a:lnTo>
                  <a:lnTo>
                    <a:pt x="737" y="81"/>
                  </a:lnTo>
                  <a:lnTo>
                    <a:pt x="738" y="80"/>
                  </a:lnTo>
                  <a:lnTo>
                    <a:pt x="739" y="79"/>
                  </a:lnTo>
                  <a:lnTo>
                    <a:pt x="741" y="77"/>
                  </a:lnTo>
                  <a:lnTo>
                    <a:pt x="742" y="76"/>
                  </a:lnTo>
                  <a:lnTo>
                    <a:pt x="742" y="75"/>
                  </a:lnTo>
                  <a:lnTo>
                    <a:pt x="743" y="73"/>
                  </a:lnTo>
                  <a:lnTo>
                    <a:pt x="745" y="72"/>
                  </a:lnTo>
                  <a:lnTo>
                    <a:pt x="746" y="71"/>
                  </a:lnTo>
                  <a:lnTo>
                    <a:pt x="746" y="69"/>
                  </a:lnTo>
                  <a:lnTo>
                    <a:pt x="747" y="68"/>
                  </a:lnTo>
                  <a:lnTo>
                    <a:pt x="749" y="67"/>
                  </a:lnTo>
                  <a:lnTo>
                    <a:pt x="749" y="65"/>
                  </a:lnTo>
                  <a:lnTo>
                    <a:pt x="750" y="64"/>
                  </a:lnTo>
                  <a:lnTo>
                    <a:pt x="751" y="63"/>
                  </a:lnTo>
                  <a:lnTo>
                    <a:pt x="753" y="61"/>
                  </a:lnTo>
                  <a:lnTo>
                    <a:pt x="754" y="60"/>
                  </a:lnTo>
                  <a:lnTo>
                    <a:pt x="754" y="59"/>
                  </a:lnTo>
                  <a:lnTo>
                    <a:pt x="755" y="57"/>
                  </a:lnTo>
                  <a:lnTo>
                    <a:pt x="757" y="55"/>
                  </a:lnTo>
                  <a:lnTo>
                    <a:pt x="758" y="53"/>
                  </a:lnTo>
                  <a:lnTo>
                    <a:pt x="759" y="52"/>
                  </a:lnTo>
                  <a:lnTo>
                    <a:pt x="761" y="51"/>
                  </a:lnTo>
                  <a:lnTo>
                    <a:pt x="762" y="48"/>
                  </a:lnTo>
                  <a:lnTo>
                    <a:pt x="763" y="47"/>
                  </a:lnTo>
                  <a:lnTo>
                    <a:pt x="765" y="44"/>
                  </a:lnTo>
                  <a:lnTo>
                    <a:pt x="766" y="41"/>
                  </a:lnTo>
                  <a:lnTo>
                    <a:pt x="767" y="40"/>
                  </a:lnTo>
                  <a:lnTo>
                    <a:pt x="769" y="38"/>
                  </a:lnTo>
                  <a:lnTo>
                    <a:pt x="770" y="36"/>
                  </a:lnTo>
                  <a:lnTo>
                    <a:pt x="771" y="35"/>
                  </a:lnTo>
                  <a:lnTo>
                    <a:pt x="772" y="32"/>
                  </a:lnTo>
                  <a:lnTo>
                    <a:pt x="774" y="31"/>
                  </a:lnTo>
                  <a:lnTo>
                    <a:pt x="775" y="30"/>
                  </a:lnTo>
                  <a:lnTo>
                    <a:pt x="775" y="28"/>
                  </a:lnTo>
                  <a:lnTo>
                    <a:pt x="776" y="27"/>
                  </a:lnTo>
                  <a:lnTo>
                    <a:pt x="778" y="26"/>
                  </a:lnTo>
                  <a:lnTo>
                    <a:pt x="778" y="24"/>
                  </a:lnTo>
                  <a:lnTo>
                    <a:pt x="779" y="24"/>
                  </a:lnTo>
                  <a:lnTo>
                    <a:pt x="780" y="23"/>
                  </a:lnTo>
                  <a:lnTo>
                    <a:pt x="780" y="22"/>
                  </a:lnTo>
                  <a:lnTo>
                    <a:pt x="782" y="20"/>
                  </a:lnTo>
                  <a:lnTo>
                    <a:pt x="783" y="19"/>
                  </a:lnTo>
                  <a:lnTo>
                    <a:pt x="783" y="18"/>
                  </a:lnTo>
                  <a:lnTo>
                    <a:pt x="784" y="16"/>
                  </a:lnTo>
                  <a:lnTo>
                    <a:pt x="784" y="15"/>
                  </a:lnTo>
                  <a:lnTo>
                    <a:pt x="786" y="15"/>
                  </a:lnTo>
                  <a:lnTo>
                    <a:pt x="786" y="14"/>
                  </a:lnTo>
                  <a:lnTo>
                    <a:pt x="787" y="12"/>
                  </a:lnTo>
                  <a:lnTo>
                    <a:pt x="787" y="11"/>
                  </a:lnTo>
                  <a:lnTo>
                    <a:pt x="788" y="10"/>
                  </a:lnTo>
                  <a:lnTo>
                    <a:pt x="788" y="8"/>
                  </a:lnTo>
                  <a:lnTo>
                    <a:pt x="790" y="7"/>
                  </a:lnTo>
                  <a:lnTo>
                    <a:pt x="791" y="6"/>
                  </a:lnTo>
                  <a:lnTo>
                    <a:pt x="791" y="4"/>
                  </a:lnTo>
                  <a:lnTo>
                    <a:pt x="792" y="2"/>
                  </a:lnTo>
                  <a:lnTo>
                    <a:pt x="794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5399" name="Freeform 88">
              <a:extLst>
                <a:ext uri="{FF2B5EF4-FFF2-40B4-BE49-F238E27FC236}">
                  <a16:creationId xmlns:a16="http://schemas.microsoft.com/office/drawing/2014/main" id="{A61EC36C-4E30-4607-A3A3-D02A826CA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114" y="3686789"/>
              <a:ext cx="74612" cy="252412"/>
            </a:xfrm>
            <a:custGeom>
              <a:avLst/>
              <a:gdLst>
                <a:gd name="T0" fmla="*/ 2147483646 w 94"/>
                <a:gd name="T1" fmla="*/ 2147483646 h 317"/>
                <a:gd name="T2" fmla="*/ 2147483646 w 94"/>
                <a:gd name="T3" fmla="*/ 2147483646 h 317"/>
                <a:gd name="T4" fmla="*/ 2147483646 w 94"/>
                <a:gd name="T5" fmla="*/ 2147483646 h 317"/>
                <a:gd name="T6" fmla="*/ 2147483646 w 94"/>
                <a:gd name="T7" fmla="*/ 2147483646 h 317"/>
                <a:gd name="T8" fmla="*/ 2147483646 w 94"/>
                <a:gd name="T9" fmla="*/ 2147483646 h 317"/>
                <a:gd name="T10" fmla="*/ 2147483646 w 94"/>
                <a:gd name="T11" fmla="*/ 2147483646 h 317"/>
                <a:gd name="T12" fmla="*/ 2147483646 w 94"/>
                <a:gd name="T13" fmla="*/ 2147483646 h 317"/>
                <a:gd name="T14" fmla="*/ 2147483646 w 94"/>
                <a:gd name="T15" fmla="*/ 2147483646 h 317"/>
                <a:gd name="T16" fmla="*/ 2147483646 w 94"/>
                <a:gd name="T17" fmla="*/ 2147483646 h 317"/>
                <a:gd name="T18" fmla="*/ 2147483646 w 94"/>
                <a:gd name="T19" fmla="*/ 2147483646 h 317"/>
                <a:gd name="T20" fmla="*/ 2147483646 w 94"/>
                <a:gd name="T21" fmla="*/ 2147483646 h 317"/>
                <a:gd name="T22" fmla="*/ 2147483646 w 94"/>
                <a:gd name="T23" fmla="*/ 2147483646 h 317"/>
                <a:gd name="T24" fmla="*/ 2147483646 w 94"/>
                <a:gd name="T25" fmla="*/ 2147483646 h 317"/>
                <a:gd name="T26" fmla="*/ 2147483646 w 94"/>
                <a:gd name="T27" fmla="*/ 2147483646 h 317"/>
                <a:gd name="T28" fmla="*/ 2147483646 w 94"/>
                <a:gd name="T29" fmla="*/ 2147483646 h 317"/>
                <a:gd name="T30" fmla="*/ 2147483646 w 94"/>
                <a:gd name="T31" fmla="*/ 2147483646 h 317"/>
                <a:gd name="T32" fmla="*/ 2147483646 w 94"/>
                <a:gd name="T33" fmla="*/ 2147483646 h 317"/>
                <a:gd name="T34" fmla="*/ 2147483646 w 94"/>
                <a:gd name="T35" fmla="*/ 2147483646 h 317"/>
                <a:gd name="T36" fmla="*/ 2147483646 w 94"/>
                <a:gd name="T37" fmla="*/ 2147483646 h 317"/>
                <a:gd name="T38" fmla="*/ 2147483646 w 94"/>
                <a:gd name="T39" fmla="*/ 2147483646 h 317"/>
                <a:gd name="T40" fmla="*/ 2147483646 w 94"/>
                <a:gd name="T41" fmla="*/ 2147483646 h 317"/>
                <a:gd name="T42" fmla="*/ 2147483646 w 94"/>
                <a:gd name="T43" fmla="*/ 2147483646 h 317"/>
                <a:gd name="T44" fmla="*/ 2147483646 w 94"/>
                <a:gd name="T45" fmla="*/ 2147483646 h 317"/>
                <a:gd name="T46" fmla="*/ 2147483646 w 94"/>
                <a:gd name="T47" fmla="*/ 2147483646 h 317"/>
                <a:gd name="T48" fmla="*/ 2147483646 w 94"/>
                <a:gd name="T49" fmla="*/ 2147483646 h 317"/>
                <a:gd name="T50" fmla="*/ 2147483646 w 94"/>
                <a:gd name="T51" fmla="*/ 2147483646 h 317"/>
                <a:gd name="T52" fmla="*/ 2147483646 w 94"/>
                <a:gd name="T53" fmla="*/ 2147483646 h 317"/>
                <a:gd name="T54" fmla="*/ 2147483646 w 94"/>
                <a:gd name="T55" fmla="*/ 2147483646 h 317"/>
                <a:gd name="T56" fmla="*/ 2147483646 w 94"/>
                <a:gd name="T57" fmla="*/ 2147483646 h 317"/>
                <a:gd name="T58" fmla="*/ 2147483646 w 94"/>
                <a:gd name="T59" fmla="*/ 2147483646 h 317"/>
                <a:gd name="T60" fmla="*/ 2147483646 w 94"/>
                <a:gd name="T61" fmla="*/ 2147483646 h 317"/>
                <a:gd name="T62" fmla="*/ 2147483646 w 94"/>
                <a:gd name="T63" fmla="*/ 2147483646 h 317"/>
                <a:gd name="T64" fmla="*/ 2147483646 w 94"/>
                <a:gd name="T65" fmla="*/ 2147483646 h 317"/>
                <a:gd name="T66" fmla="*/ 2147483646 w 94"/>
                <a:gd name="T67" fmla="*/ 2147483646 h 317"/>
                <a:gd name="T68" fmla="*/ 2147483646 w 94"/>
                <a:gd name="T69" fmla="*/ 2147483646 h 317"/>
                <a:gd name="T70" fmla="*/ 2147483646 w 94"/>
                <a:gd name="T71" fmla="*/ 2147483646 h 317"/>
                <a:gd name="T72" fmla="*/ 2147483646 w 94"/>
                <a:gd name="T73" fmla="*/ 2147483646 h 317"/>
                <a:gd name="T74" fmla="*/ 2147483646 w 94"/>
                <a:gd name="T75" fmla="*/ 2147483646 h 317"/>
                <a:gd name="T76" fmla="*/ 2147483646 w 94"/>
                <a:gd name="T77" fmla="*/ 2147483646 h 317"/>
                <a:gd name="T78" fmla="*/ 2147483646 w 94"/>
                <a:gd name="T79" fmla="*/ 2147483646 h 317"/>
                <a:gd name="T80" fmla="*/ 2147483646 w 94"/>
                <a:gd name="T81" fmla="*/ 2147483646 h 317"/>
                <a:gd name="T82" fmla="*/ 2147483646 w 94"/>
                <a:gd name="T83" fmla="*/ 2147483646 h 317"/>
                <a:gd name="T84" fmla="*/ 2147483646 w 94"/>
                <a:gd name="T85" fmla="*/ 2147483646 h 317"/>
                <a:gd name="T86" fmla="*/ 2147483646 w 94"/>
                <a:gd name="T87" fmla="*/ 2147483646 h 317"/>
                <a:gd name="T88" fmla="*/ 2147483646 w 94"/>
                <a:gd name="T89" fmla="*/ 2147483646 h 317"/>
                <a:gd name="T90" fmla="*/ 2147483646 w 94"/>
                <a:gd name="T91" fmla="*/ 2147483646 h 317"/>
                <a:gd name="T92" fmla="*/ 2147483646 w 94"/>
                <a:gd name="T93" fmla="*/ 2147483646 h 317"/>
                <a:gd name="T94" fmla="*/ 2147483646 w 94"/>
                <a:gd name="T95" fmla="*/ 2147483646 h 317"/>
                <a:gd name="T96" fmla="*/ 2147483646 w 94"/>
                <a:gd name="T97" fmla="*/ 2147483646 h 317"/>
                <a:gd name="T98" fmla="*/ 2147483646 w 94"/>
                <a:gd name="T99" fmla="*/ 2147483646 h 317"/>
                <a:gd name="T100" fmla="*/ 2147483646 w 94"/>
                <a:gd name="T101" fmla="*/ 2147483646 h 317"/>
                <a:gd name="T102" fmla="*/ 2147483646 w 94"/>
                <a:gd name="T103" fmla="*/ 2147483646 h 317"/>
                <a:gd name="T104" fmla="*/ 2147483646 w 94"/>
                <a:gd name="T105" fmla="*/ 2147483646 h 317"/>
                <a:gd name="T106" fmla="*/ 2147483646 w 94"/>
                <a:gd name="T107" fmla="*/ 2147483646 h 317"/>
                <a:gd name="T108" fmla="*/ 2147483646 w 94"/>
                <a:gd name="T109" fmla="*/ 2147483646 h 317"/>
                <a:gd name="T110" fmla="*/ 2147483646 w 94"/>
                <a:gd name="T111" fmla="*/ 2147483646 h 317"/>
                <a:gd name="T112" fmla="*/ 2147483646 w 94"/>
                <a:gd name="T113" fmla="*/ 2147483646 h 3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94" h="317">
                  <a:moveTo>
                    <a:pt x="0" y="0"/>
                  </a:moveTo>
                  <a:lnTo>
                    <a:pt x="3" y="4"/>
                  </a:lnTo>
                  <a:lnTo>
                    <a:pt x="4" y="7"/>
                  </a:lnTo>
                  <a:lnTo>
                    <a:pt x="5" y="9"/>
                  </a:lnTo>
                  <a:lnTo>
                    <a:pt x="7" y="13"/>
                  </a:lnTo>
                  <a:lnTo>
                    <a:pt x="9" y="16"/>
                  </a:lnTo>
                  <a:lnTo>
                    <a:pt x="11" y="19"/>
                  </a:lnTo>
                  <a:lnTo>
                    <a:pt x="12" y="20"/>
                  </a:lnTo>
                  <a:lnTo>
                    <a:pt x="13" y="23"/>
                  </a:lnTo>
                  <a:lnTo>
                    <a:pt x="13" y="25"/>
                  </a:lnTo>
                  <a:lnTo>
                    <a:pt x="15" y="27"/>
                  </a:lnTo>
                  <a:lnTo>
                    <a:pt x="16" y="28"/>
                  </a:lnTo>
                  <a:lnTo>
                    <a:pt x="17" y="31"/>
                  </a:lnTo>
                  <a:lnTo>
                    <a:pt x="17" y="32"/>
                  </a:lnTo>
                  <a:lnTo>
                    <a:pt x="19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21" y="37"/>
                  </a:lnTo>
                  <a:lnTo>
                    <a:pt x="21" y="39"/>
                  </a:lnTo>
                  <a:lnTo>
                    <a:pt x="23" y="40"/>
                  </a:lnTo>
                  <a:lnTo>
                    <a:pt x="23" y="41"/>
                  </a:lnTo>
                  <a:lnTo>
                    <a:pt x="23" y="43"/>
                  </a:lnTo>
                  <a:lnTo>
                    <a:pt x="24" y="44"/>
                  </a:lnTo>
                  <a:lnTo>
                    <a:pt x="24" y="45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7" y="49"/>
                  </a:lnTo>
                  <a:lnTo>
                    <a:pt x="27" y="51"/>
                  </a:lnTo>
                  <a:lnTo>
                    <a:pt x="28" y="52"/>
                  </a:lnTo>
                  <a:lnTo>
                    <a:pt x="28" y="53"/>
                  </a:lnTo>
                  <a:lnTo>
                    <a:pt x="29" y="55"/>
                  </a:lnTo>
                  <a:lnTo>
                    <a:pt x="29" y="57"/>
                  </a:lnTo>
                  <a:lnTo>
                    <a:pt x="31" y="58"/>
                  </a:lnTo>
                  <a:lnTo>
                    <a:pt x="31" y="60"/>
                  </a:lnTo>
                  <a:lnTo>
                    <a:pt x="32" y="62"/>
                  </a:lnTo>
                  <a:lnTo>
                    <a:pt x="32" y="64"/>
                  </a:lnTo>
                  <a:lnTo>
                    <a:pt x="33" y="65"/>
                  </a:lnTo>
                  <a:lnTo>
                    <a:pt x="33" y="66"/>
                  </a:lnTo>
                  <a:lnTo>
                    <a:pt x="35" y="68"/>
                  </a:lnTo>
                  <a:lnTo>
                    <a:pt x="35" y="69"/>
                  </a:lnTo>
                  <a:lnTo>
                    <a:pt x="35" y="70"/>
                  </a:lnTo>
                  <a:lnTo>
                    <a:pt x="36" y="72"/>
                  </a:lnTo>
                  <a:lnTo>
                    <a:pt x="36" y="73"/>
                  </a:lnTo>
                  <a:lnTo>
                    <a:pt x="37" y="74"/>
                  </a:lnTo>
                  <a:lnTo>
                    <a:pt x="37" y="76"/>
                  </a:lnTo>
                  <a:lnTo>
                    <a:pt x="37" y="77"/>
                  </a:lnTo>
                  <a:lnTo>
                    <a:pt x="39" y="78"/>
                  </a:lnTo>
                  <a:lnTo>
                    <a:pt x="39" y="80"/>
                  </a:lnTo>
                  <a:lnTo>
                    <a:pt x="40" y="81"/>
                  </a:lnTo>
                  <a:lnTo>
                    <a:pt x="40" y="82"/>
                  </a:lnTo>
                  <a:lnTo>
                    <a:pt x="41" y="84"/>
                  </a:lnTo>
                  <a:lnTo>
                    <a:pt x="41" y="85"/>
                  </a:lnTo>
                  <a:lnTo>
                    <a:pt x="41" y="86"/>
                  </a:lnTo>
                  <a:lnTo>
                    <a:pt x="42" y="88"/>
                  </a:lnTo>
                  <a:lnTo>
                    <a:pt x="42" y="89"/>
                  </a:lnTo>
                  <a:lnTo>
                    <a:pt x="42" y="90"/>
                  </a:lnTo>
                  <a:lnTo>
                    <a:pt x="44" y="93"/>
                  </a:lnTo>
                  <a:lnTo>
                    <a:pt x="44" y="94"/>
                  </a:lnTo>
                  <a:lnTo>
                    <a:pt x="45" y="96"/>
                  </a:lnTo>
                  <a:lnTo>
                    <a:pt x="45" y="98"/>
                  </a:lnTo>
                  <a:lnTo>
                    <a:pt x="46" y="100"/>
                  </a:lnTo>
                  <a:lnTo>
                    <a:pt x="48" y="102"/>
                  </a:lnTo>
                  <a:lnTo>
                    <a:pt x="48" y="105"/>
                  </a:lnTo>
                  <a:lnTo>
                    <a:pt x="49" y="106"/>
                  </a:lnTo>
                  <a:lnTo>
                    <a:pt x="49" y="109"/>
                  </a:lnTo>
                  <a:lnTo>
                    <a:pt x="50" y="110"/>
                  </a:lnTo>
                  <a:lnTo>
                    <a:pt x="52" y="112"/>
                  </a:lnTo>
                  <a:lnTo>
                    <a:pt x="52" y="113"/>
                  </a:lnTo>
                  <a:lnTo>
                    <a:pt x="52" y="116"/>
                  </a:lnTo>
                  <a:lnTo>
                    <a:pt x="53" y="117"/>
                  </a:lnTo>
                  <a:lnTo>
                    <a:pt x="53" y="118"/>
                  </a:lnTo>
                  <a:lnTo>
                    <a:pt x="54" y="120"/>
                  </a:lnTo>
                  <a:lnTo>
                    <a:pt x="54" y="121"/>
                  </a:lnTo>
                  <a:lnTo>
                    <a:pt x="54" y="122"/>
                  </a:lnTo>
                  <a:lnTo>
                    <a:pt x="56" y="122"/>
                  </a:lnTo>
                  <a:lnTo>
                    <a:pt x="56" y="124"/>
                  </a:lnTo>
                  <a:lnTo>
                    <a:pt x="56" y="125"/>
                  </a:lnTo>
                  <a:lnTo>
                    <a:pt x="57" y="126"/>
                  </a:lnTo>
                  <a:lnTo>
                    <a:pt x="57" y="128"/>
                  </a:lnTo>
                  <a:lnTo>
                    <a:pt x="57" y="129"/>
                  </a:lnTo>
                  <a:lnTo>
                    <a:pt x="57" y="130"/>
                  </a:lnTo>
                  <a:lnTo>
                    <a:pt x="58" y="131"/>
                  </a:lnTo>
                  <a:lnTo>
                    <a:pt x="58" y="133"/>
                  </a:lnTo>
                  <a:lnTo>
                    <a:pt x="60" y="134"/>
                  </a:lnTo>
                  <a:lnTo>
                    <a:pt x="60" y="135"/>
                  </a:lnTo>
                  <a:lnTo>
                    <a:pt x="60" y="137"/>
                  </a:lnTo>
                  <a:lnTo>
                    <a:pt x="61" y="139"/>
                  </a:lnTo>
                  <a:lnTo>
                    <a:pt x="61" y="141"/>
                  </a:lnTo>
                  <a:lnTo>
                    <a:pt x="61" y="142"/>
                  </a:lnTo>
                  <a:lnTo>
                    <a:pt x="62" y="143"/>
                  </a:lnTo>
                  <a:lnTo>
                    <a:pt x="62" y="146"/>
                  </a:lnTo>
                  <a:lnTo>
                    <a:pt x="64" y="147"/>
                  </a:lnTo>
                  <a:lnTo>
                    <a:pt x="64" y="150"/>
                  </a:lnTo>
                  <a:lnTo>
                    <a:pt x="65" y="153"/>
                  </a:lnTo>
                  <a:lnTo>
                    <a:pt x="65" y="154"/>
                  </a:lnTo>
                  <a:lnTo>
                    <a:pt x="66" y="157"/>
                  </a:lnTo>
                  <a:lnTo>
                    <a:pt x="66" y="158"/>
                  </a:lnTo>
                  <a:lnTo>
                    <a:pt x="68" y="159"/>
                  </a:lnTo>
                  <a:lnTo>
                    <a:pt x="68" y="162"/>
                  </a:lnTo>
                  <a:lnTo>
                    <a:pt x="68" y="163"/>
                  </a:lnTo>
                  <a:lnTo>
                    <a:pt x="69" y="165"/>
                  </a:lnTo>
                  <a:lnTo>
                    <a:pt x="69" y="166"/>
                  </a:lnTo>
                  <a:lnTo>
                    <a:pt x="69" y="167"/>
                  </a:lnTo>
                  <a:lnTo>
                    <a:pt x="70" y="169"/>
                  </a:lnTo>
                  <a:lnTo>
                    <a:pt x="70" y="170"/>
                  </a:lnTo>
                  <a:lnTo>
                    <a:pt x="70" y="171"/>
                  </a:lnTo>
                  <a:lnTo>
                    <a:pt x="70" y="173"/>
                  </a:lnTo>
                  <a:lnTo>
                    <a:pt x="72" y="173"/>
                  </a:lnTo>
                  <a:lnTo>
                    <a:pt x="72" y="174"/>
                  </a:lnTo>
                  <a:lnTo>
                    <a:pt x="72" y="175"/>
                  </a:lnTo>
                  <a:lnTo>
                    <a:pt x="72" y="177"/>
                  </a:lnTo>
                  <a:lnTo>
                    <a:pt x="73" y="178"/>
                  </a:lnTo>
                  <a:lnTo>
                    <a:pt x="73" y="179"/>
                  </a:lnTo>
                  <a:lnTo>
                    <a:pt x="73" y="181"/>
                  </a:lnTo>
                  <a:lnTo>
                    <a:pt x="74" y="182"/>
                  </a:lnTo>
                  <a:lnTo>
                    <a:pt x="74" y="183"/>
                  </a:lnTo>
                  <a:lnTo>
                    <a:pt x="74" y="185"/>
                  </a:lnTo>
                  <a:lnTo>
                    <a:pt x="76" y="186"/>
                  </a:lnTo>
                  <a:lnTo>
                    <a:pt x="76" y="187"/>
                  </a:lnTo>
                  <a:lnTo>
                    <a:pt x="76" y="189"/>
                  </a:lnTo>
                  <a:lnTo>
                    <a:pt x="77" y="190"/>
                  </a:lnTo>
                  <a:lnTo>
                    <a:pt x="77" y="193"/>
                  </a:lnTo>
                  <a:lnTo>
                    <a:pt x="78" y="194"/>
                  </a:lnTo>
                  <a:lnTo>
                    <a:pt x="78" y="197"/>
                  </a:lnTo>
                  <a:lnTo>
                    <a:pt x="78" y="198"/>
                  </a:lnTo>
                  <a:lnTo>
                    <a:pt x="80" y="201"/>
                  </a:lnTo>
                  <a:lnTo>
                    <a:pt x="80" y="203"/>
                  </a:lnTo>
                  <a:lnTo>
                    <a:pt x="81" y="205"/>
                  </a:lnTo>
                  <a:lnTo>
                    <a:pt x="81" y="206"/>
                  </a:lnTo>
                  <a:lnTo>
                    <a:pt x="82" y="208"/>
                  </a:lnTo>
                  <a:lnTo>
                    <a:pt x="82" y="210"/>
                  </a:lnTo>
                  <a:lnTo>
                    <a:pt x="82" y="211"/>
                  </a:lnTo>
                  <a:lnTo>
                    <a:pt x="84" y="212"/>
                  </a:lnTo>
                  <a:lnTo>
                    <a:pt x="84" y="214"/>
                  </a:lnTo>
                  <a:lnTo>
                    <a:pt x="84" y="215"/>
                  </a:lnTo>
                  <a:lnTo>
                    <a:pt x="85" y="216"/>
                  </a:lnTo>
                  <a:lnTo>
                    <a:pt x="85" y="218"/>
                  </a:lnTo>
                  <a:lnTo>
                    <a:pt x="85" y="219"/>
                  </a:lnTo>
                  <a:lnTo>
                    <a:pt x="85" y="220"/>
                  </a:lnTo>
                  <a:lnTo>
                    <a:pt x="86" y="222"/>
                  </a:lnTo>
                  <a:lnTo>
                    <a:pt x="86" y="223"/>
                  </a:lnTo>
                  <a:lnTo>
                    <a:pt x="86" y="224"/>
                  </a:lnTo>
                  <a:lnTo>
                    <a:pt x="86" y="226"/>
                  </a:lnTo>
                  <a:lnTo>
                    <a:pt x="86" y="227"/>
                  </a:lnTo>
                  <a:lnTo>
                    <a:pt x="86" y="228"/>
                  </a:lnTo>
                  <a:lnTo>
                    <a:pt x="86" y="230"/>
                  </a:lnTo>
                  <a:lnTo>
                    <a:pt x="88" y="231"/>
                  </a:lnTo>
                  <a:lnTo>
                    <a:pt x="88" y="232"/>
                  </a:lnTo>
                  <a:lnTo>
                    <a:pt x="88" y="234"/>
                  </a:lnTo>
                  <a:lnTo>
                    <a:pt x="88" y="235"/>
                  </a:lnTo>
                  <a:lnTo>
                    <a:pt x="88" y="236"/>
                  </a:lnTo>
                  <a:lnTo>
                    <a:pt x="88" y="238"/>
                  </a:lnTo>
                  <a:lnTo>
                    <a:pt x="88" y="239"/>
                  </a:lnTo>
                  <a:lnTo>
                    <a:pt x="88" y="242"/>
                  </a:lnTo>
                  <a:lnTo>
                    <a:pt x="88" y="243"/>
                  </a:lnTo>
                  <a:lnTo>
                    <a:pt x="88" y="246"/>
                  </a:lnTo>
                  <a:lnTo>
                    <a:pt x="89" y="247"/>
                  </a:lnTo>
                  <a:lnTo>
                    <a:pt x="89" y="248"/>
                  </a:lnTo>
                  <a:lnTo>
                    <a:pt x="89" y="250"/>
                  </a:lnTo>
                  <a:lnTo>
                    <a:pt x="89" y="251"/>
                  </a:lnTo>
                  <a:lnTo>
                    <a:pt x="89" y="252"/>
                  </a:lnTo>
                  <a:lnTo>
                    <a:pt x="89" y="254"/>
                  </a:lnTo>
                  <a:lnTo>
                    <a:pt x="89" y="255"/>
                  </a:lnTo>
                  <a:lnTo>
                    <a:pt x="89" y="256"/>
                  </a:lnTo>
                  <a:lnTo>
                    <a:pt x="89" y="258"/>
                  </a:lnTo>
                  <a:lnTo>
                    <a:pt x="89" y="259"/>
                  </a:lnTo>
                  <a:lnTo>
                    <a:pt x="89" y="260"/>
                  </a:lnTo>
                  <a:lnTo>
                    <a:pt x="90" y="260"/>
                  </a:lnTo>
                  <a:lnTo>
                    <a:pt x="90" y="262"/>
                  </a:lnTo>
                  <a:lnTo>
                    <a:pt x="90" y="263"/>
                  </a:lnTo>
                  <a:lnTo>
                    <a:pt x="90" y="264"/>
                  </a:lnTo>
                  <a:lnTo>
                    <a:pt x="90" y="266"/>
                  </a:lnTo>
                  <a:lnTo>
                    <a:pt x="90" y="267"/>
                  </a:lnTo>
                  <a:lnTo>
                    <a:pt x="90" y="268"/>
                  </a:lnTo>
                  <a:lnTo>
                    <a:pt x="90" y="270"/>
                  </a:lnTo>
                  <a:lnTo>
                    <a:pt x="92" y="270"/>
                  </a:lnTo>
                  <a:lnTo>
                    <a:pt x="92" y="271"/>
                  </a:lnTo>
                  <a:lnTo>
                    <a:pt x="92" y="272"/>
                  </a:lnTo>
                  <a:lnTo>
                    <a:pt x="92" y="274"/>
                  </a:lnTo>
                  <a:lnTo>
                    <a:pt x="92" y="275"/>
                  </a:lnTo>
                  <a:lnTo>
                    <a:pt x="92" y="276"/>
                  </a:lnTo>
                  <a:lnTo>
                    <a:pt x="93" y="278"/>
                  </a:lnTo>
                  <a:lnTo>
                    <a:pt x="93" y="279"/>
                  </a:lnTo>
                  <a:lnTo>
                    <a:pt x="93" y="280"/>
                  </a:lnTo>
                  <a:lnTo>
                    <a:pt x="93" y="281"/>
                  </a:lnTo>
                  <a:lnTo>
                    <a:pt x="93" y="283"/>
                  </a:lnTo>
                  <a:lnTo>
                    <a:pt x="94" y="284"/>
                  </a:lnTo>
                  <a:lnTo>
                    <a:pt x="94" y="285"/>
                  </a:lnTo>
                  <a:lnTo>
                    <a:pt x="94" y="287"/>
                  </a:lnTo>
                  <a:lnTo>
                    <a:pt x="94" y="288"/>
                  </a:lnTo>
                  <a:lnTo>
                    <a:pt x="94" y="289"/>
                  </a:lnTo>
                  <a:lnTo>
                    <a:pt x="94" y="291"/>
                  </a:lnTo>
                  <a:lnTo>
                    <a:pt x="94" y="292"/>
                  </a:lnTo>
                  <a:lnTo>
                    <a:pt x="94" y="293"/>
                  </a:lnTo>
                  <a:lnTo>
                    <a:pt x="94" y="295"/>
                  </a:lnTo>
                  <a:lnTo>
                    <a:pt x="94" y="296"/>
                  </a:lnTo>
                  <a:lnTo>
                    <a:pt x="94" y="297"/>
                  </a:lnTo>
                  <a:lnTo>
                    <a:pt x="94" y="299"/>
                  </a:lnTo>
                  <a:lnTo>
                    <a:pt x="94" y="300"/>
                  </a:lnTo>
                  <a:lnTo>
                    <a:pt x="94" y="303"/>
                  </a:lnTo>
                  <a:lnTo>
                    <a:pt x="94" y="304"/>
                  </a:lnTo>
                  <a:lnTo>
                    <a:pt x="94" y="305"/>
                  </a:lnTo>
                  <a:lnTo>
                    <a:pt x="93" y="308"/>
                  </a:lnTo>
                  <a:lnTo>
                    <a:pt x="93" y="309"/>
                  </a:lnTo>
                  <a:lnTo>
                    <a:pt x="93" y="312"/>
                  </a:lnTo>
                  <a:lnTo>
                    <a:pt x="93" y="315"/>
                  </a:lnTo>
                  <a:lnTo>
                    <a:pt x="93" y="317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5400" name="Freeform 89">
              <a:extLst>
                <a:ext uri="{FF2B5EF4-FFF2-40B4-BE49-F238E27FC236}">
                  <a16:creationId xmlns:a16="http://schemas.microsoft.com/office/drawing/2014/main" id="{81742DDF-B770-4E1A-80C2-18D9EFE6F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114" y="3936025"/>
              <a:ext cx="74612" cy="252413"/>
            </a:xfrm>
            <a:custGeom>
              <a:avLst/>
              <a:gdLst>
                <a:gd name="T0" fmla="*/ 2147483646 w 94"/>
                <a:gd name="T1" fmla="*/ 2147483646 h 317"/>
                <a:gd name="T2" fmla="*/ 2147483646 w 94"/>
                <a:gd name="T3" fmla="*/ 2147483646 h 317"/>
                <a:gd name="T4" fmla="*/ 2147483646 w 94"/>
                <a:gd name="T5" fmla="*/ 2147483646 h 317"/>
                <a:gd name="T6" fmla="*/ 2147483646 w 94"/>
                <a:gd name="T7" fmla="*/ 2147483646 h 317"/>
                <a:gd name="T8" fmla="*/ 2147483646 w 94"/>
                <a:gd name="T9" fmla="*/ 2147483646 h 317"/>
                <a:gd name="T10" fmla="*/ 2147483646 w 94"/>
                <a:gd name="T11" fmla="*/ 2147483646 h 317"/>
                <a:gd name="T12" fmla="*/ 2147483646 w 94"/>
                <a:gd name="T13" fmla="*/ 2147483646 h 317"/>
                <a:gd name="T14" fmla="*/ 2147483646 w 94"/>
                <a:gd name="T15" fmla="*/ 2147483646 h 317"/>
                <a:gd name="T16" fmla="*/ 2147483646 w 94"/>
                <a:gd name="T17" fmla="*/ 2147483646 h 317"/>
                <a:gd name="T18" fmla="*/ 2147483646 w 94"/>
                <a:gd name="T19" fmla="*/ 2147483646 h 317"/>
                <a:gd name="T20" fmla="*/ 2147483646 w 94"/>
                <a:gd name="T21" fmla="*/ 2147483646 h 317"/>
                <a:gd name="T22" fmla="*/ 2147483646 w 94"/>
                <a:gd name="T23" fmla="*/ 2147483646 h 317"/>
                <a:gd name="T24" fmla="*/ 2147483646 w 94"/>
                <a:gd name="T25" fmla="*/ 2147483646 h 317"/>
                <a:gd name="T26" fmla="*/ 2147483646 w 94"/>
                <a:gd name="T27" fmla="*/ 2147483646 h 317"/>
                <a:gd name="T28" fmla="*/ 2147483646 w 94"/>
                <a:gd name="T29" fmla="*/ 2147483646 h 317"/>
                <a:gd name="T30" fmla="*/ 2147483646 w 94"/>
                <a:gd name="T31" fmla="*/ 2147483646 h 317"/>
                <a:gd name="T32" fmla="*/ 2147483646 w 94"/>
                <a:gd name="T33" fmla="*/ 2147483646 h 317"/>
                <a:gd name="T34" fmla="*/ 2147483646 w 94"/>
                <a:gd name="T35" fmla="*/ 2147483646 h 317"/>
                <a:gd name="T36" fmla="*/ 2147483646 w 94"/>
                <a:gd name="T37" fmla="*/ 2147483646 h 317"/>
                <a:gd name="T38" fmla="*/ 2147483646 w 94"/>
                <a:gd name="T39" fmla="*/ 2147483646 h 317"/>
                <a:gd name="T40" fmla="*/ 2147483646 w 94"/>
                <a:gd name="T41" fmla="*/ 2147483646 h 317"/>
                <a:gd name="T42" fmla="*/ 2147483646 w 94"/>
                <a:gd name="T43" fmla="*/ 2147483646 h 317"/>
                <a:gd name="T44" fmla="*/ 2147483646 w 94"/>
                <a:gd name="T45" fmla="*/ 2147483646 h 317"/>
                <a:gd name="T46" fmla="*/ 2147483646 w 94"/>
                <a:gd name="T47" fmla="*/ 2147483646 h 317"/>
                <a:gd name="T48" fmla="*/ 2147483646 w 94"/>
                <a:gd name="T49" fmla="*/ 2147483646 h 317"/>
                <a:gd name="T50" fmla="*/ 2147483646 w 94"/>
                <a:gd name="T51" fmla="*/ 2147483646 h 317"/>
                <a:gd name="T52" fmla="*/ 2147483646 w 94"/>
                <a:gd name="T53" fmla="*/ 2147483646 h 317"/>
                <a:gd name="T54" fmla="*/ 2147483646 w 94"/>
                <a:gd name="T55" fmla="*/ 2147483646 h 317"/>
                <a:gd name="T56" fmla="*/ 2147483646 w 94"/>
                <a:gd name="T57" fmla="*/ 2147483646 h 317"/>
                <a:gd name="T58" fmla="*/ 2147483646 w 94"/>
                <a:gd name="T59" fmla="*/ 2147483646 h 317"/>
                <a:gd name="T60" fmla="*/ 2147483646 w 94"/>
                <a:gd name="T61" fmla="*/ 2147483646 h 317"/>
                <a:gd name="T62" fmla="*/ 2147483646 w 94"/>
                <a:gd name="T63" fmla="*/ 2147483646 h 317"/>
                <a:gd name="T64" fmla="*/ 2147483646 w 94"/>
                <a:gd name="T65" fmla="*/ 2147483646 h 317"/>
                <a:gd name="T66" fmla="*/ 2147483646 w 94"/>
                <a:gd name="T67" fmla="*/ 2147483646 h 317"/>
                <a:gd name="T68" fmla="*/ 2147483646 w 94"/>
                <a:gd name="T69" fmla="*/ 2147483646 h 317"/>
                <a:gd name="T70" fmla="*/ 2147483646 w 94"/>
                <a:gd name="T71" fmla="*/ 2147483646 h 317"/>
                <a:gd name="T72" fmla="*/ 2147483646 w 94"/>
                <a:gd name="T73" fmla="*/ 2147483646 h 317"/>
                <a:gd name="T74" fmla="*/ 2147483646 w 94"/>
                <a:gd name="T75" fmla="*/ 2147483646 h 317"/>
                <a:gd name="T76" fmla="*/ 2147483646 w 94"/>
                <a:gd name="T77" fmla="*/ 2147483646 h 317"/>
                <a:gd name="T78" fmla="*/ 2147483646 w 94"/>
                <a:gd name="T79" fmla="*/ 2147483646 h 317"/>
                <a:gd name="T80" fmla="*/ 2147483646 w 94"/>
                <a:gd name="T81" fmla="*/ 2147483646 h 317"/>
                <a:gd name="T82" fmla="*/ 2147483646 w 94"/>
                <a:gd name="T83" fmla="*/ 2147483646 h 317"/>
                <a:gd name="T84" fmla="*/ 2147483646 w 94"/>
                <a:gd name="T85" fmla="*/ 2147483646 h 317"/>
                <a:gd name="T86" fmla="*/ 2147483646 w 94"/>
                <a:gd name="T87" fmla="*/ 2147483646 h 317"/>
                <a:gd name="T88" fmla="*/ 2147483646 w 94"/>
                <a:gd name="T89" fmla="*/ 2147483646 h 317"/>
                <a:gd name="T90" fmla="*/ 2147483646 w 94"/>
                <a:gd name="T91" fmla="*/ 2147483646 h 317"/>
                <a:gd name="T92" fmla="*/ 2147483646 w 94"/>
                <a:gd name="T93" fmla="*/ 2147483646 h 317"/>
                <a:gd name="T94" fmla="*/ 2147483646 w 94"/>
                <a:gd name="T95" fmla="*/ 2147483646 h 317"/>
                <a:gd name="T96" fmla="*/ 2147483646 w 94"/>
                <a:gd name="T97" fmla="*/ 2147483646 h 317"/>
                <a:gd name="T98" fmla="*/ 2147483646 w 94"/>
                <a:gd name="T99" fmla="*/ 2147483646 h 317"/>
                <a:gd name="T100" fmla="*/ 2147483646 w 94"/>
                <a:gd name="T101" fmla="*/ 2147483646 h 317"/>
                <a:gd name="T102" fmla="*/ 2147483646 w 94"/>
                <a:gd name="T103" fmla="*/ 2147483646 h 317"/>
                <a:gd name="T104" fmla="*/ 2147483646 w 94"/>
                <a:gd name="T105" fmla="*/ 2147483646 h 317"/>
                <a:gd name="T106" fmla="*/ 2147483646 w 94"/>
                <a:gd name="T107" fmla="*/ 2147483646 h 317"/>
                <a:gd name="T108" fmla="*/ 2147483646 w 94"/>
                <a:gd name="T109" fmla="*/ 2147483646 h 317"/>
                <a:gd name="T110" fmla="*/ 2147483646 w 94"/>
                <a:gd name="T111" fmla="*/ 2147483646 h 317"/>
                <a:gd name="T112" fmla="*/ 2147483646 w 94"/>
                <a:gd name="T113" fmla="*/ 2147483646 h 3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94" h="317">
                  <a:moveTo>
                    <a:pt x="0" y="317"/>
                  </a:moveTo>
                  <a:lnTo>
                    <a:pt x="3" y="314"/>
                  </a:lnTo>
                  <a:lnTo>
                    <a:pt x="4" y="310"/>
                  </a:lnTo>
                  <a:lnTo>
                    <a:pt x="5" y="308"/>
                  </a:lnTo>
                  <a:lnTo>
                    <a:pt x="7" y="305"/>
                  </a:lnTo>
                  <a:lnTo>
                    <a:pt x="9" y="302"/>
                  </a:lnTo>
                  <a:lnTo>
                    <a:pt x="11" y="300"/>
                  </a:lnTo>
                  <a:lnTo>
                    <a:pt x="12" y="297"/>
                  </a:lnTo>
                  <a:lnTo>
                    <a:pt x="13" y="294"/>
                  </a:lnTo>
                  <a:lnTo>
                    <a:pt x="13" y="293"/>
                  </a:lnTo>
                  <a:lnTo>
                    <a:pt x="15" y="290"/>
                  </a:lnTo>
                  <a:lnTo>
                    <a:pt x="16" y="289"/>
                  </a:lnTo>
                  <a:lnTo>
                    <a:pt x="17" y="288"/>
                  </a:lnTo>
                  <a:lnTo>
                    <a:pt x="17" y="286"/>
                  </a:lnTo>
                  <a:lnTo>
                    <a:pt x="19" y="284"/>
                  </a:lnTo>
                  <a:lnTo>
                    <a:pt x="20" y="282"/>
                  </a:lnTo>
                  <a:lnTo>
                    <a:pt x="20" y="281"/>
                  </a:lnTo>
                  <a:lnTo>
                    <a:pt x="21" y="280"/>
                  </a:lnTo>
                  <a:lnTo>
                    <a:pt x="21" y="278"/>
                  </a:lnTo>
                  <a:lnTo>
                    <a:pt x="23" y="277"/>
                  </a:lnTo>
                  <a:lnTo>
                    <a:pt x="23" y="276"/>
                  </a:lnTo>
                  <a:lnTo>
                    <a:pt x="23" y="274"/>
                  </a:lnTo>
                  <a:lnTo>
                    <a:pt x="24" y="274"/>
                  </a:lnTo>
                  <a:lnTo>
                    <a:pt x="24" y="273"/>
                  </a:lnTo>
                  <a:lnTo>
                    <a:pt x="25" y="272"/>
                  </a:lnTo>
                  <a:lnTo>
                    <a:pt x="25" y="270"/>
                  </a:lnTo>
                  <a:lnTo>
                    <a:pt x="27" y="269"/>
                  </a:lnTo>
                  <a:lnTo>
                    <a:pt x="27" y="268"/>
                  </a:lnTo>
                  <a:lnTo>
                    <a:pt x="28" y="266"/>
                  </a:lnTo>
                  <a:lnTo>
                    <a:pt x="28" y="264"/>
                  </a:lnTo>
                  <a:lnTo>
                    <a:pt x="29" y="263"/>
                  </a:lnTo>
                  <a:lnTo>
                    <a:pt x="29" y="261"/>
                  </a:lnTo>
                  <a:lnTo>
                    <a:pt x="31" y="259"/>
                  </a:lnTo>
                  <a:lnTo>
                    <a:pt x="31" y="257"/>
                  </a:lnTo>
                  <a:lnTo>
                    <a:pt x="32" y="256"/>
                  </a:lnTo>
                  <a:lnTo>
                    <a:pt x="32" y="255"/>
                  </a:lnTo>
                  <a:lnTo>
                    <a:pt x="33" y="253"/>
                  </a:lnTo>
                  <a:lnTo>
                    <a:pt x="33" y="251"/>
                  </a:lnTo>
                  <a:lnTo>
                    <a:pt x="35" y="249"/>
                  </a:lnTo>
                  <a:lnTo>
                    <a:pt x="35" y="248"/>
                  </a:lnTo>
                  <a:lnTo>
                    <a:pt x="36" y="247"/>
                  </a:lnTo>
                  <a:lnTo>
                    <a:pt x="36" y="245"/>
                  </a:lnTo>
                  <a:lnTo>
                    <a:pt x="36" y="244"/>
                  </a:lnTo>
                  <a:lnTo>
                    <a:pt x="37" y="243"/>
                  </a:lnTo>
                  <a:lnTo>
                    <a:pt x="37" y="241"/>
                  </a:lnTo>
                  <a:lnTo>
                    <a:pt x="39" y="240"/>
                  </a:lnTo>
                  <a:lnTo>
                    <a:pt x="39" y="239"/>
                  </a:lnTo>
                  <a:lnTo>
                    <a:pt x="39" y="237"/>
                  </a:lnTo>
                  <a:lnTo>
                    <a:pt x="40" y="237"/>
                  </a:lnTo>
                  <a:lnTo>
                    <a:pt x="40" y="236"/>
                  </a:lnTo>
                  <a:lnTo>
                    <a:pt x="40" y="235"/>
                  </a:lnTo>
                  <a:lnTo>
                    <a:pt x="41" y="233"/>
                  </a:lnTo>
                  <a:lnTo>
                    <a:pt x="41" y="232"/>
                  </a:lnTo>
                  <a:lnTo>
                    <a:pt x="41" y="231"/>
                  </a:lnTo>
                  <a:lnTo>
                    <a:pt x="42" y="229"/>
                  </a:lnTo>
                  <a:lnTo>
                    <a:pt x="42" y="228"/>
                  </a:lnTo>
                  <a:lnTo>
                    <a:pt x="42" y="227"/>
                  </a:lnTo>
                  <a:lnTo>
                    <a:pt x="44" y="225"/>
                  </a:lnTo>
                  <a:lnTo>
                    <a:pt x="44" y="223"/>
                  </a:lnTo>
                  <a:lnTo>
                    <a:pt x="45" y="221"/>
                  </a:lnTo>
                  <a:lnTo>
                    <a:pt x="45" y="220"/>
                  </a:lnTo>
                  <a:lnTo>
                    <a:pt x="46" y="217"/>
                  </a:lnTo>
                  <a:lnTo>
                    <a:pt x="48" y="215"/>
                  </a:lnTo>
                  <a:lnTo>
                    <a:pt x="48" y="213"/>
                  </a:lnTo>
                  <a:lnTo>
                    <a:pt x="49" y="211"/>
                  </a:lnTo>
                  <a:lnTo>
                    <a:pt x="49" y="209"/>
                  </a:lnTo>
                  <a:lnTo>
                    <a:pt x="50" y="207"/>
                  </a:lnTo>
                  <a:lnTo>
                    <a:pt x="52" y="205"/>
                  </a:lnTo>
                  <a:lnTo>
                    <a:pt x="52" y="204"/>
                  </a:lnTo>
                  <a:lnTo>
                    <a:pt x="52" y="203"/>
                  </a:lnTo>
                  <a:lnTo>
                    <a:pt x="53" y="201"/>
                  </a:lnTo>
                  <a:lnTo>
                    <a:pt x="53" y="200"/>
                  </a:lnTo>
                  <a:lnTo>
                    <a:pt x="54" y="199"/>
                  </a:lnTo>
                  <a:lnTo>
                    <a:pt x="54" y="197"/>
                  </a:lnTo>
                  <a:lnTo>
                    <a:pt x="54" y="196"/>
                  </a:lnTo>
                  <a:lnTo>
                    <a:pt x="56" y="195"/>
                  </a:lnTo>
                  <a:lnTo>
                    <a:pt x="56" y="193"/>
                  </a:lnTo>
                  <a:lnTo>
                    <a:pt x="56" y="192"/>
                  </a:lnTo>
                  <a:lnTo>
                    <a:pt x="57" y="191"/>
                  </a:lnTo>
                  <a:lnTo>
                    <a:pt x="57" y="190"/>
                  </a:lnTo>
                  <a:lnTo>
                    <a:pt x="57" y="188"/>
                  </a:lnTo>
                  <a:lnTo>
                    <a:pt x="58" y="187"/>
                  </a:lnTo>
                  <a:lnTo>
                    <a:pt x="58" y="186"/>
                  </a:lnTo>
                  <a:lnTo>
                    <a:pt x="58" y="184"/>
                  </a:lnTo>
                  <a:lnTo>
                    <a:pt x="60" y="183"/>
                  </a:lnTo>
                  <a:lnTo>
                    <a:pt x="60" y="182"/>
                  </a:lnTo>
                  <a:lnTo>
                    <a:pt x="60" y="180"/>
                  </a:lnTo>
                  <a:lnTo>
                    <a:pt x="61" y="179"/>
                  </a:lnTo>
                  <a:lnTo>
                    <a:pt x="61" y="176"/>
                  </a:lnTo>
                  <a:lnTo>
                    <a:pt x="61" y="175"/>
                  </a:lnTo>
                  <a:lnTo>
                    <a:pt x="62" y="174"/>
                  </a:lnTo>
                  <a:lnTo>
                    <a:pt x="62" y="171"/>
                  </a:lnTo>
                  <a:lnTo>
                    <a:pt x="64" y="170"/>
                  </a:lnTo>
                  <a:lnTo>
                    <a:pt x="64" y="167"/>
                  </a:lnTo>
                  <a:lnTo>
                    <a:pt x="65" y="164"/>
                  </a:lnTo>
                  <a:lnTo>
                    <a:pt x="65" y="163"/>
                  </a:lnTo>
                  <a:lnTo>
                    <a:pt x="66" y="160"/>
                  </a:lnTo>
                  <a:lnTo>
                    <a:pt x="66" y="159"/>
                  </a:lnTo>
                  <a:lnTo>
                    <a:pt x="68" y="158"/>
                  </a:lnTo>
                  <a:lnTo>
                    <a:pt x="68" y="156"/>
                  </a:lnTo>
                  <a:lnTo>
                    <a:pt x="68" y="154"/>
                  </a:lnTo>
                  <a:lnTo>
                    <a:pt x="69" y="152"/>
                  </a:lnTo>
                  <a:lnTo>
                    <a:pt x="69" y="151"/>
                  </a:lnTo>
                  <a:lnTo>
                    <a:pt x="69" y="150"/>
                  </a:lnTo>
                  <a:lnTo>
                    <a:pt x="70" y="148"/>
                  </a:lnTo>
                  <a:lnTo>
                    <a:pt x="70" y="147"/>
                  </a:lnTo>
                  <a:lnTo>
                    <a:pt x="70" y="146"/>
                  </a:lnTo>
                  <a:lnTo>
                    <a:pt x="72" y="144"/>
                  </a:lnTo>
                  <a:lnTo>
                    <a:pt x="72" y="143"/>
                  </a:lnTo>
                  <a:lnTo>
                    <a:pt x="72" y="142"/>
                  </a:lnTo>
                  <a:lnTo>
                    <a:pt x="72" y="140"/>
                  </a:lnTo>
                  <a:lnTo>
                    <a:pt x="73" y="139"/>
                  </a:lnTo>
                  <a:lnTo>
                    <a:pt x="73" y="138"/>
                  </a:lnTo>
                  <a:lnTo>
                    <a:pt x="74" y="136"/>
                  </a:lnTo>
                  <a:lnTo>
                    <a:pt x="74" y="135"/>
                  </a:lnTo>
                  <a:lnTo>
                    <a:pt x="74" y="134"/>
                  </a:lnTo>
                  <a:lnTo>
                    <a:pt x="76" y="132"/>
                  </a:lnTo>
                  <a:lnTo>
                    <a:pt x="76" y="130"/>
                  </a:lnTo>
                  <a:lnTo>
                    <a:pt x="76" y="128"/>
                  </a:lnTo>
                  <a:lnTo>
                    <a:pt x="77" y="127"/>
                  </a:lnTo>
                  <a:lnTo>
                    <a:pt x="77" y="126"/>
                  </a:lnTo>
                  <a:lnTo>
                    <a:pt x="78" y="123"/>
                  </a:lnTo>
                  <a:lnTo>
                    <a:pt x="78" y="122"/>
                  </a:lnTo>
                  <a:lnTo>
                    <a:pt x="78" y="119"/>
                  </a:lnTo>
                  <a:lnTo>
                    <a:pt x="80" y="116"/>
                  </a:lnTo>
                  <a:lnTo>
                    <a:pt x="80" y="115"/>
                  </a:lnTo>
                  <a:lnTo>
                    <a:pt x="81" y="113"/>
                  </a:lnTo>
                  <a:lnTo>
                    <a:pt x="81" y="111"/>
                  </a:lnTo>
                  <a:lnTo>
                    <a:pt x="82" y="110"/>
                  </a:lnTo>
                  <a:lnTo>
                    <a:pt x="82" y="107"/>
                  </a:lnTo>
                  <a:lnTo>
                    <a:pt x="82" y="106"/>
                  </a:lnTo>
                  <a:lnTo>
                    <a:pt x="84" y="105"/>
                  </a:lnTo>
                  <a:lnTo>
                    <a:pt x="84" y="103"/>
                  </a:lnTo>
                  <a:lnTo>
                    <a:pt x="84" y="102"/>
                  </a:lnTo>
                  <a:lnTo>
                    <a:pt x="85" y="101"/>
                  </a:lnTo>
                  <a:lnTo>
                    <a:pt x="85" y="99"/>
                  </a:lnTo>
                  <a:lnTo>
                    <a:pt x="85" y="98"/>
                  </a:lnTo>
                  <a:lnTo>
                    <a:pt x="85" y="97"/>
                  </a:lnTo>
                  <a:lnTo>
                    <a:pt x="86" y="95"/>
                  </a:lnTo>
                  <a:lnTo>
                    <a:pt x="86" y="94"/>
                  </a:lnTo>
                  <a:lnTo>
                    <a:pt x="86" y="93"/>
                  </a:lnTo>
                  <a:lnTo>
                    <a:pt x="86" y="91"/>
                  </a:lnTo>
                  <a:lnTo>
                    <a:pt x="86" y="90"/>
                  </a:lnTo>
                  <a:lnTo>
                    <a:pt x="86" y="89"/>
                  </a:lnTo>
                  <a:lnTo>
                    <a:pt x="86" y="87"/>
                  </a:lnTo>
                  <a:lnTo>
                    <a:pt x="88" y="87"/>
                  </a:lnTo>
                  <a:lnTo>
                    <a:pt x="88" y="86"/>
                  </a:lnTo>
                  <a:lnTo>
                    <a:pt x="88" y="85"/>
                  </a:lnTo>
                  <a:lnTo>
                    <a:pt x="88" y="82"/>
                  </a:lnTo>
                  <a:lnTo>
                    <a:pt x="88" y="81"/>
                  </a:lnTo>
                  <a:lnTo>
                    <a:pt x="88" y="79"/>
                  </a:lnTo>
                  <a:lnTo>
                    <a:pt x="88" y="78"/>
                  </a:lnTo>
                  <a:lnTo>
                    <a:pt x="88" y="77"/>
                  </a:lnTo>
                  <a:lnTo>
                    <a:pt x="88" y="74"/>
                  </a:lnTo>
                  <a:lnTo>
                    <a:pt x="88" y="73"/>
                  </a:lnTo>
                  <a:lnTo>
                    <a:pt x="89" y="70"/>
                  </a:lnTo>
                  <a:lnTo>
                    <a:pt x="89" y="69"/>
                  </a:lnTo>
                  <a:lnTo>
                    <a:pt x="89" y="67"/>
                  </a:lnTo>
                  <a:lnTo>
                    <a:pt x="89" y="66"/>
                  </a:lnTo>
                  <a:lnTo>
                    <a:pt x="89" y="65"/>
                  </a:lnTo>
                  <a:lnTo>
                    <a:pt x="89" y="63"/>
                  </a:lnTo>
                  <a:lnTo>
                    <a:pt x="89" y="62"/>
                  </a:lnTo>
                  <a:lnTo>
                    <a:pt x="89" y="61"/>
                  </a:lnTo>
                  <a:lnTo>
                    <a:pt x="89" y="59"/>
                  </a:lnTo>
                  <a:lnTo>
                    <a:pt x="89" y="58"/>
                  </a:lnTo>
                  <a:lnTo>
                    <a:pt x="90" y="57"/>
                  </a:lnTo>
                  <a:lnTo>
                    <a:pt x="90" y="55"/>
                  </a:lnTo>
                  <a:lnTo>
                    <a:pt x="90" y="54"/>
                  </a:lnTo>
                  <a:lnTo>
                    <a:pt x="90" y="53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0" y="49"/>
                  </a:lnTo>
                  <a:lnTo>
                    <a:pt x="92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3" y="38"/>
                  </a:lnTo>
                  <a:lnTo>
                    <a:pt x="93" y="37"/>
                  </a:lnTo>
                  <a:lnTo>
                    <a:pt x="93" y="36"/>
                  </a:lnTo>
                  <a:lnTo>
                    <a:pt x="93" y="34"/>
                  </a:lnTo>
                  <a:lnTo>
                    <a:pt x="94" y="33"/>
                  </a:lnTo>
                  <a:lnTo>
                    <a:pt x="94" y="32"/>
                  </a:lnTo>
                  <a:lnTo>
                    <a:pt x="94" y="30"/>
                  </a:lnTo>
                  <a:lnTo>
                    <a:pt x="94" y="29"/>
                  </a:lnTo>
                  <a:lnTo>
                    <a:pt x="94" y="28"/>
                  </a:lnTo>
                  <a:lnTo>
                    <a:pt x="94" y="26"/>
                  </a:lnTo>
                  <a:lnTo>
                    <a:pt x="94" y="25"/>
                  </a:lnTo>
                  <a:lnTo>
                    <a:pt x="94" y="24"/>
                  </a:lnTo>
                  <a:lnTo>
                    <a:pt x="94" y="22"/>
                  </a:lnTo>
                  <a:lnTo>
                    <a:pt x="94" y="21"/>
                  </a:lnTo>
                  <a:lnTo>
                    <a:pt x="94" y="20"/>
                  </a:lnTo>
                  <a:lnTo>
                    <a:pt x="94" y="18"/>
                  </a:lnTo>
                  <a:lnTo>
                    <a:pt x="94" y="17"/>
                  </a:lnTo>
                  <a:lnTo>
                    <a:pt x="94" y="16"/>
                  </a:lnTo>
                  <a:lnTo>
                    <a:pt x="94" y="13"/>
                  </a:lnTo>
                  <a:lnTo>
                    <a:pt x="94" y="12"/>
                  </a:lnTo>
                  <a:lnTo>
                    <a:pt x="93" y="10"/>
                  </a:lnTo>
                  <a:lnTo>
                    <a:pt x="93" y="8"/>
                  </a:lnTo>
                  <a:lnTo>
                    <a:pt x="93" y="5"/>
                  </a:lnTo>
                  <a:lnTo>
                    <a:pt x="93" y="2"/>
                  </a:lnTo>
                  <a:lnTo>
                    <a:pt x="93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5401" name="Line 20">
              <a:extLst>
                <a:ext uri="{FF2B5EF4-FFF2-40B4-BE49-F238E27FC236}">
                  <a16:creationId xmlns:a16="http://schemas.microsoft.com/office/drawing/2014/main" id="{5381DB82-8D70-4E7A-B428-67D6648B0D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80971" y="3835430"/>
              <a:ext cx="377009" cy="6588"/>
            </a:xfrm>
            <a:prstGeom prst="line">
              <a:avLst/>
            </a:prstGeom>
            <a:noFill/>
            <a:ln w="19050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5402" name="Freeform 48">
              <a:extLst>
                <a:ext uri="{FF2B5EF4-FFF2-40B4-BE49-F238E27FC236}">
                  <a16:creationId xmlns:a16="http://schemas.microsoft.com/office/drawing/2014/main" id="{DADCD393-4F03-4B82-95B2-50E00629DFC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91191" y="4510932"/>
              <a:ext cx="54864" cy="51445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5403" name="Freeform 48">
              <a:extLst>
                <a:ext uri="{FF2B5EF4-FFF2-40B4-BE49-F238E27FC236}">
                  <a16:creationId xmlns:a16="http://schemas.microsoft.com/office/drawing/2014/main" id="{5FD88F92-F4FD-4724-BC7C-58775126745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966196" y="3934561"/>
              <a:ext cx="54864" cy="51445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5404" name="Freeform 48">
              <a:extLst>
                <a:ext uri="{FF2B5EF4-FFF2-40B4-BE49-F238E27FC236}">
                  <a16:creationId xmlns:a16="http://schemas.microsoft.com/office/drawing/2014/main" id="{A5FE90E1-06C4-450C-86E9-A7D0827EBAC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981092" y="2808177"/>
              <a:ext cx="54864" cy="51445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5405" name="Freeform 48">
              <a:extLst>
                <a:ext uri="{FF2B5EF4-FFF2-40B4-BE49-F238E27FC236}">
                  <a16:creationId xmlns:a16="http://schemas.microsoft.com/office/drawing/2014/main" id="{5B7650D7-FBF0-41D9-9597-2F274A2C858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975362" y="1729918"/>
              <a:ext cx="54864" cy="51445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5406" name="Freeform 48">
              <a:extLst>
                <a:ext uri="{FF2B5EF4-FFF2-40B4-BE49-F238E27FC236}">
                  <a16:creationId xmlns:a16="http://schemas.microsoft.com/office/drawing/2014/main" id="{BCD6D1A5-D417-4E5D-BBF5-CBB672B93AD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625195" y="3862372"/>
              <a:ext cx="54864" cy="51445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C00000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5407" name="Freeform 48">
              <a:extLst>
                <a:ext uri="{FF2B5EF4-FFF2-40B4-BE49-F238E27FC236}">
                  <a16:creationId xmlns:a16="http://schemas.microsoft.com/office/drawing/2014/main" id="{62EF0840-1533-4E31-AC2E-0820A3174F9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999964" y="2254061"/>
              <a:ext cx="54864" cy="51445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7030A0"/>
            </a:solidFill>
            <a:ln w="19050">
              <a:solidFill>
                <a:srgbClr val="7030A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5408" name="Freeform 48">
              <a:extLst>
                <a:ext uri="{FF2B5EF4-FFF2-40B4-BE49-F238E27FC236}">
                  <a16:creationId xmlns:a16="http://schemas.microsoft.com/office/drawing/2014/main" id="{5DB61454-596E-4DD3-9CD1-95CE46DBDE1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536258" y="3855518"/>
              <a:ext cx="54864" cy="51445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5409" name="Freeform 45">
              <a:extLst>
                <a:ext uri="{FF2B5EF4-FFF2-40B4-BE49-F238E27FC236}">
                  <a16:creationId xmlns:a16="http://schemas.microsoft.com/office/drawing/2014/main" id="{FE6C12AF-A75B-4AFD-8800-CAC171CF0079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6359798" y="1616138"/>
              <a:ext cx="604768" cy="1108969"/>
            </a:xfrm>
            <a:custGeom>
              <a:avLst/>
              <a:gdLst>
                <a:gd name="T0" fmla="*/ 0 w 6179"/>
                <a:gd name="T1" fmla="*/ 122981224 h 10000"/>
                <a:gd name="T2" fmla="*/ 354404 w 6179"/>
                <a:gd name="T3" fmla="*/ 0 h 10000"/>
                <a:gd name="T4" fmla="*/ 59191509 w 6179"/>
                <a:gd name="T5" fmla="*/ 1045314 h 100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79" h="10000">
                  <a:moveTo>
                    <a:pt x="0" y="10000"/>
                  </a:moveTo>
                  <a:cubicBezTo>
                    <a:pt x="13" y="6666"/>
                    <a:pt x="24" y="3334"/>
                    <a:pt x="37" y="0"/>
                  </a:cubicBezTo>
                  <a:lnTo>
                    <a:pt x="6179" y="8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5410" name="Freeform 48">
              <a:extLst>
                <a:ext uri="{FF2B5EF4-FFF2-40B4-BE49-F238E27FC236}">
                  <a16:creationId xmlns:a16="http://schemas.microsoft.com/office/drawing/2014/main" id="{3E129836-9011-4196-A081-67E9A08266A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30569" y="1609015"/>
              <a:ext cx="54864" cy="51445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5411" name="Freeform 48">
              <a:extLst>
                <a:ext uri="{FF2B5EF4-FFF2-40B4-BE49-F238E27FC236}">
                  <a16:creationId xmlns:a16="http://schemas.microsoft.com/office/drawing/2014/main" id="{EA57EA41-DA87-4488-9AC2-D96D37E227F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664834" y="3935707"/>
              <a:ext cx="54864" cy="51445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7030A0"/>
            </a:solidFill>
            <a:ln w="19050">
              <a:solidFill>
                <a:srgbClr val="7030A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355334" name="Shape 3504">
            <a:extLst>
              <a:ext uri="{FF2B5EF4-FFF2-40B4-BE49-F238E27FC236}">
                <a16:creationId xmlns:a16="http://schemas.microsoft.com/office/drawing/2014/main" id="{3344FDC5-ED93-4EFB-BD74-5234218342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013" y="6353175"/>
            <a:ext cx="10160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800" b="0" i="0" u="none" strike="noStrike" kern="1200" cap="none" spc="0" normalizeH="0" baseline="-2500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 = y</a:t>
            </a:r>
            <a:r>
              <a:rPr kumimoji="0" lang="en-US" altLang="en-US" sz="1800" b="0" i="0" u="none" strike="noStrike" kern="1200" cap="none" spc="0" normalizeH="0" baseline="-2500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 </a:t>
            </a:r>
          </a:p>
        </p:txBody>
      </p:sp>
      <p:grpSp>
        <p:nvGrpSpPr>
          <p:cNvPr id="355335" name="Group 123">
            <a:extLst>
              <a:ext uri="{FF2B5EF4-FFF2-40B4-BE49-F238E27FC236}">
                <a16:creationId xmlns:a16="http://schemas.microsoft.com/office/drawing/2014/main" id="{F0BAA2A8-8BA8-4450-992E-9E962C51EAE8}"/>
              </a:ext>
            </a:extLst>
          </p:cNvPr>
          <p:cNvGrpSpPr>
            <a:grpSpLocks/>
          </p:cNvGrpSpPr>
          <p:nvPr/>
        </p:nvGrpSpPr>
        <p:grpSpPr bwMode="auto">
          <a:xfrm>
            <a:off x="225425" y="5940425"/>
            <a:ext cx="2376488" cy="244475"/>
            <a:chOff x="126034" y="5245099"/>
            <a:chExt cx="2375865" cy="244476"/>
          </a:xfrm>
        </p:grpSpPr>
        <p:sp>
          <p:nvSpPr>
            <p:cNvPr id="355336" name="Shape 3504">
              <a:extLst>
                <a:ext uri="{FF2B5EF4-FFF2-40B4-BE49-F238E27FC236}">
                  <a16:creationId xmlns:a16="http://schemas.microsoft.com/office/drawing/2014/main" id="{2E1863D4-46C5-48C7-A021-F9458A6ED2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6034" y="5245099"/>
              <a:ext cx="2375865" cy="2444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w 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+ 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</a:p>
          </p:txBody>
        </p: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72F796B2-7DE1-BA48-952B-0144CCC62FD6}"/>
                </a:ext>
              </a:extLst>
            </p:cNvPr>
            <p:cNvCxnSpPr/>
            <p:nvPr/>
          </p:nvCxnSpPr>
          <p:spPr bwMode="auto">
            <a:xfrm>
              <a:off x="786261" y="5265737"/>
              <a:ext cx="193624" cy="0"/>
            </a:xfrm>
            <a:prstGeom prst="line">
              <a:avLst/>
            </a:prstGeom>
            <a:ln>
              <a:solidFill>
                <a:srgbClr val="7030A0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766AECB7-12FE-5944-85FC-1173CC156ED3}"/>
                </a:ext>
              </a:extLst>
            </p:cNvPr>
            <p:cNvCxnSpPr/>
            <p:nvPr/>
          </p:nvCxnSpPr>
          <p:spPr bwMode="auto">
            <a:xfrm>
              <a:off x="1465533" y="5249862"/>
              <a:ext cx="193624" cy="0"/>
            </a:xfrm>
            <a:prstGeom prst="line">
              <a:avLst/>
            </a:prstGeom>
            <a:ln>
              <a:solidFill>
                <a:srgbClr val="7030A0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377" name="Rectangle 2">
            <a:extLst>
              <a:ext uri="{FF2B5EF4-FFF2-40B4-BE49-F238E27FC236}">
                <a16:creationId xmlns:a16="http://schemas.microsoft.com/office/drawing/2014/main" id="{74E9923F-DF9C-4296-BE2A-419690FE5AB2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0" y="1633538"/>
            <a:ext cx="9144000" cy="2176462"/>
          </a:xfrm>
        </p:spPr>
        <p:txBody>
          <a:bodyPr/>
          <a:lstStyle/>
          <a:p>
            <a:pPr eaLnBrk="1" hangingPunct="1">
              <a:spcBef>
                <a:spcPct val="0"/>
              </a:spcBef>
              <a:spcAft>
                <a:spcPct val="0"/>
              </a:spcAft>
            </a:pPr>
            <a:r>
              <a:rPr lang="en-US" altLang="en-US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Encoding #3:</a:t>
            </a:r>
            <a:br>
              <a:rPr lang="en-US" altLang="en-US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</a:br>
            <a:r>
              <a:rPr lang="en-US" altLang="en-US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A=0001, B=0010, C=0100, D=1000</a:t>
            </a:r>
            <a:br>
              <a:rPr lang="en-US" altLang="en-US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</a:br>
            <a:br>
              <a:rPr lang="en-US" altLang="en-US" sz="280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</a:br>
            <a:endParaRPr lang="en-US" altLang="en-US" sz="2800" dirty="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377" name="Rectangle 2">
            <a:extLst>
              <a:ext uri="{FF2B5EF4-FFF2-40B4-BE49-F238E27FC236}">
                <a16:creationId xmlns:a16="http://schemas.microsoft.com/office/drawing/2014/main" id="{74E9923F-DF9C-4296-BE2A-419690FE5AB2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0" y="1633538"/>
            <a:ext cx="9144000" cy="2176462"/>
          </a:xfrm>
        </p:spPr>
        <p:txBody>
          <a:bodyPr/>
          <a:lstStyle/>
          <a:p>
            <a:pPr eaLnBrk="1" hangingPunct="1">
              <a:spcBef>
                <a:spcPct val="0"/>
              </a:spcBef>
              <a:spcAft>
                <a:spcPct val="0"/>
              </a:spcAft>
            </a:pPr>
            <a:r>
              <a:rPr lang="en-US" altLang="en-US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Encoding #3:</a:t>
            </a:r>
            <a:br>
              <a:rPr lang="en-US" altLang="en-US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</a:br>
            <a:r>
              <a:rPr lang="en-US" altLang="en-US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A=0001, B=0010, C=0100, D=1000</a:t>
            </a:r>
            <a:br>
              <a:rPr lang="en-US" altLang="en-US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</a:br>
            <a:br>
              <a:rPr lang="en-US" altLang="en-US" sz="280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</a:br>
            <a:r>
              <a:rPr lang="en-US" altLang="en-US" sz="280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(One-Hot Encoding – Uses </a:t>
            </a:r>
            <a:r>
              <a:rPr lang="en-US" altLang="en-US" sz="2800" dirty="0">
                <a:solidFill>
                  <a:srgbClr val="FF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Four Flip-Flops</a:t>
            </a:r>
            <a:r>
              <a:rPr lang="en-US" altLang="en-US" sz="280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4050217923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F2A83091-F808-4342-A195-025C8091E77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30480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/>
              <a:t>One-Hot State Encoding</a:t>
            </a:r>
            <a:endParaRPr lang="en-US" dirty="0">
              <a:ea typeface="+mj-ea"/>
              <a:cs typeface="+mj-cs"/>
            </a:endParaRPr>
          </a:p>
        </p:txBody>
      </p:sp>
      <p:sp>
        <p:nvSpPr>
          <p:cNvPr id="207875" name="Rectangle 3">
            <a:extLst>
              <a:ext uri="{FF2B5EF4-FFF2-40B4-BE49-F238E27FC236}">
                <a16:creationId xmlns:a16="http://schemas.microsoft.com/office/drawing/2014/main" id="{3C054DC1-3A3A-0E46-ACCE-8515BC233D5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09600" y="1219200"/>
            <a:ext cx="8305800" cy="4953000"/>
          </a:xfrm>
        </p:spPr>
        <p:txBody>
          <a:bodyPr/>
          <a:lstStyle/>
          <a:p>
            <a:pPr eaLnBrk="1" hangingPunct="1">
              <a:defRPr/>
            </a:pPr>
            <a:endParaRPr lang="en-US" dirty="0">
              <a:ea typeface="+mn-ea"/>
              <a:cs typeface="+mn-cs"/>
            </a:endParaRPr>
          </a:p>
          <a:p>
            <a:pPr eaLnBrk="1" hangingPunct="1">
              <a:defRPr/>
            </a:pPr>
            <a:r>
              <a:rPr lang="en-US" dirty="0">
                <a:ea typeface="+mn-ea"/>
                <a:cs typeface="+mn-cs"/>
              </a:rPr>
              <a:t>So far, we have been encoding states in a way that minimizes the number of flip-flops.</a:t>
            </a:r>
          </a:p>
          <a:p>
            <a:pPr eaLnBrk="1" hangingPunct="1">
              <a:defRPr/>
            </a:pPr>
            <a:endParaRPr lang="en-US" dirty="0">
              <a:ea typeface="+mn-ea"/>
              <a:cs typeface="+mn-cs"/>
            </a:endParaRPr>
          </a:p>
          <a:p>
            <a:pPr eaLnBrk="1" hangingPunct="1">
              <a:defRPr/>
            </a:pPr>
            <a:r>
              <a:rPr lang="en-US" dirty="0">
                <a:ea typeface="+mn-ea"/>
                <a:cs typeface="+mn-cs"/>
              </a:rPr>
              <a:t>But sometimes we can decrease the complexity of our logic if we encode states more sparsely.</a:t>
            </a: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688D91C7-54D1-CA42-A88C-63F1399D4B6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4763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/>
              <a:t>Encoding for State A</a:t>
            </a:r>
            <a:endParaRPr lang="en-US" dirty="0">
              <a:ea typeface="+mj-ea"/>
              <a:cs typeface="+mj-cs"/>
            </a:endParaRPr>
          </a:p>
        </p:txBody>
      </p:sp>
      <p:grpSp>
        <p:nvGrpSpPr>
          <p:cNvPr id="359426" name="Group 30">
            <a:extLst>
              <a:ext uri="{FF2B5EF4-FFF2-40B4-BE49-F238E27FC236}">
                <a16:creationId xmlns:a16="http://schemas.microsoft.com/office/drawing/2014/main" id="{19E51C36-7EA3-48CE-A18D-7472080F64A6}"/>
              </a:ext>
            </a:extLst>
          </p:cNvPr>
          <p:cNvGrpSpPr>
            <a:grpSpLocks/>
          </p:cNvGrpSpPr>
          <p:nvPr/>
        </p:nvGrpSpPr>
        <p:grpSpPr bwMode="auto">
          <a:xfrm>
            <a:off x="1338263" y="987425"/>
            <a:ext cx="4598987" cy="5757863"/>
            <a:chOff x="2327660" y="951842"/>
            <a:chExt cx="4598988" cy="5758795"/>
          </a:xfrm>
        </p:grpSpPr>
        <p:sp>
          <p:nvSpPr>
            <p:cNvPr id="359431" name="Rectangle 13">
              <a:extLst>
                <a:ext uri="{FF2B5EF4-FFF2-40B4-BE49-F238E27FC236}">
                  <a16:creationId xmlns:a16="http://schemas.microsoft.com/office/drawing/2014/main" id="{07197859-5840-45D7-82AE-86195C6931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8223" y="3878677"/>
              <a:ext cx="800100" cy="130333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432" name="Rectangle 14">
              <a:extLst>
                <a:ext uri="{FF2B5EF4-FFF2-40B4-BE49-F238E27FC236}">
                  <a16:creationId xmlns:a16="http://schemas.microsoft.com/office/drawing/2014/main" id="{BD5E6B08-78A2-4A1B-8D55-7ED817D4A3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7598" y="4102514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D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433" name="Rectangle 15">
              <a:extLst>
                <a:ext uri="{FF2B5EF4-FFF2-40B4-BE49-F238E27FC236}">
                  <a16:creationId xmlns:a16="http://schemas.microsoft.com/office/drawing/2014/main" id="{EF52DD5D-CD60-4CDA-8809-85FB9C717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3848" y="4094577"/>
              <a:ext cx="295275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434" name="Line 16">
              <a:extLst>
                <a:ext uri="{FF2B5EF4-FFF2-40B4-BE49-F238E27FC236}">
                  <a16:creationId xmlns:a16="http://schemas.microsoft.com/office/drawing/2014/main" id="{C4A7D37E-92C5-4C3A-A0AB-F50C509903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29723" y="4724814"/>
              <a:ext cx="1143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435" name="Freeform 17">
              <a:extLst>
                <a:ext uri="{FF2B5EF4-FFF2-40B4-BE49-F238E27FC236}">
                  <a16:creationId xmlns:a16="http://schemas.microsoft.com/office/drawing/2014/main" id="{BCA66D42-04C5-4BD2-85B7-E46084FE9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8223" y="4770852"/>
              <a:ext cx="160337" cy="158750"/>
            </a:xfrm>
            <a:custGeom>
              <a:avLst/>
              <a:gdLst>
                <a:gd name="T0" fmla="*/ 0 w 202"/>
                <a:gd name="T1" fmla="*/ 2147483646 h 202"/>
                <a:gd name="T2" fmla="*/ 2147483646 w 202"/>
                <a:gd name="T3" fmla="*/ 2147483646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  <a:gd name="T9" fmla="*/ 0 w 202"/>
                <a:gd name="T10" fmla="*/ 0 h 202"/>
                <a:gd name="T11" fmla="*/ 202 w 202"/>
                <a:gd name="T12" fmla="*/ 202 h 20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436" name="Line 20">
              <a:extLst>
                <a:ext uri="{FF2B5EF4-FFF2-40B4-BE49-F238E27FC236}">
                  <a16:creationId xmlns:a16="http://schemas.microsoft.com/office/drawing/2014/main" id="{832BF95F-A021-4E04-AF71-7ADB3B4960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71432" y="4199352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437" name="Rectangle 22">
              <a:extLst>
                <a:ext uri="{FF2B5EF4-FFF2-40B4-BE49-F238E27FC236}">
                  <a16:creationId xmlns:a16="http://schemas.microsoft.com/office/drawing/2014/main" id="{8F5CB3F7-41D8-44E5-A5F7-A3271F32D1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8223" y="5408887"/>
              <a:ext cx="800100" cy="130175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438" name="Rectangle 23">
              <a:extLst>
                <a:ext uri="{FF2B5EF4-FFF2-40B4-BE49-F238E27FC236}">
                  <a16:creationId xmlns:a16="http://schemas.microsoft.com/office/drawing/2014/main" id="{1FEAF295-976D-443D-A772-09BF7DC563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5435" y="4747039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439" name="Rectangle 24">
              <a:extLst>
                <a:ext uri="{FF2B5EF4-FFF2-40B4-BE49-F238E27FC236}">
                  <a16:creationId xmlns:a16="http://schemas.microsoft.com/office/drawing/2014/main" id="{1BE9503D-01F1-4B41-A350-E2643ECF4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7598" y="5635900"/>
              <a:ext cx="295275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D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440" name="Rectangle 25">
              <a:extLst>
                <a:ext uri="{FF2B5EF4-FFF2-40B4-BE49-F238E27FC236}">
                  <a16:creationId xmlns:a16="http://schemas.microsoft.com/office/drawing/2014/main" id="{5AF722A5-7523-493B-9270-6F2CEBF0A8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3848" y="5627962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441" name="Line 26">
              <a:extLst>
                <a:ext uri="{FF2B5EF4-FFF2-40B4-BE49-F238E27FC236}">
                  <a16:creationId xmlns:a16="http://schemas.microsoft.com/office/drawing/2014/main" id="{008C8A7B-2E20-4E78-8001-051EDA5E81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29723" y="6277250"/>
              <a:ext cx="11430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442" name="Freeform 27">
              <a:extLst>
                <a:ext uri="{FF2B5EF4-FFF2-40B4-BE49-F238E27FC236}">
                  <a16:creationId xmlns:a16="http://schemas.microsoft.com/office/drawing/2014/main" id="{5C989463-296A-41C1-9357-D62B58D86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8223" y="6299475"/>
              <a:ext cx="160337" cy="160337"/>
            </a:xfrm>
            <a:custGeom>
              <a:avLst/>
              <a:gdLst>
                <a:gd name="T0" fmla="*/ 0 w 202"/>
                <a:gd name="T1" fmla="*/ 2147483646 h 201"/>
                <a:gd name="T2" fmla="*/ 2147483646 w 202"/>
                <a:gd name="T3" fmla="*/ 2147483646 h 201"/>
                <a:gd name="T4" fmla="*/ 0 w 202"/>
                <a:gd name="T5" fmla="*/ 0 h 201"/>
                <a:gd name="T6" fmla="*/ 0 60000 65536"/>
                <a:gd name="T7" fmla="*/ 0 60000 65536"/>
                <a:gd name="T8" fmla="*/ 0 60000 65536"/>
                <a:gd name="T9" fmla="*/ 0 w 202"/>
                <a:gd name="T10" fmla="*/ 0 h 201"/>
                <a:gd name="T11" fmla="*/ 202 w 202"/>
                <a:gd name="T12" fmla="*/ 201 h 20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2" h="201">
                  <a:moveTo>
                    <a:pt x="0" y="201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443" name="Rectangle 32">
              <a:extLst>
                <a:ext uri="{FF2B5EF4-FFF2-40B4-BE49-F238E27FC236}">
                  <a16:creationId xmlns:a16="http://schemas.microsoft.com/office/drawing/2014/main" id="{8759F182-1967-4364-883C-2C0062A066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5435" y="6282012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444" name="Rectangle 33">
              <a:extLst>
                <a:ext uri="{FF2B5EF4-FFF2-40B4-BE49-F238E27FC236}">
                  <a16:creationId xmlns:a16="http://schemas.microsoft.com/office/drawing/2014/main" id="{A0DE2BC8-727B-40ED-BEA2-58C4A2FC5D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7535" y="3865977"/>
              <a:ext cx="2603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445" name="Rectangle 34">
              <a:extLst>
                <a:ext uri="{FF2B5EF4-FFF2-40B4-BE49-F238E27FC236}">
                  <a16:creationId xmlns:a16="http://schemas.microsoft.com/office/drawing/2014/main" id="{539E242A-D587-42B9-B371-4708D1D89C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835" y="3953289"/>
              <a:ext cx="206375" cy="242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446" name="Rectangle 35">
              <a:extLst>
                <a:ext uri="{FF2B5EF4-FFF2-40B4-BE49-F238E27FC236}">
                  <a16:creationId xmlns:a16="http://schemas.microsoft.com/office/drawing/2014/main" id="{4B26E8EF-BFE0-485E-AE81-57424ABC1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7535" y="5400950"/>
              <a:ext cx="2603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447" name="Rectangle 36">
              <a:extLst>
                <a:ext uri="{FF2B5EF4-FFF2-40B4-BE49-F238E27FC236}">
                  <a16:creationId xmlns:a16="http://schemas.microsoft.com/office/drawing/2014/main" id="{EB176314-7E43-4E8B-9FC5-45F54CAD0B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835" y="5486675"/>
              <a:ext cx="206375" cy="242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448" name="Rectangle 37">
              <a:extLst>
                <a:ext uri="{FF2B5EF4-FFF2-40B4-BE49-F238E27FC236}">
                  <a16:creationId xmlns:a16="http://schemas.microsoft.com/office/drawing/2014/main" id="{68E76F77-150D-4CBB-A0D7-79B8FF524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2148" y="5613675"/>
              <a:ext cx="28416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449" name="Rectangle 38">
              <a:extLst>
                <a:ext uri="{FF2B5EF4-FFF2-40B4-BE49-F238E27FC236}">
                  <a16:creationId xmlns:a16="http://schemas.microsoft.com/office/drawing/2014/main" id="{2869FED2-D512-441F-8541-8A4513C458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7660" y="6283600"/>
              <a:ext cx="64611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Clock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450" name="Rectangle 40">
              <a:extLst>
                <a:ext uri="{FF2B5EF4-FFF2-40B4-BE49-F238E27FC236}">
                  <a16:creationId xmlns:a16="http://schemas.microsoft.com/office/drawing/2014/main" id="{94CD6E78-98C4-40F9-B4D0-D695A777A6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8198" y="5400950"/>
              <a:ext cx="236537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451" name="Rectangle 41">
              <a:extLst>
                <a:ext uri="{FF2B5EF4-FFF2-40B4-BE49-F238E27FC236}">
                  <a16:creationId xmlns:a16="http://schemas.microsoft.com/office/drawing/2014/main" id="{67EA4BF6-1DD5-40FB-98B4-5670C1F71E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0273" y="5486675"/>
              <a:ext cx="206375" cy="242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452" name="Rectangle 42">
              <a:extLst>
                <a:ext uri="{FF2B5EF4-FFF2-40B4-BE49-F238E27FC236}">
                  <a16:creationId xmlns:a16="http://schemas.microsoft.com/office/drawing/2014/main" id="{1F29B88F-5E5C-4403-8A86-CB9F463D9F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8198" y="3865977"/>
              <a:ext cx="236537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453" name="Rectangle 43">
              <a:extLst>
                <a:ext uri="{FF2B5EF4-FFF2-40B4-BE49-F238E27FC236}">
                  <a16:creationId xmlns:a16="http://schemas.microsoft.com/office/drawing/2014/main" id="{7D7CC336-1458-4C69-B59C-C42BBCBEBB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0273" y="3953289"/>
              <a:ext cx="206375" cy="242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454" name="Freeform 45">
              <a:extLst>
                <a:ext uri="{FF2B5EF4-FFF2-40B4-BE49-F238E27FC236}">
                  <a16:creationId xmlns:a16="http://schemas.microsoft.com/office/drawing/2014/main" id="{29B02624-3824-4F17-8FEC-EEDD4508D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360" y="4861338"/>
              <a:ext cx="2582863" cy="1530211"/>
            </a:xfrm>
            <a:custGeom>
              <a:avLst/>
              <a:gdLst>
                <a:gd name="T0" fmla="*/ 0 w 3253"/>
                <a:gd name="T1" fmla="*/ 2147483646 h 2850"/>
                <a:gd name="T2" fmla="*/ 2147483646 w 3253"/>
                <a:gd name="T3" fmla="*/ 2147483646 h 2850"/>
                <a:gd name="T4" fmla="*/ 2147483646 w 3253"/>
                <a:gd name="T5" fmla="*/ 0 h 2850"/>
                <a:gd name="T6" fmla="*/ 2147483646 w 3253"/>
                <a:gd name="T7" fmla="*/ 0 h 285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253"/>
                <a:gd name="T13" fmla="*/ 0 h 2850"/>
                <a:gd name="T14" fmla="*/ 3253 w 3253"/>
                <a:gd name="T15" fmla="*/ 2850 h 285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253" h="2850">
                  <a:moveTo>
                    <a:pt x="0" y="2850"/>
                  </a:moveTo>
                  <a:lnTo>
                    <a:pt x="2447" y="2850"/>
                  </a:lnTo>
                  <a:lnTo>
                    <a:pt x="2447" y="0"/>
                  </a:lnTo>
                  <a:lnTo>
                    <a:pt x="3253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455" name="Line 46">
              <a:extLst>
                <a:ext uri="{FF2B5EF4-FFF2-40B4-BE49-F238E27FC236}">
                  <a16:creationId xmlns:a16="http://schemas.microsoft.com/office/drawing/2014/main" id="{6268F590-AA02-4951-9AE6-8D6FD0F136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8460" y="6391550"/>
              <a:ext cx="6397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456" name="Freeform 48">
              <a:extLst>
                <a:ext uri="{FF2B5EF4-FFF2-40B4-BE49-F238E27FC236}">
                  <a16:creationId xmlns:a16="http://schemas.microsoft.com/office/drawing/2014/main" id="{345F9131-06C1-4E41-8BAC-59407072D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010" y="6356625"/>
              <a:ext cx="75088" cy="44450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457" name="Line 20">
              <a:extLst>
                <a:ext uri="{FF2B5EF4-FFF2-40B4-BE49-F238E27FC236}">
                  <a16:creationId xmlns:a16="http://schemas.microsoft.com/office/drawing/2014/main" id="{3AF001F7-FB6E-45A2-B3ED-F57C14E036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53909" y="5759972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458" name="Line 20">
              <a:extLst>
                <a:ext uri="{FF2B5EF4-FFF2-40B4-BE49-F238E27FC236}">
                  <a16:creationId xmlns:a16="http://schemas.microsoft.com/office/drawing/2014/main" id="{D48E4793-0CC4-489C-B91B-14C5837F72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0140" y="5738190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459" name="Line 20">
              <a:extLst>
                <a:ext uri="{FF2B5EF4-FFF2-40B4-BE49-F238E27FC236}">
                  <a16:creationId xmlns:a16="http://schemas.microsoft.com/office/drawing/2014/main" id="{6254F232-FE36-4B5A-8A75-EA6240435E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8960" y="6423990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460" name="Line 20">
              <a:extLst>
                <a:ext uri="{FF2B5EF4-FFF2-40B4-BE49-F238E27FC236}">
                  <a16:creationId xmlns:a16="http://schemas.microsoft.com/office/drawing/2014/main" id="{5B98A4E4-A2D1-4C95-B03E-8A17245B34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8960" y="4861339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461" name="Line 20">
              <a:extLst>
                <a:ext uri="{FF2B5EF4-FFF2-40B4-BE49-F238E27FC236}">
                  <a16:creationId xmlns:a16="http://schemas.microsoft.com/office/drawing/2014/main" id="{DB66A70C-FA83-44D4-8F28-35F38C8053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58323" y="4205442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462" name="Line 20">
              <a:extLst>
                <a:ext uri="{FF2B5EF4-FFF2-40B4-BE49-F238E27FC236}">
                  <a16:creationId xmlns:a16="http://schemas.microsoft.com/office/drawing/2014/main" id="{4F43E8A3-509F-4114-9D4A-106CD856FE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15035" y="5774881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463" name="Rectangle 13">
              <a:extLst>
                <a:ext uri="{FF2B5EF4-FFF2-40B4-BE49-F238E27FC236}">
                  <a16:creationId xmlns:a16="http://schemas.microsoft.com/office/drawing/2014/main" id="{A4044F6A-E032-455B-8AD3-EDB6991D9A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9503" y="2434838"/>
              <a:ext cx="800100" cy="130333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464" name="Rectangle 14">
              <a:extLst>
                <a:ext uri="{FF2B5EF4-FFF2-40B4-BE49-F238E27FC236}">
                  <a16:creationId xmlns:a16="http://schemas.microsoft.com/office/drawing/2014/main" id="{E213627C-9E1C-4220-BFFF-355439F45D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8878" y="2658675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D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465" name="Rectangle 15">
              <a:extLst>
                <a:ext uri="{FF2B5EF4-FFF2-40B4-BE49-F238E27FC236}">
                  <a16:creationId xmlns:a16="http://schemas.microsoft.com/office/drawing/2014/main" id="{427B9A76-FD2D-40FB-9033-575279FA11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5128" y="2650738"/>
              <a:ext cx="295275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466" name="Line 16">
              <a:extLst>
                <a:ext uri="{FF2B5EF4-FFF2-40B4-BE49-F238E27FC236}">
                  <a16:creationId xmlns:a16="http://schemas.microsoft.com/office/drawing/2014/main" id="{D3BF93BB-7CA9-4950-BFA0-9EC7BB8229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41003" y="3280975"/>
              <a:ext cx="1143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467" name="Freeform 17">
              <a:extLst>
                <a:ext uri="{FF2B5EF4-FFF2-40B4-BE49-F238E27FC236}">
                  <a16:creationId xmlns:a16="http://schemas.microsoft.com/office/drawing/2014/main" id="{A7C03330-F09B-40E4-8FBC-7DFCA6666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9503" y="3327013"/>
              <a:ext cx="160337" cy="158750"/>
            </a:xfrm>
            <a:custGeom>
              <a:avLst/>
              <a:gdLst>
                <a:gd name="T0" fmla="*/ 0 w 202"/>
                <a:gd name="T1" fmla="*/ 2147483646 h 202"/>
                <a:gd name="T2" fmla="*/ 2147483646 w 202"/>
                <a:gd name="T3" fmla="*/ 2147483646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  <a:gd name="T9" fmla="*/ 0 w 202"/>
                <a:gd name="T10" fmla="*/ 0 h 202"/>
                <a:gd name="T11" fmla="*/ 202 w 202"/>
                <a:gd name="T12" fmla="*/ 202 h 20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468" name="Line 20">
              <a:extLst>
                <a:ext uri="{FF2B5EF4-FFF2-40B4-BE49-F238E27FC236}">
                  <a16:creationId xmlns:a16="http://schemas.microsoft.com/office/drawing/2014/main" id="{E2D53F3D-196E-46FA-8070-407C329ADE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82712" y="2755513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469" name="Rectangle 23">
              <a:extLst>
                <a:ext uri="{FF2B5EF4-FFF2-40B4-BE49-F238E27FC236}">
                  <a16:creationId xmlns:a16="http://schemas.microsoft.com/office/drawing/2014/main" id="{DCF8B863-6369-4CE0-A7A6-0AE5D1E95A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715" y="3303200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470" name="Rectangle 33">
              <a:extLst>
                <a:ext uri="{FF2B5EF4-FFF2-40B4-BE49-F238E27FC236}">
                  <a16:creationId xmlns:a16="http://schemas.microsoft.com/office/drawing/2014/main" id="{B2FE307A-57E0-4DF0-BC20-B8A7DA519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8815" y="2422138"/>
              <a:ext cx="2603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471" name="Rectangle 34">
              <a:extLst>
                <a:ext uri="{FF2B5EF4-FFF2-40B4-BE49-F238E27FC236}">
                  <a16:creationId xmlns:a16="http://schemas.microsoft.com/office/drawing/2014/main" id="{34B13A27-D392-4A6A-A497-226709CA0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3115" y="2509450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472" name="Rectangle 42">
              <a:extLst>
                <a:ext uri="{FF2B5EF4-FFF2-40B4-BE49-F238E27FC236}">
                  <a16:creationId xmlns:a16="http://schemas.microsoft.com/office/drawing/2014/main" id="{8CE71DA6-B7BC-4C9A-BC0A-E247A1154B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9478" y="2422138"/>
              <a:ext cx="236537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473" name="Rectangle 43">
              <a:extLst>
                <a:ext uri="{FF2B5EF4-FFF2-40B4-BE49-F238E27FC236}">
                  <a16:creationId xmlns:a16="http://schemas.microsoft.com/office/drawing/2014/main" id="{E733764D-B93A-42C0-8FEF-51D060DB0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1553" y="2509450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474" name="Line 20">
              <a:extLst>
                <a:ext uri="{FF2B5EF4-FFF2-40B4-BE49-F238E27FC236}">
                  <a16:creationId xmlns:a16="http://schemas.microsoft.com/office/drawing/2014/main" id="{5E80F235-A06B-428D-B89A-23B28DD6FB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90240" y="3417500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475" name="Line 20">
              <a:extLst>
                <a:ext uri="{FF2B5EF4-FFF2-40B4-BE49-F238E27FC236}">
                  <a16:creationId xmlns:a16="http://schemas.microsoft.com/office/drawing/2014/main" id="{39563F1C-E95F-4165-9EEE-61CD0B6650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69603" y="2761603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476" name="Rectangle 13">
              <a:extLst>
                <a:ext uri="{FF2B5EF4-FFF2-40B4-BE49-F238E27FC236}">
                  <a16:creationId xmlns:a16="http://schemas.microsoft.com/office/drawing/2014/main" id="{87B13FC6-CF72-4860-90AD-8F2CCE1023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0783" y="964542"/>
              <a:ext cx="800100" cy="130333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477" name="Rectangle 14">
              <a:extLst>
                <a:ext uri="{FF2B5EF4-FFF2-40B4-BE49-F238E27FC236}">
                  <a16:creationId xmlns:a16="http://schemas.microsoft.com/office/drawing/2014/main" id="{B42DC26F-7C90-4652-A878-9704CEBE4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0158" y="1188379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D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478" name="Rectangle 15">
              <a:extLst>
                <a:ext uri="{FF2B5EF4-FFF2-40B4-BE49-F238E27FC236}">
                  <a16:creationId xmlns:a16="http://schemas.microsoft.com/office/drawing/2014/main" id="{B9E8C8DE-F0F9-4315-BB7C-9347DBFBD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6408" y="1180442"/>
              <a:ext cx="295275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479" name="Line 16">
              <a:extLst>
                <a:ext uri="{FF2B5EF4-FFF2-40B4-BE49-F238E27FC236}">
                  <a16:creationId xmlns:a16="http://schemas.microsoft.com/office/drawing/2014/main" id="{4E914E6D-90E1-49D9-9875-5C8CB86B89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52283" y="1810679"/>
              <a:ext cx="1143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480" name="Freeform 17">
              <a:extLst>
                <a:ext uri="{FF2B5EF4-FFF2-40B4-BE49-F238E27FC236}">
                  <a16:creationId xmlns:a16="http://schemas.microsoft.com/office/drawing/2014/main" id="{227C2863-31ED-4207-90D3-D85EC33E3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0783" y="1856717"/>
              <a:ext cx="160337" cy="158750"/>
            </a:xfrm>
            <a:custGeom>
              <a:avLst/>
              <a:gdLst>
                <a:gd name="T0" fmla="*/ 0 w 202"/>
                <a:gd name="T1" fmla="*/ 2147483646 h 202"/>
                <a:gd name="T2" fmla="*/ 2147483646 w 202"/>
                <a:gd name="T3" fmla="*/ 2147483646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  <a:gd name="T9" fmla="*/ 0 w 202"/>
                <a:gd name="T10" fmla="*/ 0 h 202"/>
                <a:gd name="T11" fmla="*/ 202 w 202"/>
                <a:gd name="T12" fmla="*/ 202 h 20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481" name="Line 20">
              <a:extLst>
                <a:ext uri="{FF2B5EF4-FFF2-40B4-BE49-F238E27FC236}">
                  <a16:creationId xmlns:a16="http://schemas.microsoft.com/office/drawing/2014/main" id="{75529591-5DCC-4F02-9ED9-BEDB725148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93992" y="1285217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482" name="Rectangle 23">
              <a:extLst>
                <a:ext uri="{FF2B5EF4-FFF2-40B4-BE49-F238E27FC236}">
                  <a16:creationId xmlns:a16="http://schemas.microsoft.com/office/drawing/2014/main" id="{C92705D5-544E-439A-8E73-3681D3A1BC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7995" y="1832904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483" name="Rectangle 33">
              <a:extLst>
                <a:ext uri="{FF2B5EF4-FFF2-40B4-BE49-F238E27FC236}">
                  <a16:creationId xmlns:a16="http://schemas.microsoft.com/office/drawing/2014/main" id="{279A7D6D-06C0-45A7-8973-47C1F45889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0095" y="951842"/>
              <a:ext cx="2603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484" name="Rectangle 34">
              <a:extLst>
                <a:ext uri="{FF2B5EF4-FFF2-40B4-BE49-F238E27FC236}">
                  <a16:creationId xmlns:a16="http://schemas.microsoft.com/office/drawing/2014/main" id="{8AACDC71-BDE2-4CB2-A093-7AC66F2833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4395" y="1039154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485" name="Rectangle 42">
              <a:extLst>
                <a:ext uri="{FF2B5EF4-FFF2-40B4-BE49-F238E27FC236}">
                  <a16:creationId xmlns:a16="http://schemas.microsoft.com/office/drawing/2014/main" id="{9A2B5901-FE1A-4B22-B681-43E70FA9E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50758" y="951842"/>
              <a:ext cx="236537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486" name="Rectangle 43">
              <a:extLst>
                <a:ext uri="{FF2B5EF4-FFF2-40B4-BE49-F238E27FC236}">
                  <a16:creationId xmlns:a16="http://schemas.microsoft.com/office/drawing/2014/main" id="{7158C45C-F5E7-43B1-AA9F-9A1027351B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2833" y="1039154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487" name="Line 20">
              <a:extLst>
                <a:ext uri="{FF2B5EF4-FFF2-40B4-BE49-F238E27FC236}">
                  <a16:creationId xmlns:a16="http://schemas.microsoft.com/office/drawing/2014/main" id="{91DE054D-FBCD-4BDC-A7BE-64932E1BBB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401520" y="1947204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488" name="Line 20">
              <a:extLst>
                <a:ext uri="{FF2B5EF4-FFF2-40B4-BE49-F238E27FC236}">
                  <a16:creationId xmlns:a16="http://schemas.microsoft.com/office/drawing/2014/main" id="{B7D0963D-B3E0-430F-8698-7DE8D29241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80883" y="1291307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489" name="Line 20">
              <a:extLst>
                <a:ext uri="{FF2B5EF4-FFF2-40B4-BE49-F238E27FC236}">
                  <a16:creationId xmlns:a16="http://schemas.microsoft.com/office/drawing/2014/main" id="{A74E8228-4193-44DD-A430-73B12B4562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40684" y="1942292"/>
              <a:ext cx="6400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490" name="Line 20">
              <a:extLst>
                <a:ext uri="{FF2B5EF4-FFF2-40B4-BE49-F238E27FC236}">
                  <a16:creationId xmlns:a16="http://schemas.microsoft.com/office/drawing/2014/main" id="{CB25384F-84EF-47F8-816D-9D76E85DA9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40684" y="3414333"/>
              <a:ext cx="633863" cy="47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491" name="Line 20">
              <a:extLst>
                <a:ext uri="{FF2B5EF4-FFF2-40B4-BE49-F238E27FC236}">
                  <a16:creationId xmlns:a16="http://schemas.microsoft.com/office/drawing/2014/main" id="{C30C9207-7FDC-45BC-BFB9-1C4AB01A11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18459" y="1942291"/>
              <a:ext cx="22225" cy="29190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492" name="Freeform 48">
              <a:extLst>
                <a:ext uri="{FF2B5EF4-FFF2-40B4-BE49-F238E27FC236}">
                  <a16:creationId xmlns:a16="http://schemas.microsoft.com/office/drawing/2014/main" id="{C252835A-37BF-4BBF-B854-42D6F6117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110" y="4833415"/>
              <a:ext cx="75088" cy="44450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493" name="Freeform 48">
              <a:extLst>
                <a:ext uri="{FF2B5EF4-FFF2-40B4-BE49-F238E27FC236}">
                  <a16:creationId xmlns:a16="http://schemas.microsoft.com/office/drawing/2014/main" id="{BC3586E1-A9E7-485B-8234-E5BBE0218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570" y="3407214"/>
              <a:ext cx="75088" cy="44450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359427" name="TextBox 1">
            <a:extLst>
              <a:ext uri="{FF2B5EF4-FFF2-40B4-BE49-F238E27FC236}">
                <a16:creationId xmlns:a16="http://schemas.microsoft.com/office/drawing/2014/main" id="{1CFEB88B-E51B-4CA1-BA34-015D6E4C9A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3600" y="5511800"/>
            <a:ext cx="3556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1</a:t>
            </a:r>
          </a:p>
        </p:txBody>
      </p:sp>
      <p:sp>
        <p:nvSpPr>
          <p:cNvPr id="359428" name="TextBox 28">
            <a:extLst>
              <a:ext uri="{FF2B5EF4-FFF2-40B4-BE49-F238E27FC236}">
                <a16:creationId xmlns:a16="http://schemas.microsoft.com/office/drawing/2014/main" id="{2352210C-8174-4CBE-9F9F-A64012C900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5188" y="3959225"/>
            <a:ext cx="3556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0</a:t>
            </a:r>
          </a:p>
        </p:txBody>
      </p:sp>
      <p:sp>
        <p:nvSpPr>
          <p:cNvPr id="359429" name="TextBox 28">
            <a:extLst>
              <a:ext uri="{FF2B5EF4-FFF2-40B4-BE49-F238E27FC236}">
                <a16:creationId xmlns:a16="http://schemas.microsoft.com/office/drawing/2014/main" id="{C16E6DC7-D40A-4F5D-BC18-6A8C33D763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5188" y="2546350"/>
            <a:ext cx="3556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0</a:t>
            </a:r>
          </a:p>
        </p:txBody>
      </p:sp>
      <p:sp>
        <p:nvSpPr>
          <p:cNvPr id="359430" name="TextBox 28">
            <a:extLst>
              <a:ext uri="{FF2B5EF4-FFF2-40B4-BE49-F238E27FC236}">
                <a16:creationId xmlns:a16="http://schemas.microsoft.com/office/drawing/2014/main" id="{6D00CE91-2135-4431-A351-8AC52D12DC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3600" y="1036638"/>
            <a:ext cx="35560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0</a:t>
            </a: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88BC35E9-CD9A-A04F-A722-1CA90CAC5AA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4763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/>
              <a:t>Encoding for State B</a:t>
            </a:r>
            <a:endParaRPr lang="en-US" dirty="0">
              <a:ea typeface="+mj-ea"/>
              <a:cs typeface="+mj-cs"/>
            </a:endParaRPr>
          </a:p>
        </p:txBody>
      </p:sp>
      <p:grpSp>
        <p:nvGrpSpPr>
          <p:cNvPr id="360450" name="Group 30">
            <a:extLst>
              <a:ext uri="{FF2B5EF4-FFF2-40B4-BE49-F238E27FC236}">
                <a16:creationId xmlns:a16="http://schemas.microsoft.com/office/drawing/2014/main" id="{F5464E52-FC66-499C-89A5-D0C9EC9D1864}"/>
              </a:ext>
            </a:extLst>
          </p:cNvPr>
          <p:cNvGrpSpPr>
            <a:grpSpLocks/>
          </p:cNvGrpSpPr>
          <p:nvPr/>
        </p:nvGrpSpPr>
        <p:grpSpPr bwMode="auto">
          <a:xfrm>
            <a:off x="1338263" y="987425"/>
            <a:ext cx="4598987" cy="5757863"/>
            <a:chOff x="2327660" y="951842"/>
            <a:chExt cx="4598988" cy="5758795"/>
          </a:xfrm>
        </p:grpSpPr>
        <p:sp>
          <p:nvSpPr>
            <p:cNvPr id="360455" name="Rectangle 13">
              <a:extLst>
                <a:ext uri="{FF2B5EF4-FFF2-40B4-BE49-F238E27FC236}">
                  <a16:creationId xmlns:a16="http://schemas.microsoft.com/office/drawing/2014/main" id="{56708232-5B3D-4BBD-B3DD-0EC578D1DD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8223" y="3878677"/>
              <a:ext cx="800100" cy="130333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456" name="Rectangle 14">
              <a:extLst>
                <a:ext uri="{FF2B5EF4-FFF2-40B4-BE49-F238E27FC236}">
                  <a16:creationId xmlns:a16="http://schemas.microsoft.com/office/drawing/2014/main" id="{E975FC00-0B90-449B-9558-4AD4F8B51E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7598" y="4102514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D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457" name="Rectangle 15">
              <a:extLst>
                <a:ext uri="{FF2B5EF4-FFF2-40B4-BE49-F238E27FC236}">
                  <a16:creationId xmlns:a16="http://schemas.microsoft.com/office/drawing/2014/main" id="{5F58122E-921D-48AD-805C-AFA2AB4353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3848" y="4094577"/>
              <a:ext cx="295275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458" name="Line 16">
              <a:extLst>
                <a:ext uri="{FF2B5EF4-FFF2-40B4-BE49-F238E27FC236}">
                  <a16:creationId xmlns:a16="http://schemas.microsoft.com/office/drawing/2014/main" id="{27874EEC-5DE0-4C89-8B2B-F4C3C04CF4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29723" y="4724814"/>
              <a:ext cx="1143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0459" name="Freeform 17">
              <a:extLst>
                <a:ext uri="{FF2B5EF4-FFF2-40B4-BE49-F238E27FC236}">
                  <a16:creationId xmlns:a16="http://schemas.microsoft.com/office/drawing/2014/main" id="{1842853B-495F-432B-8A96-C57FA9DF0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8223" y="4770852"/>
              <a:ext cx="160337" cy="158750"/>
            </a:xfrm>
            <a:custGeom>
              <a:avLst/>
              <a:gdLst>
                <a:gd name="T0" fmla="*/ 0 w 202"/>
                <a:gd name="T1" fmla="*/ 2147483646 h 202"/>
                <a:gd name="T2" fmla="*/ 2147483646 w 202"/>
                <a:gd name="T3" fmla="*/ 2147483646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  <a:gd name="T9" fmla="*/ 0 w 202"/>
                <a:gd name="T10" fmla="*/ 0 h 202"/>
                <a:gd name="T11" fmla="*/ 202 w 202"/>
                <a:gd name="T12" fmla="*/ 202 h 20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0460" name="Line 20">
              <a:extLst>
                <a:ext uri="{FF2B5EF4-FFF2-40B4-BE49-F238E27FC236}">
                  <a16:creationId xmlns:a16="http://schemas.microsoft.com/office/drawing/2014/main" id="{ADC2DAD3-1516-409F-9C9A-A76BE56D2F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71432" y="4199352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0461" name="Rectangle 22">
              <a:extLst>
                <a:ext uri="{FF2B5EF4-FFF2-40B4-BE49-F238E27FC236}">
                  <a16:creationId xmlns:a16="http://schemas.microsoft.com/office/drawing/2014/main" id="{0363022D-27EC-4D50-ABC2-942CB857CA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8223" y="5408887"/>
              <a:ext cx="800100" cy="130175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462" name="Rectangle 23">
              <a:extLst>
                <a:ext uri="{FF2B5EF4-FFF2-40B4-BE49-F238E27FC236}">
                  <a16:creationId xmlns:a16="http://schemas.microsoft.com/office/drawing/2014/main" id="{48B8CAAF-F085-4372-8D85-B2188DEEA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5435" y="4747039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463" name="Rectangle 24">
              <a:extLst>
                <a:ext uri="{FF2B5EF4-FFF2-40B4-BE49-F238E27FC236}">
                  <a16:creationId xmlns:a16="http://schemas.microsoft.com/office/drawing/2014/main" id="{A5E58947-5335-43E0-8039-D4FA756D8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7598" y="5635900"/>
              <a:ext cx="295275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D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464" name="Rectangle 25">
              <a:extLst>
                <a:ext uri="{FF2B5EF4-FFF2-40B4-BE49-F238E27FC236}">
                  <a16:creationId xmlns:a16="http://schemas.microsoft.com/office/drawing/2014/main" id="{04716F79-D035-4F60-9CB2-7A838DF69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3848" y="5627962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465" name="Line 26">
              <a:extLst>
                <a:ext uri="{FF2B5EF4-FFF2-40B4-BE49-F238E27FC236}">
                  <a16:creationId xmlns:a16="http://schemas.microsoft.com/office/drawing/2014/main" id="{339E1122-F4D4-421F-B42B-9445449E95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29723" y="6277250"/>
              <a:ext cx="11430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0466" name="Freeform 27">
              <a:extLst>
                <a:ext uri="{FF2B5EF4-FFF2-40B4-BE49-F238E27FC236}">
                  <a16:creationId xmlns:a16="http://schemas.microsoft.com/office/drawing/2014/main" id="{D96802BB-FA89-4D09-83A0-EC0CC45F1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8223" y="6299475"/>
              <a:ext cx="160337" cy="160337"/>
            </a:xfrm>
            <a:custGeom>
              <a:avLst/>
              <a:gdLst>
                <a:gd name="T0" fmla="*/ 0 w 202"/>
                <a:gd name="T1" fmla="*/ 2147483646 h 201"/>
                <a:gd name="T2" fmla="*/ 2147483646 w 202"/>
                <a:gd name="T3" fmla="*/ 2147483646 h 201"/>
                <a:gd name="T4" fmla="*/ 0 w 202"/>
                <a:gd name="T5" fmla="*/ 0 h 201"/>
                <a:gd name="T6" fmla="*/ 0 60000 65536"/>
                <a:gd name="T7" fmla="*/ 0 60000 65536"/>
                <a:gd name="T8" fmla="*/ 0 60000 65536"/>
                <a:gd name="T9" fmla="*/ 0 w 202"/>
                <a:gd name="T10" fmla="*/ 0 h 201"/>
                <a:gd name="T11" fmla="*/ 202 w 202"/>
                <a:gd name="T12" fmla="*/ 201 h 20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2" h="201">
                  <a:moveTo>
                    <a:pt x="0" y="201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0467" name="Rectangle 32">
              <a:extLst>
                <a:ext uri="{FF2B5EF4-FFF2-40B4-BE49-F238E27FC236}">
                  <a16:creationId xmlns:a16="http://schemas.microsoft.com/office/drawing/2014/main" id="{8DE38089-FCBA-4CC1-9891-DBEDDC65F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5435" y="6282012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468" name="Rectangle 33">
              <a:extLst>
                <a:ext uri="{FF2B5EF4-FFF2-40B4-BE49-F238E27FC236}">
                  <a16:creationId xmlns:a16="http://schemas.microsoft.com/office/drawing/2014/main" id="{AA7FDD06-CF58-4EA3-9832-C1FA025FB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7535" y="3865977"/>
              <a:ext cx="2603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469" name="Rectangle 34">
              <a:extLst>
                <a:ext uri="{FF2B5EF4-FFF2-40B4-BE49-F238E27FC236}">
                  <a16:creationId xmlns:a16="http://schemas.microsoft.com/office/drawing/2014/main" id="{229C8E9A-876B-472D-913E-3CDADEBE37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835" y="3953289"/>
              <a:ext cx="206375" cy="242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470" name="Rectangle 35">
              <a:extLst>
                <a:ext uri="{FF2B5EF4-FFF2-40B4-BE49-F238E27FC236}">
                  <a16:creationId xmlns:a16="http://schemas.microsoft.com/office/drawing/2014/main" id="{4BE46879-6905-47DD-9986-4C60BF5609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7535" y="5400950"/>
              <a:ext cx="2603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471" name="Rectangle 36">
              <a:extLst>
                <a:ext uri="{FF2B5EF4-FFF2-40B4-BE49-F238E27FC236}">
                  <a16:creationId xmlns:a16="http://schemas.microsoft.com/office/drawing/2014/main" id="{3156A9AA-1E22-47CF-960B-816E102FBF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835" y="5486675"/>
              <a:ext cx="206375" cy="242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472" name="Rectangle 37">
              <a:extLst>
                <a:ext uri="{FF2B5EF4-FFF2-40B4-BE49-F238E27FC236}">
                  <a16:creationId xmlns:a16="http://schemas.microsoft.com/office/drawing/2014/main" id="{3D84A9D1-88A9-453A-9D6D-6D564EC8B6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2148" y="5613675"/>
              <a:ext cx="28416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473" name="Rectangle 38">
              <a:extLst>
                <a:ext uri="{FF2B5EF4-FFF2-40B4-BE49-F238E27FC236}">
                  <a16:creationId xmlns:a16="http://schemas.microsoft.com/office/drawing/2014/main" id="{525DBD2A-6F9B-488A-BEC5-C07ED9F3F7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7660" y="6283600"/>
              <a:ext cx="64611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Clock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474" name="Rectangle 40">
              <a:extLst>
                <a:ext uri="{FF2B5EF4-FFF2-40B4-BE49-F238E27FC236}">
                  <a16:creationId xmlns:a16="http://schemas.microsoft.com/office/drawing/2014/main" id="{074CECF9-2DA6-4390-86A8-754365BC62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8198" y="5400950"/>
              <a:ext cx="236537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475" name="Rectangle 41">
              <a:extLst>
                <a:ext uri="{FF2B5EF4-FFF2-40B4-BE49-F238E27FC236}">
                  <a16:creationId xmlns:a16="http://schemas.microsoft.com/office/drawing/2014/main" id="{B55514AD-9612-4B0C-8AF5-6D261F4D71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0273" y="5486675"/>
              <a:ext cx="206375" cy="242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476" name="Rectangle 42">
              <a:extLst>
                <a:ext uri="{FF2B5EF4-FFF2-40B4-BE49-F238E27FC236}">
                  <a16:creationId xmlns:a16="http://schemas.microsoft.com/office/drawing/2014/main" id="{A9B51873-0B0C-4218-84DF-3A37B4115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8198" y="3865977"/>
              <a:ext cx="236537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477" name="Rectangle 43">
              <a:extLst>
                <a:ext uri="{FF2B5EF4-FFF2-40B4-BE49-F238E27FC236}">
                  <a16:creationId xmlns:a16="http://schemas.microsoft.com/office/drawing/2014/main" id="{D26CCB64-6279-430E-AC1D-624853A12E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0273" y="3953289"/>
              <a:ext cx="206375" cy="242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478" name="Freeform 45">
              <a:extLst>
                <a:ext uri="{FF2B5EF4-FFF2-40B4-BE49-F238E27FC236}">
                  <a16:creationId xmlns:a16="http://schemas.microsoft.com/office/drawing/2014/main" id="{8A0E5687-429A-4FA0-B390-78247FBB4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360" y="4861338"/>
              <a:ext cx="2582863" cy="1530211"/>
            </a:xfrm>
            <a:custGeom>
              <a:avLst/>
              <a:gdLst>
                <a:gd name="T0" fmla="*/ 0 w 3253"/>
                <a:gd name="T1" fmla="*/ 2147483646 h 2850"/>
                <a:gd name="T2" fmla="*/ 2147483646 w 3253"/>
                <a:gd name="T3" fmla="*/ 2147483646 h 2850"/>
                <a:gd name="T4" fmla="*/ 2147483646 w 3253"/>
                <a:gd name="T5" fmla="*/ 0 h 2850"/>
                <a:gd name="T6" fmla="*/ 2147483646 w 3253"/>
                <a:gd name="T7" fmla="*/ 0 h 285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253"/>
                <a:gd name="T13" fmla="*/ 0 h 2850"/>
                <a:gd name="T14" fmla="*/ 3253 w 3253"/>
                <a:gd name="T15" fmla="*/ 2850 h 285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253" h="2850">
                  <a:moveTo>
                    <a:pt x="0" y="2850"/>
                  </a:moveTo>
                  <a:lnTo>
                    <a:pt x="2447" y="2850"/>
                  </a:lnTo>
                  <a:lnTo>
                    <a:pt x="2447" y="0"/>
                  </a:lnTo>
                  <a:lnTo>
                    <a:pt x="3253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0479" name="Line 46">
              <a:extLst>
                <a:ext uri="{FF2B5EF4-FFF2-40B4-BE49-F238E27FC236}">
                  <a16:creationId xmlns:a16="http://schemas.microsoft.com/office/drawing/2014/main" id="{097421AB-F4D8-4B84-979E-540CA4A452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8460" y="6391550"/>
              <a:ext cx="6397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0480" name="Freeform 48">
              <a:extLst>
                <a:ext uri="{FF2B5EF4-FFF2-40B4-BE49-F238E27FC236}">
                  <a16:creationId xmlns:a16="http://schemas.microsoft.com/office/drawing/2014/main" id="{C4A18C95-F34E-4EC9-A74D-60D2C166A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010" y="6356625"/>
              <a:ext cx="75088" cy="44450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0481" name="Line 20">
              <a:extLst>
                <a:ext uri="{FF2B5EF4-FFF2-40B4-BE49-F238E27FC236}">
                  <a16:creationId xmlns:a16="http://schemas.microsoft.com/office/drawing/2014/main" id="{93AA5B1E-A19F-468F-9B98-98AE82A723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53909" y="5759972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0482" name="Line 20">
              <a:extLst>
                <a:ext uri="{FF2B5EF4-FFF2-40B4-BE49-F238E27FC236}">
                  <a16:creationId xmlns:a16="http://schemas.microsoft.com/office/drawing/2014/main" id="{F2AA812A-E5E3-47C0-9644-B86C44235B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0140" y="5738190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0483" name="Line 20">
              <a:extLst>
                <a:ext uri="{FF2B5EF4-FFF2-40B4-BE49-F238E27FC236}">
                  <a16:creationId xmlns:a16="http://schemas.microsoft.com/office/drawing/2014/main" id="{24E293BC-2EE3-49C0-AA80-834F17F9BD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8960" y="6423990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0484" name="Line 20">
              <a:extLst>
                <a:ext uri="{FF2B5EF4-FFF2-40B4-BE49-F238E27FC236}">
                  <a16:creationId xmlns:a16="http://schemas.microsoft.com/office/drawing/2014/main" id="{8702D9F1-C311-46EF-99C1-71B6D3722F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8960" y="4861339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0485" name="Line 20">
              <a:extLst>
                <a:ext uri="{FF2B5EF4-FFF2-40B4-BE49-F238E27FC236}">
                  <a16:creationId xmlns:a16="http://schemas.microsoft.com/office/drawing/2014/main" id="{5F62BC74-95D7-49FB-A487-9B21922B21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58323" y="4205442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0486" name="Line 20">
              <a:extLst>
                <a:ext uri="{FF2B5EF4-FFF2-40B4-BE49-F238E27FC236}">
                  <a16:creationId xmlns:a16="http://schemas.microsoft.com/office/drawing/2014/main" id="{8DC547ED-B42B-4E27-A1EE-E63AB364B5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15035" y="5774881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0487" name="Rectangle 13">
              <a:extLst>
                <a:ext uri="{FF2B5EF4-FFF2-40B4-BE49-F238E27FC236}">
                  <a16:creationId xmlns:a16="http://schemas.microsoft.com/office/drawing/2014/main" id="{A6D41063-3669-42EB-B5E3-1978922C69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9503" y="2434838"/>
              <a:ext cx="800100" cy="130333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488" name="Rectangle 14">
              <a:extLst>
                <a:ext uri="{FF2B5EF4-FFF2-40B4-BE49-F238E27FC236}">
                  <a16:creationId xmlns:a16="http://schemas.microsoft.com/office/drawing/2014/main" id="{B4EC2CB9-E9BB-44CE-B7CF-325C83A277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8878" y="2658675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D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489" name="Rectangle 15">
              <a:extLst>
                <a:ext uri="{FF2B5EF4-FFF2-40B4-BE49-F238E27FC236}">
                  <a16:creationId xmlns:a16="http://schemas.microsoft.com/office/drawing/2014/main" id="{2118DA36-A8DD-4C42-B129-EF971441DF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5128" y="2650738"/>
              <a:ext cx="295275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490" name="Line 16">
              <a:extLst>
                <a:ext uri="{FF2B5EF4-FFF2-40B4-BE49-F238E27FC236}">
                  <a16:creationId xmlns:a16="http://schemas.microsoft.com/office/drawing/2014/main" id="{B1A8A20D-990B-4B03-B51A-2A8CE2C2FA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41003" y="3280975"/>
              <a:ext cx="1143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0491" name="Freeform 17">
              <a:extLst>
                <a:ext uri="{FF2B5EF4-FFF2-40B4-BE49-F238E27FC236}">
                  <a16:creationId xmlns:a16="http://schemas.microsoft.com/office/drawing/2014/main" id="{F7BA4CEE-D00B-4811-AC52-D3D29C8EF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9503" y="3327013"/>
              <a:ext cx="160337" cy="158750"/>
            </a:xfrm>
            <a:custGeom>
              <a:avLst/>
              <a:gdLst>
                <a:gd name="T0" fmla="*/ 0 w 202"/>
                <a:gd name="T1" fmla="*/ 2147483646 h 202"/>
                <a:gd name="T2" fmla="*/ 2147483646 w 202"/>
                <a:gd name="T3" fmla="*/ 2147483646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  <a:gd name="T9" fmla="*/ 0 w 202"/>
                <a:gd name="T10" fmla="*/ 0 h 202"/>
                <a:gd name="T11" fmla="*/ 202 w 202"/>
                <a:gd name="T12" fmla="*/ 202 h 20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0492" name="Line 20">
              <a:extLst>
                <a:ext uri="{FF2B5EF4-FFF2-40B4-BE49-F238E27FC236}">
                  <a16:creationId xmlns:a16="http://schemas.microsoft.com/office/drawing/2014/main" id="{B2DCEACB-50BC-4A2C-9740-0E6E30EDB2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82712" y="2755513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0493" name="Rectangle 23">
              <a:extLst>
                <a:ext uri="{FF2B5EF4-FFF2-40B4-BE49-F238E27FC236}">
                  <a16:creationId xmlns:a16="http://schemas.microsoft.com/office/drawing/2014/main" id="{0254970E-543C-43B8-B3CC-2B269BDE02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715" y="3303200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494" name="Rectangle 33">
              <a:extLst>
                <a:ext uri="{FF2B5EF4-FFF2-40B4-BE49-F238E27FC236}">
                  <a16:creationId xmlns:a16="http://schemas.microsoft.com/office/drawing/2014/main" id="{CEE8CCAE-E37A-4F9C-B3B3-EE879BF1C3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8815" y="2422138"/>
              <a:ext cx="2603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495" name="Rectangle 34">
              <a:extLst>
                <a:ext uri="{FF2B5EF4-FFF2-40B4-BE49-F238E27FC236}">
                  <a16:creationId xmlns:a16="http://schemas.microsoft.com/office/drawing/2014/main" id="{40C75D4E-60C6-4F41-BE78-A8C230BE64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3115" y="2509450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496" name="Rectangle 42">
              <a:extLst>
                <a:ext uri="{FF2B5EF4-FFF2-40B4-BE49-F238E27FC236}">
                  <a16:creationId xmlns:a16="http://schemas.microsoft.com/office/drawing/2014/main" id="{1755749B-DB48-49C5-84FC-EAD79DB761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9478" y="2422138"/>
              <a:ext cx="236537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497" name="Rectangle 43">
              <a:extLst>
                <a:ext uri="{FF2B5EF4-FFF2-40B4-BE49-F238E27FC236}">
                  <a16:creationId xmlns:a16="http://schemas.microsoft.com/office/drawing/2014/main" id="{B0F3ADF4-0A37-4B88-BA01-ED8B176513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1553" y="2509450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498" name="Line 20">
              <a:extLst>
                <a:ext uri="{FF2B5EF4-FFF2-40B4-BE49-F238E27FC236}">
                  <a16:creationId xmlns:a16="http://schemas.microsoft.com/office/drawing/2014/main" id="{C287781C-0C38-43D9-BEFC-F60375C671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90240" y="3417500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0499" name="Line 20">
              <a:extLst>
                <a:ext uri="{FF2B5EF4-FFF2-40B4-BE49-F238E27FC236}">
                  <a16:creationId xmlns:a16="http://schemas.microsoft.com/office/drawing/2014/main" id="{DBCC5D3E-B2E4-49D0-9C90-6E8A599605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69603" y="2761603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0500" name="Rectangle 13">
              <a:extLst>
                <a:ext uri="{FF2B5EF4-FFF2-40B4-BE49-F238E27FC236}">
                  <a16:creationId xmlns:a16="http://schemas.microsoft.com/office/drawing/2014/main" id="{BFE129EE-3800-4FD3-9F44-CD82F6B58C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0783" y="964542"/>
              <a:ext cx="800100" cy="130333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501" name="Rectangle 14">
              <a:extLst>
                <a:ext uri="{FF2B5EF4-FFF2-40B4-BE49-F238E27FC236}">
                  <a16:creationId xmlns:a16="http://schemas.microsoft.com/office/drawing/2014/main" id="{4EA37939-6E1D-41BD-BFB4-0025536A1F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0158" y="1188379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D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502" name="Rectangle 15">
              <a:extLst>
                <a:ext uri="{FF2B5EF4-FFF2-40B4-BE49-F238E27FC236}">
                  <a16:creationId xmlns:a16="http://schemas.microsoft.com/office/drawing/2014/main" id="{76B1164F-38AB-4F8B-9CCA-EB4C22E852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6408" y="1180442"/>
              <a:ext cx="295275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503" name="Line 16">
              <a:extLst>
                <a:ext uri="{FF2B5EF4-FFF2-40B4-BE49-F238E27FC236}">
                  <a16:creationId xmlns:a16="http://schemas.microsoft.com/office/drawing/2014/main" id="{875C3D7A-1945-4B82-A5BF-A5599A210F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52283" y="1810679"/>
              <a:ext cx="1143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0504" name="Freeform 17">
              <a:extLst>
                <a:ext uri="{FF2B5EF4-FFF2-40B4-BE49-F238E27FC236}">
                  <a16:creationId xmlns:a16="http://schemas.microsoft.com/office/drawing/2014/main" id="{5F3A8255-1217-469B-84A4-4FE36046D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0783" y="1856717"/>
              <a:ext cx="160337" cy="158750"/>
            </a:xfrm>
            <a:custGeom>
              <a:avLst/>
              <a:gdLst>
                <a:gd name="T0" fmla="*/ 0 w 202"/>
                <a:gd name="T1" fmla="*/ 2147483646 h 202"/>
                <a:gd name="T2" fmla="*/ 2147483646 w 202"/>
                <a:gd name="T3" fmla="*/ 2147483646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  <a:gd name="T9" fmla="*/ 0 w 202"/>
                <a:gd name="T10" fmla="*/ 0 h 202"/>
                <a:gd name="T11" fmla="*/ 202 w 202"/>
                <a:gd name="T12" fmla="*/ 202 h 20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0505" name="Line 20">
              <a:extLst>
                <a:ext uri="{FF2B5EF4-FFF2-40B4-BE49-F238E27FC236}">
                  <a16:creationId xmlns:a16="http://schemas.microsoft.com/office/drawing/2014/main" id="{FC651F6C-4F19-4C48-BE24-94525B0A2E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93992" y="1285217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0506" name="Rectangle 23">
              <a:extLst>
                <a:ext uri="{FF2B5EF4-FFF2-40B4-BE49-F238E27FC236}">
                  <a16:creationId xmlns:a16="http://schemas.microsoft.com/office/drawing/2014/main" id="{EF6B6469-F78A-47FD-9786-E6C94BFE6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7995" y="1832904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507" name="Rectangle 33">
              <a:extLst>
                <a:ext uri="{FF2B5EF4-FFF2-40B4-BE49-F238E27FC236}">
                  <a16:creationId xmlns:a16="http://schemas.microsoft.com/office/drawing/2014/main" id="{3FB95588-4E2E-4BFC-90FB-8801A2E497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0095" y="951842"/>
              <a:ext cx="2603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508" name="Rectangle 34">
              <a:extLst>
                <a:ext uri="{FF2B5EF4-FFF2-40B4-BE49-F238E27FC236}">
                  <a16:creationId xmlns:a16="http://schemas.microsoft.com/office/drawing/2014/main" id="{39CA1AB8-41A1-4845-B7A9-6224AC1539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4395" y="1039154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509" name="Rectangle 42">
              <a:extLst>
                <a:ext uri="{FF2B5EF4-FFF2-40B4-BE49-F238E27FC236}">
                  <a16:creationId xmlns:a16="http://schemas.microsoft.com/office/drawing/2014/main" id="{AC257501-981B-4E18-9B44-3B33170319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50758" y="951842"/>
              <a:ext cx="236537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510" name="Rectangle 43">
              <a:extLst>
                <a:ext uri="{FF2B5EF4-FFF2-40B4-BE49-F238E27FC236}">
                  <a16:creationId xmlns:a16="http://schemas.microsoft.com/office/drawing/2014/main" id="{F553759D-479D-4122-A3E2-ED6F1C462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2833" y="1039154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511" name="Line 20">
              <a:extLst>
                <a:ext uri="{FF2B5EF4-FFF2-40B4-BE49-F238E27FC236}">
                  <a16:creationId xmlns:a16="http://schemas.microsoft.com/office/drawing/2014/main" id="{0B67665A-8A38-4F9E-9D98-4ED02A03FC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401520" y="1947204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0512" name="Line 20">
              <a:extLst>
                <a:ext uri="{FF2B5EF4-FFF2-40B4-BE49-F238E27FC236}">
                  <a16:creationId xmlns:a16="http://schemas.microsoft.com/office/drawing/2014/main" id="{6B969B9B-1B15-43E0-95C1-1406B423CD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80883" y="1291307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0513" name="Line 20">
              <a:extLst>
                <a:ext uri="{FF2B5EF4-FFF2-40B4-BE49-F238E27FC236}">
                  <a16:creationId xmlns:a16="http://schemas.microsoft.com/office/drawing/2014/main" id="{B118C01E-45C5-44C0-9732-FD3395E4C3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40684" y="1942292"/>
              <a:ext cx="6400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0514" name="Line 20">
              <a:extLst>
                <a:ext uri="{FF2B5EF4-FFF2-40B4-BE49-F238E27FC236}">
                  <a16:creationId xmlns:a16="http://schemas.microsoft.com/office/drawing/2014/main" id="{DD6E8C29-747E-490E-9E85-86DD551931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40684" y="3414333"/>
              <a:ext cx="633863" cy="47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0515" name="Line 20">
              <a:extLst>
                <a:ext uri="{FF2B5EF4-FFF2-40B4-BE49-F238E27FC236}">
                  <a16:creationId xmlns:a16="http://schemas.microsoft.com/office/drawing/2014/main" id="{F4E32FA3-EA49-48F2-A807-4A8983FF8E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18459" y="1942291"/>
              <a:ext cx="22225" cy="29190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0516" name="Freeform 48">
              <a:extLst>
                <a:ext uri="{FF2B5EF4-FFF2-40B4-BE49-F238E27FC236}">
                  <a16:creationId xmlns:a16="http://schemas.microsoft.com/office/drawing/2014/main" id="{C8A64458-8682-4F3D-AA4C-62F0B1028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110" y="4833415"/>
              <a:ext cx="75088" cy="44450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0517" name="Freeform 48">
              <a:extLst>
                <a:ext uri="{FF2B5EF4-FFF2-40B4-BE49-F238E27FC236}">
                  <a16:creationId xmlns:a16="http://schemas.microsoft.com/office/drawing/2014/main" id="{3E9C9B5E-7AC9-495D-8DA7-111CBCBA5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570" y="3407214"/>
              <a:ext cx="75088" cy="44450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360451" name="TextBox 1">
            <a:extLst>
              <a:ext uri="{FF2B5EF4-FFF2-40B4-BE49-F238E27FC236}">
                <a16:creationId xmlns:a16="http://schemas.microsoft.com/office/drawing/2014/main" id="{977E6408-2456-456E-AA0B-8ADACD3E7C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3600" y="5511800"/>
            <a:ext cx="3556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0</a:t>
            </a:r>
          </a:p>
        </p:txBody>
      </p:sp>
      <p:sp>
        <p:nvSpPr>
          <p:cNvPr id="360452" name="TextBox 28">
            <a:extLst>
              <a:ext uri="{FF2B5EF4-FFF2-40B4-BE49-F238E27FC236}">
                <a16:creationId xmlns:a16="http://schemas.microsoft.com/office/drawing/2014/main" id="{07CFB408-7C9F-4F33-8E25-FE36475CD8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5188" y="3959225"/>
            <a:ext cx="3556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1</a:t>
            </a:r>
          </a:p>
        </p:txBody>
      </p:sp>
      <p:sp>
        <p:nvSpPr>
          <p:cNvPr id="360453" name="TextBox 28">
            <a:extLst>
              <a:ext uri="{FF2B5EF4-FFF2-40B4-BE49-F238E27FC236}">
                <a16:creationId xmlns:a16="http://schemas.microsoft.com/office/drawing/2014/main" id="{09215A8F-D7EC-4077-B936-2383DBD54A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5188" y="2546350"/>
            <a:ext cx="3556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0</a:t>
            </a:r>
          </a:p>
        </p:txBody>
      </p:sp>
      <p:sp>
        <p:nvSpPr>
          <p:cNvPr id="360454" name="TextBox 28">
            <a:extLst>
              <a:ext uri="{FF2B5EF4-FFF2-40B4-BE49-F238E27FC236}">
                <a16:creationId xmlns:a16="http://schemas.microsoft.com/office/drawing/2014/main" id="{BAF56D83-4CEE-45AA-8756-185570234E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3600" y="1036638"/>
            <a:ext cx="35560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0</a:t>
            </a: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2A901DE1-D3F9-864C-AA4E-FD3D22B5F03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4763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/>
              <a:t>Encoding for State C</a:t>
            </a:r>
            <a:endParaRPr lang="en-US" dirty="0">
              <a:ea typeface="+mj-ea"/>
              <a:cs typeface="+mj-cs"/>
            </a:endParaRPr>
          </a:p>
        </p:txBody>
      </p:sp>
      <p:grpSp>
        <p:nvGrpSpPr>
          <p:cNvPr id="361474" name="Group 30">
            <a:extLst>
              <a:ext uri="{FF2B5EF4-FFF2-40B4-BE49-F238E27FC236}">
                <a16:creationId xmlns:a16="http://schemas.microsoft.com/office/drawing/2014/main" id="{8D78DE01-DEA6-41B8-A2AE-53D466FB94BB}"/>
              </a:ext>
            </a:extLst>
          </p:cNvPr>
          <p:cNvGrpSpPr>
            <a:grpSpLocks/>
          </p:cNvGrpSpPr>
          <p:nvPr/>
        </p:nvGrpSpPr>
        <p:grpSpPr bwMode="auto">
          <a:xfrm>
            <a:off x="1338263" y="987425"/>
            <a:ext cx="4598987" cy="5757863"/>
            <a:chOff x="2327660" y="951842"/>
            <a:chExt cx="4598988" cy="5758795"/>
          </a:xfrm>
        </p:grpSpPr>
        <p:sp>
          <p:nvSpPr>
            <p:cNvPr id="361479" name="Rectangle 13">
              <a:extLst>
                <a:ext uri="{FF2B5EF4-FFF2-40B4-BE49-F238E27FC236}">
                  <a16:creationId xmlns:a16="http://schemas.microsoft.com/office/drawing/2014/main" id="{939DA87A-B34A-47D2-BB8D-1E8973D7B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8223" y="3878677"/>
              <a:ext cx="800100" cy="130333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480" name="Rectangle 14">
              <a:extLst>
                <a:ext uri="{FF2B5EF4-FFF2-40B4-BE49-F238E27FC236}">
                  <a16:creationId xmlns:a16="http://schemas.microsoft.com/office/drawing/2014/main" id="{E4518997-F100-4A2E-8E23-F8C9973EDA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7598" y="4102514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D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481" name="Rectangle 15">
              <a:extLst>
                <a:ext uri="{FF2B5EF4-FFF2-40B4-BE49-F238E27FC236}">
                  <a16:creationId xmlns:a16="http://schemas.microsoft.com/office/drawing/2014/main" id="{BFA16F95-7F1F-48A2-A615-111777F447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3848" y="4094577"/>
              <a:ext cx="295275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482" name="Line 16">
              <a:extLst>
                <a:ext uri="{FF2B5EF4-FFF2-40B4-BE49-F238E27FC236}">
                  <a16:creationId xmlns:a16="http://schemas.microsoft.com/office/drawing/2014/main" id="{06AE1528-6F24-4160-B857-1380B52C56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29723" y="4724814"/>
              <a:ext cx="1143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1483" name="Freeform 17">
              <a:extLst>
                <a:ext uri="{FF2B5EF4-FFF2-40B4-BE49-F238E27FC236}">
                  <a16:creationId xmlns:a16="http://schemas.microsoft.com/office/drawing/2014/main" id="{D6D861BD-258B-4B1E-AF5A-91D6A8F91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8223" y="4770852"/>
              <a:ext cx="160337" cy="158750"/>
            </a:xfrm>
            <a:custGeom>
              <a:avLst/>
              <a:gdLst>
                <a:gd name="T0" fmla="*/ 0 w 202"/>
                <a:gd name="T1" fmla="*/ 2147483646 h 202"/>
                <a:gd name="T2" fmla="*/ 2147483646 w 202"/>
                <a:gd name="T3" fmla="*/ 2147483646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  <a:gd name="T9" fmla="*/ 0 w 202"/>
                <a:gd name="T10" fmla="*/ 0 h 202"/>
                <a:gd name="T11" fmla="*/ 202 w 202"/>
                <a:gd name="T12" fmla="*/ 202 h 20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1484" name="Line 20">
              <a:extLst>
                <a:ext uri="{FF2B5EF4-FFF2-40B4-BE49-F238E27FC236}">
                  <a16:creationId xmlns:a16="http://schemas.microsoft.com/office/drawing/2014/main" id="{50C6CB79-BB56-4E9F-9054-01D1B2AEF0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71432" y="4199352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1485" name="Rectangle 22">
              <a:extLst>
                <a:ext uri="{FF2B5EF4-FFF2-40B4-BE49-F238E27FC236}">
                  <a16:creationId xmlns:a16="http://schemas.microsoft.com/office/drawing/2014/main" id="{3A10ED08-B9CB-4C67-924A-72AD277692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8223" y="5408887"/>
              <a:ext cx="800100" cy="130175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486" name="Rectangle 23">
              <a:extLst>
                <a:ext uri="{FF2B5EF4-FFF2-40B4-BE49-F238E27FC236}">
                  <a16:creationId xmlns:a16="http://schemas.microsoft.com/office/drawing/2014/main" id="{06BB8F4C-5DEE-40EF-B83C-BB4A057760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5435" y="4747039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487" name="Rectangle 24">
              <a:extLst>
                <a:ext uri="{FF2B5EF4-FFF2-40B4-BE49-F238E27FC236}">
                  <a16:creationId xmlns:a16="http://schemas.microsoft.com/office/drawing/2014/main" id="{C6D00F65-967F-465A-9F57-1707E8860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7598" y="5635900"/>
              <a:ext cx="295275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D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488" name="Rectangle 25">
              <a:extLst>
                <a:ext uri="{FF2B5EF4-FFF2-40B4-BE49-F238E27FC236}">
                  <a16:creationId xmlns:a16="http://schemas.microsoft.com/office/drawing/2014/main" id="{423806D1-4CF8-4EA3-9895-E7969A9B6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3848" y="5627962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489" name="Line 26">
              <a:extLst>
                <a:ext uri="{FF2B5EF4-FFF2-40B4-BE49-F238E27FC236}">
                  <a16:creationId xmlns:a16="http://schemas.microsoft.com/office/drawing/2014/main" id="{557266EE-7A78-476C-84D9-CF9ED48B90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29723" y="6277250"/>
              <a:ext cx="11430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1490" name="Freeform 27">
              <a:extLst>
                <a:ext uri="{FF2B5EF4-FFF2-40B4-BE49-F238E27FC236}">
                  <a16:creationId xmlns:a16="http://schemas.microsoft.com/office/drawing/2014/main" id="{B79D0FCD-6FA7-4451-AFFF-496F0AC30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8223" y="6299475"/>
              <a:ext cx="160337" cy="160337"/>
            </a:xfrm>
            <a:custGeom>
              <a:avLst/>
              <a:gdLst>
                <a:gd name="T0" fmla="*/ 0 w 202"/>
                <a:gd name="T1" fmla="*/ 2147483646 h 201"/>
                <a:gd name="T2" fmla="*/ 2147483646 w 202"/>
                <a:gd name="T3" fmla="*/ 2147483646 h 201"/>
                <a:gd name="T4" fmla="*/ 0 w 202"/>
                <a:gd name="T5" fmla="*/ 0 h 201"/>
                <a:gd name="T6" fmla="*/ 0 60000 65536"/>
                <a:gd name="T7" fmla="*/ 0 60000 65536"/>
                <a:gd name="T8" fmla="*/ 0 60000 65536"/>
                <a:gd name="T9" fmla="*/ 0 w 202"/>
                <a:gd name="T10" fmla="*/ 0 h 201"/>
                <a:gd name="T11" fmla="*/ 202 w 202"/>
                <a:gd name="T12" fmla="*/ 201 h 20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2" h="201">
                  <a:moveTo>
                    <a:pt x="0" y="201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1491" name="Rectangle 32">
              <a:extLst>
                <a:ext uri="{FF2B5EF4-FFF2-40B4-BE49-F238E27FC236}">
                  <a16:creationId xmlns:a16="http://schemas.microsoft.com/office/drawing/2014/main" id="{56E2D692-B040-4D9C-B5FE-9B341B893E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5435" y="6282012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492" name="Rectangle 33">
              <a:extLst>
                <a:ext uri="{FF2B5EF4-FFF2-40B4-BE49-F238E27FC236}">
                  <a16:creationId xmlns:a16="http://schemas.microsoft.com/office/drawing/2014/main" id="{089D34D2-39E1-42CB-B6EC-85FF9E1C13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7535" y="3865977"/>
              <a:ext cx="2603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493" name="Rectangle 34">
              <a:extLst>
                <a:ext uri="{FF2B5EF4-FFF2-40B4-BE49-F238E27FC236}">
                  <a16:creationId xmlns:a16="http://schemas.microsoft.com/office/drawing/2014/main" id="{66C7DEE2-44EB-4056-BEF7-DD58A20369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835" y="3953289"/>
              <a:ext cx="206375" cy="242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494" name="Rectangle 35">
              <a:extLst>
                <a:ext uri="{FF2B5EF4-FFF2-40B4-BE49-F238E27FC236}">
                  <a16:creationId xmlns:a16="http://schemas.microsoft.com/office/drawing/2014/main" id="{A8D04CAD-2274-4C9D-A25C-4D1A7787FB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7535" y="5400950"/>
              <a:ext cx="2603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495" name="Rectangle 36">
              <a:extLst>
                <a:ext uri="{FF2B5EF4-FFF2-40B4-BE49-F238E27FC236}">
                  <a16:creationId xmlns:a16="http://schemas.microsoft.com/office/drawing/2014/main" id="{70121EA2-638B-40C1-B427-9DBF6A488A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835" y="5486675"/>
              <a:ext cx="206375" cy="242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496" name="Rectangle 37">
              <a:extLst>
                <a:ext uri="{FF2B5EF4-FFF2-40B4-BE49-F238E27FC236}">
                  <a16:creationId xmlns:a16="http://schemas.microsoft.com/office/drawing/2014/main" id="{F4DC241E-0D2E-440E-8C5D-9D0B315275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2148" y="5613675"/>
              <a:ext cx="28416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497" name="Rectangle 38">
              <a:extLst>
                <a:ext uri="{FF2B5EF4-FFF2-40B4-BE49-F238E27FC236}">
                  <a16:creationId xmlns:a16="http://schemas.microsoft.com/office/drawing/2014/main" id="{DE0711BA-5349-4C53-BB0F-AD5BC3598E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7660" y="6283600"/>
              <a:ext cx="64611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Clock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498" name="Rectangle 40">
              <a:extLst>
                <a:ext uri="{FF2B5EF4-FFF2-40B4-BE49-F238E27FC236}">
                  <a16:creationId xmlns:a16="http://schemas.microsoft.com/office/drawing/2014/main" id="{B4D8DC8F-3DFA-4190-A3AE-2A89487B65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8198" y="5400950"/>
              <a:ext cx="236537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499" name="Rectangle 41">
              <a:extLst>
                <a:ext uri="{FF2B5EF4-FFF2-40B4-BE49-F238E27FC236}">
                  <a16:creationId xmlns:a16="http://schemas.microsoft.com/office/drawing/2014/main" id="{0109F6C2-D696-4BCA-8D0E-17596DC151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0273" y="5486675"/>
              <a:ext cx="206375" cy="242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500" name="Rectangle 42">
              <a:extLst>
                <a:ext uri="{FF2B5EF4-FFF2-40B4-BE49-F238E27FC236}">
                  <a16:creationId xmlns:a16="http://schemas.microsoft.com/office/drawing/2014/main" id="{D6D40A9C-E766-4494-AE96-C47BC05F37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8198" y="3865977"/>
              <a:ext cx="236537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501" name="Rectangle 43">
              <a:extLst>
                <a:ext uri="{FF2B5EF4-FFF2-40B4-BE49-F238E27FC236}">
                  <a16:creationId xmlns:a16="http://schemas.microsoft.com/office/drawing/2014/main" id="{68731BA8-FA10-4330-B09C-C6757CCFEF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0273" y="3953289"/>
              <a:ext cx="206375" cy="242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502" name="Freeform 45">
              <a:extLst>
                <a:ext uri="{FF2B5EF4-FFF2-40B4-BE49-F238E27FC236}">
                  <a16:creationId xmlns:a16="http://schemas.microsoft.com/office/drawing/2014/main" id="{F378E4BF-8E3C-48E3-B710-1509AE393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360" y="4861338"/>
              <a:ext cx="2582863" cy="1530211"/>
            </a:xfrm>
            <a:custGeom>
              <a:avLst/>
              <a:gdLst>
                <a:gd name="T0" fmla="*/ 0 w 3253"/>
                <a:gd name="T1" fmla="*/ 2147483646 h 2850"/>
                <a:gd name="T2" fmla="*/ 2147483646 w 3253"/>
                <a:gd name="T3" fmla="*/ 2147483646 h 2850"/>
                <a:gd name="T4" fmla="*/ 2147483646 w 3253"/>
                <a:gd name="T5" fmla="*/ 0 h 2850"/>
                <a:gd name="T6" fmla="*/ 2147483646 w 3253"/>
                <a:gd name="T7" fmla="*/ 0 h 285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253"/>
                <a:gd name="T13" fmla="*/ 0 h 2850"/>
                <a:gd name="T14" fmla="*/ 3253 w 3253"/>
                <a:gd name="T15" fmla="*/ 2850 h 285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253" h="2850">
                  <a:moveTo>
                    <a:pt x="0" y="2850"/>
                  </a:moveTo>
                  <a:lnTo>
                    <a:pt x="2447" y="2850"/>
                  </a:lnTo>
                  <a:lnTo>
                    <a:pt x="2447" y="0"/>
                  </a:lnTo>
                  <a:lnTo>
                    <a:pt x="3253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1503" name="Line 46">
              <a:extLst>
                <a:ext uri="{FF2B5EF4-FFF2-40B4-BE49-F238E27FC236}">
                  <a16:creationId xmlns:a16="http://schemas.microsoft.com/office/drawing/2014/main" id="{F9E8D73D-A91A-49B3-B633-4AC9578E3D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8460" y="6391550"/>
              <a:ext cx="6397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1504" name="Freeform 48">
              <a:extLst>
                <a:ext uri="{FF2B5EF4-FFF2-40B4-BE49-F238E27FC236}">
                  <a16:creationId xmlns:a16="http://schemas.microsoft.com/office/drawing/2014/main" id="{5E5BD3A1-A9DA-4390-85ED-9E8A48EF1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010" y="6356625"/>
              <a:ext cx="75088" cy="44450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1505" name="Line 20">
              <a:extLst>
                <a:ext uri="{FF2B5EF4-FFF2-40B4-BE49-F238E27FC236}">
                  <a16:creationId xmlns:a16="http://schemas.microsoft.com/office/drawing/2014/main" id="{3423F740-96BF-4812-8D8A-E52C70837F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53909" y="5759972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1506" name="Line 20">
              <a:extLst>
                <a:ext uri="{FF2B5EF4-FFF2-40B4-BE49-F238E27FC236}">
                  <a16:creationId xmlns:a16="http://schemas.microsoft.com/office/drawing/2014/main" id="{78D9113A-53B6-47BA-BA1B-9475AE5DE0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0140" y="5738190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1507" name="Line 20">
              <a:extLst>
                <a:ext uri="{FF2B5EF4-FFF2-40B4-BE49-F238E27FC236}">
                  <a16:creationId xmlns:a16="http://schemas.microsoft.com/office/drawing/2014/main" id="{E8242719-4E09-4E46-B395-30FE9BCC1D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8960" y="6423990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1508" name="Line 20">
              <a:extLst>
                <a:ext uri="{FF2B5EF4-FFF2-40B4-BE49-F238E27FC236}">
                  <a16:creationId xmlns:a16="http://schemas.microsoft.com/office/drawing/2014/main" id="{B7E666DA-23B1-4CC1-A65F-0DB1A2E7AE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8960" y="4861339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1509" name="Line 20">
              <a:extLst>
                <a:ext uri="{FF2B5EF4-FFF2-40B4-BE49-F238E27FC236}">
                  <a16:creationId xmlns:a16="http://schemas.microsoft.com/office/drawing/2014/main" id="{57B4035B-FF24-47B5-B2F8-526F78EC08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58323" y="4205442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1510" name="Line 20">
              <a:extLst>
                <a:ext uri="{FF2B5EF4-FFF2-40B4-BE49-F238E27FC236}">
                  <a16:creationId xmlns:a16="http://schemas.microsoft.com/office/drawing/2014/main" id="{4AEE633A-52A1-48E1-AF7E-E18969D963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15035" y="5774881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1511" name="Rectangle 13">
              <a:extLst>
                <a:ext uri="{FF2B5EF4-FFF2-40B4-BE49-F238E27FC236}">
                  <a16:creationId xmlns:a16="http://schemas.microsoft.com/office/drawing/2014/main" id="{3CCBE55F-2CC8-4F25-B49D-B02433099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9503" y="2434838"/>
              <a:ext cx="800100" cy="130333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512" name="Rectangle 14">
              <a:extLst>
                <a:ext uri="{FF2B5EF4-FFF2-40B4-BE49-F238E27FC236}">
                  <a16:creationId xmlns:a16="http://schemas.microsoft.com/office/drawing/2014/main" id="{D39B3EA0-5F7E-479F-AB90-93DE45657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8878" y="2658675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D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513" name="Rectangle 15">
              <a:extLst>
                <a:ext uri="{FF2B5EF4-FFF2-40B4-BE49-F238E27FC236}">
                  <a16:creationId xmlns:a16="http://schemas.microsoft.com/office/drawing/2014/main" id="{18008F39-2271-472A-91C8-CF25BE40B9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5128" y="2650738"/>
              <a:ext cx="295275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514" name="Line 16">
              <a:extLst>
                <a:ext uri="{FF2B5EF4-FFF2-40B4-BE49-F238E27FC236}">
                  <a16:creationId xmlns:a16="http://schemas.microsoft.com/office/drawing/2014/main" id="{FB20A5AD-24D7-464F-94DF-C3B9F4E079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41003" y="3280975"/>
              <a:ext cx="1143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1515" name="Freeform 17">
              <a:extLst>
                <a:ext uri="{FF2B5EF4-FFF2-40B4-BE49-F238E27FC236}">
                  <a16:creationId xmlns:a16="http://schemas.microsoft.com/office/drawing/2014/main" id="{D9101E18-061E-4C0B-8445-F81A44549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9503" y="3327013"/>
              <a:ext cx="160337" cy="158750"/>
            </a:xfrm>
            <a:custGeom>
              <a:avLst/>
              <a:gdLst>
                <a:gd name="T0" fmla="*/ 0 w 202"/>
                <a:gd name="T1" fmla="*/ 2147483646 h 202"/>
                <a:gd name="T2" fmla="*/ 2147483646 w 202"/>
                <a:gd name="T3" fmla="*/ 2147483646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  <a:gd name="T9" fmla="*/ 0 w 202"/>
                <a:gd name="T10" fmla="*/ 0 h 202"/>
                <a:gd name="T11" fmla="*/ 202 w 202"/>
                <a:gd name="T12" fmla="*/ 202 h 20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1516" name="Line 20">
              <a:extLst>
                <a:ext uri="{FF2B5EF4-FFF2-40B4-BE49-F238E27FC236}">
                  <a16:creationId xmlns:a16="http://schemas.microsoft.com/office/drawing/2014/main" id="{591C75EB-C970-4FAE-A452-8BC0C0427A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82712" y="2755513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1517" name="Rectangle 23">
              <a:extLst>
                <a:ext uri="{FF2B5EF4-FFF2-40B4-BE49-F238E27FC236}">
                  <a16:creationId xmlns:a16="http://schemas.microsoft.com/office/drawing/2014/main" id="{D45E1927-8544-4492-AA96-7A4771F274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715" y="3303200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518" name="Rectangle 33">
              <a:extLst>
                <a:ext uri="{FF2B5EF4-FFF2-40B4-BE49-F238E27FC236}">
                  <a16:creationId xmlns:a16="http://schemas.microsoft.com/office/drawing/2014/main" id="{257CEB96-1D44-4AF2-A069-3FCFD3EACA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8815" y="2422138"/>
              <a:ext cx="2603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519" name="Rectangle 34">
              <a:extLst>
                <a:ext uri="{FF2B5EF4-FFF2-40B4-BE49-F238E27FC236}">
                  <a16:creationId xmlns:a16="http://schemas.microsoft.com/office/drawing/2014/main" id="{350B2510-5032-4214-A6F0-E8B1E844C4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3115" y="2509450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520" name="Rectangle 42">
              <a:extLst>
                <a:ext uri="{FF2B5EF4-FFF2-40B4-BE49-F238E27FC236}">
                  <a16:creationId xmlns:a16="http://schemas.microsoft.com/office/drawing/2014/main" id="{CBAFA324-9FE3-4138-9877-29AE5C11E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9478" y="2422138"/>
              <a:ext cx="236537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521" name="Rectangle 43">
              <a:extLst>
                <a:ext uri="{FF2B5EF4-FFF2-40B4-BE49-F238E27FC236}">
                  <a16:creationId xmlns:a16="http://schemas.microsoft.com/office/drawing/2014/main" id="{FA4BFA7D-E8BA-4F2C-904E-8D6ACB743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1553" y="2509450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522" name="Line 20">
              <a:extLst>
                <a:ext uri="{FF2B5EF4-FFF2-40B4-BE49-F238E27FC236}">
                  <a16:creationId xmlns:a16="http://schemas.microsoft.com/office/drawing/2014/main" id="{944D6F0C-E116-494A-ACE2-F3DE033A4F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90240" y="3417500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1523" name="Line 20">
              <a:extLst>
                <a:ext uri="{FF2B5EF4-FFF2-40B4-BE49-F238E27FC236}">
                  <a16:creationId xmlns:a16="http://schemas.microsoft.com/office/drawing/2014/main" id="{7EA490DB-F438-4127-9495-8B0643C9AC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69603" y="2761603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1524" name="Rectangle 13">
              <a:extLst>
                <a:ext uri="{FF2B5EF4-FFF2-40B4-BE49-F238E27FC236}">
                  <a16:creationId xmlns:a16="http://schemas.microsoft.com/office/drawing/2014/main" id="{531C32FA-2AB1-4369-8928-13923E1146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0783" y="964542"/>
              <a:ext cx="800100" cy="130333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525" name="Rectangle 14">
              <a:extLst>
                <a:ext uri="{FF2B5EF4-FFF2-40B4-BE49-F238E27FC236}">
                  <a16:creationId xmlns:a16="http://schemas.microsoft.com/office/drawing/2014/main" id="{69BA5751-27AC-4826-8A5C-BBE67D1975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0158" y="1188379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D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526" name="Rectangle 15">
              <a:extLst>
                <a:ext uri="{FF2B5EF4-FFF2-40B4-BE49-F238E27FC236}">
                  <a16:creationId xmlns:a16="http://schemas.microsoft.com/office/drawing/2014/main" id="{BB905CCF-6ECF-4D89-89C9-6DDC98A262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6408" y="1180442"/>
              <a:ext cx="295275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527" name="Line 16">
              <a:extLst>
                <a:ext uri="{FF2B5EF4-FFF2-40B4-BE49-F238E27FC236}">
                  <a16:creationId xmlns:a16="http://schemas.microsoft.com/office/drawing/2014/main" id="{2B1F2BBE-ED8C-4DCE-ADDF-D52501884F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52283" y="1810679"/>
              <a:ext cx="1143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1528" name="Freeform 17">
              <a:extLst>
                <a:ext uri="{FF2B5EF4-FFF2-40B4-BE49-F238E27FC236}">
                  <a16:creationId xmlns:a16="http://schemas.microsoft.com/office/drawing/2014/main" id="{F5D1ECFC-6651-4DAA-8395-71829DA51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0783" y="1856717"/>
              <a:ext cx="160337" cy="158750"/>
            </a:xfrm>
            <a:custGeom>
              <a:avLst/>
              <a:gdLst>
                <a:gd name="T0" fmla="*/ 0 w 202"/>
                <a:gd name="T1" fmla="*/ 2147483646 h 202"/>
                <a:gd name="T2" fmla="*/ 2147483646 w 202"/>
                <a:gd name="T3" fmla="*/ 2147483646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  <a:gd name="T9" fmla="*/ 0 w 202"/>
                <a:gd name="T10" fmla="*/ 0 h 202"/>
                <a:gd name="T11" fmla="*/ 202 w 202"/>
                <a:gd name="T12" fmla="*/ 202 h 20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1529" name="Line 20">
              <a:extLst>
                <a:ext uri="{FF2B5EF4-FFF2-40B4-BE49-F238E27FC236}">
                  <a16:creationId xmlns:a16="http://schemas.microsoft.com/office/drawing/2014/main" id="{EE31CFC0-92B7-4CDB-A9FC-AE7CFC4438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93992" y="1285217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1530" name="Rectangle 23">
              <a:extLst>
                <a:ext uri="{FF2B5EF4-FFF2-40B4-BE49-F238E27FC236}">
                  <a16:creationId xmlns:a16="http://schemas.microsoft.com/office/drawing/2014/main" id="{95E22834-10E5-44BF-9020-5D9CEDF39E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7995" y="1832904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531" name="Rectangle 33">
              <a:extLst>
                <a:ext uri="{FF2B5EF4-FFF2-40B4-BE49-F238E27FC236}">
                  <a16:creationId xmlns:a16="http://schemas.microsoft.com/office/drawing/2014/main" id="{2FF32097-BA0D-4443-811D-5E21ED2F4C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0095" y="951842"/>
              <a:ext cx="2603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532" name="Rectangle 34">
              <a:extLst>
                <a:ext uri="{FF2B5EF4-FFF2-40B4-BE49-F238E27FC236}">
                  <a16:creationId xmlns:a16="http://schemas.microsoft.com/office/drawing/2014/main" id="{1E1D8795-6B70-49CA-8026-2903E27D8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4395" y="1039154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533" name="Rectangle 42">
              <a:extLst>
                <a:ext uri="{FF2B5EF4-FFF2-40B4-BE49-F238E27FC236}">
                  <a16:creationId xmlns:a16="http://schemas.microsoft.com/office/drawing/2014/main" id="{B7AE1E6F-738D-41B1-93E1-3C71B6D1E4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50758" y="951842"/>
              <a:ext cx="236537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534" name="Rectangle 43">
              <a:extLst>
                <a:ext uri="{FF2B5EF4-FFF2-40B4-BE49-F238E27FC236}">
                  <a16:creationId xmlns:a16="http://schemas.microsoft.com/office/drawing/2014/main" id="{4388F977-AF28-4142-BA2E-530AE1C10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2833" y="1039154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535" name="Line 20">
              <a:extLst>
                <a:ext uri="{FF2B5EF4-FFF2-40B4-BE49-F238E27FC236}">
                  <a16:creationId xmlns:a16="http://schemas.microsoft.com/office/drawing/2014/main" id="{77F6AD24-BF5F-40F0-BF7E-80CE89265B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401520" y="1947204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1536" name="Line 20">
              <a:extLst>
                <a:ext uri="{FF2B5EF4-FFF2-40B4-BE49-F238E27FC236}">
                  <a16:creationId xmlns:a16="http://schemas.microsoft.com/office/drawing/2014/main" id="{A6A250AF-3B1A-4F6D-81D1-F7B79DFFB1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80883" y="1291307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1537" name="Line 20">
              <a:extLst>
                <a:ext uri="{FF2B5EF4-FFF2-40B4-BE49-F238E27FC236}">
                  <a16:creationId xmlns:a16="http://schemas.microsoft.com/office/drawing/2014/main" id="{D86B09D3-F42F-4A24-AA11-D31675CDD6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40684" y="1942292"/>
              <a:ext cx="6400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1538" name="Line 20">
              <a:extLst>
                <a:ext uri="{FF2B5EF4-FFF2-40B4-BE49-F238E27FC236}">
                  <a16:creationId xmlns:a16="http://schemas.microsoft.com/office/drawing/2014/main" id="{710EB425-9CA5-40EF-8DDB-6938E60469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40684" y="3414333"/>
              <a:ext cx="633863" cy="47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1539" name="Line 20">
              <a:extLst>
                <a:ext uri="{FF2B5EF4-FFF2-40B4-BE49-F238E27FC236}">
                  <a16:creationId xmlns:a16="http://schemas.microsoft.com/office/drawing/2014/main" id="{39837786-CA0B-4D45-9174-828C81F1F8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18459" y="1942291"/>
              <a:ext cx="22225" cy="29190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1540" name="Freeform 48">
              <a:extLst>
                <a:ext uri="{FF2B5EF4-FFF2-40B4-BE49-F238E27FC236}">
                  <a16:creationId xmlns:a16="http://schemas.microsoft.com/office/drawing/2014/main" id="{2B3D46A4-C3D8-40ED-8D61-0426B853A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110" y="4833415"/>
              <a:ext cx="75088" cy="44450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1541" name="Freeform 48">
              <a:extLst>
                <a:ext uri="{FF2B5EF4-FFF2-40B4-BE49-F238E27FC236}">
                  <a16:creationId xmlns:a16="http://schemas.microsoft.com/office/drawing/2014/main" id="{E3A1B98C-411B-4F66-9579-0B6319754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570" y="3407214"/>
              <a:ext cx="75088" cy="44450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361475" name="TextBox 1">
            <a:extLst>
              <a:ext uri="{FF2B5EF4-FFF2-40B4-BE49-F238E27FC236}">
                <a16:creationId xmlns:a16="http://schemas.microsoft.com/office/drawing/2014/main" id="{849701A4-973F-4272-9ED4-36BF1018BD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3600" y="5511800"/>
            <a:ext cx="3556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0</a:t>
            </a:r>
          </a:p>
        </p:txBody>
      </p:sp>
      <p:sp>
        <p:nvSpPr>
          <p:cNvPr id="361476" name="TextBox 28">
            <a:extLst>
              <a:ext uri="{FF2B5EF4-FFF2-40B4-BE49-F238E27FC236}">
                <a16:creationId xmlns:a16="http://schemas.microsoft.com/office/drawing/2014/main" id="{2D718C6B-E4D7-4A81-AFDC-8FA147C8B6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5188" y="3959225"/>
            <a:ext cx="3556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0</a:t>
            </a:r>
          </a:p>
        </p:txBody>
      </p:sp>
      <p:sp>
        <p:nvSpPr>
          <p:cNvPr id="361477" name="TextBox 28">
            <a:extLst>
              <a:ext uri="{FF2B5EF4-FFF2-40B4-BE49-F238E27FC236}">
                <a16:creationId xmlns:a16="http://schemas.microsoft.com/office/drawing/2014/main" id="{D6B02B29-FEA3-4BB6-8E58-A5453BF11E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5188" y="2546350"/>
            <a:ext cx="3556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1</a:t>
            </a:r>
          </a:p>
        </p:txBody>
      </p:sp>
      <p:sp>
        <p:nvSpPr>
          <p:cNvPr id="361478" name="TextBox 28">
            <a:extLst>
              <a:ext uri="{FF2B5EF4-FFF2-40B4-BE49-F238E27FC236}">
                <a16:creationId xmlns:a16="http://schemas.microsoft.com/office/drawing/2014/main" id="{1385DFB2-F87C-4D2D-92D8-230CA66B4C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3600" y="1036638"/>
            <a:ext cx="35560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0</a:t>
            </a: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B26CB08C-21A9-884D-B2C9-5F9A7BE6C1C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4763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/>
              <a:t>Encoding for State D</a:t>
            </a:r>
            <a:endParaRPr lang="en-US" dirty="0">
              <a:ea typeface="+mj-ea"/>
              <a:cs typeface="+mj-cs"/>
            </a:endParaRPr>
          </a:p>
        </p:txBody>
      </p:sp>
      <p:grpSp>
        <p:nvGrpSpPr>
          <p:cNvPr id="362498" name="Group 30">
            <a:extLst>
              <a:ext uri="{FF2B5EF4-FFF2-40B4-BE49-F238E27FC236}">
                <a16:creationId xmlns:a16="http://schemas.microsoft.com/office/drawing/2014/main" id="{4EF80AD9-BA51-4F90-9DE0-A254026AF3B5}"/>
              </a:ext>
            </a:extLst>
          </p:cNvPr>
          <p:cNvGrpSpPr>
            <a:grpSpLocks/>
          </p:cNvGrpSpPr>
          <p:nvPr/>
        </p:nvGrpSpPr>
        <p:grpSpPr bwMode="auto">
          <a:xfrm>
            <a:off x="1338263" y="987425"/>
            <a:ext cx="4598987" cy="5757863"/>
            <a:chOff x="2327660" y="951842"/>
            <a:chExt cx="4598988" cy="5758795"/>
          </a:xfrm>
        </p:grpSpPr>
        <p:sp>
          <p:nvSpPr>
            <p:cNvPr id="362503" name="Rectangle 13">
              <a:extLst>
                <a:ext uri="{FF2B5EF4-FFF2-40B4-BE49-F238E27FC236}">
                  <a16:creationId xmlns:a16="http://schemas.microsoft.com/office/drawing/2014/main" id="{8AAD61D2-E3E4-4833-ACC0-9B90C8E92B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8223" y="3878677"/>
              <a:ext cx="800100" cy="130333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504" name="Rectangle 14">
              <a:extLst>
                <a:ext uri="{FF2B5EF4-FFF2-40B4-BE49-F238E27FC236}">
                  <a16:creationId xmlns:a16="http://schemas.microsoft.com/office/drawing/2014/main" id="{C0AE0CD1-E846-4322-AE74-9246233039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7598" y="4102514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D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505" name="Rectangle 15">
              <a:extLst>
                <a:ext uri="{FF2B5EF4-FFF2-40B4-BE49-F238E27FC236}">
                  <a16:creationId xmlns:a16="http://schemas.microsoft.com/office/drawing/2014/main" id="{F3BF73F1-CB85-4B97-83DB-0BAE58487C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3848" y="4094577"/>
              <a:ext cx="295275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506" name="Line 16">
              <a:extLst>
                <a:ext uri="{FF2B5EF4-FFF2-40B4-BE49-F238E27FC236}">
                  <a16:creationId xmlns:a16="http://schemas.microsoft.com/office/drawing/2014/main" id="{DB192D82-8A41-47B6-BC0C-0114A26B75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29723" y="4724814"/>
              <a:ext cx="1143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2507" name="Freeform 17">
              <a:extLst>
                <a:ext uri="{FF2B5EF4-FFF2-40B4-BE49-F238E27FC236}">
                  <a16:creationId xmlns:a16="http://schemas.microsoft.com/office/drawing/2014/main" id="{8E45BC12-9B81-49B4-A701-4E32F8875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8223" y="4770852"/>
              <a:ext cx="160337" cy="158750"/>
            </a:xfrm>
            <a:custGeom>
              <a:avLst/>
              <a:gdLst>
                <a:gd name="T0" fmla="*/ 0 w 202"/>
                <a:gd name="T1" fmla="*/ 2147483646 h 202"/>
                <a:gd name="T2" fmla="*/ 2147483646 w 202"/>
                <a:gd name="T3" fmla="*/ 2147483646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  <a:gd name="T9" fmla="*/ 0 w 202"/>
                <a:gd name="T10" fmla="*/ 0 h 202"/>
                <a:gd name="T11" fmla="*/ 202 w 202"/>
                <a:gd name="T12" fmla="*/ 202 h 20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2508" name="Line 20">
              <a:extLst>
                <a:ext uri="{FF2B5EF4-FFF2-40B4-BE49-F238E27FC236}">
                  <a16:creationId xmlns:a16="http://schemas.microsoft.com/office/drawing/2014/main" id="{90DCE746-9F5D-4A2A-B860-D322AF6A79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71432" y="4199352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2509" name="Rectangle 22">
              <a:extLst>
                <a:ext uri="{FF2B5EF4-FFF2-40B4-BE49-F238E27FC236}">
                  <a16:creationId xmlns:a16="http://schemas.microsoft.com/office/drawing/2014/main" id="{F9636B00-A2C2-4AEA-B103-1A1EDF7B0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8223" y="5408887"/>
              <a:ext cx="800100" cy="130175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510" name="Rectangle 23">
              <a:extLst>
                <a:ext uri="{FF2B5EF4-FFF2-40B4-BE49-F238E27FC236}">
                  <a16:creationId xmlns:a16="http://schemas.microsoft.com/office/drawing/2014/main" id="{78C946F0-A82D-4B55-B6FB-4731711C3D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5435" y="4747039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511" name="Rectangle 24">
              <a:extLst>
                <a:ext uri="{FF2B5EF4-FFF2-40B4-BE49-F238E27FC236}">
                  <a16:creationId xmlns:a16="http://schemas.microsoft.com/office/drawing/2014/main" id="{280D55CE-CBF6-4B28-A42A-AD6772525A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7598" y="5635900"/>
              <a:ext cx="295275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D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512" name="Rectangle 25">
              <a:extLst>
                <a:ext uri="{FF2B5EF4-FFF2-40B4-BE49-F238E27FC236}">
                  <a16:creationId xmlns:a16="http://schemas.microsoft.com/office/drawing/2014/main" id="{6C46CCD0-7429-42AB-8BCF-9A23DA0BD3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3848" y="5627962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513" name="Line 26">
              <a:extLst>
                <a:ext uri="{FF2B5EF4-FFF2-40B4-BE49-F238E27FC236}">
                  <a16:creationId xmlns:a16="http://schemas.microsoft.com/office/drawing/2014/main" id="{5E3C03B7-58A8-4D25-AD59-DA53C96F44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29723" y="6277250"/>
              <a:ext cx="11430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2514" name="Freeform 27">
              <a:extLst>
                <a:ext uri="{FF2B5EF4-FFF2-40B4-BE49-F238E27FC236}">
                  <a16:creationId xmlns:a16="http://schemas.microsoft.com/office/drawing/2014/main" id="{A32F0B65-D476-4143-8231-828268140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8223" y="6299475"/>
              <a:ext cx="160337" cy="160337"/>
            </a:xfrm>
            <a:custGeom>
              <a:avLst/>
              <a:gdLst>
                <a:gd name="T0" fmla="*/ 0 w 202"/>
                <a:gd name="T1" fmla="*/ 2147483646 h 201"/>
                <a:gd name="T2" fmla="*/ 2147483646 w 202"/>
                <a:gd name="T3" fmla="*/ 2147483646 h 201"/>
                <a:gd name="T4" fmla="*/ 0 w 202"/>
                <a:gd name="T5" fmla="*/ 0 h 201"/>
                <a:gd name="T6" fmla="*/ 0 60000 65536"/>
                <a:gd name="T7" fmla="*/ 0 60000 65536"/>
                <a:gd name="T8" fmla="*/ 0 60000 65536"/>
                <a:gd name="T9" fmla="*/ 0 w 202"/>
                <a:gd name="T10" fmla="*/ 0 h 201"/>
                <a:gd name="T11" fmla="*/ 202 w 202"/>
                <a:gd name="T12" fmla="*/ 201 h 20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2" h="201">
                  <a:moveTo>
                    <a:pt x="0" y="201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2515" name="Rectangle 32">
              <a:extLst>
                <a:ext uri="{FF2B5EF4-FFF2-40B4-BE49-F238E27FC236}">
                  <a16:creationId xmlns:a16="http://schemas.microsoft.com/office/drawing/2014/main" id="{0DB084B1-E0C1-487D-8D6B-6D0A7DF0CF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5435" y="6282012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516" name="Rectangle 33">
              <a:extLst>
                <a:ext uri="{FF2B5EF4-FFF2-40B4-BE49-F238E27FC236}">
                  <a16:creationId xmlns:a16="http://schemas.microsoft.com/office/drawing/2014/main" id="{B13142D5-D0B2-4A5F-90F4-5A7338202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7535" y="3865977"/>
              <a:ext cx="2603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517" name="Rectangle 34">
              <a:extLst>
                <a:ext uri="{FF2B5EF4-FFF2-40B4-BE49-F238E27FC236}">
                  <a16:creationId xmlns:a16="http://schemas.microsoft.com/office/drawing/2014/main" id="{810F485C-C95D-4FA5-9C37-64AB52813D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835" y="3953289"/>
              <a:ext cx="206375" cy="242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518" name="Rectangle 35">
              <a:extLst>
                <a:ext uri="{FF2B5EF4-FFF2-40B4-BE49-F238E27FC236}">
                  <a16:creationId xmlns:a16="http://schemas.microsoft.com/office/drawing/2014/main" id="{B3E3D526-F721-4571-A10C-7C5F67ABD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7535" y="5400950"/>
              <a:ext cx="2603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519" name="Rectangle 36">
              <a:extLst>
                <a:ext uri="{FF2B5EF4-FFF2-40B4-BE49-F238E27FC236}">
                  <a16:creationId xmlns:a16="http://schemas.microsoft.com/office/drawing/2014/main" id="{1AC1EC60-FBE3-46A8-9CF3-B8C7BEDC90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835" y="5486675"/>
              <a:ext cx="206375" cy="242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520" name="Rectangle 37">
              <a:extLst>
                <a:ext uri="{FF2B5EF4-FFF2-40B4-BE49-F238E27FC236}">
                  <a16:creationId xmlns:a16="http://schemas.microsoft.com/office/drawing/2014/main" id="{04A9F955-C137-4715-B5D3-4C6D6C2CF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2148" y="5613675"/>
              <a:ext cx="28416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521" name="Rectangle 38">
              <a:extLst>
                <a:ext uri="{FF2B5EF4-FFF2-40B4-BE49-F238E27FC236}">
                  <a16:creationId xmlns:a16="http://schemas.microsoft.com/office/drawing/2014/main" id="{4B66206C-84BB-442C-8C78-7A6CC1D2C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7660" y="6283600"/>
              <a:ext cx="64611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Clock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522" name="Rectangle 40">
              <a:extLst>
                <a:ext uri="{FF2B5EF4-FFF2-40B4-BE49-F238E27FC236}">
                  <a16:creationId xmlns:a16="http://schemas.microsoft.com/office/drawing/2014/main" id="{D2D47850-6BE7-4FEA-9DDB-85FCC5F53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8198" y="5400950"/>
              <a:ext cx="236537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523" name="Rectangle 41">
              <a:extLst>
                <a:ext uri="{FF2B5EF4-FFF2-40B4-BE49-F238E27FC236}">
                  <a16:creationId xmlns:a16="http://schemas.microsoft.com/office/drawing/2014/main" id="{84DCA4F3-835A-413A-8991-D41DC10242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0273" y="5486675"/>
              <a:ext cx="206375" cy="242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524" name="Rectangle 42">
              <a:extLst>
                <a:ext uri="{FF2B5EF4-FFF2-40B4-BE49-F238E27FC236}">
                  <a16:creationId xmlns:a16="http://schemas.microsoft.com/office/drawing/2014/main" id="{38D61811-6565-482F-B7E6-A156709F28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8198" y="3865977"/>
              <a:ext cx="236537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525" name="Rectangle 43">
              <a:extLst>
                <a:ext uri="{FF2B5EF4-FFF2-40B4-BE49-F238E27FC236}">
                  <a16:creationId xmlns:a16="http://schemas.microsoft.com/office/drawing/2014/main" id="{65FE0B7E-9F59-4063-9658-24A4FB761B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0273" y="3953289"/>
              <a:ext cx="206375" cy="242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526" name="Freeform 45">
              <a:extLst>
                <a:ext uri="{FF2B5EF4-FFF2-40B4-BE49-F238E27FC236}">
                  <a16:creationId xmlns:a16="http://schemas.microsoft.com/office/drawing/2014/main" id="{981E927E-8154-4890-91DB-442C4A9BB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360" y="4861338"/>
              <a:ext cx="2582863" cy="1530211"/>
            </a:xfrm>
            <a:custGeom>
              <a:avLst/>
              <a:gdLst>
                <a:gd name="T0" fmla="*/ 0 w 3253"/>
                <a:gd name="T1" fmla="*/ 2147483646 h 2850"/>
                <a:gd name="T2" fmla="*/ 2147483646 w 3253"/>
                <a:gd name="T3" fmla="*/ 2147483646 h 2850"/>
                <a:gd name="T4" fmla="*/ 2147483646 w 3253"/>
                <a:gd name="T5" fmla="*/ 0 h 2850"/>
                <a:gd name="T6" fmla="*/ 2147483646 w 3253"/>
                <a:gd name="T7" fmla="*/ 0 h 285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253"/>
                <a:gd name="T13" fmla="*/ 0 h 2850"/>
                <a:gd name="T14" fmla="*/ 3253 w 3253"/>
                <a:gd name="T15" fmla="*/ 2850 h 285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253" h="2850">
                  <a:moveTo>
                    <a:pt x="0" y="2850"/>
                  </a:moveTo>
                  <a:lnTo>
                    <a:pt x="2447" y="2850"/>
                  </a:lnTo>
                  <a:lnTo>
                    <a:pt x="2447" y="0"/>
                  </a:lnTo>
                  <a:lnTo>
                    <a:pt x="3253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2527" name="Line 46">
              <a:extLst>
                <a:ext uri="{FF2B5EF4-FFF2-40B4-BE49-F238E27FC236}">
                  <a16:creationId xmlns:a16="http://schemas.microsoft.com/office/drawing/2014/main" id="{5189A688-5EEC-4C46-9E75-6194E5CD04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8460" y="6391550"/>
              <a:ext cx="6397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2528" name="Freeform 48">
              <a:extLst>
                <a:ext uri="{FF2B5EF4-FFF2-40B4-BE49-F238E27FC236}">
                  <a16:creationId xmlns:a16="http://schemas.microsoft.com/office/drawing/2014/main" id="{68D95602-03AA-45FC-B34B-EDF8D12A3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010" y="6356625"/>
              <a:ext cx="75088" cy="44450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2529" name="Line 20">
              <a:extLst>
                <a:ext uri="{FF2B5EF4-FFF2-40B4-BE49-F238E27FC236}">
                  <a16:creationId xmlns:a16="http://schemas.microsoft.com/office/drawing/2014/main" id="{47CF7A32-E896-4704-B149-756E23B814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53909" y="5759972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2530" name="Line 20">
              <a:extLst>
                <a:ext uri="{FF2B5EF4-FFF2-40B4-BE49-F238E27FC236}">
                  <a16:creationId xmlns:a16="http://schemas.microsoft.com/office/drawing/2014/main" id="{8B34EAF2-B0FC-4D63-A66D-5E78CDF7E0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0140" y="5738190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2531" name="Line 20">
              <a:extLst>
                <a:ext uri="{FF2B5EF4-FFF2-40B4-BE49-F238E27FC236}">
                  <a16:creationId xmlns:a16="http://schemas.microsoft.com/office/drawing/2014/main" id="{106A042B-45F8-4312-A526-E440F8B6B4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8960" y="6423990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2532" name="Line 20">
              <a:extLst>
                <a:ext uri="{FF2B5EF4-FFF2-40B4-BE49-F238E27FC236}">
                  <a16:creationId xmlns:a16="http://schemas.microsoft.com/office/drawing/2014/main" id="{B4519B6F-95F2-426C-8709-16458AAA78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8960" y="4861339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2533" name="Line 20">
              <a:extLst>
                <a:ext uri="{FF2B5EF4-FFF2-40B4-BE49-F238E27FC236}">
                  <a16:creationId xmlns:a16="http://schemas.microsoft.com/office/drawing/2014/main" id="{6B8D4636-2044-42FD-9834-5A246DC779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58323" y="4205442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2534" name="Line 20">
              <a:extLst>
                <a:ext uri="{FF2B5EF4-FFF2-40B4-BE49-F238E27FC236}">
                  <a16:creationId xmlns:a16="http://schemas.microsoft.com/office/drawing/2014/main" id="{6AB01D2A-52D5-4E7A-ACC6-1A1DE33059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15035" y="5774881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2535" name="Rectangle 13">
              <a:extLst>
                <a:ext uri="{FF2B5EF4-FFF2-40B4-BE49-F238E27FC236}">
                  <a16:creationId xmlns:a16="http://schemas.microsoft.com/office/drawing/2014/main" id="{AB452C05-F1EF-40F2-A267-5FE863AAA8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9503" y="2434838"/>
              <a:ext cx="800100" cy="130333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536" name="Rectangle 14">
              <a:extLst>
                <a:ext uri="{FF2B5EF4-FFF2-40B4-BE49-F238E27FC236}">
                  <a16:creationId xmlns:a16="http://schemas.microsoft.com/office/drawing/2014/main" id="{8AF5E336-DE3E-4363-8413-06117D4AE9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8878" y="2658675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D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537" name="Rectangle 15">
              <a:extLst>
                <a:ext uri="{FF2B5EF4-FFF2-40B4-BE49-F238E27FC236}">
                  <a16:creationId xmlns:a16="http://schemas.microsoft.com/office/drawing/2014/main" id="{05424C8A-D42D-4E7A-9D5D-3B2C3A3977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5128" y="2650738"/>
              <a:ext cx="295275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538" name="Line 16">
              <a:extLst>
                <a:ext uri="{FF2B5EF4-FFF2-40B4-BE49-F238E27FC236}">
                  <a16:creationId xmlns:a16="http://schemas.microsoft.com/office/drawing/2014/main" id="{F31BBD12-4575-44F2-83CC-16900B7BFC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41003" y="3280975"/>
              <a:ext cx="1143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2539" name="Freeform 17">
              <a:extLst>
                <a:ext uri="{FF2B5EF4-FFF2-40B4-BE49-F238E27FC236}">
                  <a16:creationId xmlns:a16="http://schemas.microsoft.com/office/drawing/2014/main" id="{9884A1B8-D42B-4D8C-8094-D61D4344B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9503" y="3327013"/>
              <a:ext cx="160337" cy="158750"/>
            </a:xfrm>
            <a:custGeom>
              <a:avLst/>
              <a:gdLst>
                <a:gd name="T0" fmla="*/ 0 w 202"/>
                <a:gd name="T1" fmla="*/ 2147483646 h 202"/>
                <a:gd name="T2" fmla="*/ 2147483646 w 202"/>
                <a:gd name="T3" fmla="*/ 2147483646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  <a:gd name="T9" fmla="*/ 0 w 202"/>
                <a:gd name="T10" fmla="*/ 0 h 202"/>
                <a:gd name="T11" fmla="*/ 202 w 202"/>
                <a:gd name="T12" fmla="*/ 202 h 20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2540" name="Line 20">
              <a:extLst>
                <a:ext uri="{FF2B5EF4-FFF2-40B4-BE49-F238E27FC236}">
                  <a16:creationId xmlns:a16="http://schemas.microsoft.com/office/drawing/2014/main" id="{3EC36421-E93C-4E2F-9C5F-F87AE9A535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82712" y="2755513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2541" name="Rectangle 23">
              <a:extLst>
                <a:ext uri="{FF2B5EF4-FFF2-40B4-BE49-F238E27FC236}">
                  <a16:creationId xmlns:a16="http://schemas.microsoft.com/office/drawing/2014/main" id="{071E9C68-DE0A-47BF-B50E-3BFE0F2D1F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715" y="3303200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542" name="Rectangle 33">
              <a:extLst>
                <a:ext uri="{FF2B5EF4-FFF2-40B4-BE49-F238E27FC236}">
                  <a16:creationId xmlns:a16="http://schemas.microsoft.com/office/drawing/2014/main" id="{A53D1E1B-3599-4557-A3FC-493EBD1D4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8815" y="2422138"/>
              <a:ext cx="2603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543" name="Rectangle 34">
              <a:extLst>
                <a:ext uri="{FF2B5EF4-FFF2-40B4-BE49-F238E27FC236}">
                  <a16:creationId xmlns:a16="http://schemas.microsoft.com/office/drawing/2014/main" id="{166B5702-8EBC-42E1-91C7-701704FE16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3115" y="2509450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544" name="Rectangle 42">
              <a:extLst>
                <a:ext uri="{FF2B5EF4-FFF2-40B4-BE49-F238E27FC236}">
                  <a16:creationId xmlns:a16="http://schemas.microsoft.com/office/drawing/2014/main" id="{E2657126-2F31-4183-B3C8-10871FCE78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9478" y="2422138"/>
              <a:ext cx="236537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545" name="Rectangle 43">
              <a:extLst>
                <a:ext uri="{FF2B5EF4-FFF2-40B4-BE49-F238E27FC236}">
                  <a16:creationId xmlns:a16="http://schemas.microsoft.com/office/drawing/2014/main" id="{39C55908-ECF1-4933-BB7E-3CE40AA016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1553" y="2509450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546" name="Line 20">
              <a:extLst>
                <a:ext uri="{FF2B5EF4-FFF2-40B4-BE49-F238E27FC236}">
                  <a16:creationId xmlns:a16="http://schemas.microsoft.com/office/drawing/2014/main" id="{C8F8B2E9-C6D1-423D-8C90-4EF7662B7F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90240" y="3417500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2547" name="Line 20">
              <a:extLst>
                <a:ext uri="{FF2B5EF4-FFF2-40B4-BE49-F238E27FC236}">
                  <a16:creationId xmlns:a16="http://schemas.microsoft.com/office/drawing/2014/main" id="{57C00A20-1DDD-45FE-A754-55DEFB11A8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69603" y="2761603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2548" name="Rectangle 13">
              <a:extLst>
                <a:ext uri="{FF2B5EF4-FFF2-40B4-BE49-F238E27FC236}">
                  <a16:creationId xmlns:a16="http://schemas.microsoft.com/office/drawing/2014/main" id="{BA07A621-E80D-4C23-88BE-367156713B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0783" y="964542"/>
              <a:ext cx="800100" cy="130333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549" name="Rectangle 14">
              <a:extLst>
                <a:ext uri="{FF2B5EF4-FFF2-40B4-BE49-F238E27FC236}">
                  <a16:creationId xmlns:a16="http://schemas.microsoft.com/office/drawing/2014/main" id="{2B81A1F3-4032-4DE6-AB0A-1B02C5C2ED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0158" y="1188379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D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550" name="Rectangle 15">
              <a:extLst>
                <a:ext uri="{FF2B5EF4-FFF2-40B4-BE49-F238E27FC236}">
                  <a16:creationId xmlns:a16="http://schemas.microsoft.com/office/drawing/2014/main" id="{0DCEAE65-F6FA-49C2-9486-809E6D353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6408" y="1180442"/>
              <a:ext cx="295275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551" name="Line 16">
              <a:extLst>
                <a:ext uri="{FF2B5EF4-FFF2-40B4-BE49-F238E27FC236}">
                  <a16:creationId xmlns:a16="http://schemas.microsoft.com/office/drawing/2014/main" id="{E5AA1983-41E3-4566-924D-8D8ED96A1D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52283" y="1810679"/>
              <a:ext cx="1143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2552" name="Freeform 17">
              <a:extLst>
                <a:ext uri="{FF2B5EF4-FFF2-40B4-BE49-F238E27FC236}">
                  <a16:creationId xmlns:a16="http://schemas.microsoft.com/office/drawing/2014/main" id="{62BB3CFF-716B-4D61-A9D4-12921D711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0783" y="1856717"/>
              <a:ext cx="160337" cy="158750"/>
            </a:xfrm>
            <a:custGeom>
              <a:avLst/>
              <a:gdLst>
                <a:gd name="T0" fmla="*/ 0 w 202"/>
                <a:gd name="T1" fmla="*/ 2147483646 h 202"/>
                <a:gd name="T2" fmla="*/ 2147483646 w 202"/>
                <a:gd name="T3" fmla="*/ 2147483646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  <a:gd name="T9" fmla="*/ 0 w 202"/>
                <a:gd name="T10" fmla="*/ 0 h 202"/>
                <a:gd name="T11" fmla="*/ 202 w 202"/>
                <a:gd name="T12" fmla="*/ 202 h 20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2553" name="Line 20">
              <a:extLst>
                <a:ext uri="{FF2B5EF4-FFF2-40B4-BE49-F238E27FC236}">
                  <a16:creationId xmlns:a16="http://schemas.microsoft.com/office/drawing/2014/main" id="{7874D423-C689-475B-9939-66CC3AE395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93992" y="1285217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2554" name="Rectangle 23">
              <a:extLst>
                <a:ext uri="{FF2B5EF4-FFF2-40B4-BE49-F238E27FC236}">
                  <a16:creationId xmlns:a16="http://schemas.microsoft.com/office/drawing/2014/main" id="{2366C647-6AF8-4D67-B8BD-F6D47D2F0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7995" y="1832904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555" name="Rectangle 33">
              <a:extLst>
                <a:ext uri="{FF2B5EF4-FFF2-40B4-BE49-F238E27FC236}">
                  <a16:creationId xmlns:a16="http://schemas.microsoft.com/office/drawing/2014/main" id="{0D000FC8-0023-42BB-A88E-0D74CBB41F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0095" y="951842"/>
              <a:ext cx="2603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556" name="Rectangle 34">
              <a:extLst>
                <a:ext uri="{FF2B5EF4-FFF2-40B4-BE49-F238E27FC236}">
                  <a16:creationId xmlns:a16="http://schemas.microsoft.com/office/drawing/2014/main" id="{72F7BB34-D978-4210-88A6-E696766518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4395" y="1039154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557" name="Rectangle 42">
              <a:extLst>
                <a:ext uri="{FF2B5EF4-FFF2-40B4-BE49-F238E27FC236}">
                  <a16:creationId xmlns:a16="http://schemas.microsoft.com/office/drawing/2014/main" id="{56B01E5B-4328-43E4-BC53-1D2F00BAA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50758" y="951842"/>
              <a:ext cx="236537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558" name="Rectangle 43">
              <a:extLst>
                <a:ext uri="{FF2B5EF4-FFF2-40B4-BE49-F238E27FC236}">
                  <a16:creationId xmlns:a16="http://schemas.microsoft.com/office/drawing/2014/main" id="{B48C629C-D03D-431A-9F91-91681F8E48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2833" y="1039154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559" name="Line 20">
              <a:extLst>
                <a:ext uri="{FF2B5EF4-FFF2-40B4-BE49-F238E27FC236}">
                  <a16:creationId xmlns:a16="http://schemas.microsoft.com/office/drawing/2014/main" id="{D8D9380D-E739-48F5-80D7-3DF805C16B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401520" y="1947204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2560" name="Line 20">
              <a:extLst>
                <a:ext uri="{FF2B5EF4-FFF2-40B4-BE49-F238E27FC236}">
                  <a16:creationId xmlns:a16="http://schemas.microsoft.com/office/drawing/2014/main" id="{404C9A89-F374-424F-BEE8-AF562A1014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80883" y="1291307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2561" name="Line 20">
              <a:extLst>
                <a:ext uri="{FF2B5EF4-FFF2-40B4-BE49-F238E27FC236}">
                  <a16:creationId xmlns:a16="http://schemas.microsoft.com/office/drawing/2014/main" id="{1F37F791-1753-46C0-86F4-B76D49D685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40684" y="1942292"/>
              <a:ext cx="6400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2562" name="Line 20">
              <a:extLst>
                <a:ext uri="{FF2B5EF4-FFF2-40B4-BE49-F238E27FC236}">
                  <a16:creationId xmlns:a16="http://schemas.microsoft.com/office/drawing/2014/main" id="{E2D77311-C414-42C4-A3BF-47CD8E41E2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40684" y="3414333"/>
              <a:ext cx="633863" cy="47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2563" name="Line 20">
              <a:extLst>
                <a:ext uri="{FF2B5EF4-FFF2-40B4-BE49-F238E27FC236}">
                  <a16:creationId xmlns:a16="http://schemas.microsoft.com/office/drawing/2014/main" id="{E1A41409-50AA-4FF6-8241-9A61480DBF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18459" y="1942291"/>
              <a:ext cx="22225" cy="29190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2564" name="Freeform 48">
              <a:extLst>
                <a:ext uri="{FF2B5EF4-FFF2-40B4-BE49-F238E27FC236}">
                  <a16:creationId xmlns:a16="http://schemas.microsoft.com/office/drawing/2014/main" id="{F0BC2322-ABA3-433C-8A07-F92A2FB40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110" y="4833415"/>
              <a:ext cx="75088" cy="44450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2565" name="Freeform 48">
              <a:extLst>
                <a:ext uri="{FF2B5EF4-FFF2-40B4-BE49-F238E27FC236}">
                  <a16:creationId xmlns:a16="http://schemas.microsoft.com/office/drawing/2014/main" id="{C1EEB7BD-6D20-4A15-B26B-7C36133A1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570" y="3407214"/>
              <a:ext cx="75088" cy="44450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362499" name="TextBox 1">
            <a:extLst>
              <a:ext uri="{FF2B5EF4-FFF2-40B4-BE49-F238E27FC236}">
                <a16:creationId xmlns:a16="http://schemas.microsoft.com/office/drawing/2014/main" id="{4000E960-E5A0-4B76-A6F3-131EF24571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3600" y="5511800"/>
            <a:ext cx="3556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0</a:t>
            </a:r>
          </a:p>
        </p:txBody>
      </p:sp>
      <p:sp>
        <p:nvSpPr>
          <p:cNvPr id="362500" name="TextBox 28">
            <a:extLst>
              <a:ext uri="{FF2B5EF4-FFF2-40B4-BE49-F238E27FC236}">
                <a16:creationId xmlns:a16="http://schemas.microsoft.com/office/drawing/2014/main" id="{7DDC4B13-4F9F-4864-9B6C-57F5F76D8A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5188" y="3959225"/>
            <a:ext cx="3556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0</a:t>
            </a:r>
          </a:p>
        </p:txBody>
      </p:sp>
      <p:sp>
        <p:nvSpPr>
          <p:cNvPr id="362501" name="TextBox 28">
            <a:extLst>
              <a:ext uri="{FF2B5EF4-FFF2-40B4-BE49-F238E27FC236}">
                <a16:creationId xmlns:a16="http://schemas.microsoft.com/office/drawing/2014/main" id="{8A4791BA-49A7-4F42-9988-75BFCF91F6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5188" y="2546350"/>
            <a:ext cx="3556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0</a:t>
            </a:r>
          </a:p>
        </p:txBody>
      </p:sp>
      <p:sp>
        <p:nvSpPr>
          <p:cNvPr id="362502" name="TextBox 28">
            <a:extLst>
              <a:ext uri="{FF2B5EF4-FFF2-40B4-BE49-F238E27FC236}">
                <a16:creationId xmlns:a16="http://schemas.microsoft.com/office/drawing/2014/main" id="{92122587-BFCA-40B7-97BD-0679B0E6BA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3600" y="1036638"/>
            <a:ext cx="35560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1</a:t>
            </a: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3521" name="Shape 4235">
            <a:extLst>
              <a:ext uri="{FF2B5EF4-FFF2-40B4-BE49-F238E27FC236}">
                <a16:creationId xmlns:a16="http://schemas.microsoft.com/office/drawing/2014/main" id="{8D2BF89A-7DF1-4FEA-8DB2-EB609483B9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2300" y="1603375"/>
            <a:ext cx="9525" cy="41275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3522" name="Shape 4236">
            <a:extLst>
              <a:ext uri="{FF2B5EF4-FFF2-40B4-BE49-F238E27FC236}">
                <a16:creationId xmlns:a16="http://schemas.microsoft.com/office/drawing/2014/main" id="{247BAF53-894B-45CA-8A95-F8EF28555C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2738" y="1603375"/>
            <a:ext cx="11112" cy="41275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3523" name="Shape 4237">
            <a:extLst>
              <a:ext uri="{FF2B5EF4-FFF2-40B4-BE49-F238E27FC236}">
                <a16:creationId xmlns:a16="http://schemas.microsoft.com/office/drawing/2014/main" id="{3F875BE9-F9FD-4DA1-A339-8FC1BFE6DE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525" y="1776413"/>
            <a:ext cx="728663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Present </a:t>
            </a:r>
          </a:p>
        </p:txBody>
      </p:sp>
      <p:sp>
        <p:nvSpPr>
          <p:cNvPr id="363524" name="Shape 4238">
            <a:extLst>
              <a:ext uri="{FF2B5EF4-FFF2-40B4-BE49-F238E27FC236}">
                <a16:creationId xmlns:a16="http://schemas.microsoft.com/office/drawing/2014/main" id="{386BF35C-8980-4A13-95D8-D5B7E0D6E3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5013" y="1603375"/>
            <a:ext cx="11112" cy="41275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3525" name="Shape 4239">
            <a:extLst>
              <a:ext uri="{FF2B5EF4-FFF2-40B4-BE49-F238E27FC236}">
                <a16:creationId xmlns:a16="http://schemas.microsoft.com/office/drawing/2014/main" id="{2C75355E-7A9B-4D3D-9D46-1D149C3596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73263" y="1727200"/>
            <a:ext cx="9779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Next state </a:t>
            </a:r>
          </a:p>
        </p:txBody>
      </p:sp>
      <p:sp>
        <p:nvSpPr>
          <p:cNvPr id="363526" name="Shape 4240">
            <a:extLst>
              <a:ext uri="{FF2B5EF4-FFF2-40B4-BE49-F238E27FC236}">
                <a16:creationId xmlns:a16="http://schemas.microsoft.com/office/drawing/2014/main" id="{4EEA85C8-11F5-4052-8767-0F1A2435EF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89988" y="1603375"/>
            <a:ext cx="11112" cy="41275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3527" name="Shape 4241">
            <a:extLst>
              <a:ext uri="{FF2B5EF4-FFF2-40B4-BE49-F238E27FC236}">
                <a16:creationId xmlns:a16="http://schemas.microsoft.com/office/drawing/2014/main" id="{9227B93A-4C20-4D49-9E64-250E53895D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2738" y="2027238"/>
            <a:ext cx="7215187" cy="11112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3528" name="Shape 4242">
            <a:extLst>
              <a:ext uri="{FF2B5EF4-FFF2-40B4-BE49-F238E27FC236}">
                <a16:creationId xmlns:a16="http://schemas.microsoft.com/office/drawing/2014/main" id="{063A4278-E0A5-41FE-B7F7-0252BCB126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2300" y="2016125"/>
            <a:ext cx="9525" cy="411163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3529" name="Shape 4243">
            <a:extLst>
              <a:ext uri="{FF2B5EF4-FFF2-40B4-BE49-F238E27FC236}">
                <a16:creationId xmlns:a16="http://schemas.microsoft.com/office/drawing/2014/main" id="{A40153A7-CFFF-4FA9-86A2-D83E2DE758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76900" y="1727200"/>
            <a:ext cx="7794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Outputs </a:t>
            </a:r>
          </a:p>
        </p:txBody>
      </p:sp>
      <p:sp>
        <p:nvSpPr>
          <p:cNvPr id="363530" name="Shape 4244">
            <a:extLst>
              <a:ext uri="{FF2B5EF4-FFF2-40B4-BE49-F238E27FC236}">
                <a16:creationId xmlns:a16="http://schemas.microsoft.com/office/drawing/2014/main" id="{F766118A-3F36-4BEB-9D56-2D69E32B53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2738" y="2016125"/>
            <a:ext cx="11112" cy="411163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3531" name="Shape 4245">
            <a:extLst>
              <a:ext uri="{FF2B5EF4-FFF2-40B4-BE49-F238E27FC236}">
                <a16:creationId xmlns:a16="http://schemas.microsoft.com/office/drawing/2014/main" id="{E009A7A5-87DC-4201-ABFB-F8E96A5759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5013" y="2016125"/>
            <a:ext cx="11112" cy="411163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3532" name="Shape 4246">
            <a:extLst>
              <a:ext uri="{FF2B5EF4-FFF2-40B4-BE49-F238E27FC236}">
                <a16:creationId xmlns:a16="http://schemas.microsoft.com/office/drawing/2014/main" id="{0C5F9108-08A6-451A-A2A1-4CD90DC4F3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89988" y="2016125"/>
            <a:ext cx="11112" cy="411163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3533" name="Shape 4247">
            <a:extLst>
              <a:ext uri="{FF2B5EF4-FFF2-40B4-BE49-F238E27FC236}">
                <a16:creationId xmlns:a16="http://schemas.microsoft.com/office/drawing/2014/main" id="{00EFB69A-D1B4-48D5-B604-379E646D56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525" y="2438400"/>
            <a:ext cx="8158163" cy="11113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3534" name="Shape 4248">
            <a:extLst>
              <a:ext uri="{FF2B5EF4-FFF2-40B4-BE49-F238E27FC236}">
                <a16:creationId xmlns:a16="http://schemas.microsoft.com/office/drawing/2014/main" id="{8B2FD343-6F46-4511-AA53-C163882539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2300" y="2430463"/>
            <a:ext cx="9525" cy="36195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3535" name="Shape 4249">
            <a:extLst>
              <a:ext uri="{FF2B5EF4-FFF2-40B4-BE49-F238E27FC236}">
                <a16:creationId xmlns:a16="http://schemas.microsoft.com/office/drawing/2014/main" id="{17C36A9F-527F-441B-96EB-BF821EBD9D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6938" y="2084388"/>
            <a:ext cx="474662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state </a:t>
            </a:r>
          </a:p>
        </p:txBody>
      </p:sp>
      <p:sp>
        <p:nvSpPr>
          <p:cNvPr id="363536" name="Shape 4250">
            <a:extLst>
              <a:ext uri="{FF2B5EF4-FFF2-40B4-BE49-F238E27FC236}">
                <a16:creationId xmlns:a16="http://schemas.microsoft.com/office/drawing/2014/main" id="{8D4FAF48-D527-4C20-80A1-4000C911F6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2738" y="2430463"/>
            <a:ext cx="11112" cy="36195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3537" name="Shape 4251">
            <a:extLst>
              <a:ext uri="{FF2B5EF4-FFF2-40B4-BE49-F238E27FC236}">
                <a16:creationId xmlns:a16="http://schemas.microsoft.com/office/drawing/2014/main" id="{DDE3DC26-BFD8-4075-9111-B0F2EFEC9F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3938" y="2528888"/>
            <a:ext cx="22225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A </a:t>
            </a:r>
          </a:p>
        </p:txBody>
      </p:sp>
      <p:sp>
        <p:nvSpPr>
          <p:cNvPr id="363538" name="Shape 4252">
            <a:extLst>
              <a:ext uri="{FF2B5EF4-FFF2-40B4-BE49-F238E27FC236}">
                <a16:creationId xmlns:a16="http://schemas.microsoft.com/office/drawing/2014/main" id="{3EFEE8CB-60DD-4198-A968-265A7ABB65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7225" y="2528888"/>
            <a:ext cx="22225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A </a:t>
            </a:r>
          </a:p>
        </p:txBody>
      </p:sp>
      <p:sp>
        <p:nvSpPr>
          <p:cNvPr id="363539" name="Shape 4253">
            <a:extLst>
              <a:ext uri="{FF2B5EF4-FFF2-40B4-BE49-F238E27FC236}">
                <a16:creationId xmlns:a16="http://schemas.microsoft.com/office/drawing/2014/main" id="{E78B0192-DD22-491E-9E07-A1C2CC5626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5013" y="2430463"/>
            <a:ext cx="11112" cy="36195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3540" name="Shape 4254">
            <a:extLst>
              <a:ext uri="{FF2B5EF4-FFF2-40B4-BE49-F238E27FC236}">
                <a16:creationId xmlns:a16="http://schemas.microsoft.com/office/drawing/2014/main" id="{7B4D5102-00FF-4D61-BF13-03728D855A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4950" y="2528888"/>
            <a:ext cx="207963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B </a:t>
            </a:r>
          </a:p>
        </p:txBody>
      </p:sp>
      <p:sp>
        <p:nvSpPr>
          <p:cNvPr id="363541" name="Shape 4255">
            <a:extLst>
              <a:ext uri="{FF2B5EF4-FFF2-40B4-BE49-F238E27FC236}">
                <a16:creationId xmlns:a16="http://schemas.microsoft.com/office/drawing/2014/main" id="{6A782CF2-D882-4CD7-BEB4-2089520AFC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46488" y="2528888"/>
            <a:ext cx="169862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3542" name="Shape 4256">
            <a:extLst>
              <a:ext uri="{FF2B5EF4-FFF2-40B4-BE49-F238E27FC236}">
                <a16:creationId xmlns:a16="http://schemas.microsoft.com/office/drawing/2014/main" id="{13E00747-D5C5-4CE5-9F61-EA03CC33E9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24363" y="2528888"/>
            <a:ext cx="169862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3543" name="Shape 4257">
            <a:extLst>
              <a:ext uri="{FF2B5EF4-FFF2-40B4-BE49-F238E27FC236}">
                <a16:creationId xmlns:a16="http://schemas.microsoft.com/office/drawing/2014/main" id="{86D40D4F-9C32-4BA5-88EC-2C2AA71991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00650" y="2528888"/>
            <a:ext cx="169863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3544" name="Shape 4258">
            <a:extLst>
              <a:ext uri="{FF2B5EF4-FFF2-40B4-BE49-F238E27FC236}">
                <a16:creationId xmlns:a16="http://schemas.microsoft.com/office/drawing/2014/main" id="{8BEC4253-FBF7-4843-B0AE-8E26899F1C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95988" y="2528888"/>
            <a:ext cx="169862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3545" name="Shape 4259">
            <a:extLst>
              <a:ext uri="{FF2B5EF4-FFF2-40B4-BE49-F238E27FC236}">
                <a16:creationId xmlns:a16="http://schemas.microsoft.com/office/drawing/2014/main" id="{7EB0FF60-8138-4E17-BB62-0DBF7E5BE4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73863" y="2528888"/>
            <a:ext cx="169862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3546" name="Shape 4260">
            <a:extLst>
              <a:ext uri="{FF2B5EF4-FFF2-40B4-BE49-F238E27FC236}">
                <a16:creationId xmlns:a16="http://schemas.microsoft.com/office/drawing/2014/main" id="{D20AB265-B685-4544-9B11-25219460DC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8563" y="2528888"/>
            <a:ext cx="169862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3547" name="Shape 4261">
            <a:extLst>
              <a:ext uri="{FF2B5EF4-FFF2-40B4-BE49-F238E27FC236}">
                <a16:creationId xmlns:a16="http://schemas.microsoft.com/office/drawing/2014/main" id="{74B6899E-1AEB-410D-B779-5FFD15C6E4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89988" y="2430463"/>
            <a:ext cx="11112" cy="36195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3548" name="Shape 4262">
            <a:extLst>
              <a:ext uri="{FF2B5EF4-FFF2-40B4-BE49-F238E27FC236}">
                <a16:creationId xmlns:a16="http://schemas.microsoft.com/office/drawing/2014/main" id="{EE798961-4539-43A1-83A8-4E93E47C13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2300" y="2792413"/>
            <a:ext cx="9525" cy="274637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3549" name="Shape 4263">
            <a:extLst>
              <a:ext uri="{FF2B5EF4-FFF2-40B4-BE49-F238E27FC236}">
                <a16:creationId xmlns:a16="http://schemas.microsoft.com/office/drawing/2014/main" id="{E03546D1-F761-4240-A6AF-487F89E355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16913" y="2528888"/>
            <a:ext cx="169862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3550" name="Shape 4264">
            <a:extLst>
              <a:ext uri="{FF2B5EF4-FFF2-40B4-BE49-F238E27FC236}">
                <a16:creationId xmlns:a16="http://schemas.microsoft.com/office/drawing/2014/main" id="{41FF00FD-7B4E-4713-A627-D9CB2FD8E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2738" y="2792413"/>
            <a:ext cx="11112" cy="274637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3551" name="Shape 4265">
            <a:extLst>
              <a:ext uri="{FF2B5EF4-FFF2-40B4-BE49-F238E27FC236}">
                <a16:creationId xmlns:a16="http://schemas.microsoft.com/office/drawing/2014/main" id="{BE152CD6-00E3-4FC0-ABE7-ACB4203943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8700" y="2800350"/>
            <a:ext cx="2079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B </a:t>
            </a:r>
          </a:p>
        </p:txBody>
      </p:sp>
      <p:sp>
        <p:nvSpPr>
          <p:cNvPr id="363552" name="Shape 4266">
            <a:extLst>
              <a:ext uri="{FF2B5EF4-FFF2-40B4-BE49-F238E27FC236}">
                <a16:creationId xmlns:a16="http://schemas.microsoft.com/office/drawing/2014/main" id="{81FDAA25-39BB-4F67-A7B8-1F3AD90000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33575" y="2800350"/>
            <a:ext cx="2079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C </a:t>
            </a:r>
          </a:p>
        </p:txBody>
      </p:sp>
      <p:sp>
        <p:nvSpPr>
          <p:cNvPr id="363553" name="Shape 4267">
            <a:extLst>
              <a:ext uri="{FF2B5EF4-FFF2-40B4-BE49-F238E27FC236}">
                <a16:creationId xmlns:a16="http://schemas.microsoft.com/office/drawing/2014/main" id="{ADA81FA1-AA4B-4D93-8D84-AC55FE0928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5013" y="2792413"/>
            <a:ext cx="11112" cy="274637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3554" name="Shape 4268">
            <a:extLst>
              <a:ext uri="{FF2B5EF4-FFF2-40B4-BE49-F238E27FC236}">
                <a16:creationId xmlns:a16="http://schemas.microsoft.com/office/drawing/2014/main" id="{1E76921D-9F09-4656-8CF6-BD95AAA545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8125" y="2800350"/>
            <a:ext cx="2079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C </a:t>
            </a:r>
          </a:p>
        </p:txBody>
      </p:sp>
      <p:sp>
        <p:nvSpPr>
          <p:cNvPr id="363555" name="Shape 4269">
            <a:extLst>
              <a:ext uri="{FF2B5EF4-FFF2-40B4-BE49-F238E27FC236}">
                <a16:creationId xmlns:a16="http://schemas.microsoft.com/office/drawing/2014/main" id="{DF01F567-C7E7-4A4C-85DC-E79B786217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48075" y="2800350"/>
            <a:ext cx="1698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3556" name="Shape 4270">
            <a:extLst>
              <a:ext uri="{FF2B5EF4-FFF2-40B4-BE49-F238E27FC236}">
                <a16:creationId xmlns:a16="http://schemas.microsoft.com/office/drawing/2014/main" id="{624EEB7A-EA8F-4139-BEE0-31D4FADB16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27538" y="2800350"/>
            <a:ext cx="169862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3557" name="Shape 4271">
            <a:extLst>
              <a:ext uri="{FF2B5EF4-FFF2-40B4-BE49-F238E27FC236}">
                <a16:creationId xmlns:a16="http://schemas.microsoft.com/office/drawing/2014/main" id="{A94C742A-392B-460D-A409-8742F9E00F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02238" y="2800350"/>
            <a:ext cx="169862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363558" name="Shape 4272">
            <a:extLst>
              <a:ext uri="{FF2B5EF4-FFF2-40B4-BE49-F238E27FC236}">
                <a16:creationId xmlns:a16="http://schemas.microsoft.com/office/drawing/2014/main" id="{F673B2BA-E573-46F8-AC5E-94A8D21FA8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97575" y="2800350"/>
            <a:ext cx="1698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3559" name="Shape 4273">
            <a:extLst>
              <a:ext uri="{FF2B5EF4-FFF2-40B4-BE49-F238E27FC236}">
                <a16:creationId xmlns:a16="http://schemas.microsoft.com/office/drawing/2014/main" id="{1AE8DB62-4DA0-42E9-B890-CA6717B73C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75450" y="2800350"/>
            <a:ext cx="1698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3560" name="Shape 4274">
            <a:extLst>
              <a:ext uri="{FF2B5EF4-FFF2-40B4-BE49-F238E27FC236}">
                <a16:creationId xmlns:a16="http://schemas.microsoft.com/office/drawing/2014/main" id="{9AE7A1F2-6702-40AD-9AEC-4066B901A8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1738" y="2800350"/>
            <a:ext cx="169862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363561" name="Shape 4275">
            <a:extLst>
              <a:ext uri="{FF2B5EF4-FFF2-40B4-BE49-F238E27FC236}">
                <a16:creationId xmlns:a16="http://schemas.microsoft.com/office/drawing/2014/main" id="{30171C8E-EA2A-4EA7-90F1-A79D62FCC2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89988" y="2792413"/>
            <a:ext cx="11112" cy="274637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3562" name="Shape 4276">
            <a:extLst>
              <a:ext uri="{FF2B5EF4-FFF2-40B4-BE49-F238E27FC236}">
                <a16:creationId xmlns:a16="http://schemas.microsoft.com/office/drawing/2014/main" id="{455C8BE6-16E9-49A3-BB7A-DBBBB249C2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2300" y="3067050"/>
            <a:ext cx="9525" cy="27305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3563" name="Shape 4277">
            <a:extLst>
              <a:ext uri="{FF2B5EF4-FFF2-40B4-BE49-F238E27FC236}">
                <a16:creationId xmlns:a16="http://schemas.microsoft.com/office/drawing/2014/main" id="{324DD366-3F73-4195-A3FA-C208D3A407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18500" y="2800350"/>
            <a:ext cx="1698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3564" name="Shape 4278">
            <a:extLst>
              <a:ext uri="{FF2B5EF4-FFF2-40B4-BE49-F238E27FC236}">
                <a16:creationId xmlns:a16="http://schemas.microsoft.com/office/drawing/2014/main" id="{CF612152-C35B-4FD6-90BE-CDCF403B68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2738" y="3067050"/>
            <a:ext cx="11112" cy="27305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3565" name="Shape 4279">
            <a:extLst>
              <a:ext uri="{FF2B5EF4-FFF2-40B4-BE49-F238E27FC236}">
                <a16:creationId xmlns:a16="http://schemas.microsoft.com/office/drawing/2014/main" id="{82A3E876-4C32-4306-8850-467ACD8CEA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8700" y="3074988"/>
            <a:ext cx="207963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C </a:t>
            </a:r>
          </a:p>
        </p:txBody>
      </p:sp>
      <p:sp>
        <p:nvSpPr>
          <p:cNvPr id="363566" name="Shape 4280">
            <a:extLst>
              <a:ext uri="{FF2B5EF4-FFF2-40B4-BE49-F238E27FC236}">
                <a16:creationId xmlns:a16="http://schemas.microsoft.com/office/drawing/2014/main" id="{BC2515C2-9728-447C-8483-F2B3FA58FF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7225" y="3074988"/>
            <a:ext cx="22225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 </a:t>
            </a:r>
          </a:p>
        </p:txBody>
      </p:sp>
      <p:sp>
        <p:nvSpPr>
          <p:cNvPr id="363567" name="Shape 4281">
            <a:extLst>
              <a:ext uri="{FF2B5EF4-FFF2-40B4-BE49-F238E27FC236}">
                <a16:creationId xmlns:a16="http://schemas.microsoft.com/office/drawing/2014/main" id="{661E1B4E-7862-4D84-8175-9C8FC2EE18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5013" y="3067050"/>
            <a:ext cx="11112" cy="27305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3568" name="Shape 4282">
            <a:extLst>
              <a:ext uri="{FF2B5EF4-FFF2-40B4-BE49-F238E27FC236}">
                <a16:creationId xmlns:a16="http://schemas.microsoft.com/office/drawing/2014/main" id="{42290B86-3F4E-4FFE-9494-E095569B35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0188" y="3074988"/>
            <a:ext cx="22225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 </a:t>
            </a:r>
          </a:p>
        </p:txBody>
      </p:sp>
      <p:sp>
        <p:nvSpPr>
          <p:cNvPr id="363569" name="Shape 4283">
            <a:extLst>
              <a:ext uri="{FF2B5EF4-FFF2-40B4-BE49-F238E27FC236}">
                <a16:creationId xmlns:a16="http://schemas.microsoft.com/office/drawing/2014/main" id="{798FFDE2-A1D3-4A95-BD8D-E34FA860DB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46488" y="3074988"/>
            <a:ext cx="169862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363570" name="Shape 4284">
            <a:extLst>
              <a:ext uri="{FF2B5EF4-FFF2-40B4-BE49-F238E27FC236}">
                <a16:creationId xmlns:a16="http://schemas.microsoft.com/office/drawing/2014/main" id="{586FD95A-82BC-4331-BFEE-551EB6C6F0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24363" y="3074988"/>
            <a:ext cx="169862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3571" name="Shape 4285">
            <a:extLst>
              <a:ext uri="{FF2B5EF4-FFF2-40B4-BE49-F238E27FC236}">
                <a16:creationId xmlns:a16="http://schemas.microsoft.com/office/drawing/2014/main" id="{EF34CA0B-32C3-491F-9B03-8706C55944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00650" y="3074988"/>
            <a:ext cx="169863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3572" name="Shape 4286">
            <a:extLst>
              <a:ext uri="{FF2B5EF4-FFF2-40B4-BE49-F238E27FC236}">
                <a16:creationId xmlns:a16="http://schemas.microsoft.com/office/drawing/2014/main" id="{3DB1DCC7-5842-4736-97CA-D975476F97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95988" y="3074988"/>
            <a:ext cx="169862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363573" name="Shape 4287">
            <a:extLst>
              <a:ext uri="{FF2B5EF4-FFF2-40B4-BE49-F238E27FC236}">
                <a16:creationId xmlns:a16="http://schemas.microsoft.com/office/drawing/2014/main" id="{49689256-98C5-4319-B644-21BBFB2A06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73863" y="3074988"/>
            <a:ext cx="169862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3574" name="Shape 4288">
            <a:extLst>
              <a:ext uri="{FF2B5EF4-FFF2-40B4-BE49-F238E27FC236}">
                <a16:creationId xmlns:a16="http://schemas.microsoft.com/office/drawing/2014/main" id="{DD889F53-E8D8-4FE4-A063-4B8E882E80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8563" y="3074988"/>
            <a:ext cx="169862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3575" name="Shape 4289">
            <a:extLst>
              <a:ext uri="{FF2B5EF4-FFF2-40B4-BE49-F238E27FC236}">
                <a16:creationId xmlns:a16="http://schemas.microsoft.com/office/drawing/2014/main" id="{D0C5C8E9-7309-49E4-BD44-9E5449BD9A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89988" y="3067050"/>
            <a:ext cx="11112" cy="27305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3576" name="Shape 4290">
            <a:extLst>
              <a:ext uri="{FF2B5EF4-FFF2-40B4-BE49-F238E27FC236}">
                <a16:creationId xmlns:a16="http://schemas.microsoft.com/office/drawing/2014/main" id="{FA0520EB-921A-48EF-8A69-6002A93892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2300" y="3344863"/>
            <a:ext cx="9525" cy="315912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3577" name="Shape 4291">
            <a:extLst>
              <a:ext uri="{FF2B5EF4-FFF2-40B4-BE49-F238E27FC236}">
                <a16:creationId xmlns:a16="http://schemas.microsoft.com/office/drawing/2014/main" id="{07F03C1B-BE3C-4F1F-B545-AC01E95360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16913" y="3074988"/>
            <a:ext cx="169862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3578" name="Shape 4292">
            <a:extLst>
              <a:ext uri="{FF2B5EF4-FFF2-40B4-BE49-F238E27FC236}">
                <a16:creationId xmlns:a16="http://schemas.microsoft.com/office/drawing/2014/main" id="{4F6BBAC9-84EA-4FB5-B3B7-F99747352F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2738" y="3344863"/>
            <a:ext cx="11112" cy="315912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3579" name="Shape 4293">
            <a:extLst>
              <a:ext uri="{FF2B5EF4-FFF2-40B4-BE49-F238E27FC236}">
                <a16:creationId xmlns:a16="http://schemas.microsoft.com/office/drawing/2014/main" id="{BE39BA53-AE58-4CAB-8F95-0DFA70B7ED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3938" y="3349625"/>
            <a:ext cx="2222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 </a:t>
            </a:r>
          </a:p>
        </p:txBody>
      </p:sp>
      <p:sp>
        <p:nvSpPr>
          <p:cNvPr id="363580" name="Shape 4294">
            <a:extLst>
              <a:ext uri="{FF2B5EF4-FFF2-40B4-BE49-F238E27FC236}">
                <a16:creationId xmlns:a16="http://schemas.microsoft.com/office/drawing/2014/main" id="{D13BD10E-1E6A-45C0-83A9-E2394D7CBA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7225" y="3349625"/>
            <a:ext cx="2222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A </a:t>
            </a:r>
          </a:p>
        </p:txBody>
      </p:sp>
      <p:sp>
        <p:nvSpPr>
          <p:cNvPr id="363581" name="Shape 4295">
            <a:extLst>
              <a:ext uri="{FF2B5EF4-FFF2-40B4-BE49-F238E27FC236}">
                <a16:creationId xmlns:a16="http://schemas.microsoft.com/office/drawing/2014/main" id="{74086A23-7F20-43D7-9955-4CF3D563D7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5013" y="3344863"/>
            <a:ext cx="11112" cy="315912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3582" name="Shape 4296">
            <a:extLst>
              <a:ext uri="{FF2B5EF4-FFF2-40B4-BE49-F238E27FC236}">
                <a16:creationId xmlns:a16="http://schemas.microsoft.com/office/drawing/2014/main" id="{58F664A0-CA8A-45BD-BEDA-DF7D52286B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0188" y="3349625"/>
            <a:ext cx="2222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A </a:t>
            </a:r>
          </a:p>
        </p:txBody>
      </p:sp>
      <p:sp>
        <p:nvSpPr>
          <p:cNvPr id="363583" name="Shape 4297">
            <a:extLst>
              <a:ext uri="{FF2B5EF4-FFF2-40B4-BE49-F238E27FC236}">
                <a16:creationId xmlns:a16="http://schemas.microsoft.com/office/drawing/2014/main" id="{76ACBF40-AD79-4713-9BCC-8189EEA33D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44900" y="3349625"/>
            <a:ext cx="1698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3584" name="Shape 4298">
            <a:extLst>
              <a:ext uri="{FF2B5EF4-FFF2-40B4-BE49-F238E27FC236}">
                <a16:creationId xmlns:a16="http://schemas.microsoft.com/office/drawing/2014/main" id="{19A02E39-6762-4DA3-8201-DAB304D2D6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24363" y="3349625"/>
            <a:ext cx="169862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363585" name="Shape 4299">
            <a:extLst>
              <a:ext uri="{FF2B5EF4-FFF2-40B4-BE49-F238E27FC236}">
                <a16:creationId xmlns:a16="http://schemas.microsoft.com/office/drawing/2014/main" id="{4C486266-BFC1-4570-9D4B-FD766C4CA8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99063" y="3349625"/>
            <a:ext cx="169862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3586" name="Shape 4300">
            <a:extLst>
              <a:ext uri="{FF2B5EF4-FFF2-40B4-BE49-F238E27FC236}">
                <a16:creationId xmlns:a16="http://schemas.microsoft.com/office/drawing/2014/main" id="{4C4361E7-FABE-4A47-8F42-770B23D952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94400" y="3349625"/>
            <a:ext cx="1698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3587" name="Shape 4301">
            <a:extLst>
              <a:ext uri="{FF2B5EF4-FFF2-40B4-BE49-F238E27FC236}">
                <a16:creationId xmlns:a16="http://schemas.microsoft.com/office/drawing/2014/main" id="{9A03A5B2-CA00-4172-8F5E-869F9BF542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72275" y="3349625"/>
            <a:ext cx="1698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363588" name="Shape 4302">
            <a:extLst>
              <a:ext uri="{FF2B5EF4-FFF2-40B4-BE49-F238E27FC236}">
                <a16:creationId xmlns:a16="http://schemas.microsoft.com/office/drawing/2014/main" id="{D70AE1A2-F3F0-4EA1-A53C-B287D858C0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8563" y="3349625"/>
            <a:ext cx="169862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3589" name="Shape 4303">
            <a:extLst>
              <a:ext uri="{FF2B5EF4-FFF2-40B4-BE49-F238E27FC236}">
                <a16:creationId xmlns:a16="http://schemas.microsoft.com/office/drawing/2014/main" id="{F8F34EAB-6C15-4777-A241-5ED13201ED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89988" y="3344863"/>
            <a:ext cx="11112" cy="315912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3590" name="Shape 4304">
            <a:extLst>
              <a:ext uri="{FF2B5EF4-FFF2-40B4-BE49-F238E27FC236}">
                <a16:creationId xmlns:a16="http://schemas.microsoft.com/office/drawing/2014/main" id="{798298D2-81F0-44C4-ABBC-DC20AB8B3D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525" y="3649663"/>
            <a:ext cx="8158163" cy="11112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3591" name="Shape 4305">
            <a:extLst>
              <a:ext uri="{FF2B5EF4-FFF2-40B4-BE49-F238E27FC236}">
                <a16:creationId xmlns:a16="http://schemas.microsoft.com/office/drawing/2014/main" id="{37CC606E-E445-4EA1-A6DD-73D7082B40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15325" y="3349625"/>
            <a:ext cx="1698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363592" name="Shape 4306">
            <a:extLst>
              <a:ext uri="{FF2B5EF4-FFF2-40B4-BE49-F238E27FC236}">
                <a16:creationId xmlns:a16="http://schemas.microsoft.com/office/drawing/2014/main" id="{B75662F3-63DB-4C34-99FA-2A8E96A63D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17675" y="2125663"/>
            <a:ext cx="56515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w</a:t>
            </a: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 = 0 </a:t>
            </a:r>
          </a:p>
        </p:txBody>
      </p:sp>
      <p:sp>
        <p:nvSpPr>
          <p:cNvPr id="363593" name="Shape 4307">
            <a:extLst>
              <a:ext uri="{FF2B5EF4-FFF2-40B4-BE49-F238E27FC236}">
                <a16:creationId xmlns:a16="http://schemas.microsoft.com/office/drawing/2014/main" id="{E3353697-838E-48D2-805D-8013E42B32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52700" y="2125663"/>
            <a:ext cx="56515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w</a:t>
            </a: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 = 1 </a:t>
            </a:r>
          </a:p>
        </p:txBody>
      </p:sp>
      <p:sp>
        <p:nvSpPr>
          <p:cNvPr id="363594" name="Shape 4308">
            <a:extLst>
              <a:ext uri="{FF2B5EF4-FFF2-40B4-BE49-F238E27FC236}">
                <a16:creationId xmlns:a16="http://schemas.microsoft.com/office/drawing/2014/main" id="{3444AB5B-1D69-4998-BB53-D82E560458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00425" y="2084388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R1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</a:t>
            </a:r>
          </a:p>
        </p:txBody>
      </p:sp>
      <p:sp>
        <p:nvSpPr>
          <p:cNvPr id="363595" name="Shape 4309">
            <a:extLst>
              <a:ext uri="{FF2B5EF4-FFF2-40B4-BE49-F238E27FC236}">
                <a16:creationId xmlns:a16="http://schemas.microsoft.com/office/drawing/2014/main" id="{DF840237-3968-4B58-80BB-3CFD34D5C2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8300" y="2070100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R1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in</a:t>
            </a:r>
          </a:p>
        </p:txBody>
      </p:sp>
      <p:sp>
        <p:nvSpPr>
          <p:cNvPr id="363596" name="Shape 4310">
            <a:extLst>
              <a:ext uri="{FF2B5EF4-FFF2-40B4-BE49-F238E27FC236}">
                <a16:creationId xmlns:a16="http://schemas.microsoft.com/office/drawing/2014/main" id="{924DBF90-B3B0-4A09-B310-C3E4E032A2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05388" y="2070100"/>
            <a:ext cx="59213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R2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</a:t>
            </a:r>
          </a:p>
        </p:txBody>
      </p:sp>
      <p:sp>
        <p:nvSpPr>
          <p:cNvPr id="363597" name="Shape 4311">
            <a:extLst>
              <a:ext uri="{FF2B5EF4-FFF2-40B4-BE49-F238E27FC236}">
                <a16:creationId xmlns:a16="http://schemas.microsoft.com/office/drawing/2014/main" id="{050791F4-C762-48E6-94D5-2F789ED5CB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61038" y="2070100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R2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in</a:t>
            </a:r>
          </a:p>
        </p:txBody>
      </p:sp>
      <p:sp>
        <p:nvSpPr>
          <p:cNvPr id="363598" name="Shape 4312">
            <a:extLst>
              <a:ext uri="{FF2B5EF4-FFF2-40B4-BE49-F238E27FC236}">
                <a16:creationId xmlns:a16="http://schemas.microsoft.com/office/drawing/2014/main" id="{975548B0-1AB8-4088-8B39-0B47B3B958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2563" y="2084388"/>
            <a:ext cx="59213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R3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</a:t>
            </a:r>
          </a:p>
        </p:txBody>
      </p:sp>
      <p:sp>
        <p:nvSpPr>
          <p:cNvPr id="363599" name="Shape 4313">
            <a:extLst>
              <a:ext uri="{FF2B5EF4-FFF2-40B4-BE49-F238E27FC236}">
                <a16:creationId xmlns:a16="http://schemas.microsoft.com/office/drawing/2014/main" id="{0D410DBA-9927-498B-9500-93ADAE3334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4088" y="2070100"/>
            <a:ext cx="59213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R3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in</a:t>
            </a:r>
          </a:p>
        </p:txBody>
      </p:sp>
      <p:sp>
        <p:nvSpPr>
          <p:cNvPr id="363600" name="Shape 4314">
            <a:extLst>
              <a:ext uri="{FF2B5EF4-FFF2-40B4-BE49-F238E27FC236}">
                <a16:creationId xmlns:a16="http://schemas.microsoft.com/office/drawing/2014/main" id="{2C6BC56B-43E9-433B-8CB7-79748E9609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04188" y="2052638"/>
            <a:ext cx="592137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Done</a:t>
            </a:r>
          </a:p>
        </p:txBody>
      </p:sp>
      <p:sp>
        <p:nvSpPr>
          <p:cNvPr id="363601" name="Shape 4315">
            <a:extLst>
              <a:ext uri="{FF2B5EF4-FFF2-40B4-BE49-F238E27FC236}">
                <a16:creationId xmlns:a16="http://schemas.microsoft.com/office/drawing/2014/main" id="{1FEF1478-C9A4-4958-86ED-1177F1853E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525" y="1593850"/>
            <a:ext cx="8158163" cy="9525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3602" name="Title 1">
            <a:extLst>
              <a:ext uri="{FF2B5EF4-FFF2-40B4-BE49-F238E27FC236}">
                <a16:creationId xmlns:a16="http://schemas.microsoft.com/office/drawing/2014/main" id="{87FE2487-F7D2-4563-85E4-3AE7BD47F329}"/>
              </a:ext>
            </a:extLst>
          </p:cNvPr>
          <p:cNvSpPr txBox="1">
            <a:spLocks/>
          </p:cNvSpPr>
          <p:nvPr/>
        </p:nvSpPr>
        <p:spPr bwMode="auto">
          <a:xfrm>
            <a:off x="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Register Swap Controller</a:t>
            </a:r>
          </a:p>
        </p:txBody>
      </p:sp>
    </p:spTree>
  </p:cSld>
  <p:clrMapOvr>
    <a:masterClrMapping/>
  </p:clrMapOvr>
  <p:transition/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569" name="Shape 4321">
            <a:extLst>
              <a:ext uri="{FF2B5EF4-FFF2-40B4-BE49-F238E27FC236}">
                <a16:creationId xmlns:a16="http://schemas.microsoft.com/office/drawing/2014/main" id="{08EB1C91-8F71-4C06-A77B-BF94C25508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2300" y="1603375"/>
            <a:ext cx="9525" cy="41275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5570" name="Shape 4322">
            <a:extLst>
              <a:ext uri="{FF2B5EF4-FFF2-40B4-BE49-F238E27FC236}">
                <a16:creationId xmlns:a16="http://schemas.microsoft.com/office/drawing/2014/main" id="{EF5D638D-51B5-472B-8DA7-86EAD56762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2738" y="1603375"/>
            <a:ext cx="11112" cy="41275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5571" name="Shape 4323">
            <a:extLst>
              <a:ext uri="{FF2B5EF4-FFF2-40B4-BE49-F238E27FC236}">
                <a16:creationId xmlns:a16="http://schemas.microsoft.com/office/drawing/2014/main" id="{EA2E7CBD-E447-4D8B-94E0-BD31C17613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525" y="1776413"/>
            <a:ext cx="728663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Present </a:t>
            </a:r>
          </a:p>
        </p:txBody>
      </p:sp>
      <p:sp>
        <p:nvSpPr>
          <p:cNvPr id="365572" name="Shape 4324">
            <a:extLst>
              <a:ext uri="{FF2B5EF4-FFF2-40B4-BE49-F238E27FC236}">
                <a16:creationId xmlns:a16="http://schemas.microsoft.com/office/drawing/2014/main" id="{6E07827D-E518-4D1F-9955-51BDC30DED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5013" y="1603375"/>
            <a:ext cx="11112" cy="41275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5573" name="Shape 4325">
            <a:extLst>
              <a:ext uri="{FF2B5EF4-FFF2-40B4-BE49-F238E27FC236}">
                <a16:creationId xmlns:a16="http://schemas.microsoft.com/office/drawing/2014/main" id="{56E772C6-F54C-445B-BA10-118511BDF0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73263" y="1727200"/>
            <a:ext cx="9779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Next state </a:t>
            </a:r>
          </a:p>
        </p:txBody>
      </p:sp>
      <p:sp>
        <p:nvSpPr>
          <p:cNvPr id="365574" name="Shape 4326">
            <a:extLst>
              <a:ext uri="{FF2B5EF4-FFF2-40B4-BE49-F238E27FC236}">
                <a16:creationId xmlns:a16="http://schemas.microsoft.com/office/drawing/2014/main" id="{3E70872B-777B-41EB-BF69-C15AA6AC7D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89988" y="1603375"/>
            <a:ext cx="11112" cy="41275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5575" name="Shape 4327">
            <a:extLst>
              <a:ext uri="{FF2B5EF4-FFF2-40B4-BE49-F238E27FC236}">
                <a16:creationId xmlns:a16="http://schemas.microsoft.com/office/drawing/2014/main" id="{14A0950B-2C75-42B6-B59A-05AE435184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2738" y="2027238"/>
            <a:ext cx="7215187" cy="11112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5576" name="Shape 4328">
            <a:extLst>
              <a:ext uri="{FF2B5EF4-FFF2-40B4-BE49-F238E27FC236}">
                <a16:creationId xmlns:a16="http://schemas.microsoft.com/office/drawing/2014/main" id="{FD2A54FF-AA4A-432C-8180-1133786814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2300" y="2016125"/>
            <a:ext cx="9525" cy="411163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5577" name="Shape 4329">
            <a:extLst>
              <a:ext uri="{FF2B5EF4-FFF2-40B4-BE49-F238E27FC236}">
                <a16:creationId xmlns:a16="http://schemas.microsoft.com/office/drawing/2014/main" id="{F74D6902-6367-4F8B-9F93-7BD90746B8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76900" y="1727200"/>
            <a:ext cx="7794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Outputs </a:t>
            </a:r>
          </a:p>
        </p:txBody>
      </p:sp>
      <p:sp>
        <p:nvSpPr>
          <p:cNvPr id="365578" name="Shape 4330">
            <a:extLst>
              <a:ext uri="{FF2B5EF4-FFF2-40B4-BE49-F238E27FC236}">
                <a16:creationId xmlns:a16="http://schemas.microsoft.com/office/drawing/2014/main" id="{9773F2EB-BF0D-4FCD-B88A-D760BCD077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2738" y="2016125"/>
            <a:ext cx="11112" cy="411163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5579" name="Shape 4331">
            <a:extLst>
              <a:ext uri="{FF2B5EF4-FFF2-40B4-BE49-F238E27FC236}">
                <a16:creationId xmlns:a16="http://schemas.microsoft.com/office/drawing/2014/main" id="{0F6C1A8E-88FD-4766-8048-98F70303DF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5013" y="2016125"/>
            <a:ext cx="11112" cy="411163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5580" name="Shape 4332">
            <a:extLst>
              <a:ext uri="{FF2B5EF4-FFF2-40B4-BE49-F238E27FC236}">
                <a16:creationId xmlns:a16="http://schemas.microsoft.com/office/drawing/2014/main" id="{084CBBA9-78BB-4A3F-B39D-1518DC2F3B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89988" y="2016125"/>
            <a:ext cx="11112" cy="411163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5581" name="Shape 4333">
            <a:extLst>
              <a:ext uri="{FF2B5EF4-FFF2-40B4-BE49-F238E27FC236}">
                <a16:creationId xmlns:a16="http://schemas.microsoft.com/office/drawing/2014/main" id="{3CAAF46A-86C4-4E4F-AD89-7DEB53D7DE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525" y="2438400"/>
            <a:ext cx="8158163" cy="11113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5582" name="Shape 4334">
            <a:extLst>
              <a:ext uri="{FF2B5EF4-FFF2-40B4-BE49-F238E27FC236}">
                <a16:creationId xmlns:a16="http://schemas.microsoft.com/office/drawing/2014/main" id="{0421A398-22B6-42A6-A785-EC0783E201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2300" y="2430463"/>
            <a:ext cx="9525" cy="36195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5583" name="Shape 4335">
            <a:extLst>
              <a:ext uri="{FF2B5EF4-FFF2-40B4-BE49-F238E27FC236}">
                <a16:creationId xmlns:a16="http://schemas.microsoft.com/office/drawing/2014/main" id="{BF285FA8-0BA0-4D63-837C-E6EF84E8BB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6938" y="2084388"/>
            <a:ext cx="474662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state </a:t>
            </a:r>
          </a:p>
        </p:txBody>
      </p:sp>
      <p:sp>
        <p:nvSpPr>
          <p:cNvPr id="365584" name="Shape 4336">
            <a:extLst>
              <a:ext uri="{FF2B5EF4-FFF2-40B4-BE49-F238E27FC236}">
                <a16:creationId xmlns:a16="http://schemas.microsoft.com/office/drawing/2014/main" id="{C11B193E-44A1-48EA-BC82-0DB8C5B903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2738" y="2430463"/>
            <a:ext cx="11112" cy="36195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5585" name="Shape 4337">
            <a:extLst>
              <a:ext uri="{FF2B5EF4-FFF2-40B4-BE49-F238E27FC236}">
                <a16:creationId xmlns:a16="http://schemas.microsoft.com/office/drawing/2014/main" id="{8DEFC4BF-9499-47EF-A1A8-3541F8282D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3938" y="2528888"/>
            <a:ext cx="22225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A </a:t>
            </a:r>
          </a:p>
        </p:txBody>
      </p:sp>
      <p:sp>
        <p:nvSpPr>
          <p:cNvPr id="365586" name="Shape 4338">
            <a:extLst>
              <a:ext uri="{FF2B5EF4-FFF2-40B4-BE49-F238E27FC236}">
                <a16:creationId xmlns:a16="http://schemas.microsoft.com/office/drawing/2014/main" id="{D8E3D794-3000-4AB9-B9B0-2A67477448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7225" y="2528888"/>
            <a:ext cx="22225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A </a:t>
            </a:r>
          </a:p>
        </p:txBody>
      </p:sp>
      <p:sp>
        <p:nvSpPr>
          <p:cNvPr id="365587" name="Shape 4339">
            <a:extLst>
              <a:ext uri="{FF2B5EF4-FFF2-40B4-BE49-F238E27FC236}">
                <a16:creationId xmlns:a16="http://schemas.microsoft.com/office/drawing/2014/main" id="{808B1C1C-F5A8-4185-A0DB-2D8ACD66AA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5013" y="2430463"/>
            <a:ext cx="11112" cy="36195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5588" name="Shape 4340">
            <a:extLst>
              <a:ext uri="{FF2B5EF4-FFF2-40B4-BE49-F238E27FC236}">
                <a16:creationId xmlns:a16="http://schemas.microsoft.com/office/drawing/2014/main" id="{FC736BAE-7CBF-4A51-9B95-054F8BEEE0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4950" y="2528888"/>
            <a:ext cx="207963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B </a:t>
            </a:r>
          </a:p>
        </p:txBody>
      </p:sp>
      <p:sp>
        <p:nvSpPr>
          <p:cNvPr id="365589" name="Shape 4341">
            <a:extLst>
              <a:ext uri="{FF2B5EF4-FFF2-40B4-BE49-F238E27FC236}">
                <a16:creationId xmlns:a16="http://schemas.microsoft.com/office/drawing/2014/main" id="{D7BE5FA2-7294-4951-B373-F1EE3E076A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46488" y="2528888"/>
            <a:ext cx="169862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5590" name="Shape 4342">
            <a:extLst>
              <a:ext uri="{FF2B5EF4-FFF2-40B4-BE49-F238E27FC236}">
                <a16:creationId xmlns:a16="http://schemas.microsoft.com/office/drawing/2014/main" id="{881B2BDF-EEAE-4D60-885C-C1819AF8CC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24363" y="2528888"/>
            <a:ext cx="169862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5591" name="Shape 4343">
            <a:extLst>
              <a:ext uri="{FF2B5EF4-FFF2-40B4-BE49-F238E27FC236}">
                <a16:creationId xmlns:a16="http://schemas.microsoft.com/office/drawing/2014/main" id="{D07206A4-52AC-40C7-94CD-3C3AD25C93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00650" y="2528888"/>
            <a:ext cx="169863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5592" name="Shape 4344">
            <a:extLst>
              <a:ext uri="{FF2B5EF4-FFF2-40B4-BE49-F238E27FC236}">
                <a16:creationId xmlns:a16="http://schemas.microsoft.com/office/drawing/2014/main" id="{2879A963-15AC-4C8C-9E99-4771EC6F62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95988" y="2528888"/>
            <a:ext cx="169862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5593" name="Shape 4345">
            <a:extLst>
              <a:ext uri="{FF2B5EF4-FFF2-40B4-BE49-F238E27FC236}">
                <a16:creationId xmlns:a16="http://schemas.microsoft.com/office/drawing/2014/main" id="{6CE99CC7-8555-4F19-A0CC-E9D077DDD6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73863" y="2528888"/>
            <a:ext cx="169862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5594" name="Shape 4346">
            <a:extLst>
              <a:ext uri="{FF2B5EF4-FFF2-40B4-BE49-F238E27FC236}">
                <a16:creationId xmlns:a16="http://schemas.microsoft.com/office/drawing/2014/main" id="{5A0D09D7-A548-4E76-9935-E95CAC9DCB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8563" y="2528888"/>
            <a:ext cx="169862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5595" name="Shape 4347">
            <a:extLst>
              <a:ext uri="{FF2B5EF4-FFF2-40B4-BE49-F238E27FC236}">
                <a16:creationId xmlns:a16="http://schemas.microsoft.com/office/drawing/2014/main" id="{D76E1258-7A9E-4742-AC35-8513FE7453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89988" y="2430463"/>
            <a:ext cx="11112" cy="36195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5596" name="Shape 4348">
            <a:extLst>
              <a:ext uri="{FF2B5EF4-FFF2-40B4-BE49-F238E27FC236}">
                <a16:creationId xmlns:a16="http://schemas.microsoft.com/office/drawing/2014/main" id="{934FADAC-1D4B-40C2-B54B-0C9A104063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2300" y="2792413"/>
            <a:ext cx="9525" cy="274637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5597" name="Shape 4349">
            <a:extLst>
              <a:ext uri="{FF2B5EF4-FFF2-40B4-BE49-F238E27FC236}">
                <a16:creationId xmlns:a16="http://schemas.microsoft.com/office/drawing/2014/main" id="{C69D6BA5-2E54-438A-9E72-F19332D35D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16913" y="2528888"/>
            <a:ext cx="169862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5598" name="Shape 4350">
            <a:extLst>
              <a:ext uri="{FF2B5EF4-FFF2-40B4-BE49-F238E27FC236}">
                <a16:creationId xmlns:a16="http://schemas.microsoft.com/office/drawing/2014/main" id="{05EEA4F3-C829-43F9-8B48-28CA2A675A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2738" y="2792413"/>
            <a:ext cx="11112" cy="274637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5599" name="Shape 4351">
            <a:extLst>
              <a:ext uri="{FF2B5EF4-FFF2-40B4-BE49-F238E27FC236}">
                <a16:creationId xmlns:a16="http://schemas.microsoft.com/office/drawing/2014/main" id="{3BAFBC04-F6C2-4546-86FE-CBB2277D1D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8700" y="2800350"/>
            <a:ext cx="2079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B </a:t>
            </a:r>
          </a:p>
        </p:txBody>
      </p:sp>
      <p:sp>
        <p:nvSpPr>
          <p:cNvPr id="365600" name="Shape 4352">
            <a:extLst>
              <a:ext uri="{FF2B5EF4-FFF2-40B4-BE49-F238E27FC236}">
                <a16:creationId xmlns:a16="http://schemas.microsoft.com/office/drawing/2014/main" id="{9B823FF0-8840-4E97-B64B-102C6D9662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33575" y="2800350"/>
            <a:ext cx="2079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C </a:t>
            </a:r>
          </a:p>
        </p:txBody>
      </p:sp>
      <p:sp>
        <p:nvSpPr>
          <p:cNvPr id="365601" name="Shape 4353">
            <a:extLst>
              <a:ext uri="{FF2B5EF4-FFF2-40B4-BE49-F238E27FC236}">
                <a16:creationId xmlns:a16="http://schemas.microsoft.com/office/drawing/2014/main" id="{888D4A95-1A95-4B75-B1DC-2EF74C8186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5013" y="2792413"/>
            <a:ext cx="11112" cy="274637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5602" name="Shape 4354">
            <a:extLst>
              <a:ext uri="{FF2B5EF4-FFF2-40B4-BE49-F238E27FC236}">
                <a16:creationId xmlns:a16="http://schemas.microsoft.com/office/drawing/2014/main" id="{B7A6F2E3-3221-43A5-A6A4-AC737702F7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8125" y="2800350"/>
            <a:ext cx="2079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C </a:t>
            </a:r>
          </a:p>
        </p:txBody>
      </p:sp>
      <p:sp>
        <p:nvSpPr>
          <p:cNvPr id="365603" name="Shape 4355">
            <a:extLst>
              <a:ext uri="{FF2B5EF4-FFF2-40B4-BE49-F238E27FC236}">
                <a16:creationId xmlns:a16="http://schemas.microsoft.com/office/drawing/2014/main" id="{60F1A2BC-2BB1-4D63-9177-63AB099D4C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48075" y="2800350"/>
            <a:ext cx="1698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5604" name="Shape 4356">
            <a:extLst>
              <a:ext uri="{FF2B5EF4-FFF2-40B4-BE49-F238E27FC236}">
                <a16:creationId xmlns:a16="http://schemas.microsoft.com/office/drawing/2014/main" id="{6A07B177-7FA7-4DCB-8177-E6D7E7B6AF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27538" y="2800350"/>
            <a:ext cx="169862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5605" name="Shape 4357">
            <a:extLst>
              <a:ext uri="{FF2B5EF4-FFF2-40B4-BE49-F238E27FC236}">
                <a16:creationId xmlns:a16="http://schemas.microsoft.com/office/drawing/2014/main" id="{E2FF5B8A-5E6C-479B-BB5A-0050282F43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02238" y="2800350"/>
            <a:ext cx="169862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365606" name="Shape 4358">
            <a:extLst>
              <a:ext uri="{FF2B5EF4-FFF2-40B4-BE49-F238E27FC236}">
                <a16:creationId xmlns:a16="http://schemas.microsoft.com/office/drawing/2014/main" id="{CC8F41BB-29DF-4707-A32C-30C8641110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97575" y="2800350"/>
            <a:ext cx="1698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5607" name="Shape 4359">
            <a:extLst>
              <a:ext uri="{FF2B5EF4-FFF2-40B4-BE49-F238E27FC236}">
                <a16:creationId xmlns:a16="http://schemas.microsoft.com/office/drawing/2014/main" id="{BC2C637E-B040-4500-82C9-EE731B9F1D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75450" y="2800350"/>
            <a:ext cx="1698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5608" name="Shape 4360">
            <a:extLst>
              <a:ext uri="{FF2B5EF4-FFF2-40B4-BE49-F238E27FC236}">
                <a16:creationId xmlns:a16="http://schemas.microsoft.com/office/drawing/2014/main" id="{1E61D2BB-E2FB-48B8-A460-CE1EC8307B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1738" y="2800350"/>
            <a:ext cx="169862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365609" name="Shape 4361">
            <a:extLst>
              <a:ext uri="{FF2B5EF4-FFF2-40B4-BE49-F238E27FC236}">
                <a16:creationId xmlns:a16="http://schemas.microsoft.com/office/drawing/2014/main" id="{ED21611C-727D-4AF0-9E79-CB0F0C4A5A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89988" y="2792413"/>
            <a:ext cx="11112" cy="274637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5610" name="Shape 4362">
            <a:extLst>
              <a:ext uri="{FF2B5EF4-FFF2-40B4-BE49-F238E27FC236}">
                <a16:creationId xmlns:a16="http://schemas.microsoft.com/office/drawing/2014/main" id="{AA8BE8D5-0E87-4BB0-9E65-3395FD6AF8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2300" y="3067050"/>
            <a:ext cx="9525" cy="27305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5611" name="Shape 4363">
            <a:extLst>
              <a:ext uri="{FF2B5EF4-FFF2-40B4-BE49-F238E27FC236}">
                <a16:creationId xmlns:a16="http://schemas.microsoft.com/office/drawing/2014/main" id="{834B5439-B780-4955-A344-E7AB62685C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18500" y="2800350"/>
            <a:ext cx="1698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5612" name="Shape 4364">
            <a:extLst>
              <a:ext uri="{FF2B5EF4-FFF2-40B4-BE49-F238E27FC236}">
                <a16:creationId xmlns:a16="http://schemas.microsoft.com/office/drawing/2014/main" id="{576A2C1A-13E9-4251-A493-F5F27F15AE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2738" y="3067050"/>
            <a:ext cx="11112" cy="27305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5613" name="Shape 4365">
            <a:extLst>
              <a:ext uri="{FF2B5EF4-FFF2-40B4-BE49-F238E27FC236}">
                <a16:creationId xmlns:a16="http://schemas.microsoft.com/office/drawing/2014/main" id="{DFC5FADA-33E6-45A1-A073-975E413F90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8700" y="3074988"/>
            <a:ext cx="207963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C </a:t>
            </a:r>
          </a:p>
        </p:txBody>
      </p:sp>
      <p:sp>
        <p:nvSpPr>
          <p:cNvPr id="365614" name="Shape 4366">
            <a:extLst>
              <a:ext uri="{FF2B5EF4-FFF2-40B4-BE49-F238E27FC236}">
                <a16:creationId xmlns:a16="http://schemas.microsoft.com/office/drawing/2014/main" id="{296EAD20-4798-48F2-90E9-2D9577E72E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7225" y="3074988"/>
            <a:ext cx="22225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 </a:t>
            </a:r>
          </a:p>
        </p:txBody>
      </p:sp>
      <p:sp>
        <p:nvSpPr>
          <p:cNvPr id="365615" name="Shape 4367">
            <a:extLst>
              <a:ext uri="{FF2B5EF4-FFF2-40B4-BE49-F238E27FC236}">
                <a16:creationId xmlns:a16="http://schemas.microsoft.com/office/drawing/2014/main" id="{BF2EAE3A-53B4-4E43-B343-1D0D9D4923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5013" y="3067050"/>
            <a:ext cx="11112" cy="27305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5616" name="Shape 4368">
            <a:extLst>
              <a:ext uri="{FF2B5EF4-FFF2-40B4-BE49-F238E27FC236}">
                <a16:creationId xmlns:a16="http://schemas.microsoft.com/office/drawing/2014/main" id="{70CA813F-7117-4CC5-8CE7-EE9CF44E6D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0188" y="3074988"/>
            <a:ext cx="22225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 </a:t>
            </a:r>
          </a:p>
        </p:txBody>
      </p:sp>
      <p:sp>
        <p:nvSpPr>
          <p:cNvPr id="365617" name="Shape 4369">
            <a:extLst>
              <a:ext uri="{FF2B5EF4-FFF2-40B4-BE49-F238E27FC236}">
                <a16:creationId xmlns:a16="http://schemas.microsoft.com/office/drawing/2014/main" id="{082382E8-A8D6-4B15-B74F-D44D5CC919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46488" y="3074988"/>
            <a:ext cx="169862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365618" name="Shape 4370">
            <a:extLst>
              <a:ext uri="{FF2B5EF4-FFF2-40B4-BE49-F238E27FC236}">
                <a16:creationId xmlns:a16="http://schemas.microsoft.com/office/drawing/2014/main" id="{87C86BB6-3EC5-4F2A-937B-121CDA8816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24363" y="3074988"/>
            <a:ext cx="169862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5619" name="Shape 4371">
            <a:extLst>
              <a:ext uri="{FF2B5EF4-FFF2-40B4-BE49-F238E27FC236}">
                <a16:creationId xmlns:a16="http://schemas.microsoft.com/office/drawing/2014/main" id="{C12E7D7D-F939-481A-BBFE-AC1EF55BCF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00650" y="3074988"/>
            <a:ext cx="169863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5620" name="Shape 4372">
            <a:extLst>
              <a:ext uri="{FF2B5EF4-FFF2-40B4-BE49-F238E27FC236}">
                <a16:creationId xmlns:a16="http://schemas.microsoft.com/office/drawing/2014/main" id="{D145BF7E-24F1-47AF-9010-2ADD5A83F9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95988" y="3074988"/>
            <a:ext cx="169862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365621" name="Shape 4373">
            <a:extLst>
              <a:ext uri="{FF2B5EF4-FFF2-40B4-BE49-F238E27FC236}">
                <a16:creationId xmlns:a16="http://schemas.microsoft.com/office/drawing/2014/main" id="{E78089DC-B85F-4FED-910F-DBC4711F3F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73863" y="3074988"/>
            <a:ext cx="169862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5622" name="Shape 4374">
            <a:extLst>
              <a:ext uri="{FF2B5EF4-FFF2-40B4-BE49-F238E27FC236}">
                <a16:creationId xmlns:a16="http://schemas.microsoft.com/office/drawing/2014/main" id="{CFF4C3E9-EB97-4686-BD1F-1A651E34B8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8563" y="3074988"/>
            <a:ext cx="169862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5623" name="Shape 4375">
            <a:extLst>
              <a:ext uri="{FF2B5EF4-FFF2-40B4-BE49-F238E27FC236}">
                <a16:creationId xmlns:a16="http://schemas.microsoft.com/office/drawing/2014/main" id="{3D85ADCA-DFD0-4F27-8613-ACE0EFFBC6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89988" y="3067050"/>
            <a:ext cx="11112" cy="27305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5624" name="Shape 4376">
            <a:extLst>
              <a:ext uri="{FF2B5EF4-FFF2-40B4-BE49-F238E27FC236}">
                <a16:creationId xmlns:a16="http://schemas.microsoft.com/office/drawing/2014/main" id="{0679F783-1DBF-4832-B8A7-BE3773DAD1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2300" y="3344863"/>
            <a:ext cx="9525" cy="315912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5625" name="Shape 4377">
            <a:extLst>
              <a:ext uri="{FF2B5EF4-FFF2-40B4-BE49-F238E27FC236}">
                <a16:creationId xmlns:a16="http://schemas.microsoft.com/office/drawing/2014/main" id="{D60658AE-76CA-45E3-80B6-C16A378493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16913" y="3074988"/>
            <a:ext cx="169862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5626" name="Shape 4378">
            <a:extLst>
              <a:ext uri="{FF2B5EF4-FFF2-40B4-BE49-F238E27FC236}">
                <a16:creationId xmlns:a16="http://schemas.microsoft.com/office/drawing/2014/main" id="{A44C1A99-FBF6-441E-8422-C9FB309A95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2738" y="3344863"/>
            <a:ext cx="11112" cy="315912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5627" name="Shape 4379">
            <a:extLst>
              <a:ext uri="{FF2B5EF4-FFF2-40B4-BE49-F238E27FC236}">
                <a16:creationId xmlns:a16="http://schemas.microsoft.com/office/drawing/2014/main" id="{6AAD5EDA-E3F2-4A5F-BC87-F62326A140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3938" y="3349625"/>
            <a:ext cx="2222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 </a:t>
            </a:r>
          </a:p>
        </p:txBody>
      </p:sp>
      <p:sp>
        <p:nvSpPr>
          <p:cNvPr id="365628" name="Shape 4380">
            <a:extLst>
              <a:ext uri="{FF2B5EF4-FFF2-40B4-BE49-F238E27FC236}">
                <a16:creationId xmlns:a16="http://schemas.microsoft.com/office/drawing/2014/main" id="{2FE8F6E1-BB4B-4942-BD9E-ED08872745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7225" y="3349625"/>
            <a:ext cx="2222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A </a:t>
            </a:r>
          </a:p>
        </p:txBody>
      </p:sp>
      <p:sp>
        <p:nvSpPr>
          <p:cNvPr id="365629" name="Shape 4381">
            <a:extLst>
              <a:ext uri="{FF2B5EF4-FFF2-40B4-BE49-F238E27FC236}">
                <a16:creationId xmlns:a16="http://schemas.microsoft.com/office/drawing/2014/main" id="{96D6D955-4AF6-4704-9E67-8BFAC43374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5013" y="3344863"/>
            <a:ext cx="11112" cy="315912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5630" name="Shape 4382">
            <a:extLst>
              <a:ext uri="{FF2B5EF4-FFF2-40B4-BE49-F238E27FC236}">
                <a16:creationId xmlns:a16="http://schemas.microsoft.com/office/drawing/2014/main" id="{E7AC107A-33B9-434F-86DF-154E8BBB4C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0188" y="3349625"/>
            <a:ext cx="2222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A </a:t>
            </a:r>
          </a:p>
        </p:txBody>
      </p:sp>
      <p:sp>
        <p:nvSpPr>
          <p:cNvPr id="365631" name="Shape 4383">
            <a:extLst>
              <a:ext uri="{FF2B5EF4-FFF2-40B4-BE49-F238E27FC236}">
                <a16:creationId xmlns:a16="http://schemas.microsoft.com/office/drawing/2014/main" id="{A9D55521-5D8C-4B85-87A4-44BE7EF86B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44900" y="3349625"/>
            <a:ext cx="1698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5632" name="Shape 4384">
            <a:extLst>
              <a:ext uri="{FF2B5EF4-FFF2-40B4-BE49-F238E27FC236}">
                <a16:creationId xmlns:a16="http://schemas.microsoft.com/office/drawing/2014/main" id="{358A0871-7B76-48C5-A91C-87F40B6926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24363" y="3349625"/>
            <a:ext cx="169862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365633" name="Shape 4385">
            <a:extLst>
              <a:ext uri="{FF2B5EF4-FFF2-40B4-BE49-F238E27FC236}">
                <a16:creationId xmlns:a16="http://schemas.microsoft.com/office/drawing/2014/main" id="{53C297F3-B5C9-4B3E-9D05-9BD5CC02DB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99063" y="3349625"/>
            <a:ext cx="169862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5634" name="Shape 4386">
            <a:extLst>
              <a:ext uri="{FF2B5EF4-FFF2-40B4-BE49-F238E27FC236}">
                <a16:creationId xmlns:a16="http://schemas.microsoft.com/office/drawing/2014/main" id="{ED47F957-2681-4355-81A0-22333AE5F9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94400" y="3349625"/>
            <a:ext cx="1698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5635" name="Shape 4387">
            <a:extLst>
              <a:ext uri="{FF2B5EF4-FFF2-40B4-BE49-F238E27FC236}">
                <a16:creationId xmlns:a16="http://schemas.microsoft.com/office/drawing/2014/main" id="{F763ED7E-9E18-401B-A95C-5441A9BA33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72275" y="3349625"/>
            <a:ext cx="1698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365636" name="Shape 4388">
            <a:extLst>
              <a:ext uri="{FF2B5EF4-FFF2-40B4-BE49-F238E27FC236}">
                <a16:creationId xmlns:a16="http://schemas.microsoft.com/office/drawing/2014/main" id="{F27D62D2-5FFE-4A62-B905-79EE3C90E4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8563" y="3349625"/>
            <a:ext cx="169862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365637" name="Shape 4389">
            <a:extLst>
              <a:ext uri="{FF2B5EF4-FFF2-40B4-BE49-F238E27FC236}">
                <a16:creationId xmlns:a16="http://schemas.microsoft.com/office/drawing/2014/main" id="{CE61B12C-EA5C-4099-B4B9-F9E5C1E154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89988" y="3344863"/>
            <a:ext cx="11112" cy="315912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5638" name="Shape 4390">
            <a:extLst>
              <a:ext uri="{FF2B5EF4-FFF2-40B4-BE49-F238E27FC236}">
                <a16:creationId xmlns:a16="http://schemas.microsoft.com/office/drawing/2014/main" id="{6EE9C1B5-61B7-4E5A-938B-0BDBD270C2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525" y="3649663"/>
            <a:ext cx="8158163" cy="11112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5639" name="Shape 4391">
            <a:extLst>
              <a:ext uri="{FF2B5EF4-FFF2-40B4-BE49-F238E27FC236}">
                <a16:creationId xmlns:a16="http://schemas.microsoft.com/office/drawing/2014/main" id="{3367FCCD-02FD-4E62-A94B-3251C82D19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15325" y="3349625"/>
            <a:ext cx="1698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365640" name="Shape 4392">
            <a:extLst>
              <a:ext uri="{FF2B5EF4-FFF2-40B4-BE49-F238E27FC236}">
                <a16:creationId xmlns:a16="http://schemas.microsoft.com/office/drawing/2014/main" id="{5A081EB0-523C-4C26-B2BF-47B9F4488D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17675" y="2125663"/>
            <a:ext cx="56515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w</a:t>
            </a: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 = 0 </a:t>
            </a:r>
          </a:p>
        </p:txBody>
      </p:sp>
      <p:sp>
        <p:nvSpPr>
          <p:cNvPr id="365641" name="Shape 4393">
            <a:extLst>
              <a:ext uri="{FF2B5EF4-FFF2-40B4-BE49-F238E27FC236}">
                <a16:creationId xmlns:a16="http://schemas.microsoft.com/office/drawing/2014/main" id="{E7F756A9-2C16-4B8A-8298-02A7DFF08C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52700" y="2125663"/>
            <a:ext cx="56515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w</a:t>
            </a: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 = 1 </a:t>
            </a:r>
          </a:p>
        </p:txBody>
      </p:sp>
      <p:sp>
        <p:nvSpPr>
          <p:cNvPr id="365642" name="Shape 4394">
            <a:extLst>
              <a:ext uri="{FF2B5EF4-FFF2-40B4-BE49-F238E27FC236}">
                <a16:creationId xmlns:a16="http://schemas.microsoft.com/office/drawing/2014/main" id="{3EC04C1C-B0AE-4AC5-B2AE-05467C2CC9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00425" y="2084388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R1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</a:t>
            </a:r>
          </a:p>
        </p:txBody>
      </p:sp>
      <p:sp>
        <p:nvSpPr>
          <p:cNvPr id="365643" name="Shape 4395">
            <a:extLst>
              <a:ext uri="{FF2B5EF4-FFF2-40B4-BE49-F238E27FC236}">
                <a16:creationId xmlns:a16="http://schemas.microsoft.com/office/drawing/2014/main" id="{B5F7DF1A-1C96-4B1E-9415-1ADA612DAF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8300" y="2070100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R1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in</a:t>
            </a:r>
          </a:p>
        </p:txBody>
      </p:sp>
      <p:sp>
        <p:nvSpPr>
          <p:cNvPr id="365644" name="Shape 4396">
            <a:extLst>
              <a:ext uri="{FF2B5EF4-FFF2-40B4-BE49-F238E27FC236}">
                <a16:creationId xmlns:a16="http://schemas.microsoft.com/office/drawing/2014/main" id="{1F664D3F-279C-44CB-89DC-75D2125688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05388" y="2070100"/>
            <a:ext cx="59213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R2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</a:t>
            </a:r>
          </a:p>
        </p:txBody>
      </p:sp>
      <p:sp>
        <p:nvSpPr>
          <p:cNvPr id="365645" name="Shape 4397">
            <a:extLst>
              <a:ext uri="{FF2B5EF4-FFF2-40B4-BE49-F238E27FC236}">
                <a16:creationId xmlns:a16="http://schemas.microsoft.com/office/drawing/2014/main" id="{02C050AD-9CDE-4F42-B61B-BB99E85AB6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61038" y="2070100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R2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in</a:t>
            </a:r>
          </a:p>
        </p:txBody>
      </p:sp>
      <p:sp>
        <p:nvSpPr>
          <p:cNvPr id="365646" name="Shape 4398">
            <a:extLst>
              <a:ext uri="{FF2B5EF4-FFF2-40B4-BE49-F238E27FC236}">
                <a16:creationId xmlns:a16="http://schemas.microsoft.com/office/drawing/2014/main" id="{C92F117B-46DC-4126-90AD-D070F3DE73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2563" y="2084388"/>
            <a:ext cx="59213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R3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</a:t>
            </a:r>
          </a:p>
        </p:txBody>
      </p:sp>
      <p:sp>
        <p:nvSpPr>
          <p:cNvPr id="365647" name="Shape 4399">
            <a:extLst>
              <a:ext uri="{FF2B5EF4-FFF2-40B4-BE49-F238E27FC236}">
                <a16:creationId xmlns:a16="http://schemas.microsoft.com/office/drawing/2014/main" id="{E8FED8D4-7223-4D98-AD2B-8311972564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4088" y="2070100"/>
            <a:ext cx="59213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R3</a:t>
            </a:r>
            <a:r>
              <a:rPr kumimoji="0" lang="en-US" altLang="en-US" sz="1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in</a:t>
            </a:r>
          </a:p>
        </p:txBody>
      </p:sp>
      <p:sp>
        <p:nvSpPr>
          <p:cNvPr id="365648" name="Shape 4400">
            <a:extLst>
              <a:ext uri="{FF2B5EF4-FFF2-40B4-BE49-F238E27FC236}">
                <a16:creationId xmlns:a16="http://schemas.microsoft.com/office/drawing/2014/main" id="{7DACDA6D-75B7-4918-8367-C79DD98805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04188" y="2052638"/>
            <a:ext cx="592137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Done</a:t>
            </a:r>
          </a:p>
        </p:txBody>
      </p:sp>
      <p:sp>
        <p:nvSpPr>
          <p:cNvPr id="365649" name="Shape 4401">
            <a:extLst>
              <a:ext uri="{FF2B5EF4-FFF2-40B4-BE49-F238E27FC236}">
                <a16:creationId xmlns:a16="http://schemas.microsoft.com/office/drawing/2014/main" id="{170D849B-D00C-454A-BE35-4255AFAE48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525" y="1593850"/>
            <a:ext cx="8158163" cy="9525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5650" name="Shape 4403">
            <a:extLst>
              <a:ext uri="{FF2B5EF4-FFF2-40B4-BE49-F238E27FC236}">
                <a16:creationId xmlns:a16="http://schemas.microsoft.com/office/drawing/2014/main" id="{47A3810B-3821-464D-8CC4-C84CEE20D641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3975100"/>
            <a:ext cx="7772400" cy="2565400"/>
          </a:xfrm>
        </p:spPr>
        <p:txBody>
          <a:bodyPr anchor="ctr"/>
          <a:lstStyle/>
          <a:p>
            <a:pPr algn="ctr" eaLnBrk="1" hangingPunct="1">
              <a:spcBef>
                <a:spcPts val="638"/>
              </a:spcBef>
              <a:spcAft>
                <a:spcPct val="0"/>
              </a:spcAft>
              <a:buClr>
                <a:srgbClr val="000000"/>
              </a:buClr>
              <a:buFont typeface="Times New Roman" panose="02020603050405020304" pitchFamily="18" charset="0"/>
              <a:buNone/>
            </a:pPr>
            <a:r>
              <a:rPr lang="en-US" altLang="en-US" sz="26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Let’s use four flip-flops and the following </a:t>
            </a:r>
          </a:p>
          <a:p>
            <a:pPr algn="ctr" eaLnBrk="1" hangingPunct="1">
              <a:spcBef>
                <a:spcPts val="638"/>
              </a:spcBef>
              <a:spcAft>
                <a:spcPct val="0"/>
              </a:spcAft>
              <a:buClr>
                <a:srgbClr val="000000"/>
              </a:buClr>
              <a:buFont typeface="Times New Roman" panose="02020603050405020304" pitchFamily="18" charset="0"/>
              <a:buNone/>
            </a:pPr>
            <a:r>
              <a:rPr lang="en-US" altLang="en-US" sz="26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one-hot state encoding scheme:</a:t>
            </a:r>
          </a:p>
          <a:p>
            <a:pPr algn="ctr" eaLnBrk="1" hangingPunct="1">
              <a:spcBef>
                <a:spcPts val="638"/>
              </a:spcBef>
              <a:spcAft>
                <a:spcPct val="0"/>
              </a:spcAft>
              <a:buClr>
                <a:srgbClr val="000000"/>
              </a:buClr>
              <a:buFont typeface="Times New Roman" panose="02020603050405020304" pitchFamily="18" charset="0"/>
              <a:buNone/>
            </a:pPr>
            <a:r>
              <a:rPr lang="en-US" altLang="en-US" sz="22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A = 0001</a:t>
            </a:r>
          </a:p>
          <a:p>
            <a:pPr algn="ctr" eaLnBrk="1" hangingPunct="1">
              <a:spcBef>
                <a:spcPts val="638"/>
              </a:spcBef>
              <a:spcAft>
                <a:spcPct val="0"/>
              </a:spcAft>
              <a:buClr>
                <a:srgbClr val="000000"/>
              </a:buClr>
              <a:buFont typeface="Times New Roman" panose="02020603050405020304" pitchFamily="18" charset="0"/>
              <a:buNone/>
            </a:pPr>
            <a:r>
              <a:rPr lang="en-US" altLang="en-US" sz="22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B = 0010</a:t>
            </a:r>
          </a:p>
          <a:p>
            <a:pPr algn="ctr" eaLnBrk="1" hangingPunct="1">
              <a:spcBef>
                <a:spcPts val="638"/>
              </a:spcBef>
              <a:spcAft>
                <a:spcPct val="0"/>
              </a:spcAft>
              <a:buClr>
                <a:srgbClr val="000000"/>
              </a:buClr>
              <a:buFont typeface="Times New Roman" panose="02020603050405020304" pitchFamily="18" charset="0"/>
              <a:buNone/>
            </a:pPr>
            <a:r>
              <a:rPr lang="en-US" altLang="en-US" sz="22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C = 0100</a:t>
            </a:r>
          </a:p>
          <a:p>
            <a:pPr algn="ctr" eaLnBrk="1" hangingPunct="1">
              <a:spcBef>
                <a:spcPts val="638"/>
              </a:spcBef>
              <a:spcAft>
                <a:spcPct val="0"/>
              </a:spcAft>
              <a:buClr>
                <a:srgbClr val="000000"/>
              </a:buClr>
              <a:buFont typeface="Times New Roman" panose="02020603050405020304" pitchFamily="18" charset="0"/>
              <a:buNone/>
            </a:pPr>
            <a:r>
              <a:rPr lang="en-US" altLang="en-US" sz="22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 = 1000</a:t>
            </a:r>
          </a:p>
        </p:txBody>
      </p:sp>
      <p:sp>
        <p:nvSpPr>
          <p:cNvPr id="365651" name="Title 1">
            <a:extLst>
              <a:ext uri="{FF2B5EF4-FFF2-40B4-BE49-F238E27FC236}">
                <a16:creationId xmlns:a16="http://schemas.microsoft.com/office/drawing/2014/main" id="{E3C33443-6E42-436C-804D-AFEBB6EB5603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Register Swap Controller</a:t>
            </a:r>
          </a:p>
        </p:txBody>
      </p:sp>
    </p:spTree>
  </p:cSld>
  <p:clrMapOvr>
    <a:masterClrMapping/>
  </p:clrMapOvr>
  <p:transition/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7617" name="Group 1">
            <a:extLst>
              <a:ext uri="{FF2B5EF4-FFF2-40B4-BE49-F238E27FC236}">
                <a16:creationId xmlns:a16="http://schemas.microsoft.com/office/drawing/2014/main" id="{BC644F6A-E5E1-4A5F-9457-EFA8537DE263}"/>
              </a:ext>
            </a:extLst>
          </p:cNvPr>
          <p:cNvGrpSpPr>
            <a:grpSpLocks/>
          </p:cNvGrpSpPr>
          <p:nvPr/>
        </p:nvGrpSpPr>
        <p:grpSpPr bwMode="auto">
          <a:xfrm>
            <a:off x="622300" y="765175"/>
            <a:ext cx="8180388" cy="2066925"/>
            <a:chOff x="622300" y="1593850"/>
            <a:chExt cx="8180388" cy="2066925"/>
          </a:xfrm>
        </p:grpSpPr>
        <p:sp>
          <p:nvSpPr>
            <p:cNvPr id="367726" name="Shape 4489">
              <a:extLst>
                <a:ext uri="{FF2B5EF4-FFF2-40B4-BE49-F238E27FC236}">
                  <a16:creationId xmlns:a16="http://schemas.microsoft.com/office/drawing/2014/main" id="{372EE7B2-27C3-4FEB-85F3-C0985A051E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300" y="1603375"/>
              <a:ext cx="9525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727" name="Shape 4490">
              <a:extLst>
                <a:ext uri="{FF2B5EF4-FFF2-40B4-BE49-F238E27FC236}">
                  <a16:creationId xmlns:a16="http://schemas.microsoft.com/office/drawing/2014/main" id="{7BCE71CB-2665-47B9-B8D8-146B740468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2738" y="1603375"/>
              <a:ext cx="11112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728" name="Shape 4491">
              <a:extLst>
                <a:ext uri="{FF2B5EF4-FFF2-40B4-BE49-F238E27FC236}">
                  <a16:creationId xmlns:a16="http://schemas.microsoft.com/office/drawing/2014/main" id="{04710D60-92B2-44E8-B1B6-5E486688A0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1525" y="1776413"/>
              <a:ext cx="728663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367729" name="Shape 4492">
              <a:extLst>
                <a:ext uri="{FF2B5EF4-FFF2-40B4-BE49-F238E27FC236}">
                  <a16:creationId xmlns:a16="http://schemas.microsoft.com/office/drawing/2014/main" id="{0FD509D0-E87F-4044-BB61-2B157975C9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5013" y="1603375"/>
              <a:ext cx="11112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730" name="Shape 4493">
              <a:extLst>
                <a:ext uri="{FF2B5EF4-FFF2-40B4-BE49-F238E27FC236}">
                  <a16:creationId xmlns:a16="http://schemas.microsoft.com/office/drawing/2014/main" id="{16548569-F4FA-4D16-803A-D3B1B34AFB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73263" y="1727200"/>
              <a:ext cx="9779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367731" name="Shape 4494">
              <a:extLst>
                <a:ext uri="{FF2B5EF4-FFF2-40B4-BE49-F238E27FC236}">
                  <a16:creationId xmlns:a16="http://schemas.microsoft.com/office/drawing/2014/main" id="{5F07A3C3-0E7C-4359-83FB-B8DDD89750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89988" y="1603375"/>
              <a:ext cx="11112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732" name="Shape 4495">
              <a:extLst>
                <a:ext uri="{FF2B5EF4-FFF2-40B4-BE49-F238E27FC236}">
                  <a16:creationId xmlns:a16="http://schemas.microsoft.com/office/drawing/2014/main" id="{B40A20F7-81DF-492F-80DD-E7056A4F2A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2738" y="2027238"/>
              <a:ext cx="7215187" cy="111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733" name="Shape 4496">
              <a:extLst>
                <a:ext uri="{FF2B5EF4-FFF2-40B4-BE49-F238E27FC236}">
                  <a16:creationId xmlns:a16="http://schemas.microsoft.com/office/drawing/2014/main" id="{0BD8EF8A-2917-4166-BA7D-51DFF6B0AB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300" y="2016125"/>
              <a:ext cx="9525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734" name="Shape 4497">
              <a:extLst>
                <a:ext uri="{FF2B5EF4-FFF2-40B4-BE49-F238E27FC236}">
                  <a16:creationId xmlns:a16="http://schemas.microsoft.com/office/drawing/2014/main" id="{A3477258-C981-43EA-A87C-740F4D18D6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76900" y="1727200"/>
              <a:ext cx="7794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367735" name="Shape 4498">
              <a:extLst>
                <a:ext uri="{FF2B5EF4-FFF2-40B4-BE49-F238E27FC236}">
                  <a16:creationId xmlns:a16="http://schemas.microsoft.com/office/drawing/2014/main" id="{F344E99B-5210-4075-A091-960F8C0272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2738" y="2016125"/>
              <a:ext cx="11112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736" name="Shape 4499">
              <a:extLst>
                <a:ext uri="{FF2B5EF4-FFF2-40B4-BE49-F238E27FC236}">
                  <a16:creationId xmlns:a16="http://schemas.microsoft.com/office/drawing/2014/main" id="{66F3BBC1-18AB-4F73-AA49-B3E98FB6A1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5013" y="2016125"/>
              <a:ext cx="11112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737" name="Shape 4500">
              <a:extLst>
                <a:ext uri="{FF2B5EF4-FFF2-40B4-BE49-F238E27FC236}">
                  <a16:creationId xmlns:a16="http://schemas.microsoft.com/office/drawing/2014/main" id="{9A102F79-0624-4341-A2C2-B023E86712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89988" y="2016125"/>
              <a:ext cx="11112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738" name="Shape 4501">
              <a:extLst>
                <a:ext uri="{FF2B5EF4-FFF2-40B4-BE49-F238E27FC236}">
                  <a16:creationId xmlns:a16="http://schemas.microsoft.com/office/drawing/2014/main" id="{8EE9C19F-ED40-4441-888E-9E0853FC5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4525" y="2438400"/>
              <a:ext cx="8158163" cy="1111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739" name="Shape 4502">
              <a:extLst>
                <a:ext uri="{FF2B5EF4-FFF2-40B4-BE49-F238E27FC236}">
                  <a16:creationId xmlns:a16="http://schemas.microsoft.com/office/drawing/2014/main" id="{E047F8F3-69D1-4996-9419-3E40B8EB25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300" y="2430463"/>
              <a:ext cx="9525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740" name="Shape 4503">
              <a:extLst>
                <a:ext uri="{FF2B5EF4-FFF2-40B4-BE49-F238E27FC236}">
                  <a16:creationId xmlns:a16="http://schemas.microsoft.com/office/drawing/2014/main" id="{DD3B5DF0-375C-4D8F-AD80-2493B54FDC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6938" y="2084388"/>
              <a:ext cx="4746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367741" name="Shape 4504">
              <a:extLst>
                <a:ext uri="{FF2B5EF4-FFF2-40B4-BE49-F238E27FC236}">
                  <a16:creationId xmlns:a16="http://schemas.microsoft.com/office/drawing/2014/main" id="{2C689E83-6069-4E1E-9244-AAADA2D096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2738" y="2430463"/>
              <a:ext cx="11112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742" name="Shape 4505">
              <a:extLst>
                <a:ext uri="{FF2B5EF4-FFF2-40B4-BE49-F238E27FC236}">
                  <a16:creationId xmlns:a16="http://schemas.microsoft.com/office/drawing/2014/main" id="{4C513880-410A-4E74-AD32-1F692CD587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3938" y="25288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67743" name="Shape 4506">
              <a:extLst>
                <a:ext uri="{FF2B5EF4-FFF2-40B4-BE49-F238E27FC236}">
                  <a16:creationId xmlns:a16="http://schemas.microsoft.com/office/drawing/2014/main" id="{6E56E047-3E81-478E-8E14-8C1F07FCD9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7225" y="25288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67744" name="Shape 4507">
              <a:extLst>
                <a:ext uri="{FF2B5EF4-FFF2-40B4-BE49-F238E27FC236}">
                  <a16:creationId xmlns:a16="http://schemas.microsoft.com/office/drawing/2014/main" id="{A7556523-0D53-4BF3-BA52-798E09BB56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5013" y="2430463"/>
              <a:ext cx="11112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745" name="Shape 4508">
              <a:extLst>
                <a:ext uri="{FF2B5EF4-FFF2-40B4-BE49-F238E27FC236}">
                  <a16:creationId xmlns:a16="http://schemas.microsoft.com/office/drawing/2014/main" id="{14C28E18-000A-428D-8675-77538C5B24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74950" y="2528888"/>
              <a:ext cx="207963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367746" name="Shape 4509">
              <a:extLst>
                <a:ext uri="{FF2B5EF4-FFF2-40B4-BE49-F238E27FC236}">
                  <a16:creationId xmlns:a16="http://schemas.microsoft.com/office/drawing/2014/main" id="{1A9B1811-01B1-4FE3-B4AB-89229004E4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6488" y="25288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747" name="Shape 4510">
              <a:extLst>
                <a:ext uri="{FF2B5EF4-FFF2-40B4-BE49-F238E27FC236}">
                  <a16:creationId xmlns:a16="http://schemas.microsoft.com/office/drawing/2014/main" id="{D2272C2E-CF20-4BA6-BC4B-C7F3B48A51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24363" y="25288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748" name="Shape 4511">
              <a:extLst>
                <a:ext uri="{FF2B5EF4-FFF2-40B4-BE49-F238E27FC236}">
                  <a16:creationId xmlns:a16="http://schemas.microsoft.com/office/drawing/2014/main" id="{9EB7906B-4A70-4B89-AE4C-348DE80C2E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00650" y="2528888"/>
              <a:ext cx="169863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749" name="Shape 4512">
              <a:extLst>
                <a:ext uri="{FF2B5EF4-FFF2-40B4-BE49-F238E27FC236}">
                  <a16:creationId xmlns:a16="http://schemas.microsoft.com/office/drawing/2014/main" id="{E646637C-D988-4823-B73A-5615E27DC4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5988" y="25288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750" name="Shape 4513">
              <a:extLst>
                <a:ext uri="{FF2B5EF4-FFF2-40B4-BE49-F238E27FC236}">
                  <a16:creationId xmlns:a16="http://schemas.microsoft.com/office/drawing/2014/main" id="{DFE1FD08-7075-4059-90AA-A47BC1F88D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73863" y="25288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751" name="Shape 4514">
              <a:extLst>
                <a:ext uri="{FF2B5EF4-FFF2-40B4-BE49-F238E27FC236}">
                  <a16:creationId xmlns:a16="http://schemas.microsoft.com/office/drawing/2014/main" id="{6B675E1C-3026-478D-8ED3-7110D72BDA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48563" y="25288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752" name="Shape 4515">
              <a:extLst>
                <a:ext uri="{FF2B5EF4-FFF2-40B4-BE49-F238E27FC236}">
                  <a16:creationId xmlns:a16="http://schemas.microsoft.com/office/drawing/2014/main" id="{08499610-516F-4E47-B08B-0A0ECF0A2D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89988" y="2430463"/>
              <a:ext cx="11112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753" name="Shape 4516">
              <a:extLst>
                <a:ext uri="{FF2B5EF4-FFF2-40B4-BE49-F238E27FC236}">
                  <a16:creationId xmlns:a16="http://schemas.microsoft.com/office/drawing/2014/main" id="{CDA210D9-D9FA-4B4F-9D82-70E751BC5B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300" y="2792413"/>
              <a:ext cx="9525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754" name="Shape 4517">
              <a:extLst>
                <a:ext uri="{FF2B5EF4-FFF2-40B4-BE49-F238E27FC236}">
                  <a16:creationId xmlns:a16="http://schemas.microsoft.com/office/drawing/2014/main" id="{47CFFD20-CA6E-4468-92F0-F29E7AE0B1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16913" y="25288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755" name="Shape 4518">
              <a:extLst>
                <a:ext uri="{FF2B5EF4-FFF2-40B4-BE49-F238E27FC236}">
                  <a16:creationId xmlns:a16="http://schemas.microsoft.com/office/drawing/2014/main" id="{588C4E23-F73E-4703-BF1D-86722A8BD3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2738" y="2792413"/>
              <a:ext cx="11112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756" name="Shape 4519">
              <a:extLst>
                <a:ext uri="{FF2B5EF4-FFF2-40B4-BE49-F238E27FC236}">
                  <a16:creationId xmlns:a16="http://schemas.microsoft.com/office/drawing/2014/main" id="{1D07F948-B476-4AE9-B85E-ED40BDEE37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8700" y="2800350"/>
              <a:ext cx="2079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367757" name="Shape 4520">
              <a:extLst>
                <a:ext uri="{FF2B5EF4-FFF2-40B4-BE49-F238E27FC236}">
                  <a16:creationId xmlns:a16="http://schemas.microsoft.com/office/drawing/2014/main" id="{333A7645-3162-411F-87D1-8D6CC84910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3575" y="2800350"/>
              <a:ext cx="2079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67758" name="Shape 4521">
              <a:extLst>
                <a:ext uri="{FF2B5EF4-FFF2-40B4-BE49-F238E27FC236}">
                  <a16:creationId xmlns:a16="http://schemas.microsoft.com/office/drawing/2014/main" id="{0A7BE4D7-E3D9-4E6C-81A4-925F376768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5013" y="2792413"/>
              <a:ext cx="11112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759" name="Shape 4522">
              <a:extLst>
                <a:ext uri="{FF2B5EF4-FFF2-40B4-BE49-F238E27FC236}">
                  <a16:creationId xmlns:a16="http://schemas.microsoft.com/office/drawing/2014/main" id="{B440E356-EAA6-4295-A83B-F237AAB82C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78125" y="2800350"/>
              <a:ext cx="2079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67760" name="Shape 4523">
              <a:extLst>
                <a:ext uri="{FF2B5EF4-FFF2-40B4-BE49-F238E27FC236}">
                  <a16:creationId xmlns:a16="http://schemas.microsoft.com/office/drawing/2014/main" id="{9DD3AAD8-591E-4449-B634-A28C4F2F34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8075" y="2800350"/>
              <a:ext cx="1698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761" name="Shape 4524">
              <a:extLst>
                <a:ext uri="{FF2B5EF4-FFF2-40B4-BE49-F238E27FC236}">
                  <a16:creationId xmlns:a16="http://schemas.microsoft.com/office/drawing/2014/main" id="{2CC901E2-846B-4D0A-9955-087D41480D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27538" y="2800350"/>
              <a:ext cx="1698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762" name="Shape 4525">
              <a:extLst>
                <a:ext uri="{FF2B5EF4-FFF2-40B4-BE49-F238E27FC236}">
                  <a16:creationId xmlns:a16="http://schemas.microsoft.com/office/drawing/2014/main" id="{F95524C9-E850-43F0-A2BF-45500328BA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02238" y="2800350"/>
              <a:ext cx="1698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67763" name="Shape 4526">
              <a:extLst>
                <a:ext uri="{FF2B5EF4-FFF2-40B4-BE49-F238E27FC236}">
                  <a16:creationId xmlns:a16="http://schemas.microsoft.com/office/drawing/2014/main" id="{19ED0F48-0C37-4014-ABC7-5B6C309B09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7575" y="2800350"/>
              <a:ext cx="1698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764" name="Shape 4527">
              <a:extLst>
                <a:ext uri="{FF2B5EF4-FFF2-40B4-BE49-F238E27FC236}">
                  <a16:creationId xmlns:a16="http://schemas.microsoft.com/office/drawing/2014/main" id="{304F19BE-920A-49ED-9CDA-85104EB11C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75450" y="2800350"/>
              <a:ext cx="1698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765" name="Shape 4528">
              <a:extLst>
                <a:ext uri="{FF2B5EF4-FFF2-40B4-BE49-F238E27FC236}">
                  <a16:creationId xmlns:a16="http://schemas.microsoft.com/office/drawing/2014/main" id="{A6718DEB-D910-4DA7-A513-028DAAD2F4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51738" y="2800350"/>
              <a:ext cx="1698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67766" name="Shape 4529">
              <a:extLst>
                <a:ext uri="{FF2B5EF4-FFF2-40B4-BE49-F238E27FC236}">
                  <a16:creationId xmlns:a16="http://schemas.microsoft.com/office/drawing/2014/main" id="{575FCF0A-2B01-41E2-A363-E3A16AADB3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89988" y="2792413"/>
              <a:ext cx="11112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767" name="Shape 4530">
              <a:extLst>
                <a:ext uri="{FF2B5EF4-FFF2-40B4-BE49-F238E27FC236}">
                  <a16:creationId xmlns:a16="http://schemas.microsoft.com/office/drawing/2014/main" id="{CC0262F8-1A1A-4BB7-AA9C-2D39529297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300" y="3067050"/>
              <a:ext cx="9525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768" name="Shape 4531">
              <a:extLst>
                <a:ext uri="{FF2B5EF4-FFF2-40B4-BE49-F238E27FC236}">
                  <a16:creationId xmlns:a16="http://schemas.microsoft.com/office/drawing/2014/main" id="{6CAAE823-2EA7-42B7-B631-5BE30091B5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18500" y="2800350"/>
              <a:ext cx="1698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769" name="Shape 4532">
              <a:extLst>
                <a:ext uri="{FF2B5EF4-FFF2-40B4-BE49-F238E27FC236}">
                  <a16:creationId xmlns:a16="http://schemas.microsoft.com/office/drawing/2014/main" id="{728A9404-7EFE-4E48-818B-1947BE2C7F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2738" y="3067050"/>
              <a:ext cx="11112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770" name="Shape 4533">
              <a:extLst>
                <a:ext uri="{FF2B5EF4-FFF2-40B4-BE49-F238E27FC236}">
                  <a16:creationId xmlns:a16="http://schemas.microsoft.com/office/drawing/2014/main" id="{864FEAC6-C473-43E3-A5BD-92DA612D14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8700" y="3074988"/>
              <a:ext cx="207963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67771" name="Shape 4534">
              <a:extLst>
                <a:ext uri="{FF2B5EF4-FFF2-40B4-BE49-F238E27FC236}">
                  <a16:creationId xmlns:a16="http://schemas.microsoft.com/office/drawing/2014/main" id="{1CB491EC-001F-470C-9823-A8D962019C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7225" y="30749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67772" name="Shape 4535">
              <a:extLst>
                <a:ext uri="{FF2B5EF4-FFF2-40B4-BE49-F238E27FC236}">
                  <a16:creationId xmlns:a16="http://schemas.microsoft.com/office/drawing/2014/main" id="{68EF9773-EC3E-4192-86C1-3CE15022DF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5013" y="3067050"/>
              <a:ext cx="11112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773" name="Shape 4536">
              <a:extLst>
                <a:ext uri="{FF2B5EF4-FFF2-40B4-BE49-F238E27FC236}">
                  <a16:creationId xmlns:a16="http://schemas.microsoft.com/office/drawing/2014/main" id="{752930A7-2099-4887-9687-5253C73A97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70188" y="30749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67774" name="Shape 4537">
              <a:extLst>
                <a:ext uri="{FF2B5EF4-FFF2-40B4-BE49-F238E27FC236}">
                  <a16:creationId xmlns:a16="http://schemas.microsoft.com/office/drawing/2014/main" id="{62E82A38-8C07-402D-AA49-D4A6E84837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6488" y="30749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67775" name="Shape 4538">
              <a:extLst>
                <a:ext uri="{FF2B5EF4-FFF2-40B4-BE49-F238E27FC236}">
                  <a16:creationId xmlns:a16="http://schemas.microsoft.com/office/drawing/2014/main" id="{C2A8285D-368C-458D-A9DA-1A37884AE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24363" y="30749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776" name="Shape 4539">
              <a:extLst>
                <a:ext uri="{FF2B5EF4-FFF2-40B4-BE49-F238E27FC236}">
                  <a16:creationId xmlns:a16="http://schemas.microsoft.com/office/drawing/2014/main" id="{59B6CC8C-D80C-42E9-B787-5B20128EF5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00650" y="3074988"/>
              <a:ext cx="169863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777" name="Shape 4540">
              <a:extLst>
                <a:ext uri="{FF2B5EF4-FFF2-40B4-BE49-F238E27FC236}">
                  <a16:creationId xmlns:a16="http://schemas.microsoft.com/office/drawing/2014/main" id="{1FF362C3-9F00-485B-A435-5E9806C9D3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5988" y="30749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67778" name="Shape 4541">
              <a:extLst>
                <a:ext uri="{FF2B5EF4-FFF2-40B4-BE49-F238E27FC236}">
                  <a16:creationId xmlns:a16="http://schemas.microsoft.com/office/drawing/2014/main" id="{87ABD732-A797-470C-BAD0-144BCEA31F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73863" y="30749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779" name="Shape 4542">
              <a:extLst>
                <a:ext uri="{FF2B5EF4-FFF2-40B4-BE49-F238E27FC236}">
                  <a16:creationId xmlns:a16="http://schemas.microsoft.com/office/drawing/2014/main" id="{FFAEAA5F-9904-4F01-AD4E-B5285B4D4E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48563" y="30749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780" name="Shape 4543">
              <a:extLst>
                <a:ext uri="{FF2B5EF4-FFF2-40B4-BE49-F238E27FC236}">
                  <a16:creationId xmlns:a16="http://schemas.microsoft.com/office/drawing/2014/main" id="{460ED21A-F866-4D77-AE6C-DB9505A0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89988" y="3067050"/>
              <a:ext cx="11112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781" name="Shape 4544">
              <a:extLst>
                <a:ext uri="{FF2B5EF4-FFF2-40B4-BE49-F238E27FC236}">
                  <a16:creationId xmlns:a16="http://schemas.microsoft.com/office/drawing/2014/main" id="{F07F0BDB-656A-48DE-ABB4-E167B1A496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300" y="3344863"/>
              <a:ext cx="9525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782" name="Shape 4545">
              <a:extLst>
                <a:ext uri="{FF2B5EF4-FFF2-40B4-BE49-F238E27FC236}">
                  <a16:creationId xmlns:a16="http://schemas.microsoft.com/office/drawing/2014/main" id="{7C18C920-79D2-49A4-AECF-D48E18AACD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16913" y="30749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783" name="Shape 4546">
              <a:extLst>
                <a:ext uri="{FF2B5EF4-FFF2-40B4-BE49-F238E27FC236}">
                  <a16:creationId xmlns:a16="http://schemas.microsoft.com/office/drawing/2014/main" id="{D3B51299-A97A-46B7-BF9D-B7FF7D4EE0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2738" y="3344863"/>
              <a:ext cx="11112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784" name="Shape 4547">
              <a:extLst>
                <a:ext uri="{FF2B5EF4-FFF2-40B4-BE49-F238E27FC236}">
                  <a16:creationId xmlns:a16="http://schemas.microsoft.com/office/drawing/2014/main" id="{A8E2DDA0-9047-453F-A38F-7387537F29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3938" y="3349625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67785" name="Shape 4548">
              <a:extLst>
                <a:ext uri="{FF2B5EF4-FFF2-40B4-BE49-F238E27FC236}">
                  <a16:creationId xmlns:a16="http://schemas.microsoft.com/office/drawing/2014/main" id="{BFD6BAA4-3CD2-4398-845D-9857B6AEEC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7225" y="3349625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67786" name="Shape 4549">
              <a:extLst>
                <a:ext uri="{FF2B5EF4-FFF2-40B4-BE49-F238E27FC236}">
                  <a16:creationId xmlns:a16="http://schemas.microsoft.com/office/drawing/2014/main" id="{985A628B-B1B0-4EFB-B504-1FBAD864F2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5013" y="3344863"/>
              <a:ext cx="11112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787" name="Shape 4550">
              <a:extLst>
                <a:ext uri="{FF2B5EF4-FFF2-40B4-BE49-F238E27FC236}">
                  <a16:creationId xmlns:a16="http://schemas.microsoft.com/office/drawing/2014/main" id="{AC73D0F8-05C4-4E7A-A7F9-2009620CFB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70188" y="3349625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67788" name="Shape 4551">
              <a:extLst>
                <a:ext uri="{FF2B5EF4-FFF2-40B4-BE49-F238E27FC236}">
                  <a16:creationId xmlns:a16="http://schemas.microsoft.com/office/drawing/2014/main" id="{371DADE1-EC77-4A54-BDDE-C710680A9C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4900" y="3349625"/>
              <a:ext cx="1698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789" name="Shape 4552">
              <a:extLst>
                <a:ext uri="{FF2B5EF4-FFF2-40B4-BE49-F238E27FC236}">
                  <a16:creationId xmlns:a16="http://schemas.microsoft.com/office/drawing/2014/main" id="{2E640AD5-E7A9-4335-B59F-F94408C498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24363" y="3349625"/>
              <a:ext cx="1698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67790" name="Shape 4553">
              <a:extLst>
                <a:ext uri="{FF2B5EF4-FFF2-40B4-BE49-F238E27FC236}">
                  <a16:creationId xmlns:a16="http://schemas.microsoft.com/office/drawing/2014/main" id="{3FE45799-FAE5-429D-A4FA-FE190DD35B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99063" y="3349625"/>
              <a:ext cx="1698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791" name="Shape 4554">
              <a:extLst>
                <a:ext uri="{FF2B5EF4-FFF2-40B4-BE49-F238E27FC236}">
                  <a16:creationId xmlns:a16="http://schemas.microsoft.com/office/drawing/2014/main" id="{F38C2060-7C28-494F-BD14-1067BE3B98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4400" y="3349625"/>
              <a:ext cx="1698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792" name="Shape 4555">
              <a:extLst>
                <a:ext uri="{FF2B5EF4-FFF2-40B4-BE49-F238E27FC236}">
                  <a16:creationId xmlns:a16="http://schemas.microsoft.com/office/drawing/2014/main" id="{48561123-624D-47A1-B40B-D6E5DD3D32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72275" y="3349625"/>
              <a:ext cx="1698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67793" name="Shape 4556">
              <a:extLst>
                <a:ext uri="{FF2B5EF4-FFF2-40B4-BE49-F238E27FC236}">
                  <a16:creationId xmlns:a16="http://schemas.microsoft.com/office/drawing/2014/main" id="{E63AFBDC-948D-4505-93F4-095247ACB8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48563" y="3349625"/>
              <a:ext cx="1698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794" name="Shape 4557">
              <a:extLst>
                <a:ext uri="{FF2B5EF4-FFF2-40B4-BE49-F238E27FC236}">
                  <a16:creationId xmlns:a16="http://schemas.microsoft.com/office/drawing/2014/main" id="{E7F4442C-81F5-4C35-8DDE-1C4652A1CD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89988" y="3344863"/>
              <a:ext cx="11112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795" name="Shape 4558">
              <a:extLst>
                <a:ext uri="{FF2B5EF4-FFF2-40B4-BE49-F238E27FC236}">
                  <a16:creationId xmlns:a16="http://schemas.microsoft.com/office/drawing/2014/main" id="{094EF43F-59A7-43CA-8C58-BCA91F8241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4525" y="3649663"/>
              <a:ext cx="8158163" cy="111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796" name="Shape 4559">
              <a:extLst>
                <a:ext uri="{FF2B5EF4-FFF2-40B4-BE49-F238E27FC236}">
                  <a16:creationId xmlns:a16="http://schemas.microsoft.com/office/drawing/2014/main" id="{1ABE37D9-97E5-4C0C-8480-567EC2B412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15325" y="3349625"/>
              <a:ext cx="1698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67797" name="Shape 4560">
              <a:extLst>
                <a:ext uri="{FF2B5EF4-FFF2-40B4-BE49-F238E27FC236}">
                  <a16:creationId xmlns:a16="http://schemas.microsoft.com/office/drawing/2014/main" id="{C36785A9-D35B-437E-A283-A866FBD487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17675" y="2125663"/>
              <a:ext cx="565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0 </a:t>
              </a:r>
            </a:p>
          </p:txBody>
        </p:sp>
        <p:sp>
          <p:nvSpPr>
            <p:cNvPr id="367798" name="Shape 4561">
              <a:extLst>
                <a:ext uri="{FF2B5EF4-FFF2-40B4-BE49-F238E27FC236}">
                  <a16:creationId xmlns:a16="http://schemas.microsoft.com/office/drawing/2014/main" id="{53005839-907F-42F7-BBC2-BC69B30CE1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52700" y="2125663"/>
              <a:ext cx="565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1 </a:t>
              </a:r>
            </a:p>
          </p:txBody>
        </p:sp>
        <p:sp>
          <p:nvSpPr>
            <p:cNvPr id="367799" name="Shape 4562">
              <a:extLst>
                <a:ext uri="{FF2B5EF4-FFF2-40B4-BE49-F238E27FC236}">
                  <a16:creationId xmlns:a16="http://schemas.microsoft.com/office/drawing/2014/main" id="{7B93B7E6-6A1A-4AB4-B36B-3FCF575B65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0425" y="208438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67800" name="Shape 4563">
              <a:extLst>
                <a:ext uri="{FF2B5EF4-FFF2-40B4-BE49-F238E27FC236}">
                  <a16:creationId xmlns:a16="http://schemas.microsoft.com/office/drawing/2014/main" id="{D784113E-65E9-4CD6-825E-C0F6ABD85C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78300" y="2070100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67801" name="Shape 4564">
              <a:extLst>
                <a:ext uri="{FF2B5EF4-FFF2-40B4-BE49-F238E27FC236}">
                  <a16:creationId xmlns:a16="http://schemas.microsoft.com/office/drawing/2014/main" id="{8929DF30-0BC9-46BC-9407-1B0599FD4B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05388" y="2070100"/>
              <a:ext cx="592137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67802" name="Shape 4565">
              <a:extLst>
                <a:ext uri="{FF2B5EF4-FFF2-40B4-BE49-F238E27FC236}">
                  <a16:creationId xmlns:a16="http://schemas.microsoft.com/office/drawing/2014/main" id="{A9FAEFA3-2606-4FFB-9B73-BB67A40199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61038" y="2070100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67803" name="Shape 4566">
              <a:extLst>
                <a:ext uri="{FF2B5EF4-FFF2-40B4-BE49-F238E27FC236}">
                  <a16:creationId xmlns:a16="http://schemas.microsoft.com/office/drawing/2014/main" id="{CA059A36-8F83-4C6F-B089-E011549C8E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32563" y="2084388"/>
              <a:ext cx="592137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67804" name="Shape 4567">
              <a:extLst>
                <a:ext uri="{FF2B5EF4-FFF2-40B4-BE49-F238E27FC236}">
                  <a16:creationId xmlns:a16="http://schemas.microsoft.com/office/drawing/2014/main" id="{581FEF97-1869-42C5-95AA-64499CA056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04088" y="2070100"/>
              <a:ext cx="592137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67805" name="Shape 4568">
              <a:extLst>
                <a:ext uri="{FF2B5EF4-FFF2-40B4-BE49-F238E27FC236}">
                  <a16:creationId xmlns:a16="http://schemas.microsoft.com/office/drawing/2014/main" id="{B2B0C7ED-BCD5-474D-833C-CFDD579BDC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04188" y="2052638"/>
              <a:ext cx="592137" cy="338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367806" name="Shape 4569">
              <a:extLst>
                <a:ext uri="{FF2B5EF4-FFF2-40B4-BE49-F238E27FC236}">
                  <a16:creationId xmlns:a16="http://schemas.microsoft.com/office/drawing/2014/main" id="{8C5BBFF2-1796-41B4-B514-EADCDFAA0F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4525" y="1593850"/>
              <a:ext cx="8158163" cy="9525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367618" name="Shape 2782">
            <a:extLst>
              <a:ext uri="{FF2B5EF4-FFF2-40B4-BE49-F238E27FC236}">
                <a16:creationId xmlns:a16="http://schemas.microsoft.com/office/drawing/2014/main" id="{A262F853-E835-462D-BF2F-8D6B535E4218}"/>
              </a:ext>
            </a:extLst>
          </p:cNvPr>
          <p:cNvSpPr txBox="1">
            <a:spLocks/>
          </p:cNvSpPr>
          <p:nvPr/>
        </p:nvSpPr>
        <p:spPr bwMode="auto">
          <a:xfrm>
            <a:off x="0" y="34925"/>
            <a:ext cx="9144000" cy="754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State Table (same as before)</a:t>
            </a:r>
          </a:p>
        </p:txBody>
      </p:sp>
      <p:sp>
        <p:nvSpPr>
          <p:cNvPr id="367619" name="Shape 2782">
            <a:extLst>
              <a:ext uri="{FF2B5EF4-FFF2-40B4-BE49-F238E27FC236}">
                <a16:creationId xmlns:a16="http://schemas.microsoft.com/office/drawing/2014/main" id="{3A44A2E8-9F77-41CE-9835-E0E273A19294}"/>
              </a:ext>
            </a:extLst>
          </p:cNvPr>
          <p:cNvSpPr txBox="1">
            <a:spLocks/>
          </p:cNvSpPr>
          <p:nvPr/>
        </p:nvSpPr>
        <p:spPr bwMode="auto">
          <a:xfrm>
            <a:off x="0" y="3157538"/>
            <a:ext cx="9144000" cy="755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State-Assigned Table</a:t>
            </a:r>
          </a:p>
        </p:txBody>
      </p:sp>
      <p:sp>
        <p:nvSpPr>
          <p:cNvPr id="367620" name="TextBox 125">
            <a:extLst>
              <a:ext uri="{FF2B5EF4-FFF2-40B4-BE49-F238E27FC236}">
                <a16:creationId xmlns:a16="http://schemas.microsoft.com/office/drawing/2014/main" id="{12F8640F-F394-4AFB-ABE3-10947B175D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5838" y="6550025"/>
            <a:ext cx="309721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[ Figure 6.12 &amp; 6.21 from the textbook ]</a:t>
            </a:r>
          </a:p>
        </p:txBody>
      </p:sp>
      <p:grpSp>
        <p:nvGrpSpPr>
          <p:cNvPr id="367621" name="Group 183">
            <a:extLst>
              <a:ext uri="{FF2B5EF4-FFF2-40B4-BE49-F238E27FC236}">
                <a16:creationId xmlns:a16="http://schemas.microsoft.com/office/drawing/2014/main" id="{7CD73ABB-F4A9-411B-A8A1-ADD84DB2A90D}"/>
              </a:ext>
            </a:extLst>
          </p:cNvPr>
          <p:cNvGrpSpPr>
            <a:grpSpLocks/>
          </p:cNvGrpSpPr>
          <p:nvPr/>
        </p:nvGrpSpPr>
        <p:grpSpPr bwMode="auto">
          <a:xfrm>
            <a:off x="434975" y="3981450"/>
            <a:ext cx="8274050" cy="2479675"/>
            <a:chOff x="434975" y="3981450"/>
            <a:chExt cx="8274050" cy="2479675"/>
          </a:xfrm>
        </p:grpSpPr>
        <p:sp>
          <p:nvSpPr>
            <p:cNvPr id="367625" name="Shape 4587">
              <a:extLst>
                <a:ext uri="{FF2B5EF4-FFF2-40B4-BE49-F238E27FC236}">
                  <a16:creationId xmlns:a16="http://schemas.microsoft.com/office/drawing/2014/main" id="{8D7EAA5E-44F3-4238-B32A-D9CF4B1585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3981450"/>
              <a:ext cx="7967662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626" name="Shape 4588">
              <a:extLst>
                <a:ext uri="{FF2B5EF4-FFF2-40B4-BE49-F238E27FC236}">
                  <a16:creationId xmlns:a16="http://schemas.microsoft.com/office/drawing/2014/main" id="{BE0E43B2-6A1F-4F0C-8C48-F8697C6984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3990975"/>
              <a:ext cx="11112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627" name="Shape 4589">
              <a:extLst>
                <a:ext uri="{FF2B5EF4-FFF2-40B4-BE49-F238E27FC236}">
                  <a16:creationId xmlns:a16="http://schemas.microsoft.com/office/drawing/2014/main" id="{5127322E-C33C-4EFB-B802-3FC1951382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4400550"/>
              <a:ext cx="11112" cy="4143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628" name="Shape 4590">
              <a:extLst>
                <a:ext uri="{FF2B5EF4-FFF2-40B4-BE49-F238E27FC236}">
                  <a16:creationId xmlns:a16="http://schemas.microsoft.com/office/drawing/2014/main" id="{AA5C66DC-DC5B-49D4-B827-E4C797780B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4814888"/>
              <a:ext cx="11112" cy="41116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629" name="Shape 4591">
              <a:extLst>
                <a:ext uri="{FF2B5EF4-FFF2-40B4-BE49-F238E27FC236}">
                  <a16:creationId xmlns:a16="http://schemas.microsoft.com/office/drawing/2014/main" id="{2152DF09-B5A7-41AA-B407-1DF88ADD47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5229225"/>
              <a:ext cx="11112" cy="3635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630" name="Shape 4592">
              <a:extLst>
                <a:ext uri="{FF2B5EF4-FFF2-40B4-BE49-F238E27FC236}">
                  <a16:creationId xmlns:a16="http://schemas.microsoft.com/office/drawing/2014/main" id="{2B5284E5-7C26-4657-82F3-70FF34083A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5592763"/>
              <a:ext cx="11112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631" name="Shape 4593">
              <a:extLst>
                <a:ext uri="{FF2B5EF4-FFF2-40B4-BE49-F238E27FC236}">
                  <a16:creationId xmlns:a16="http://schemas.microsoft.com/office/drawing/2014/main" id="{FF7B3476-AB0F-4880-9341-4CBC50750D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5843588"/>
              <a:ext cx="11112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632" name="Shape 4594">
              <a:extLst>
                <a:ext uri="{FF2B5EF4-FFF2-40B4-BE49-F238E27FC236}">
                  <a16:creationId xmlns:a16="http://schemas.microsoft.com/office/drawing/2014/main" id="{0F33AB53-E4BA-4C69-B49A-4A28F32F99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6122988"/>
              <a:ext cx="11112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633" name="Shape 4595">
              <a:extLst>
                <a:ext uri="{FF2B5EF4-FFF2-40B4-BE49-F238E27FC236}">
                  <a16:creationId xmlns:a16="http://schemas.microsoft.com/office/drawing/2014/main" id="{37C457E0-A7EE-4291-8570-03096125BC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3990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634" name="Shape 4596">
              <a:extLst>
                <a:ext uri="{FF2B5EF4-FFF2-40B4-BE49-F238E27FC236}">
                  <a16:creationId xmlns:a16="http://schemas.microsoft.com/office/drawing/2014/main" id="{684A9ECD-FCAA-499F-89C5-20F6575B5D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3990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635" name="Shape 4597">
              <a:extLst>
                <a:ext uri="{FF2B5EF4-FFF2-40B4-BE49-F238E27FC236}">
                  <a16:creationId xmlns:a16="http://schemas.microsoft.com/office/drawing/2014/main" id="{308A30B1-7438-4C35-8734-B4E46DEC05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3990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636" name="Shape 4598">
              <a:extLst>
                <a:ext uri="{FF2B5EF4-FFF2-40B4-BE49-F238E27FC236}">
                  <a16:creationId xmlns:a16="http://schemas.microsoft.com/office/drawing/2014/main" id="{B44F8667-EF0A-4762-9E43-201241B509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6788" y="4156075"/>
              <a:ext cx="86995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367637" name="Shape 4599">
              <a:extLst>
                <a:ext uri="{FF2B5EF4-FFF2-40B4-BE49-F238E27FC236}">
                  <a16:creationId xmlns:a16="http://schemas.microsoft.com/office/drawing/2014/main" id="{EAC4B174-2A6E-4F16-B558-4E50B89568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3990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638" name="Shape 4600">
              <a:extLst>
                <a:ext uri="{FF2B5EF4-FFF2-40B4-BE49-F238E27FC236}">
                  <a16:creationId xmlns:a16="http://schemas.microsoft.com/office/drawing/2014/main" id="{7FD15A9F-007D-49F2-B209-ACAD48E767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4392613"/>
              <a:ext cx="2265363" cy="111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639" name="Shape 4601">
              <a:extLst>
                <a:ext uri="{FF2B5EF4-FFF2-40B4-BE49-F238E27FC236}">
                  <a16:creationId xmlns:a16="http://schemas.microsoft.com/office/drawing/2014/main" id="{27E74E70-DF31-440C-BCE4-67ABB96446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4400550"/>
              <a:ext cx="9525" cy="4143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640" name="Shape 4602">
              <a:extLst>
                <a:ext uri="{FF2B5EF4-FFF2-40B4-BE49-F238E27FC236}">
                  <a16:creationId xmlns:a16="http://schemas.microsoft.com/office/drawing/2014/main" id="{238A24A4-28D2-4879-A5B5-A87B3F0C0B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1588" y="4105275"/>
              <a:ext cx="107315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367641" name="Shape 4603">
              <a:extLst>
                <a:ext uri="{FF2B5EF4-FFF2-40B4-BE49-F238E27FC236}">
                  <a16:creationId xmlns:a16="http://schemas.microsoft.com/office/drawing/2014/main" id="{7EC7ADCB-3B93-42D3-A918-686EA75016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4400550"/>
              <a:ext cx="9525" cy="4143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642" name="Shape 4604">
              <a:extLst>
                <a:ext uri="{FF2B5EF4-FFF2-40B4-BE49-F238E27FC236}">
                  <a16:creationId xmlns:a16="http://schemas.microsoft.com/office/drawing/2014/main" id="{8A6F810B-2629-4C06-A217-F0ACE72BCB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2200" y="4467225"/>
              <a:ext cx="60166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367643" name="Shape 4605">
              <a:extLst>
                <a:ext uri="{FF2B5EF4-FFF2-40B4-BE49-F238E27FC236}">
                  <a16:creationId xmlns:a16="http://schemas.microsoft.com/office/drawing/2014/main" id="{362575D0-287C-41D3-B522-D16DAE625C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4400550"/>
              <a:ext cx="9525" cy="4143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644" name="Shape 4606">
              <a:extLst>
                <a:ext uri="{FF2B5EF4-FFF2-40B4-BE49-F238E27FC236}">
                  <a16:creationId xmlns:a16="http://schemas.microsoft.com/office/drawing/2014/main" id="{33180BA7-239C-4543-B37A-0A071C6F77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4803775"/>
              <a:ext cx="6835775" cy="111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645" name="Shape 4607">
              <a:extLst>
                <a:ext uri="{FF2B5EF4-FFF2-40B4-BE49-F238E27FC236}">
                  <a16:creationId xmlns:a16="http://schemas.microsoft.com/office/drawing/2014/main" id="{341ED0ED-AE11-41FB-9132-3E67D3D6A6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4814888"/>
              <a:ext cx="9525" cy="41116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646" name="Shape 4608">
              <a:extLst>
                <a:ext uri="{FF2B5EF4-FFF2-40B4-BE49-F238E27FC236}">
                  <a16:creationId xmlns:a16="http://schemas.microsoft.com/office/drawing/2014/main" id="{CB708CD4-AD7A-4EA4-AE24-D1B3CD3639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4814888"/>
              <a:ext cx="9525" cy="41116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647" name="Shape 4609">
              <a:extLst>
                <a:ext uri="{FF2B5EF4-FFF2-40B4-BE49-F238E27FC236}">
                  <a16:creationId xmlns:a16="http://schemas.microsoft.com/office/drawing/2014/main" id="{45B03225-AE4F-4780-B593-26C5FBD12E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4814888"/>
              <a:ext cx="9525" cy="41116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648" name="Shape 4610">
              <a:extLst>
                <a:ext uri="{FF2B5EF4-FFF2-40B4-BE49-F238E27FC236}">
                  <a16:creationId xmlns:a16="http://schemas.microsoft.com/office/drawing/2014/main" id="{C5BE5345-CB2B-4996-BEC3-4572D23D0B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5214938"/>
              <a:ext cx="7967662" cy="111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649" name="Shape 4611">
              <a:extLst>
                <a:ext uri="{FF2B5EF4-FFF2-40B4-BE49-F238E27FC236}">
                  <a16:creationId xmlns:a16="http://schemas.microsoft.com/office/drawing/2014/main" id="{5D465380-8145-4BAA-AA4A-05FB5909D5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56313" y="4362450"/>
              <a:ext cx="9255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367650" name="Shape 4612">
              <a:extLst>
                <a:ext uri="{FF2B5EF4-FFF2-40B4-BE49-F238E27FC236}">
                  <a16:creationId xmlns:a16="http://schemas.microsoft.com/office/drawing/2014/main" id="{97777BD1-7D77-4B32-90F3-E19B3A8D6A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5229225"/>
              <a:ext cx="9525" cy="3635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651" name="Shape 4613">
              <a:extLst>
                <a:ext uri="{FF2B5EF4-FFF2-40B4-BE49-F238E27FC236}">
                  <a16:creationId xmlns:a16="http://schemas.microsoft.com/office/drawing/2014/main" id="{9123CD11-8815-4D5D-8877-14E20C2EDE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975" y="5308600"/>
              <a:ext cx="3317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67652" name="Shape 4614">
              <a:extLst>
                <a:ext uri="{FF2B5EF4-FFF2-40B4-BE49-F238E27FC236}">
                  <a16:creationId xmlns:a16="http://schemas.microsoft.com/office/drawing/2014/main" id="{7D9AEE08-3103-4CB9-AA5E-ECAE746412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7425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653" name="Shape 4615">
              <a:extLst>
                <a:ext uri="{FF2B5EF4-FFF2-40B4-BE49-F238E27FC236}">
                  <a16:creationId xmlns:a16="http://schemas.microsoft.com/office/drawing/2014/main" id="{3EDB115D-5B16-4488-8B4C-CE1149DC65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5229225"/>
              <a:ext cx="9525" cy="3635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654" name="Shape 4616">
              <a:extLst>
                <a:ext uri="{FF2B5EF4-FFF2-40B4-BE49-F238E27FC236}">
                  <a16:creationId xmlns:a16="http://schemas.microsoft.com/office/drawing/2014/main" id="{62C267CB-8721-4916-906F-A6E28D7DE5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8875" y="5308600"/>
              <a:ext cx="5222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001 </a:t>
              </a:r>
            </a:p>
          </p:txBody>
        </p:sp>
        <p:sp>
          <p:nvSpPr>
            <p:cNvPr id="367655" name="Shape 4617">
              <a:extLst>
                <a:ext uri="{FF2B5EF4-FFF2-40B4-BE49-F238E27FC236}">
                  <a16:creationId xmlns:a16="http://schemas.microsoft.com/office/drawing/2014/main" id="{16E98A55-DB6D-4159-99F5-7F3D2C5512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825" y="5308600"/>
              <a:ext cx="58261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0001</a:t>
              </a:r>
            </a:p>
          </p:txBody>
        </p:sp>
        <p:sp>
          <p:nvSpPr>
            <p:cNvPr id="367656" name="Shape 4618">
              <a:extLst>
                <a:ext uri="{FF2B5EF4-FFF2-40B4-BE49-F238E27FC236}">
                  <a16:creationId xmlns:a16="http://schemas.microsoft.com/office/drawing/2014/main" id="{3F415678-BB0F-4D25-BB9D-3DCBFFB640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1988" y="5308600"/>
              <a:ext cx="5826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0010</a:t>
              </a:r>
            </a:p>
          </p:txBody>
        </p:sp>
        <p:sp>
          <p:nvSpPr>
            <p:cNvPr id="367657" name="Shape 4619">
              <a:extLst>
                <a:ext uri="{FF2B5EF4-FFF2-40B4-BE49-F238E27FC236}">
                  <a16:creationId xmlns:a16="http://schemas.microsoft.com/office/drawing/2014/main" id="{71DF0CFD-32A7-4299-898C-F53E5778D6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8338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658" name="Shape 4620">
              <a:extLst>
                <a:ext uri="{FF2B5EF4-FFF2-40B4-BE49-F238E27FC236}">
                  <a16:creationId xmlns:a16="http://schemas.microsoft.com/office/drawing/2014/main" id="{F96422B2-0C18-4281-ACD2-F0505948C3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2225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659" name="Shape 4621">
              <a:extLst>
                <a:ext uri="{FF2B5EF4-FFF2-40B4-BE49-F238E27FC236}">
                  <a16:creationId xmlns:a16="http://schemas.microsoft.com/office/drawing/2014/main" id="{745953A3-0B6C-4564-A7AA-C0905EEDE0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6113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660" name="Shape 4622">
              <a:extLst>
                <a:ext uri="{FF2B5EF4-FFF2-40B4-BE49-F238E27FC236}">
                  <a16:creationId xmlns:a16="http://schemas.microsoft.com/office/drawing/2014/main" id="{061CED6E-A202-4F24-8003-3E7A9FD67E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48413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661" name="Shape 4623">
              <a:extLst>
                <a:ext uri="{FF2B5EF4-FFF2-40B4-BE49-F238E27FC236}">
                  <a16:creationId xmlns:a16="http://schemas.microsoft.com/office/drawing/2014/main" id="{2E8A1FE8-9819-4C16-95CB-0B660E8D21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3888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662" name="Shape 4624">
              <a:extLst>
                <a:ext uri="{FF2B5EF4-FFF2-40B4-BE49-F238E27FC236}">
                  <a16:creationId xmlns:a16="http://schemas.microsoft.com/office/drawing/2014/main" id="{3BF3AD6B-36BC-4B4E-88AC-1265F3C037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4600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663" name="Shape 4625">
              <a:extLst>
                <a:ext uri="{FF2B5EF4-FFF2-40B4-BE49-F238E27FC236}">
                  <a16:creationId xmlns:a16="http://schemas.microsoft.com/office/drawing/2014/main" id="{A6073830-15CE-43B3-8046-156A068F82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5229225"/>
              <a:ext cx="9525" cy="3635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664" name="Shape 4626">
              <a:extLst>
                <a:ext uri="{FF2B5EF4-FFF2-40B4-BE49-F238E27FC236}">
                  <a16:creationId xmlns:a16="http://schemas.microsoft.com/office/drawing/2014/main" id="{DD38F081-9A8D-4186-ACA3-E982114288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0550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665" name="Shape 4627">
              <a:extLst>
                <a:ext uri="{FF2B5EF4-FFF2-40B4-BE49-F238E27FC236}">
                  <a16:creationId xmlns:a16="http://schemas.microsoft.com/office/drawing/2014/main" id="{37858DB6-0915-4006-AD42-6DD2B88C58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55927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666" name="Shape 4628">
              <a:extLst>
                <a:ext uri="{FF2B5EF4-FFF2-40B4-BE49-F238E27FC236}">
                  <a16:creationId xmlns:a16="http://schemas.microsoft.com/office/drawing/2014/main" id="{975E2CFA-76E0-442D-BF72-E239A6C8FF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325" y="5583238"/>
              <a:ext cx="3190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367667" name="Shape 4629">
              <a:extLst>
                <a:ext uri="{FF2B5EF4-FFF2-40B4-BE49-F238E27FC236}">
                  <a16:creationId xmlns:a16="http://schemas.microsoft.com/office/drawing/2014/main" id="{A479B0DD-C74E-464C-A810-10664FBC75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9013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668" name="Shape 4630">
              <a:extLst>
                <a:ext uri="{FF2B5EF4-FFF2-40B4-BE49-F238E27FC236}">
                  <a16:creationId xmlns:a16="http://schemas.microsoft.com/office/drawing/2014/main" id="{545FECC7-AC42-4E5D-8D31-FF6E2F2050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55927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669" name="Shape 4631">
              <a:extLst>
                <a:ext uri="{FF2B5EF4-FFF2-40B4-BE49-F238E27FC236}">
                  <a16:creationId xmlns:a16="http://schemas.microsoft.com/office/drawing/2014/main" id="{A8E218AF-BF8B-4C77-98EC-B329885678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0463" y="5583238"/>
              <a:ext cx="522287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010 </a:t>
              </a:r>
            </a:p>
          </p:txBody>
        </p:sp>
        <p:sp>
          <p:nvSpPr>
            <p:cNvPr id="367670" name="Shape 4632">
              <a:extLst>
                <a:ext uri="{FF2B5EF4-FFF2-40B4-BE49-F238E27FC236}">
                  <a16:creationId xmlns:a16="http://schemas.microsoft.com/office/drawing/2014/main" id="{F431A93F-E799-4EB1-A879-E22BCED08A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825" y="5583238"/>
              <a:ext cx="58261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0100</a:t>
              </a:r>
            </a:p>
          </p:txBody>
        </p:sp>
        <p:sp>
          <p:nvSpPr>
            <p:cNvPr id="367671" name="Shape 4633">
              <a:extLst>
                <a:ext uri="{FF2B5EF4-FFF2-40B4-BE49-F238E27FC236}">
                  <a16:creationId xmlns:a16="http://schemas.microsoft.com/office/drawing/2014/main" id="{19DC2823-FC6C-426F-9E9B-8FB19AD9E5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1988" y="5583238"/>
              <a:ext cx="5826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0100</a:t>
              </a:r>
            </a:p>
          </p:txBody>
        </p:sp>
        <p:sp>
          <p:nvSpPr>
            <p:cNvPr id="367672" name="Shape 4634">
              <a:extLst>
                <a:ext uri="{FF2B5EF4-FFF2-40B4-BE49-F238E27FC236}">
                  <a16:creationId xmlns:a16="http://schemas.microsoft.com/office/drawing/2014/main" id="{E1FD1E73-FBC0-4770-A0CE-9CF34AB38F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9925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673" name="Shape 4635">
              <a:extLst>
                <a:ext uri="{FF2B5EF4-FFF2-40B4-BE49-F238E27FC236}">
                  <a16:creationId xmlns:a16="http://schemas.microsoft.com/office/drawing/2014/main" id="{12D9BDD1-3E63-4F00-98D6-52B14B9D07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2225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674" name="Shape 4636">
              <a:extLst>
                <a:ext uri="{FF2B5EF4-FFF2-40B4-BE49-F238E27FC236}">
                  <a16:creationId xmlns:a16="http://schemas.microsoft.com/office/drawing/2014/main" id="{2505D1F2-AE21-4E06-9979-08E5D4551D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7700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67675" name="Shape 4637">
              <a:extLst>
                <a:ext uri="{FF2B5EF4-FFF2-40B4-BE49-F238E27FC236}">
                  <a16:creationId xmlns:a16="http://schemas.microsoft.com/office/drawing/2014/main" id="{AC59BA47-2BC3-43D9-A852-8A44F703B2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50000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676" name="Shape 4638">
              <a:extLst>
                <a:ext uri="{FF2B5EF4-FFF2-40B4-BE49-F238E27FC236}">
                  <a16:creationId xmlns:a16="http://schemas.microsoft.com/office/drawing/2014/main" id="{025BDD95-AC27-4330-B609-5ECB8810EF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5475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677" name="Shape 4639">
              <a:extLst>
                <a:ext uri="{FF2B5EF4-FFF2-40B4-BE49-F238E27FC236}">
                  <a16:creationId xmlns:a16="http://schemas.microsoft.com/office/drawing/2014/main" id="{1BA084A5-02FD-437A-9F80-5344955C34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6188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67678" name="Shape 4640">
              <a:extLst>
                <a:ext uri="{FF2B5EF4-FFF2-40B4-BE49-F238E27FC236}">
                  <a16:creationId xmlns:a16="http://schemas.microsoft.com/office/drawing/2014/main" id="{D7E9AA22-D160-4141-9D43-1842F1D22B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55927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679" name="Shape 4641">
              <a:extLst>
                <a:ext uri="{FF2B5EF4-FFF2-40B4-BE49-F238E27FC236}">
                  <a16:creationId xmlns:a16="http://schemas.microsoft.com/office/drawing/2014/main" id="{8288B1E8-8E10-46EB-92E9-6804AB144C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0550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680" name="Shape 4642">
              <a:extLst>
                <a:ext uri="{FF2B5EF4-FFF2-40B4-BE49-F238E27FC236}">
                  <a16:creationId xmlns:a16="http://schemas.microsoft.com/office/drawing/2014/main" id="{DBE75128-F46E-478F-9909-AED5C09713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5843588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681" name="Shape 4643">
              <a:extLst>
                <a:ext uri="{FF2B5EF4-FFF2-40B4-BE49-F238E27FC236}">
                  <a16:creationId xmlns:a16="http://schemas.microsoft.com/office/drawing/2014/main" id="{BCB65F00-F417-4529-A95C-A62557679F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325" y="5856288"/>
              <a:ext cx="3190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67682" name="Shape 4644">
              <a:extLst>
                <a:ext uri="{FF2B5EF4-FFF2-40B4-BE49-F238E27FC236}">
                  <a16:creationId xmlns:a16="http://schemas.microsoft.com/office/drawing/2014/main" id="{2EE2C77D-D563-458C-AD5F-8BA6569858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9013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683" name="Shape 4645">
              <a:extLst>
                <a:ext uri="{FF2B5EF4-FFF2-40B4-BE49-F238E27FC236}">
                  <a16:creationId xmlns:a16="http://schemas.microsoft.com/office/drawing/2014/main" id="{0446323F-4344-4E57-8EBA-151A13A75C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5843588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684" name="Shape 4646">
              <a:extLst>
                <a:ext uri="{FF2B5EF4-FFF2-40B4-BE49-F238E27FC236}">
                  <a16:creationId xmlns:a16="http://schemas.microsoft.com/office/drawing/2014/main" id="{6C56AC65-FAD9-4776-862F-059EFD30B9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0463" y="5856288"/>
              <a:ext cx="522287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100 </a:t>
              </a:r>
            </a:p>
          </p:txBody>
        </p:sp>
        <p:sp>
          <p:nvSpPr>
            <p:cNvPr id="367685" name="Shape 4647">
              <a:extLst>
                <a:ext uri="{FF2B5EF4-FFF2-40B4-BE49-F238E27FC236}">
                  <a16:creationId xmlns:a16="http://schemas.microsoft.com/office/drawing/2014/main" id="{2856F27E-75A1-46F9-B696-627D607D81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825" y="5856288"/>
              <a:ext cx="58261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1000</a:t>
              </a:r>
            </a:p>
          </p:txBody>
        </p:sp>
        <p:sp>
          <p:nvSpPr>
            <p:cNvPr id="367686" name="Shape 4648">
              <a:extLst>
                <a:ext uri="{FF2B5EF4-FFF2-40B4-BE49-F238E27FC236}">
                  <a16:creationId xmlns:a16="http://schemas.microsoft.com/office/drawing/2014/main" id="{3EE816C2-8742-4710-812E-6BCD1A217E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1988" y="5856288"/>
              <a:ext cx="5826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1000</a:t>
              </a:r>
            </a:p>
          </p:txBody>
        </p:sp>
        <p:sp>
          <p:nvSpPr>
            <p:cNvPr id="367687" name="Shape 4649">
              <a:extLst>
                <a:ext uri="{FF2B5EF4-FFF2-40B4-BE49-F238E27FC236}">
                  <a16:creationId xmlns:a16="http://schemas.microsoft.com/office/drawing/2014/main" id="{AD695192-3B7F-40B6-A92D-7FEC321D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9925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67688" name="Shape 4650">
              <a:extLst>
                <a:ext uri="{FF2B5EF4-FFF2-40B4-BE49-F238E27FC236}">
                  <a16:creationId xmlns:a16="http://schemas.microsoft.com/office/drawing/2014/main" id="{5EFF92AA-EB9D-4D27-8095-0BE124C2A1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2225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689" name="Shape 4651">
              <a:extLst>
                <a:ext uri="{FF2B5EF4-FFF2-40B4-BE49-F238E27FC236}">
                  <a16:creationId xmlns:a16="http://schemas.microsoft.com/office/drawing/2014/main" id="{4C42210B-5244-4170-ACD2-FF5108B290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7700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690" name="Shape 4652">
              <a:extLst>
                <a:ext uri="{FF2B5EF4-FFF2-40B4-BE49-F238E27FC236}">
                  <a16:creationId xmlns:a16="http://schemas.microsoft.com/office/drawing/2014/main" id="{282A84C0-D13A-4AA7-992A-82D88B735B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50000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67691" name="Shape 4653">
              <a:extLst>
                <a:ext uri="{FF2B5EF4-FFF2-40B4-BE49-F238E27FC236}">
                  <a16:creationId xmlns:a16="http://schemas.microsoft.com/office/drawing/2014/main" id="{B01E0A29-3B15-435C-8179-EC2AC35959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5475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692" name="Shape 4654">
              <a:extLst>
                <a:ext uri="{FF2B5EF4-FFF2-40B4-BE49-F238E27FC236}">
                  <a16:creationId xmlns:a16="http://schemas.microsoft.com/office/drawing/2014/main" id="{53815DE9-577F-4C5D-BA49-8D946138A0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6188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693" name="Shape 4655">
              <a:extLst>
                <a:ext uri="{FF2B5EF4-FFF2-40B4-BE49-F238E27FC236}">
                  <a16:creationId xmlns:a16="http://schemas.microsoft.com/office/drawing/2014/main" id="{6E80A69F-37AA-496A-84BB-BF8350CE89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5843588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694" name="Shape 4656">
              <a:extLst>
                <a:ext uri="{FF2B5EF4-FFF2-40B4-BE49-F238E27FC236}">
                  <a16:creationId xmlns:a16="http://schemas.microsoft.com/office/drawing/2014/main" id="{008ABAE6-EC76-4507-A947-B0E5C3161F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0550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695" name="Shape 4657">
              <a:extLst>
                <a:ext uri="{FF2B5EF4-FFF2-40B4-BE49-F238E27FC236}">
                  <a16:creationId xmlns:a16="http://schemas.microsoft.com/office/drawing/2014/main" id="{AC10E62E-7A1F-426F-8FBF-25D60650AF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6122988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696" name="Shape 4658">
              <a:extLst>
                <a:ext uri="{FF2B5EF4-FFF2-40B4-BE49-F238E27FC236}">
                  <a16:creationId xmlns:a16="http://schemas.microsoft.com/office/drawing/2014/main" id="{4E7CA47A-F816-4C28-AF0D-0740A250C3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975" y="6129338"/>
              <a:ext cx="3317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67697" name="Shape 4659">
              <a:extLst>
                <a:ext uri="{FF2B5EF4-FFF2-40B4-BE49-F238E27FC236}">
                  <a16:creationId xmlns:a16="http://schemas.microsoft.com/office/drawing/2014/main" id="{6890BA4B-59A4-4679-A7E1-5A222FCD09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7425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67698" name="Shape 4660">
              <a:extLst>
                <a:ext uri="{FF2B5EF4-FFF2-40B4-BE49-F238E27FC236}">
                  <a16:creationId xmlns:a16="http://schemas.microsoft.com/office/drawing/2014/main" id="{7B0C287F-1B36-4875-8317-80D27CD56D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6122988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699" name="Shape 4661">
              <a:extLst>
                <a:ext uri="{FF2B5EF4-FFF2-40B4-BE49-F238E27FC236}">
                  <a16:creationId xmlns:a16="http://schemas.microsoft.com/office/drawing/2014/main" id="{79821474-049E-454F-8EF9-DB4B8F0946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8875" y="6129338"/>
              <a:ext cx="5222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000 </a:t>
              </a:r>
            </a:p>
          </p:txBody>
        </p:sp>
        <p:sp>
          <p:nvSpPr>
            <p:cNvPr id="367700" name="Shape 4662">
              <a:extLst>
                <a:ext uri="{FF2B5EF4-FFF2-40B4-BE49-F238E27FC236}">
                  <a16:creationId xmlns:a16="http://schemas.microsoft.com/office/drawing/2014/main" id="{A74B0AE4-B181-4656-BCCA-7B8B482EA2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825" y="6129338"/>
              <a:ext cx="58261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0001</a:t>
              </a:r>
            </a:p>
          </p:txBody>
        </p:sp>
        <p:sp>
          <p:nvSpPr>
            <p:cNvPr id="367701" name="Shape 4663">
              <a:extLst>
                <a:ext uri="{FF2B5EF4-FFF2-40B4-BE49-F238E27FC236}">
                  <a16:creationId xmlns:a16="http://schemas.microsoft.com/office/drawing/2014/main" id="{E6425D61-0D03-4687-AAE3-9E2B7E0386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1988" y="6129338"/>
              <a:ext cx="5826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0001</a:t>
              </a:r>
            </a:p>
          </p:txBody>
        </p:sp>
        <p:sp>
          <p:nvSpPr>
            <p:cNvPr id="367702" name="Shape 4664">
              <a:extLst>
                <a:ext uri="{FF2B5EF4-FFF2-40B4-BE49-F238E27FC236}">
                  <a16:creationId xmlns:a16="http://schemas.microsoft.com/office/drawing/2014/main" id="{B98CCC2A-9E04-4F28-8487-4D99ECD8F8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8338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703" name="Shape 4665">
              <a:extLst>
                <a:ext uri="{FF2B5EF4-FFF2-40B4-BE49-F238E27FC236}">
                  <a16:creationId xmlns:a16="http://schemas.microsoft.com/office/drawing/2014/main" id="{522FBD4E-2671-4925-94C7-04D708A2D1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2225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67704" name="Shape 4666">
              <a:extLst>
                <a:ext uri="{FF2B5EF4-FFF2-40B4-BE49-F238E27FC236}">
                  <a16:creationId xmlns:a16="http://schemas.microsoft.com/office/drawing/2014/main" id="{8FC030DB-BB95-4DC8-BFC7-D4A442319E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6113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705" name="Shape 4667">
              <a:extLst>
                <a:ext uri="{FF2B5EF4-FFF2-40B4-BE49-F238E27FC236}">
                  <a16:creationId xmlns:a16="http://schemas.microsoft.com/office/drawing/2014/main" id="{3BF0B0B8-1FDF-4637-808F-964AABF399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48413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706" name="Shape 4668">
              <a:extLst>
                <a:ext uri="{FF2B5EF4-FFF2-40B4-BE49-F238E27FC236}">
                  <a16:creationId xmlns:a16="http://schemas.microsoft.com/office/drawing/2014/main" id="{D9E027BE-3BB8-4249-8CE5-CA4F8847F3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3888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67707" name="Shape 4669">
              <a:extLst>
                <a:ext uri="{FF2B5EF4-FFF2-40B4-BE49-F238E27FC236}">
                  <a16:creationId xmlns:a16="http://schemas.microsoft.com/office/drawing/2014/main" id="{88F46C21-BA84-4301-8C29-9CB86ECF00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4600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7708" name="Shape 4670">
              <a:extLst>
                <a:ext uri="{FF2B5EF4-FFF2-40B4-BE49-F238E27FC236}">
                  <a16:creationId xmlns:a16="http://schemas.microsoft.com/office/drawing/2014/main" id="{055EB676-7EC6-4781-99E1-03C4880072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6122988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709" name="Shape 4671">
              <a:extLst>
                <a:ext uri="{FF2B5EF4-FFF2-40B4-BE49-F238E27FC236}">
                  <a16:creationId xmlns:a16="http://schemas.microsoft.com/office/drawing/2014/main" id="{8EAF4D09-175F-492C-BEC6-2A484D84AC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6450013"/>
              <a:ext cx="7967662" cy="111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710" name="Shape 4672">
              <a:extLst>
                <a:ext uri="{FF2B5EF4-FFF2-40B4-BE49-F238E27FC236}">
                  <a16:creationId xmlns:a16="http://schemas.microsoft.com/office/drawing/2014/main" id="{EF3F35BC-A6E0-4AF7-B8BD-8F377B0574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0550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cxnSp>
          <p:nvCxnSpPr>
            <p:cNvPr id="367711" name="Shape 4673">
              <a:extLst>
                <a:ext uri="{FF2B5EF4-FFF2-40B4-BE49-F238E27FC236}">
                  <a16:creationId xmlns:a16="http://schemas.microsoft.com/office/drawing/2014/main" id="{FCB2037E-1139-4A05-9026-D02D1BFC570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27075" y="3997325"/>
              <a:ext cx="0" cy="245745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67712" name="Shape 4674">
              <a:extLst>
                <a:ext uri="{FF2B5EF4-FFF2-40B4-BE49-F238E27FC236}">
                  <a16:creationId xmlns:a16="http://schemas.microsoft.com/office/drawing/2014/main" id="{3B37F4CA-2447-47C7-97C9-AA3C6986103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30250" y="3987800"/>
              <a:ext cx="7972425" cy="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67713" name="Shape 4675">
              <a:extLst>
                <a:ext uri="{FF2B5EF4-FFF2-40B4-BE49-F238E27FC236}">
                  <a16:creationId xmlns:a16="http://schemas.microsoft.com/office/drawing/2014/main" id="{D3F9C8D3-6E53-4CF5-B8BE-76AA24486D1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130675" y="4002088"/>
              <a:ext cx="0" cy="2443162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67714" name="Shape 4758">
              <a:extLst>
                <a:ext uri="{FF2B5EF4-FFF2-40B4-BE49-F238E27FC236}">
                  <a16:creationId xmlns:a16="http://schemas.microsoft.com/office/drawing/2014/main" id="{94AD00AD-264C-40F5-B6E0-9BB4F2D088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6300" y="4481513"/>
              <a:ext cx="56515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0 </a:t>
              </a:r>
            </a:p>
          </p:txBody>
        </p:sp>
        <p:sp>
          <p:nvSpPr>
            <p:cNvPr id="367715" name="Shape 4759">
              <a:extLst>
                <a:ext uri="{FF2B5EF4-FFF2-40B4-BE49-F238E27FC236}">
                  <a16:creationId xmlns:a16="http://schemas.microsoft.com/office/drawing/2014/main" id="{D5EE91E7-107E-4AB3-8114-44382DFB4C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8325" y="4481513"/>
              <a:ext cx="566738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1 </a:t>
              </a:r>
            </a:p>
          </p:txBody>
        </p:sp>
        <p:sp>
          <p:nvSpPr>
            <p:cNvPr id="367716" name="Shape 4760">
              <a:extLst>
                <a:ext uri="{FF2B5EF4-FFF2-40B4-BE49-F238E27FC236}">
                  <a16:creationId xmlns:a16="http://schemas.microsoft.com/office/drawing/2014/main" id="{2C11BEFC-6CE8-43D4-A98A-1E920732C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16400" y="4846638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67717" name="Shape 4761">
              <a:extLst>
                <a:ext uri="{FF2B5EF4-FFF2-40B4-BE49-F238E27FC236}">
                  <a16:creationId xmlns:a16="http://schemas.microsoft.com/office/drawing/2014/main" id="{E21E830E-FFAD-463B-8CF7-7341F72F2E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51413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67718" name="Shape 4762">
              <a:extLst>
                <a:ext uri="{FF2B5EF4-FFF2-40B4-BE49-F238E27FC236}">
                  <a16:creationId xmlns:a16="http://schemas.microsoft.com/office/drawing/2014/main" id="{BB697F3D-3C09-4EF0-8F09-5EE842A680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538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67719" name="Shape 4763">
              <a:extLst>
                <a:ext uri="{FF2B5EF4-FFF2-40B4-BE49-F238E27FC236}">
                  <a16:creationId xmlns:a16="http://schemas.microsoft.com/office/drawing/2014/main" id="{494BC5DE-006C-470D-AF0C-30E4FB6F9E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89663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67720" name="Shape 4764">
              <a:extLst>
                <a:ext uri="{FF2B5EF4-FFF2-40B4-BE49-F238E27FC236}">
                  <a16:creationId xmlns:a16="http://schemas.microsoft.com/office/drawing/2014/main" id="{80102564-FAF5-4CEF-9810-29B52A7061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23075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67721" name="Shape 4765">
              <a:extLst>
                <a:ext uri="{FF2B5EF4-FFF2-40B4-BE49-F238E27FC236}">
                  <a16:creationId xmlns:a16="http://schemas.microsoft.com/office/drawing/2014/main" id="{50867828-D3CC-469E-B6C0-6CF1A72A5E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13625" y="4846638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67722" name="Shape 4766">
              <a:extLst>
                <a:ext uri="{FF2B5EF4-FFF2-40B4-BE49-F238E27FC236}">
                  <a16:creationId xmlns:a16="http://schemas.microsoft.com/office/drawing/2014/main" id="{414AF0A3-6D34-4EAB-8CF3-1528863458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05763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367723" name="Shape 4767">
              <a:extLst>
                <a:ext uri="{FF2B5EF4-FFF2-40B4-BE49-F238E27FC236}">
                  <a16:creationId xmlns:a16="http://schemas.microsoft.com/office/drawing/2014/main" id="{D4A58A3F-7CBE-409D-AA41-E2551D27FE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6150" y="4867275"/>
              <a:ext cx="7810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4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67724" name="Shape 4768">
              <a:extLst>
                <a:ext uri="{FF2B5EF4-FFF2-40B4-BE49-F238E27FC236}">
                  <a16:creationId xmlns:a16="http://schemas.microsoft.com/office/drawing/2014/main" id="{B6C16129-EACA-4E92-A1D5-3F069CF2A2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73263" y="4878388"/>
              <a:ext cx="97790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4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67725" name="Shape 4769">
              <a:extLst>
                <a:ext uri="{FF2B5EF4-FFF2-40B4-BE49-F238E27FC236}">
                  <a16:creationId xmlns:a16="http://schemas.microsoft.com/office/drawing/2014/main" id="{C4A63495-D3E9-4300-9021-3375A6B9BD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0063" y="4878388"/>
              <a:ext cx="97790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4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</p:grpSp>
      <p:sp>
        <p:nvSpPr>
          <p:cNvPr id="286" name="Rectangle 285">
            <a:extLst>
              <a:ext uri="{FF2B5EF4-FFF2-40B4-BE49-F238E27FC236}">
                <a16:creationId xmlns:a16="http://schemas.microsoft.com/office/drawing/2014/main" id="{01D0F2A9-1872-5F40-9A8C-5AD478091FB8}"/>
              </a:ext>
            </a:extLst>
          </p:cNvPr>
          <p:cNvSpPr/>
          <p:nvPr/>
        </p:nvSpPr>
        <p:spPr>
          <a:xfrm>
            <a:off x="4216400" y="5276850"/>
            <a:ext cx="4379913" cy="10953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ＭＳ Ｐゴシック"/>
              <a:cs typeface="+mn-cs"/>
              <a:sym typeface="Arial" charset="0"/>
            </a:endParaRPr>
          </a:p>
        </p:txBody>
      </p:sp>
      <p:sp>
        <p:nvSpPr>
          <p:cNvPr id="287" name="Rectangle 286">
            <a:extLst>
              <a:ext uri="{FF2B5EF4-FFF2-40B4-BE49-F238E27FC236}">
                <a16:creationId xmlns:a16="http://schemas.microsoft.com/office/drawing/2014/main" id="{4EFB8358-CF25-1141-B23C-118882C7B0B0}"/>
              </a:ext>
            </a:extLst>
          </p:cNvPr>
          <p:cNvSpPr/>
          <p:nvPr/>
        </p:nvSpPr>
        <p:spPr>
          <a:xfrm>
            <a:off x="1922463" y="5286375"/>
            <a:ext cx="1958975" cy="10953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ＭＳ Ｐゴシック"/>
              <a:cs typeface="+mn-cs"/>
              <a:sym typeface="Arial" charset="0"/>
            </a:endParaRPr>
          </a:p>
        </p:txBody>
      </p:sp>
      <p:sp>
        <p:nvSpPr>
          <p:cNvPr id="288" name="Rectangle 287">
            <a:extLst>
              <a:ext uri="{FF2B5EF4-FFF2-40B4-BE49-F238E27FC236}">
                <a16:creationId xmlns:a16="http://schemas.microsoft.com/office/drawing/2014/main" id="{50B253BF-D060-FB45-B9B7-B4EA5C38D4D7}"/>
              </a:ext>
            </a:extLst>
          </p:cNvPr>
          <p:cNvSpPr/>
          <p:nvPr/>
        </p:nvSpPr>
        <p:spPr>
          <a:xfrm>
            <a:off x="990600" y="5286375"/>
            <a:ext cx="525463" cy="10953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ＭＳ Ｐゴシック"/>
              <a:cs typeface="+mn-cs"/>
              <a:sym typeface="Arial" charset="0"/>
            </a:endParaRPr>
          </a:p>
        </p:txBody>
      </p:sp>
    </p:spTree>
  </p:cSld>
  <p:clrMapOvr>
    <a:masterClrMapping/>
  </p:clrMapOvr>
  <p:transition/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9665" name="Group 1">
            <a:extLst>
              <a:ext uri="{FF2B5EF4-FFF2-40B4-BE49-F238E27FC236}">
                <a16:creationId xmlns:a16="http://schemas.microsoft.com/office/drawing/2014/main" id="{D18CFE07-FF07-4B47-9661-540F6129432A}"/>
              </a:ext>
            </a:extLst>
          </p:cNvPr>
          <p:cNvGrpSpPr>
            <a:grpSpLocks/>
          </p:cNvGrpSpPr>
          <p:nvPr/>
        </p:nvGrpSpPr>
        <p:grpSpPr bwMode="auto">
          <a:xfrm>
            <a:off x="622300" y="765175"/>
            <a:ext cx="8180388" cy="2066925"/>
            <a:chOff x="622300" y="1593850"/>
            <a:chExt cx="8180388" cy="2066925"/>
          </a:xfrm>
        </p:grpSpPr>
        <p:sp>
          <p:nvSpPr>
            <p:cNvPr id="369773" name="Shape 4489">
              <a:extLst>
                <a:ext uri="{FF2B5EF4-FFF2-40B4-BE49-F238E27FC236}">
                  <a16:creationId xmlns:a16="http://schemas.microsoft.com/office/drawing/2014/main" id="{0300DD23-A2FF-4C24-9B6F-656EF99A8C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300" y="1603375"/>
              <a:ext cx="9525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774" name="Shape 4490">
              <a:extLst>
                <a:ext uri="{FF2B5EF4-FFF2-40B4-BE49-F238E27FC236}">
                  <a16:creationId xmlns:a16="http://schemas.microsoft.com/office/drawing/2014/main" id="{02228FB7-CCBF-48DC-A209-3E764B907A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2738" y="1603375"/>
              <a:ext cx="11112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775" name="Shape 4491">
              <a:extLst>
                <a:ext uri="{FF2B5EF4-FFF2-40B4-BE49-F238E27FC236}">
                  <a16:creationId xmlns:a16="http://schemas.microsoft.com/office/drawing/2014/main" id="{1350DD3E-EC58-4754-8927-D44404D503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1525" y="1776413"/>
              <a:ext cx="728663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369776" name="Shape 4492">
              <a:extLst>
                <a:ext uri="{FF2B5EF4-FFF2-40B4-BE49-F238E27FC236}">
                  <a16:creationId xmlns:a16="http://schemas.microsoft.com/office/drawing/2014/main" id="{410D69B4-0638-4DAC-B16F-C82A34F920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5013" y="1603375"/>
              <a:ext cx="11112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777" name="Shape 4493">
              <a:extLst>
                <a:ext uri="{FF2B5EF4-FFF2-40B4-BE49-F238E27FC236}">
                  <a16:creationId xmlns:a16="http://schemas.microsoft.com/office/drawing/2014/main" id="{841B83CE-A416-4816-98DC-45E8A8622E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73263" y="1727200"/>
              <a:ext cx="9779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369778" name="Shape 4494">
              <a:extLst>
                <a:ext uri="{FF2B5EF4-FFF2-40B4-BE49-F238E27FC236}">
                  <a16:creationId xmlns:a16="http://schemas.microsoft.com/office/drawing/2014/main" id="{088545AA-9928-4A67-BE0F-E13F4DCC28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89988" y="1603375"/>
              <a:ext cx="11112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779" name="Shape 4495">
              <a:extLst>
                <a:ext uri="{FF2B5EF4-FFF2-40B4-BE49-F238E27FC236}">
                  <a16:creationId xmlns:a16="http://schemas.microsoft.com/office/drawing/2014/main" id="{21C5B5B6-B001-4C2A-AC06-FF4BE8A7F6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2738" y="2027238"/>
              <a:ext cx="7215187" cy="111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780" name="Shape 4496">
              <a:extLst>
                <a:ext uri="{FF2B5EF4-FFF2-40B4-BE49-F238E27FC236}">
                  <a16:creationId xmlns:a16="http://schemas.microsoft.com/office/drawing/2014/main" id="{1BA9A047-B253-4723-9837-A3B004538B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300" y="2016125"/>
              <a:ext cx="9525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781" name="Shape 4497">
              <a:extLst>
                <a:ext uri="{FF2B5EF4-FFF2-40B4-BE49-F238E27FC236}">
                  <a16:creationId xmlns:a16="http://schemas.microsoft.com/office/drawing/2014/main" id="{94EC1B3F-B6DD-4A0C-873B-02278D9384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76900" y="1727200"/>
              <a:ext cx="7794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369782" name="Shape 4498">
              <a:extLst>
                <a:ext uri="{FF2B5EF4-FFF2-40B4-BE49-F238E27FC236}">
                  <a16:creationId xmlns:a16="http://schemas.microsoft.com/office/drawing/2014/main" id="{87719F6E-8B43-4CE5-B985-56D33EB6E9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2738" y="2016125"/>
              <a:ext cx="11112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783" name="Shape 4499">
              <a:extLst>
                <a:ext uri="{FF2B5EF4-FFF2-40B4-BE49-F238E27FC236}">
                  <a16:creationId xmlns:a16="http://schemas.microsoft.com/office/drawing/2014/main" id="{A4B6DEC5-BED5-4E7E-BE72-3C3AB1E145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5013" y="2016125"/>
              <a:ext cx="11112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784" name="Shape 4500">
              <a:extLst>
                <a:ext uri="{FF2B5EF4-FFF2-40B4-BE49-F238E27FC236}">
                  <a16:creationId xmlns:a16="http://schemas.microsoft.com/office/drawing/2014/main" id="{4847F2AA-26D9-4D52-BB42-7487D12D78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89988" y="2016125"/>
              <a:ext cx="11112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785" name="Shape 4501">
              <a:extLst>
                <a:ext uri="{FF2B5EF4-FFF2-40B4-BE49-F238E27FC236}">
                  <a16:creationId xmlns:a16="http://schemas.microsoft.com/office/drawing/2014/main" id="{124FD0F0-CD4B-4104-9BD4-F4045EC89D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4525" y="2438400"/>
              <a:ext cx="8158163" cy="1111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786" name="Shape 4502">
              <a:extLst>
                <a:ext uri="{FF2B5EF4-FFF2-40B4-BE49-F238E27FC236}">
                  <a16:creationId xmlns:a16="http://schemas.microsoft.com/office/drawing/2014/main" id="{AA441745-2687-40F6-A17F-78ACFA8FBF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300" y="2430463"/>
              <a:ext cx="9525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787" name="Shape 4503">
              <a:extLst>
                <a:ext uri="{FF2B5EF4-FFF2-40B4-BE49-F238E27FC236}">
                  <a16:creationId xmlns:a16="http://schemas.microsoft.com/office/drawing/2014/main" id="{EC4DC7E8-F517-4638-B8AA-969FDD40A9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6938" y="2084388"/>
              <a:ext cx="4746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369788" name="Shape 4504">
              <a:extLst>
                <a:ext uri="{FF2B5EF4-FFF2-40B4-BE49-F238E27FC236}">
                  <a16:creationId xmlns:a16="http://schemas.microsoft.com/office/drawing/2014/main" id="{27F15BBD-BFB4-42DF-8399-E5464128C6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2738" y="2430463"/>
              <a:ext cx="11112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789" name="Shape 4505">
              <a:extLst>
                <a:ext uri="{FF2B5EF4-FFF2-40B4-BE49-F238E27FC236}">
                  <a16:creationId xmlns:a16="http://schemas.microsoft.com/office/drawing/2014/main" id="{363BB88D-865A-49DA-8298-F8CCA5A6BC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3938" y="25288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69790" name="Shape 4506">
              <a:extLst>
                <a:ext uri="{FF2B5EF4-FFF2-40B4-BE49-F238E27FC236}">
                  <a16:creationId xmlns:a16="http://schemas.microsoft.com/office/drawing/2014/main" id="{870B0191-6105-44D0-A5CD-AD08C05F13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7225" y="25288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69791" name="Shape 4507">
              <a:extLst>
                <a:ext uri="{FF2B5EF4-FFF2-40B4-BE49-F238E27FC236}">
                  <a16:creationId xmlns:a16="http://schemas.microsoft.com/office/drawing/2014/main" id="{5C896F89-02A7-423A-B103-BE3B6D3675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5013" y="2430463"/>
              <a:ext cx="11112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792" name="Shape 4508">
              <a:extLst>
                <a:ext uri="{FF2B5EF4-FFF2-40B4-BE49-F238E27FC236}">
                  <a16:creationId xmlns:a16="http://schemas.microsoft.com/office/drawing/2014/main" id="{1F5096BA-B625-41EC-9677-56896D4F74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74950" y="2528888"/>
              <a:ext cx="207963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369793" name="Shape 4509">
              <a:extLst>
                <a:ext uri="{FF2B5EF4-FFF2-40B4-BE49-F238E27FC236}">
                  <a16:creationId xmlns:a16="http://schemas.microsoft.com/office/drawing/2014/main" id="{BBB3EA1B-7085-430F-923E-5DD34540A7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6488" y="25288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794" name="Shape 4510">
              <a:extLst>
                <a:ext uri="{FF2B5EF4-FFF2-40B4-BE49-F238E27FC236}">
                  <a16:creationId xmlns:a16="http://schemas.microsoft.com/office/drawing/2014/main" id="{BCF45348-C012-4797-A9FD-2BE9D9FEF5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24363" y="25288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795" name="Shape 4511">
              <a:extLst>
                <a:ext uri="{FF2B5EF4-FFF2-40B4-BE49-F238E27FC236}">
                  <a16:creationId xmlns:a16="http://schemas.microsoft.com/office/drawing/2014/main" id="{C9528E00-F52A-46DC-A618-5F5D49FC63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00650" y="2528888"/>
              <a:ext cx="169863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796" name="Shape 4512">
              <a:extLst>
                <a:ext uri="{FF2B5EF4-FFF2-40B4-BE49-F238E27FC236}">
                  <a16:creationId xmlns:a16="http://schemas.microsoft.com/office/drawing/2014/main" id="{313646B9-7E62-47FA-B6AA-6C07AC1A9D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5988" y="25288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797" name="Shape 4513">
              <a:extLst>
                <a:ext uri="{FF2B5EF4-FFF2-40B4-BE49-F238E27FC236}">
                  <a16:creationId xmlns:a16="http://schemas.microsoft.com/office/drawing/2014/main" id="{F023348E-5FF4-4AD2-8EBC-6ACA4DFABC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73863" y="25288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798" name="Shape 4514">
              <a:extLst>
                <a:ext uri="{FF2B5EF4-FFF2-40B4-BE49-F238E27FC236}">
                  <a16:creationId xmlns:a16="http://schemas.microsoft.com/office/drawing/2014/main" id="{8F995A3C-369B-4321-B402-D1BA6031A3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48563" y="25288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799" name="Shape 4515">
              <a:extLst>
                <a:ext uri="{FF2B5EF4-FFF2-40B4-BE49-F238E27FC236}">
                  <a16:creationId xmlns:a16="http://schemas.microsoft.com/office/drawing/2014/main" id="{511B9511-7400-4E9C-B50B-4608F3323F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89988" y="2430463"/>
              <a:ext cx="11112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800" name="Shape 4516">
              <a:extLst>
                <a:ext uri="{FF2B5EF4-FFF2-40B4-BE49-F238E27FC236}">
                  <a16:creationId xmlns:a16="http://schemas.microsoft.com/office/drawing/2014/main" id="{5F02669A-A4DC-4745-92D1-365F69564D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300" y="2792413"/>
              <a:ext cx="9525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801" name="Shape 4517">
              <a:extLst>
                <a:ext uri="{FF2B5EF4-FFF2-40B4-BE49-F238E27FC236}">
                  <a16:creationId xmlns:a16="http://schemas.microsoft.com/office/drawing/2014/main" id="{3C6830C3-3CD1-49C1-8DBB-A273F1B888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16913" y="25288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802" name="Shape 4518">
              <a:extLst>
                <a:ext uri="{FF2B5EF4-FFF2-40B4-BE49-F238E27FC236}">
                  <a16:creationId xmlns:a16="http://schemas.microsoft.com/office/drawing/2014/main" id="{47E12CDE-B9C8-4878-A1A4-9E408F78E4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2738" y="2792413"/>
              <a:ext cx="11112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803" name="Shape 4519">
              <a:extLst>
                <a:ext uri="{FF2B5EF4-FFF2-40B4-BE49-F238E27FC236}">
                  <a16:creationId xmlns:a16="http://schemas.microsoft.com/office/drawing/2014/main" id="{0BAA536E-8274-4DC0-A892-DE8365968E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8700" y="2800350"/>
              <a:ext cx="2079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369804" name="Shape 4520">
              <a:extLst>
                <a:ext uri="{FF2B5EF4-FFF2-40B4-BE49-F238E27FC236}">
                  <a16:creationId xmlns:a16="http://schemas.microsoft.com/office/drawing/2014/main" id="{24E18C87-B714-4587-8210-F58E6B9A43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3575" y="2800350"/>
              <a:ext cx="2079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69805" name="Shape 4521">
              <a:extLst>
                <a:ext uri="{FF2B5EF4-FFF2-40B4-BE49-F238E27FC236}">
                  <a16:creationId xmlns:a16="http://schemas.microsoft.com/office/drawing/2014/main" id="{ECBD7555-69EC-4B26-B05B-27B7B1E72D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5013" y="2792413"/>
              <a:ext cx="11112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806" name="Shape 4522">
              <a:extLst>
                <a:ext uri="{FF2B5EF4-FFF2-40B4-BE49-F238E27FC236}">
                  <a16:creationId xmlns:a16="http://schemas.microsoft.com/office/drawing/2014/main" id="{43D9B1B7-EB54-47EC-BA14-4F86B698D1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78125" y="2800350"/>
              <a:ext cx="2079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69807" name="Shape 4523">
              <a:extLst>
                <a:ext uri="{FF2B5EF4-FFF2-40B4-BE49-F238E27FC236}">
                  <a16:creationId xmlns:a16="http://schemas.microsoft.com/office/drawing/2014/main" id="{1CF72BF0-4611-4D17-80CE-BF38A078CB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8075" y="2800350"/>
              <a:ext cx="1698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808" name="Shape 4524">
              <a:extLst>
                <a:ext uri="{FF2B5EF4-FFF2-40B4-BE49-F238E27FC236}">
                  <a16:creationId xmlns:a16="http://schemas.microsoft.com/office/drawing/2014/main" id="{6FF9EAA9-F3D2-4350-B9CA-501036B83A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27538" y="2800350"/>
              <a:ext cx="1698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809" name="Shape 4525">
              <a:extLst>
                <a:ext uri="{FF2B5EF4-FFF2-40B4-BE49-F238E27FC236}">
                  <a16:creationId xmlns:a16="http://schemas.microsoft.com/office/drawing/2014/main" id="{FA383558-3C65-497B-A40A-9C5C6A9C21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02238" y="2800350"/>
              <a:ext cx="1698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69810" name="Shape 4526">
              <a:extLst>
                <a:ext uri="{FF2B5EF4-FFF2-40B4-BE49-F238E27FC236}">
                  <a16:creationId xmlns:a16="http://schemas.microsoft.com/office/drawing/2014/main" id="{A77A9759-5EB9-48ED-A8D2-BF31D80B65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7575" y="2800350"/>
              <a:ext cx="1698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811" name="Shape 4527">
              <a:extLst>
                <a:ext uri="{FF2B5EF4-FFF2-40B4-BE49-F238E27FC236}">
                  <a16:creationId xmlns:a16="http://schemas.microsoft.com/office/drawing/2014/main" id="{C6A48BF8-F112-4F11-9050-399197876B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75450" y="2800350"/>
              <a:ext cx="1698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812" name="Shape 4528">
              <a:extLst>
                <a:ext uri="{FF2B5EF4-FFF2-40B4-BE49-F238E27FC236}">
                  <a16:creationId xmlns:a16="http://schemas.microsoft.com/office/drawing/2014/main" id="{62F04218-8595-42FD-BE9C-04B426EFE7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51738" y="2800350"/>
              <a:ext cx="1698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69813" name="Shape 4529">
              <a:extLst>
                <a:ext uri="{FF2B5EF4-FFF2-40B4-BE49-F238E27FC236}">
                  <a16:creationId xmlns:a16="http://schemas.microsoft.com/office/drawing/2014/main" id="{02416C3D-71A1-4EC3-9D0A-BE3DBDD6D5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89988" y="2792413"/>
              <a:ext cx="11112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814" name="Shape 4530">
              <a:extLst>
                <a:ext uri="{FF2B5EF4-FFF2-40B4-BE49-F238E27FC236}">
                  <a16:creationId xmlns:a16="http://schemas.microsoft.com/office/drawing/2014/main" id="{F4BDADE1-09EF-44BE-BD66-A13661D7E6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300" y="3067050"/>
              <a:ext cx="9525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815" name="Shape 4531">
              <a:extLst>
                <a:ext uri="{FF2B5EF4-FFF2-40B4-BE49-F238E27FC236}">
                  <a16:creationId xmlns:a16="http://schemas.microsoft.com/office/drawing/2014/main" id="{F748548C-D00D-4149-AC0D-A4A52DACE3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18500" y="2800350"/>
              <a:ext cx="1698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816" name="Shape 4532">
              <a:extLst>
                <a:ext uri="{FF2B5EF4-FFF2-40B4-BE49-F238E27FC236}">
                  <a16:creationId xmlns:a16="http://schemas.microsoft.com/office/drawing/2014/main" id="{696EF575-F36C-4B25-8E32-6F7351CB8C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2738" y="3067050"/>
              <a:ext cx="11112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817" name="Shape 4533">
              <a:extLst>
                <a:ext uri="{FF2B5EF4-FFF2-40B4-BE49-F238E27FC236}">
                  <a16:creationId xmlns:a16="http://schemas.microsoft.com/office/drawing/2014/main" id="{7B8B4539-A409-45E0-BF68-2AA681AED2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8700" y="3074988"/>
              <a:ext cx="207963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69818" name="Shape 4534">
              <a:extLst>
                <a:ext uri="{FF2B5EF4-FFF2-40B4-BE49-F238E27FC236}">
                  <a16:creationId xmlns:a16="http://schemas.microsoft.com/office/drawing/2014/main" id="{4DB0A528-0236-49BB-9F6F-9ED5E0C0C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7225" y="30749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69819" name="Shape 4535">
              <a:extLst>
                <a:ext uri="{FF2B5EF4-FFF2-40B4-BE49-F238E27FC236}">
                  <a16:creationId xmlns:a16="http://schemas.microsoft.com/office/drawing/2014/main" id="{C647B649-C3B3-4EA7-810E-3C668FD6F7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5013" y="3067050"/>
              <a:ext cx="11112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820" name="Shape 4536">
              <a:extLst>
                <a:ext uri="{FF2B5EF4-FFF2-40B4-BE49-F238E27FC236}">
                  <a16:creationId xmlns:a16="http://schemas.microsoft.com/office/drawing/2014/main" id="{B3CEB3C2-1A5A-4E4A-89A8-2319D9149C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70188" y="30749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69821" name="Shape 4537">
              <a:extLst>
                <a:ext uri="{FF2B5EF4-FFF2-40B4-BE49-F238E27FC236}">
                  <a16:creationId xmlns:a16="http://schemas.microsoft.com/office/drawing/2014/main" id="{28E2F29E-50C9-4C94-A7B6-02133ED388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6488" y="30749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69822" name="Shape 4538">
              <a:extLst>
                <a:ext uri="{FF2B5EF4-FFF2-40B4-BE49-F238E27FC236}">
                  <a16:creationId xmlns:a16="http://schemas.microsoft.com/office/drawing/2014/main" id="{4662EBC3-C55B-4889-B8F6-37B8A83B92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24363" y="30749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823" name="Shape 4539">
              <a:extLst>
                <a:ext uri="{FF2B5EF4-FFF2-40B4-BE49-F238E27FC236}">
                  <a16:creationId xmlns:a16="http://schemas.microsoft.com/office/drawing/2014/main" id="{F556DCD1-7B09-42BF-A226-2E7652C26F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00650" y="3074988"/>
              <a:ext cx="169863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824" name="Shape 4540">
              <a:extLst>
                <a:ext uri="{FF2B5EF4-FFF2-40B4-BE49-F238E27FC236}">
                  <a16:creationId xmlns:a16="http://schemas.microsoft.com/office/drawing/2014/main" id="{91890C8E-40BA-47F5-9783-4294170DC7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5988" y="30749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69825" name="Shape 4541">
              <a:extLst>
                <a:ext uri="{FF2B5EF4-FFF2-40B4-BE49-F238E27FC236}">
                  <a16:creationId xmlns:a16="http://schemas.microsoft.com/office/drawing/2014/main" id="{88F356AF-E049-4A45-8E83-F27037C82E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73863" y="30749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826" name="Shape 4542">
              <a:extLst>
                <a:ext uri="{FF2B5EF4-FFF2-40B4-BE49-F238E27FC236}">
                  <a16:creationId xmlns:a16="http://schemas.microsoft.com/office/drawing/2014/main" id="{9CB61713-9DEF-4C46-B48F-89CB7EAD02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48563" y="30749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827" name="Shape 4543">
              <a:extLst>
                <a:ext uri="{FF2B5EF4-FFF2-40B4-BE49-F238E27FC236}">
                  <a16:creationId xmlns:a16="http://schemas.microsoft.com/office/drawing/2014/main" id="{1559735C-51EA-44FB-8E67-7CAE4E53FE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89988" y="3067050"/>
              <a:ext cx="11112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828" name="Shape 4544">
              <a:extLst>
                <a:ext uri="{FF2B5EF4-FFF2-40B4-BE49-F238E27FC236}">
                  <a16:creationId xmlns:a16="http://schemas.microsoft.com/office/drawing/2014/main" id="{9F3458C6-5C49-4A57-B2B2-B27BFEBE00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300" y="3344863"/>
              <a:ext cx="9525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829" name="Shape 4545">
              <a:extLst>
                <a:ext uri="{FF2B5EF4-FFF2-40B4-BE49-F238E27FC236}">
                  <a16:creationId xmlns:a16="http://schemas.microsoft.com/office/drawing/2014/main" id="{3EDACFF2-A391-4F40-8B1E-A48FCBBF0D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16913" y="30749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830" name="Shape 4546">
              <a:extLst>
                <a:ext uri="{FF2B5EF4-FFF2-40B4-BE49-F238E27FC236}">
                  <a16:creationId xmlns:a16="http://schemas.microsoft.com/office/drawing/2014/main" id="{7CAC944C-6B76-49B6-9A5B-123FF19627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2738" y="3344863"/>
              <a:ext cx="11112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831" name="Shape 4547">
              <a:extLst>
                <a:ext uri="{FF2B5EF4-FFF2-40B4-BE49-F238E27FC236}">
                  <a16:creationId xmlns:a16="http://schemas.microsoft.com/office/drawing/2014/main" id="{97631F39-EEDA-4C24-87D4-18C8A3B930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3938" y="3349625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69832" name="Shape 4548">
              <a:extLst>
                <a:ext uri="{FF2B5EF4-FFF2-40B4-BE49-F238E27FC236}">
                  <a16:creationId xmlns:a16="http://schemas.microsoft.com/office/drawing/2014/main" id="{F6923BEE-3000-48EF-83B9-C0F0EB66B8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7225" y="3349625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69833" name="Shape 4549">
              <a:extLst>
                <a:ext uri="{FF2B5EF4-FFF2-40B4-BE49-F238E27FC236}">
                  <a16:creationId xmlns:a16="http://schemas.microsoft.com/office/drawing/2014/main" id="{B7F8E5F1-4811-4AD4-829A-CABA0A04DD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5013" y="3344863"/>
              <a:ext cx="11112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834" name="Shape 4550">
              <a:extLst>
                <a:ext uri="{FF2B5EF4-FFF2-40B4-BE49-F238E27FC236}">
                  <a16:creationId xmlns:a16="http://schemas.microsoft.com/office/drawing/2014/main" id="{5DC495B4-37B3-4B00-9678-5D9399D197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70188" y="3349625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69835" name="Shape 4551">
              <a:extLst>
                <a:ext uri="{FF2B5EF4-FFF2-40B4-BE49-F238E27FC236}">
                  <a16:creationId xmlns:a16="http://schemas.microsoft.com/office/drawing/2014/main" id="{AE2B8396-27D0-4A57-8DE7-113BE2CDAD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4900" y="3349625"/>
              <a:ext cx="1698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836" name="Shape 4552">
              <a:extLst>
                <a:ext uri="{FF2B5EF4-FFF2-40B4-BE49-F238E27FC236}">
                  <a16:creationId xmlns:a16="http://schemas.microsoft.com/office/drawing/2014/main" id="{41F8686D-C82F-47A5-B150-A47A22D357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24363" y="3349625"/>
              <a:ext cx="1698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69837" name="Shape 4553">
              <a:extLst>
                <a:ext uri="{FF2B5EF4-FFF2-40B4-BE49-F238E27FC236}">
                  <a16:creationId xmlns:a16="http://schemas.microsoft.com/office/drawing/2014/main" id="{5E44F2A6-1A56-4A10-A590-CD65DB09DF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99063" y="3349625"/>
              <a:ext cx="1698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838" name="Shape 4554">
              <a:extLst>
                <a:ext uri="{FF2B5EF4-FFF2-40B4-BE49-F238E27FC236}">
                  <a16:creationId xmlns:a16="http://schemas.microsoft.com/office/drawing/2014/main" id="{3416FEE2-4B6B-4EF6-910A-CB535DF701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4400" y="3349625"/>
              <a:ext cx="1698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839" name="Shape 4555">
              <a:extLst>
                <a:ext uri="{FF2B5EF4-FFF2-40B4-BE49-F238E27FC236}">
                  <a16:creationId xmlns:a16="http://schemas.microsoft.com/office/drawing/2014/main" id="{04F08588-F526-406D-A26C-5385988FFC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72275" y="3349625"/>
              <a:ext cx="1698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69840" name="Shape 4556">
              <a:extLst>
                <a:ext uri="{FF2B5EF4-FFF2-40B4-BE49-F238E27FC236}">
                  <a16:creationId xmlns:a16="http://schemas.microsoft.com/office/drawing/2014/main" id="{D2ADB42F-B7A7-4532-80A9-E8C13E8CDD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48563" y="3349625"/>
              <a:ext cx="1698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841" name="Shape 4557">
              <a:extLst>
                <a:ext uri="{FF2B5EF4-FFF2-40B4-BE49-F238E27FC236}">
                  <a16:creationId xmlns:a16="http://schemas.microsoft.com/office/drawing/2014/main" id="{CD0BE9E4-0E2D-4DDC-A182-0C75A3D12D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89988" y="3344863"/>
              <a:ext cx="11112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842" name="Shape 4558">
              <a:extLst>
                <a:ext uri="{FF2B5EF4-FFF2-40B4-BE49-F238E27FC236}">
                  <a16:creationId xmlns:a16="http://schemas.microsoft.com/office/drawing/2014/main" id="{E36EC2D7-1065-44CA-A20C-754D6C7BA2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4525" y="3649663"/>
              <a:ext cx="8158163" cy="111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843" name="Shape 4559">
              <a:extLst>
                <a:ext uri="{FF2B5EF4-FFF2-40B4-BE49-F238E27FC236}">
                  <a16:creationId xmlns:a16="http://schemas.microsoft.com/office/drawing/2014/main" id="{07D1619A-6DAE-4051-AA84-E96AFF36BA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15325" y="3349625"/>
              <a:ext cx="1698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69844" name="Shape 4560">
              <a:extLst>
                <a:ext uri="{FF2B5EF4-FFF2-40B4-BE49-F238E27FC236}">
                  <a16:creationId xmlns:a16="http://schemas.microsoft.com/office/drawing/2014/main" id="{64E2EF15-31D1-409E-B2F1-3DBB19F522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17675" y="2125663"/>
              <a:ext cx="565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0 </a:t>
              </a:r>
            </a:p>
          </p:txBody>
        </p:sp>
        <p:sp>
          <p:nvSpPr>
            <p:cNvPr id="369845" name="Shape 4561">
              <a:extLst>
                <a:ext uri="{FF2B5EF4-FFF2-40B4-BE49-F238E27FC236}">
                  <a16:creationId xmlns:a16="http://schemas.microsoft.com/office/drawing/2014/main" id="{8799558D-DAEC-4F6B-B4F7-DECE88B0F6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52700" y="2125663"/>
              <a:ext cx="565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1 </a:t>
              </a:r>
            </a:p>
          </p:txBody>
        </p:sp>
        <p:sp>
          <p:nvSpPr>
            <p:cNvPr id="369846" name="Shape 4562">
              <a:extLst>
                <a:ext uri="{FF2B5EF4-FFF2-40B4-BE49-F238E27FC236}">
                  <a16:creationId xmlns:a16="http://schemas.microsoft.com/office/drawing/2014/main" id="{A0FEB2BC-30E3-43B0-B4D2-E255A213D9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0425" y="208438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69847" name="Shape 4563">
              <a:extLst>
                <a:ext uri="{FF2B5EF4-FFF2-40B4-BE49-F238E27FC236}">
                  <a16:creationId xmlns:a16="http://schemas.microsoft.com/office/drawing/2014/main" id="{C42E580B-D8ED-4C13-8FFB-5792F4C557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78300" y="2070100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69848" name="Shape 4564">
              <a:extLst>
                <a:ext uri="{FF2B5EF4-FFF2-40B4-BE49-F238E27FC236}">
                  <a16:creationId xmlns:a16="http://schemas.microsoft.com/office/drawing/2014/main" id="{8681D4F5-B936-4456-B2C8-7A1211E6FC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05388" y="2070100"/>
              <a:ext cx="592137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69849" name="Shape 4565">
              <a:extLst>
                <a:ext uri="{FF2B5EF4-FFF2-40B4-BE49-F238E27FC236}">
                  <a16:creationId xmlns:a16="http://schemas.microsoft.com/office/drawing/2014/main" id="{19D2DB25-25C5-47D4-9FAC-D20E10057D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61038" y="2070100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69850" name="Shape 4566">
              <a:extLst>
                <a:ext uri="{FF2B5EF4-FFF2-40B4-BE49-F238E27FC236}">
                  <a16:creationId xmlns:a16="http://schemas.microsoft.com/office/drawing/2014/main" id="{94918B92-C0C6-436D-8032-13B57A2EF0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32563" y="2084388"/>
              <a:ext cx="592137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69851" name="Shape 4567">
              <a:extLst>
                <a:ext uri="{FF2B5EF4-FFF2-40B4-BE49-F238E27FC236}">
                  <a16:creationId xmlns:a16="http://schemas.microsoft.com/office/drawing/2014/main" id="{C0BF2CE8-3D35-4FCE-A4F8-E3B0859DD8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04088" y="2070100"/>
              <a:ext cx="592137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69852" name="Shape 4568">
              <a:extLst>
                <a:ext uri="{FF2B5EF4-FFF2-40B4-BE49-F238E27FC236}">
                  <a16:creationId xmlns:a16="http://schemas.microsoft.com/office/drawing/2014/main" id="{52246AF2-8F8C-4AC3-8743-E048F46D82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04188" y="2052638"/>
              <a:ext cx="592137" cy="338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369853" name="Shape 4569">
              <a:extLst>
                <a:ext uri="{FF2B5EF4-FFF2-40B4-BE49-F238E27FC236}">
                  <a16:creationId xmlns:a16="http://schemas.microsoft.com/office/drawing/2014/main" id="{8E49C6A2-C0E1-4176-AAAD-47A66FC46D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4525" y="1593850"/>
              <a:ext cx="8158163" cy="9525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369666" name="Shape 2782">
            <a:extLst>
              <a:ext uri="{FF2B5EF4-FFF2-40B4-BE49-F238E27FC236}">
                <a16:creationId xmlns:a16="http://schemas.microsoft.com/office/drawing/2014/main" id="{333AC96D-1222-4AA7-A4DE-8753C05D6A47}"/>
              </a:ext>
            </a:extLst>
          </p:cNvPr>
          <p:cNvSpPr txBox="1">
            <a:spLocks/>
          </p:cNvSpPr>
          <p:nvPr/>
        </p:nvSpPr>
        <p:spPr bwMode="auto">
          <a:xfrm>
            <a:off x="0" y="34925"/>
            <a:ext cx="9144000" cy="754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State Table (same as before)</a:t>
            </a:r>
          </a:p>
        </p:txBody>
      </p:sp>
      <p:sp>
        <p:nvSpPr>
          <p:cNvPr id="369667" name="Shape 2782">
            <a:extLst>
              <a:ext uri="{FF2B5EF4-FFF2-40B4-BE49-F238E27FC236}">
                <a16:creationId xmlns:a16="http://schemas.microsoft.com/office/drawing/2014/main" id="{9BFF3D1C-D507-4F1F-B471-604FB01E5EC5}"/>
              </a:ext>
            </a:extLst>
          </p:cNvPr>
          <p:cNvSpPr txBox="1">
            <a:spLocks/>
          </p:cNvSpPr>
          <p:nvPr/>
        </p:nvSpPr>
        <p:spPr bwMode="auto">
          <a:xfrm>
            <a:off x="0" y="3157538"/>
            <a:ext cx="9144000" cy="755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State-Assigned Table</a:t>
            </a:r>
          </a:p>
        </p:txBody>
      </p:sp>
      <p:sp>
        <p:nvSpPr>
          <p:cNvPr id="369668" name="TextBox 125">
            <a:extLst>
              <a:ext uri="{FF2B5EF4-FFF2-40B4-BE49-F238E27FC236}">
                <a16:creationId xmlns:a16="http://schemas.microsoft.com/office/drawing/2014/main" id="{4AA67F57-92E8-42EB-882C-A235000299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5838" y="6550025"/>
            <a:ext cx="309721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[ Figure 6.12 &amp; 6.21 from the textbook ]</a:t>
            </a:r>
          </a:p>
        </p:txBody>
      </p:sp>
      <p:grpSp>
        <p:nvGrpSpPr>
          <p:cNvPr id="369669" name="Group 183">
            <a:extLst>
              <a:ext uri="{FF2B5EF4-FFF2-40B4-BE49-F238E27FC236}">
                <a16:creationId xmlns:a16="http://schemas.microsoft.com/office/drawing/2014/main" id="{8A2B32FC-A399-4C9A-9F1C-D840ED012CA2}"/>
              </a:ext>
            </a:extLst>
          </p:cNvPr>
          <p:cNvGrpSpPr>
            <a:grpSpLocks/>
          </p:cNvGrpSpPr>
          <p:nvPr/>
        </p:nvGrpSpPr>
        <p:grpSpPr bwMode="auto">
          <a:xfrm>
            <a:off x="434975" y="3981450"/>
            <a:ext cx="8274050" cy="2479675"/>
            <a:chOff x="434975" y="3981450"/>
            <a:chExt cx="8274050" cy="2479675"/>
          </a:xfrm>
        </p:grpSpPr>
        <p:sp>
          <p:nvSpPr>
            <p:cNvPr id="369672" name="Shape 4587">
              <a:extLst>
                <a:ext uri="{FF2B5EF4-FFF2-40B4-BE49-F238E27FC236}">
                  <a16:creationId xmlns:a16="http://schemas.microsoft.com/office/drawing/2014/main" id="{C212A6F4-8597-44C3-BF5B-DB1DE63672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3981450"/>
              <a:ext cx="7967662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673" name="Shape 4588">
              <a:extLst>
                <a:ext uri="{FF2B5EF4-FFF2-40B4-BE49-F238E27FC236}">
                  <a16:creationId xmlns:a16="http://schemas.microsoft.com/office/drawing/2014/main" id="{53FCD568-9DFA-4620-93C7-9D455BA783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3990975"/>
              <a:ext cx="11112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674" name="Shape 4589">
              <a:extLst>
                <a:ext uri="{FF2B5EF4-FFF2-40B4-BE49-F238E27FC236}">
                  <a16:creationId xmlns:a16="http://schemas.microsoft.com/office/drawing/2014/main" id="{BFC59C5A-626A-4615-B1EF-B7605BAE50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4400550"/>
              <a:ext cx="11112" cy="4143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675" name="Shape 4590">
              <a:extLst>
                <a:ext uri="{FF2B5EF4-FFF2-40B4-BE49-F238E27FC236}">
                  <a16:creationId xmlns:a16="http://schemas.microsoft.com/office/drawing/2014/main" id="{55E1359A-154C-4A2B-90CA-700D311C8A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4814888"/>
              <a:ext cx="11112" cy="41116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676" name="Shape 4591">
              <a:extLst>
                <a:ext uri="{FF2B5EF4-FFF2-40B4-BE49-F238E27FC236}">
                  <a16:creationId xmlns:a16="http://schemas.microsoft.com/office/drawing/2014/main" id="{FC7A79BD-2EC7-40E8-9B4F-A6002C0907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5229225"/>
              <a:ext cx="11112" cy="3635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677" name="Shape 4592">
              <a:extLst>
                <a:ext uri="{FF2B5EF4-FFF2-40B4-BE49-F238E27FC236}">
                  <a16:creationId xmlns:a16="http://schemas.microsoft.com/office/drawing/2014/main" id="{BE918B00-199E-4D68-AE3C-AB49245F6C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5592763"/>
              <a:ext cx="11112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678" name="Shape 4593">
              <a:extLst>
                <a:ext uri="{FF2B5EF4-FFF2-40B4-BE49-F238E27FC236}">
                  <a16:creationId xmlns:a16="http://schemas.microsoft.com/office/drawing/2014/main" id="{8EC8EA1E-8563-4A92-ABB0-6FC77CB547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5843588"/>
              <a:ext cx="11112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679" name="Shape 4594">
              <a:extLst>
                <a:ext uri="{FF2B5EF4-FFF2-40B4-BE49-F238E27FC236}">
                  <a16:creationId xmlns:a16="http://schemas.microsoft.com/office/drawing/2014/main" id="{27B341C6-1AAE-458C-B802-F0B0CA639D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6122988"/>
              <a:ext cx="11112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680" name="Shape 4595">
              <a:extLst>
                <a:ext uri="{FF2B5EF4-FFF2-40B4-BE49-F238E27FC236}">
                  <a16:creationId xmlns:a16="http://schemas.microsoft.com/office/drawing/2014/main" id="{61621346-A501-4A3F-B4C7-056D1D47AF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3990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681" name="Shape 4596">
              <a:extLst>
                <a:ext uri="{FF2B5EF4-FFF2-40B4-BE49-F238E27FC236}">
                  <a16:creationId xmlns:a16="http://schemas.microsoft.com/office/drawing/2014/main" id="{71DD53F5-8487-41E9-BDF8-453D2B9352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3990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682" name="Shape 4597">
              <a:extLst>
                <a:ext uri="{FF2B5EF4-FFF2-40B4-BE49-F238E27FC236}">
                  <a16:creationId xmlns:a16="http://schemas.microsoft.com/office/drawing/2014/main" id="{AB809A1F-AAFF-4ECE-89B3-DD7E4719B0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3990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683" name="Shape 4598">
              <a:extLst>
                <a:ext uri="{FF2B5EF4-FFF2-40B4-BE49-F238E27FC236}">
                  <a16:creationId xmlns:a16="http://schemas.microsoft.com/office/drawing/2014/main" id="{AE9EADA6-7531-4AC8-956A-A56A8C13F7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6788" y="4156075"/>
              <a:ext cx="86995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369684" name="Shape 4599">
              <a:extLst>
                <a:ext uri="{FF2B5EF4-FFF2-40B4-BE49-F238E27FC236}">
                  <a16:creationId xmlns:a16="http://schemas.microsoft.com/office/drawing/2014/main" id="{D46D67F5-9228-4C65-87AA-9E537964BB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3990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685" name="Shape 4600">
              <a:extLst>
                <a:ext uri="{FF2B5EF4-FFF2-40B4-BE49-F238E27FC236}">
                  <a16:creationId xmlns:a16="http://schemas.microsoft.com/office/drawing/2014/main" id="{7BA08D5D-9C79-4E41-97A9-D6B26CDA1F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4392613"/>
              <a:ext cx="2265363" cy="111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686" name="Shape 4601">
              <a:extLst>
                <a:ext uri="{FF2B5EF4-FFF2-40B4-BE49-F238E27FC236}">
                  <a16:creationId xmlns:a16="http://schemas.microsoft.com/office/drawing/2014/main" id="{9507B03F-FA43-4B3A-BA1A-9C7C1F0D3F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4400550"/>
              <a:ext cx="9525" cy="4143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687" name="Shape 4602">
              <a:extLst>
                <a:ext uri="{FF2B5EF4-FFF2-40B4-BE49-F238E27FC236}">
                  <a16:creationId xmlns:a16="http://schemas.microsoft.com/office/drawing/2014/main" id="{888E86F2-9DEC-40FA-A54A-F78188A824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1588" y="4105275"/>
              <a:ext cx="107315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369688" name="Shape 4603">
              <a:extLst>
                <a:ext uri="{FF2B5EF4-FFF2-40B4-BE49-F238E27FC236}">
                  <a16:creationId xmlns:a16="http://schemas.microsoft.com/office/drawing/2014/main" id="{546D1BB5-7666-4AB6-8E10-944EEB79DE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4400550"/>
              <a:ext cx="9525" cy="4143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689" name="Shape 4604">
              <a:extLst>
                <a:ext uri="{FF2B5EF4-FFF2-40B4-BE49-F238E27FC236}">
                  <a16:creationId xmlns:a16="http://schemas.microsoft.com/office/drawing/2014/main" id="{31A2B50C-5AC9-4FA7-9EC4-7546FA9B67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2200" y="4467225"/>
              <a:ext cx="60166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369690" name="Shape 4605">
              <a:extLst>
                <a:ext uri="{FF2B5EF4-FFF2-40B4-BE49-F238E27FC236}">
                  <a16:creationId xmlns:a16="http://schemas.microsoft.com/office/drawing/2014/main" id="{E441AD8F-3C0F-4020-B613-57F8A1D86D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4400550"/>
              <a:ext cx="9525" cy="4143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691" name="Shape 4606">
              <a:extLst>
                <a:ext uri="{FF2B5EF4-FFF2-40B4-BE49-F238E27FC236}">
                  <a16:creationId xmlns:a16="http://schemas.microsoft.com/office/drawing/2014/main" id="{6A7884A5-378B-4BC1-8287-F4F0945883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4803775"/>
              <a:ext cx="6835775" cy="111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692" name="Shape 4607">
              <a:extLst>
                <a:ext uri="{FF2B5EF4-FFF2-40B4-BE49-F238E27FC236}">
                  <a16:creationId xmlns:a16="http://schemas.microsoft.com/office/drawing/2014/main" id="{E0A08F12-A804-4B58-92EF-C36C838212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4814888"/>
              <a:ext cx="9525" cy="41116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693" name="Shape 4608">
              <a:extLst>
                <a:ext uri="{FF2B5EF4-FFF2-40B4-BE49-F238E27FC236}">
                  <a16:creationId xmlns:a16="http://schemas.microsoft.com/office/drawing/2014/main" id="{AB91E9C0-0B72-4193-BA59-31B4E4A1E0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4814888"/>
              <a:ext cx="9525" cy="41116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694" name="Shape 4609">
              <a:extLst>
                <a:ext uri="{FF2B5EF4-FFF2-40B4-BE49-F238E27FC236}">
                  <a16:creationId xmlns:a16="http://schemas.microsoft.com/office/drawing/2014/main" id="{E0FA23E7-4B27-4EF1-827B-E9CF2EE600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4814888"/>
              <a:ext cx="9525" cy="41116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695" name="Shape 4610">
              <a:extLst>
                <a:ext uri="{FF2B5EF4-FFF2-40B4-BE49-F238E27FC236}">
                  <a16:creationId xmlns:a16="http://schemas.microsoft.com/office/drawing/2014/main" id="{09AB3065-2C5C-41DF-A4E9-B591588666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5214938"/>
              <a:ext cx="7967662" cy="111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696" name="Shape 4611">
              <a:extLst>
                <a:ext uri="{FF2B5EF4-FFF2-40B4-BE49-F238E27FC236}">
                  <a16:creationId xmlns:a16="http://schemas.microsoft.com/office/drawing/2014/main" id="{43170F9C-02E7-429C-ADE1-D4AB801016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56313" y="4362450"/>
              <a:ext cx="9255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369697" name="Shape 4612">
              <a:extLst>
                <a:ext uri="{FF2B5EF4-FFF2-40B4-BE49-F238E27FC236}">
                  <a16:creationId xmlns:a16="http://schemas.microsoft.com/office/drawing/2014/main" id="{7CFAC6E1-7D5E-492F-8801-01F3DED646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5229225"/>
              <a:ext cx="9525" cy="3635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698" name="Shape 4613">
              <a:extLst>
                <a:ext uri="{FF2B5EF4-FFF2-40B4-BE49-F238E27FC236}">
                  <a16:creationId xmlns:a16="http://schemas.microsoft.com/office/drawing/2014/main" id="{6CCE8427-BD78-41ED-BB5F-A07F4BD864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975" y="5308600"/>
              <a:ext cx="3317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69699" name="Shape 4614">
              <a:extLst>
                <a:ext uri="{FF2B5EF4-FFF2-40B4-BE49-F238E27FC236}">
                  <a16:creationId xmlns:a16="http://schemas.microsoft.com/office/drawing/2014/main" id="{460FDD28-5A5D-4FC7-9DD9-1C98F7CF4B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7425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700" name="Shape 4615">
              <a:extLst>
                <a:ext uri="{FF2B5EF4-FFF2-40B4-BE49-F238E27FC236}">
                  <a16:creationId xmlns:a16="http://schemas.microsoft.com/office/drawing/2014/main" id="{43CA935D-DC21-4C89-9C1E-FEA81F4D78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5229225"/>
              <a:ext cx="9525" cy="3635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701" name="Shape 4616">
              <a:extLst>
                <a:ext uri="{FF2B5EF4-FFF2-40B4-BE49-F238E27FC236}">
                  <a16:creationId xmlns:a16="http://schemas.microsoft.com/office/drawing/2014/main" id="{FD226C4D-A7EB-4559-BB75-3735CB0164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8875" y="5308600"/>
              <a:ext cx="5222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001 </a:t>
              </a:r>
            </a:p>
          </p:txBody>
        </p:sp>
        <p:sp>
          <p:nvSpPr>
            <p:cNvPr id="369702" name="Shape 4617">
              <a:extLst>
                <a:ext uri="{FF2B5EF4-FFF2-40B4-BE49-F238E27FC236}">
                  <a16:creationId xmlns:a16="http://schemas.microsoft.com/office/drawing/2014/main" id="{6D5E90B9-754A-4D29-ADD1-1908E20444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825" y="5308600"/>
              <a:ext cx="58261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0001</a:t>
              </a:r>
            </a:p>
          </p:txBody>
        </p:sp>
        <p:sp>
          <p:nvSpPr>
            <p:cNvPr id="369703" name="Shape 4618">
              <a:extLst>
                <a:ext uri="{FF2B5EF4-FFF2-40B4-BE49-F238E27FC236}">
                  <a16:creationId xmlns:a16="http://schemas.microsoft.com/office/drawing/2014/main" id="{6BDAB00F-ECFA-4C49-8703-72F7315289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1988" y="5308600"/>
              <a:ext cx="5826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0010</a:t>
              </a:r>
            </a:p>
          </p:txBody>
        </p:sp>
        <p:sp>
          <p:nvSpPr>
            <p:cNvPr id="369704" name="Shape 4619">
              <a:extLst>
                <a:ext uri="{FF2B5EF4-FFF2-40B4-BE49-F238E27FC236}">
                  <a16:creationId xmlns:a16="http://schemas.microsoft.com/office/drawing/2014/main" id="{F80E46B5-447C-4E10-8FEB-96EE2550F7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8338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705" name="Shape 4620">
              <a:extLst>
                <a:ext uri="{FF2B5EF4-FFF2-40B4-BE49-F238E27FC236}">
                  <a16:creationId xmlns:a16="http://schemas.microsoft.com/office/drawing/2014/main" id="{0BD972F4-B935-4F4E-B604-0EB00B268C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2225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706" name="Shape 4621">
              <a:extLst>
                <a:ext uri="{FF2B5EF4-FFF2-40B4-BE49-F238E27FC236}">
                  <a16:creationId xmlns:a16="http://schemas.microsoft.com/office/drawing/2014/main" id="{0BE53D22-29BC-4555-87AA-8AC5F019AB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6113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707" name="Shape 4622">
              <a:extLst>
                <a:ext uri="{FF2B5EF4-FFF2-40B4-BE49-F238E27FC236}">
                  <a16:creationId xmlns:a16="http://schemas.microsoft.com/office/drawing/2014/main" id="{667B3200-1072-47BD-9EE1-296D306B84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48413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708" name="Shape 4623">
              <a:extLst>
                <a:ext uri="{FF2B5EF4-FFF2-40B4-BE49-F238E27FC236}">
                  <a16:creationId xmlns:a16="http://schemas.microsoft.com/office/drawing/2014/main" id="{657BB9BA-607A-45CF-8932-E4A493A155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3888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709" name="Shape 4624">
              <a:extLst>
                <a:ext uri="{FF2B5EF4-FFF2-40B4-BE49-F238E27FC236}">
                  <a16:creationId xmlns:a16="http://schemas.microsoft.com/office/drawing/2014/main" id="{60FE6033-7356-40ED-90DA-11A0F7B6CE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4600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710" name="Shape 4625">
              <a:extLst>
                <a:ext uri="{FF2B5EF4-FFF2-40B4-BE49-F238E27FC236}">
                  <a16:creationId xmlns:a16="http://schemas.microsoft.com/office/drawing/2014/main" id="{0C9784B0-259F-4EC4-902E-FCF51A08EB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5229225"/>
              <a:ext cx="9525" cy="3635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711" name="Shape 4626">
              <a:extLst>
                <a:ext uri="{FF2B5EF4-FFF2-40B4-BE49-F238E27FC236}">
                  <a16:creationId xmlns:a16="http://schemas.microsoft.com/office/drawing/2014/main" id="{0B471627-3061-431B-A406-4E491C046D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0550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712" name="Shape 4627">
              <a:extLst>
                <a:ext uri="{FF2B5EF4-FFF2-40B4-BE49-F238E27FC236}">
                  <a16:creationId xmlns:a16="http://schemas.microsoft.com/office/drawing/2014/main" id="{0460766F-BF25-4044-9BEE-82E0FD6A13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55927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713" name="Shape 4628">
              <a:extLst>
                <a:ext uri="{FF2B5EF4-FFF2-40B4-BE49-F238E27FC236}">
                  <a16:creationId xmlns:a16="http://schemas.microsoft.com/office/drawing/2014/main" id="{D3142187-4E55-43DB-9797-518E41D256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325" y="5583238"/>
              <a:ext cx="3190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369714" name="Shape 4629">
              <a:extLst>
                <a:ext uri="{FF2B5EF4-FFF2-40B4-BE49-F238E27FC236}">
                  <a16:creationId xmlns:a16="http://schemas.microsoft.com/office/drawing/2014/main" id="{A1E1547A-F28E-4E3E-92F9-2A760E557B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9013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715" name="Shape 4630">
              <a:extLst>
                <a:ext uri="{FF2B5EF4-FFF2-40B4-BE49-F238E27FC236}">
                  <a16:creationId xmlns:a16="http://schemas.microsoft.com/office/drawing/2014/main" id="{1ACFAC98-E3DA-4FEB-A779-DAFE538B4B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55927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716" name="Shape 4631">
              <a:extLst>
                <a:ext uri="{FF2B5EF4-FFF2-40B4-BE49-F238E27FC236}">
                  <a16:creationId xmlns:a16="http://schemas.microsoft.com/office/drawing/2014/main" id="{BCE624FC-53FA-41C1-8F85-74BA5A65A6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0463" y="5583238"/>
              <a:ext cx="522287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010 </a:t>
              </a:r>
            </a:p>
          </p:txBody>
        </p:sp>
        <p:sp>
          <p:nvSpPr>
            <p:cNvPr id="369717" name="Shape 4632">
              <a:extLst>
                <a:ext uri="{FF2B5EF4-FFF2-40B4-BE49-F238E27FC236}">
                  <a16:creationId xmlns:a16="http://schemas.microsoft.com/office/drawing/2014/main" id="{295A7641-FE86-4C5B-97CD-827EDD52F6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825" y="5583238"/>
              <a:ext cx="58261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0100</a:t>
              </a:r>
            </a:p>
          </p:txBody>
        </p:sp>
        <p:sp>
          <p:nvSpPr>
            <p:cNvPr id="369718" name="Shape 4633">
              <a:extLst>
                <a:ext uri="{FF2B5EF4-FFF2-40B4-BE49-F238E27FC236}">
                  <a16:creationId xmlns:a16="http://schemas.microsoft.com/office/drawing/2014/main" id="{2214A56D-3739-4C64-ABFB-67CF1D8275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1988" y="5583238"/>
              <a:ext cx="5826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0100</a:t>
              </a:r>
            </a:p>
          </p:txBody>
        </p:sp>
        <p:sp>
          <p:nvSpPr>
            <p:cNvPr id="369719" name="Shape 4634">
              <a:extLst>
                <a:ext uri="{FF2B5EF4-FFF2-40B4-BE49-F238E27FC236}">
                  <a16:creationId xmlns:a16="http://schemas.microsoft.com/office/drawing/2014/main" id="{10534615-6306-45D0-94F9-DBAE690265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9925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720" name="Shape 4635">
              <a:extLst>
                <a:ext uri="{FF2B5EF4-FFF2-40B4-BE49-F238E27FC236}">
                  <a16:creationId xmlns:a16="http://schemas.microsoft.com/office/drawing/2014/main" id="{A992CD63-62A2-4CF9-880E-936AC8A326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2225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721" name="Shape 4636">
              <a:extLst>
                <a:ext uri="{FF2B5EF4-FFF2-40B4-BE49-F238E27FC236}">
                  <a16:creationId xmlns:a16="http://schemas.microsoft.com/office/drawing/2014/main" id="{8D7E9814-9412-47CA-8B5A-5122DDCFB2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7700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69722" name="Shape 4637">
              <a:extLst>
                <a:ext uri="{FF2B5EF4-FFF2-40B4-BE49-F238E27FC236}">
                  <a16:creationId xmlns:a16="http://schemas.microsoft.com/office/drawing/2014/main" id="{CD991A2A-01F9-45A2-A994-C22C6763E5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50000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723" name="Shape 4638">
              <a:extLst>
                <a:ext uri="{FF2B5EF4-FFF2-40B4-BE49-F238E27FC236}">
                  <a16:creationId xmlns:a16="http://schemas.microsoft.com/office/drawing/2014/main" id="{66E17EF7-1186-49D1-8C96-34AB9767A0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5475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724" name="Shape 4639">
              <a:extLst>
                <a:ext uri="{FF2B5EF4-FFF2-40B4-BE49-F238E27FC236}">
                  <a16:creationId xmlns:a16="http://schemas.microsoft.com/office/drawing/2014/main" id="{ADBD8A00-E272-49EA-8874-FEF4F8AE08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6188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69725" name="Shape 4640">
              <a:extLst>
                <a:ext uri="{FF2B5EF4-FFF2-40B4-BE49-F238E27FC236}">
                  <a16:creationId xmlns:a16="http://schemas.microsoft.com/office/drawing/2014/main" id="{2FB1DF8A-88CD-40A5-8914-2034ADEB4E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55927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726" name="Shape 4641">
              <a:extLst>
                <a:ext uri="{FF2B5EF4-FFF2-40B4-BE49-F238E27FC236}">
                  <a16:creationId xmlns:a16="http://schemas.microsoft.com/office/drawing/2014/main" id="{4DCD897F-81F5-400F-8DE4-A9892D7CC7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0550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727" name="Shape 4642">
              <a:extLst>
                <a:ext uri="{FF2B5EF4-FFF2-40B4-BE49-F238E27FC236}">
                  <a16:creationId xmlns:a16="http://schemas.microsoft.com/office/drawing/2014/main" id="{586DA5B1-0A78-4B41-A15B-846C0A0FFA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5843588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728" name="Shape 4643">
              <a:extLst>
                <a:ext uri="{FF2B5EF4-FFF2-40B4-BE49-F238E27FC236}">
                  <a16:creationId xmlns:a16="http://schemas.microsoft.com/office/drawing/2014/main" id="{952BB2C6-D30F-48CE-8F13-C18B71781B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325" y="5856288"/>
              <a:ext cx="3190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69729" name="Shape 4644">
              <a:extLst>
                <a:ext uri="{FF2B5EF4-FFF2-40B4-BE49-F238E27FC236}">
                  <a16:creationId xmlns:a16="http://schemas.microsoft.com/office/drawing/2014/main" id="{F5AF4AD2-09E3-41EC-AE48-5AFE80AD04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9013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730" name="Shape 4645">
              <a:extLst>
                <a:ext uri="{FF2B5EF4-FFF2-40B4-BE49-F238E27FC236}">
                  <a16:creationId xmlns:a16="http://schemas.microsoft.com/office/drawing/2014/main" id="{F5040812-7CC3-4ED5-BB28-3828C8E18D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5843588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731" name="Shape 4646">
              <a:extLst>
                <a:ext uri="{FF2B5EF4-FFF2-40B4-BE49-F238E27FC236}">
                  <a16:creationId xmlns:a16="http://schemas.microsoft.com/office/drawing/2014/main" id="{79E4B658-E84B-4029-ACA3-0012C8BD83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0463" y="5856288"/>
              <a:ext cx="522287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100 </a:t>
              </a:r>
            </a:p>
          </p:txBody>
        </p:sp>
        <p:sp>
          <p:nvSpPr>
            <p:cNvPr id="369732" name="Shape 4647">
              <a:extLst>
                <a:ext uri="{FF2B5EF4-FFF2-40B4-BE49-F238E27FC236}">
                  <a16:creationId xmlns:a16="http://schemas.microsoft.com/office/drawing/2014/main" id="{1717BBC0-0CD4-4391-8D25-E7690FF3D4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825" y="5856288"/>
              <a:ext cx="58261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1000</a:t>
              </a:r>
            </a:p>
          </p:txBody>
        </p:sp>
        <p:sp>
          <p:nvSpPr>
            <p:cNvPr id="369733" name="Shape 4648">
              <a:extLst>
                <a:ext uri="{FF2B5EF4-FFF2-40B4-BE49-F238E27FC236}">
                  <a16:creationId xmlns:a16="http://schemas.microsoft.com/office/drawing/2014/main" id="{8C38212E-C1B8-4E1C-90D5-11365F2A97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1988" y="5856288"/>
              <a:ext cx="5826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1000</a:t>
              </a:r>
            </a:p>
          </p:txBody>
        </p:sp>
        <p:sp>
          <p:nvSpPr>
            <p:cNvPr id="369734" name="Shape 4649">
              <a:extLst>
                <a:ext uri="{FF2B5EF4-FFF2-40B4-BE49-F238E27FC236}">
                  <a16:creationId xmlns:a16="http://schemas.microsoft.com/office/drawing/2014/main" id="{DE88C509-B41B-408F-B978-34725A6528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9925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69735" name="Shape 4650">
              <a:extLst>
                <a:ext uri="{FF2B5EF4-FFF2-40B4-BE49-F238E27FC236}">
                  <a16:creationId xmlns:a16="http://schemas.microsoft.com/office/drawing/2014/main" id="{4E62E62D-EE3A-4FA9-989D-4F8F97C9E8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2225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736" name="Shape 4651">
              <a:extLst>
                <a:ext uri="{FF2B5EF4-FFF2-40B4-BE49-F238E27FC236}">
                  <a16:creationId xmlns:a16="http://schemas.microsoft.com/office/drawing/2014/main" id="{47AA4BC8-FD55-492F-9B05-A45F2F4100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7700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737" name="Shape 4652">
              <a:extLst>
                <a:ext uri="{FF2B5EF4-FFF2-40B4-BE49-F238E27FC236}">
                  <a16:creationId xmlns:a16="http://schemas.microsoft.com/office/drawing/2014/main" id="{302E5782-91C7-41BC-9541-D5470EEAA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50000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69738" name="Shape 4653">
              <a:extLst>
                <a:ext uri="{FF2B5EF4-FFF2-40B4-BE49-F238E27FC236}">
                  <a16:creationId xmlns:a16="http://schemas.microsoft.com/office/drawing/2014/main" id="{C8CA8B41-9C7F-4ED2-938A-B7F98DD687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5475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739" name="Shape 4654">
              <a:extLst>
                <a:ext uri="{FF2B5EF4-FFF2-40B4-BE49-F238E27FC236}">
                  <a16:creationId xmlns:a16="http://schemas.microsoft.com/office/drawing/2014/main" id="{2ADFFDEA-37CB-465C-B8EB-AF07DD1688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6188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740" name="Shape 4655">
              <a:extLst>
                <a:ext uri="{FF2B5EF4-FFF2-40B4-BE49-F238E27FC236}">
                  <a16:creationId xmlns:a16="http://schemas.microsoft.com/office/drawing/2014/main" id="{17D38E5B-A53E-4E33-9A41-31D24141C7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5843588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741" name="Shape 4656">
              <a:extLst>
                <a:ext uri="{FF2B5EF4-FFF2-40B4-BE49-F238E27FC236}">
                  <a16:creationId xmlns:a16="http://schemas.microsoft.com/office/drawing/2014/main" id="{F01D4763-549C-4F0F-BE0F-B482AD3F92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0550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742" name="Shape 4657">
              <a:extLst>
                <a:ext uri="{FF2B5EF4-FFF2-40B4-BE49-F238E27FC236}">
                  <a16:creationId xmlns:a16="http://schemas.microsoft.com/office/drawing/2014/main" id="{F81C864D-5445-4A2F-BBC7-B103AFD356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6122988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743" name="Shape 4658">
              <a:extLst>
                <a:ext uri="{FF2B5EF4-FFF2-40B4-BE49-F238E27FC236}">
                  <a16:creationId xmlns:a16="http://schemas.microsoft.com/office/drawing/2014/main" id="{E5A74D65-B4FC-4306-9AB5-850EE9760D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975" y="6129338"/>
              <a:ext cx="3317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69744" name="Shape 4659">
              <a:extLst>
                <a:ext uri="{FF2B5EF4-FFF2-40B4-BE49-F238E27FC236}">
                  <a16:creationId xmlns:a16="http://schemas.microsoft.com/office/drawing/2014/main" id="{55B4B467-2321-4349-9223-19ECB210B9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7425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69745" name="Shape 4660">
              <a:extLst>
                <a:ext uri="{FF2B5EF4-FFF2-40B4-BE49-F238E27FC236}">
                  <a16:creationId xmlns:a16="http://schemas.microsoft.com/office/drawing/2014/main" id="{B76EB14D-D2FE-4D00-99E5-4A1FD94D4B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6122988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746" name="Shape 4661">
              <a:extLst>
                <a:ext uri="{FF2B5EF4-FFF2-40B4-BE49-F238E27FC236}">
                  <a16:creationId xmlns:a16="http://schemas.microsoft.com/office/drawing/2014/main" id="{744ECF95-3292-4063-A1F3-1609492807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8875" y="6129338"/>
              <a:ext cx="5222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000 </a:t>
              </a:r>
            </a:p>
          </p:txBody>
        </p:sp>
        <p:sp>
          <p:nvSpPr>
            <p:cNvPr id="369747" name="Shape 4662">
              <a:extLst>
                <a:ext uri="{FF2B5EF4-FFF2-40B4-BE49-F238E27FC236}">
                  <a16:creationId xmlns:a16="http://schemas.microsoft.com/office/drawing/2014/main" id="{45200153-5F85-4C41-9938-BCF288EE5C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825" y="6129338"/>
              <a:ext cx="58261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0001</a:t>
              </a:r>
            </a:p>
          </p:txBody>
        </p:sp>
        <p:sp>
          <p:nvSpPr>
            <p:cNvPr id="369748" name="Shape 4663">
              <a:extLst>
                <a:ext uri="{FF2B5EF4-FFF2-40B4-BE49-F238E27FC236}">
                  <a16:creationId xmlns:a16="http://schemas.microsoft.com/office/drawing/2014/main" id="{E51768F4-3B86-4207-B625-7F3ACE1788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1988" y="6129338"/>
              <a:ext cx="5826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0001</a:t>
              </a:r>
            </a:p>
          </p:txBody>
        </p:sp>
        <p:sp>
          <p:nvSpPr>
            <p:cNvPr id="369749" name="Shape 4664">
              <a:extLst>
                <a:ext uri="{FF2B5EF4-FFF2-40B4-BE49-F238E27FC236}">
                  <a16:creationId xmlns:a16="http://schemas.microsoft.com/office/drawing/2014/main" id="{93156D57-4444-462D-90F7-3B3E87655A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8338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750" name="Shape 4665">
              <a:extLst>
                <a:ext uri="{FF2B5EF4-FFF2-40B4-BE49-F238E27FC236}">
                  <a16:creationId xmlns:a16="http://schemas.microsoft.com/office/drawing/2014/main" id="{260750C2-C1F7-46C0-A4F2-2031D7CFD1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2225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69751" name="Shape 4666">
              <a:extLst>
                <a:ext uri="{FF2B5EF4-FFF2-40B4-BE49-F238E27FC236}">
                  <a16:creationId xmlns:a16="http://schemas.microsoft.com/office/drawing/2014/main" id="{D7B3703B-AA06-40DD-AEE0-DC542D75AD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6113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752" name="Shape 4667">
              <a:extLst>
                <a:ext uri="{FF2B5EF4-FFF2-40B4-BE49-F238E27FC236}">
                  <a16:creationId xmlns:a16="http://schemas.microsoft.com/office/drawing/2014/main" id="{0F11AD85-63FE-413E-AB2E-B3B6B7929E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48413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753" name="Shape 4668">
              <a:extLst>
                <a:ext uri="{FF2B5EF4-FFF2-40B4-BE49-F238E27FC236}">
                  <a16:creationId xmlns:a16="http://schemas.microsoft.com/office/drawing/2014/main" id="{5ABCD149-8409-4F06-8723-2D3A6D0537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3888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69754" name="Shape 4669">
              <a:extLst>
                <a:ext uri="{FF2B5EF4-FFF2-40B4-BE49-F238E27FC236}">
                  <a16:creationId xmlns:a16="http://schemas.microsoft.com/office/drawing/2014/main" id="{D05AC834-7A31-4082-AD9E-9CAC9AB26F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4600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69755" name="Shape 4670">
              <a:extLst>
                <a:ext uri="{FF2B5EF4-FFF2-40B4-BE49-F238E27FC236}">
                  <a16:creationId xmlns:a16="http://schemas.microsoft.com/office/drawing/2014/main" id="{69ED7D40-1687-441E-ABD7-32AA432987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6122988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756" name="Shape 4671">
              <a:extLst>
                <a:ext uri="{FF2B5EF4-FFF2-40B4-BE49-F238E27FC236}">
                  <a16:creationId xmlns:a16="http://schemas.microsoft.com/office/drawing/2014/main" id="{F7AF8F16-973F-4433-9EB0-47398610B0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6450013"/>
              <a:ext cx="7967662" cy="111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757" name="Shape 4672">
              <a:extLst>
                <a:ext uri="{FF2B5EF4-FFF2-40B4-BE49-F238E27FC236}">
                  <a16:creationId xmlns:a16="http://schemas.microsoft.com/office/drawing/2014/main" id="{0DCC812F-B5CB-44C8-B540-9729BC73F9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0550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cxnSp>
          <p:nvCxnSpPr>
            <p:cNvPr id="369758" name="Shape 4673">
              <a:extLst>
                <a:ext uri="{FF2B5EF4-FFF2-40B4-BE49-F238E27FC236}">
                  <a16:creationId xmlns:a16="http://schemas.microsoft.com/office/drawing/2014/main" id="{FF044842-C7C9-4417-B56D-A90A52BA306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27075" y="3997325"/>
              <a:ext cx="0" cy="245745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69759" name="Shape 4674">
              <a:extLst>
                <a:ext uri="{FF2B5EF4-FFF2-40B4-BE49-F238E27FC236}">
                  <a16:creationId xmlns:a16="http://schemas.microsoft.com/office/drawing/2014/main" id="{0424DC9F-447D-45B9-88BA-2D9C00C444C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30250" y="3987800"/>
              <a:ext cx="7972425" cy="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69760" name="Shape 4675">
              <a:extLst>
                <a:ext uri="{FF2B5EF4-FFF2-40B4-BE49-F238E27FC236}">
                  <a16:creationId xmlns:a16="http://schemas.microsoft.com/office/drawing/2014/main" id="{370B865F-A651-4492-BFBA-E5BD9969313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130675" y="4002088"/>
              <a:ext cx="0" cy="2443162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69761" name="Shape 4758">
              <a:extLst>
                <a:ext uri="{FF2B5EF4-FFF2-40B4-BE49-F238E27FC236}">
                  <a16:creationId xmlns:a16="http://schemas.microsoft.com/office/drawing/2014/main" id="{C2A07964-12D0-4CC1-B519-A36EAA66F6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6300" y="4481513"/>
              <a:ext cx="56515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0 </a:t>
              </a:r>
            </a:p>
          </p:txBody>
        </p:sp>
        <p:sp>
          <p:nvSpPr>
            <p:cNvPr id="369762" name="Shape 4759">
              <a:extLst>
                <a:ext uri="{FF2B5EF4-FFF2-40B4-BE49-F238E27FC236}">
                  <a16:creationId xmlns:a16="http://schemas.microsoft.com/office/drawing/2014/main" id="{72F7F0FF-28E2-465F-AA05-9DC41ED707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8325" y="4481513"/>
              <a:ext cx="566738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1 </a:t>
              </a:r>
            </a:p>
          </p:txBody>
        </p:sp>
        <p:sp>
          <p:nvSpPr>
            <p:cNvPr id="369763" name="Shape 4760">
              <a:extLst>
                <a:ext uri="{FF2B5EF4-FFF2-40B4-BE49-F238E27FC236}">
                  <a16:creationId xmlns:a16="http://schemas.microsoft.com/office/drawing/2014/main" id="{D6DBB4C1-9646-4DB5-9B17-BAD656FEE0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16400" y="4846638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69764" name="Shape 4761">
              <a:extLst>
                <a:ext uri="{FF2B5EF4-FFF2-40B4-BE49-F238E27FC236}">
                  <a16:creationId xmlns:a16="http://schemas.microsoft.com/office/drawing/2014/main" id="{2D072732-E7C5-4CE8-AFB1-621C5CB3D9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51413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69765" name="Shape 4762">
              <a:extLst>
                <a:ext uri="{FF2B5EF4-FFF2-40B4-BE49-F238E27FC236}">
                  <a16:creationId xmlns:a16="http://schemas.microsoft.com/office/drawing/2014/main" id="{B6D40FCF-A39B-417E-9786-5F5040D7CB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538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69766" name="Shape 4763">
              <a:extLst>
                <a:ext uri="{FF2B5EF4-FFF2-40B4-BE49-F238E27FC236}">
                  <a16:creationId xmlns:a16="http://schemas.microsoft.com/office/drawing/2014/main" id="{FC29EE2B-365E-4AED-B043-C8A0167751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89663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69767" name="Shape 4764">
              <a:extLst>
                <a:ext uri="{FF2B5EF4-FFF2-40B4-BE49-F238E27FC236}">
                  <a16:creationId xmlns:a16="http://schemas.microsoft.com/office/drawing/2014/main" id="{6D3E98E7-BFFC-4D28-A583-EC72B446F2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23075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69768" name="Shape 4765">
              <a:extLst>
                <a:ext uri="{FF2B5EF4-FFF2-40B4-BE49-F238E27FC236}">
                  <a16:creationId xmlns:a16="http://schemas.microsoft.com/office/drawing/2014/main" id="{D93D1DA0-5488-426F-AF44-5789C39BE5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13625" y="4846638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69769" name="Shape 4766">
              <a:extLst>
                <a:ext uri="{FF2B5EF4-FFF2-40B4-BE49-F238E27FC236}">
                  <a16:creationId xmlns:a16="http://schemas.microsoft.com/office/drawing/2014/main" id="{0167326A-963E-4D0D-9C50-70C56E5D9E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05763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369770" name="Shape 4767">
              <a:extLst>
                <a:ext uri="{FF2B5EF4-FFF2-40B4-BE49-F238E27FC236}">
                  <a16:creationId xmlns:a16="http://schemas.microsoft.com/office/drawing/2014/main" id="{617A84A2-0801-48E3-90DC-A799BF5864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6150" y="4867275"/>
              <a:ext cx="7810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4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69771" name="Shape 4768">
              <a:extLst>
                <a:ext uri="{FF2B5EF4-FFF2-40B4-BE49-F238E27FC236}">
                  <a16:creationId xmlns:a16="http://schemas.microsoft.com/office/drawing/2014/main" id="{C2709748-1523-410F-A906-07CE036A4C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73263" y="4878388"/>
              <a:ext cx="97790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4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69772" name="Shape 4769">
              <a:extLst>
                <a:ext uri="{FF2B5EF4-FFF2-40B4-BE49-F238E27FC236}">
                  <a16:creationId xmlns:a16="http://schemas.microsoft.com/office/drawing/2014/main" id="{81F5F2FD-B661-4052-AE87-3738143859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0063" y="4878388"/>
              <a:ext cx="97790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4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</p:grpSp>
      <p:sp>
        <p:nvSpPr>
          <p:cNvPr id="286" name="Rectangle 285">
            <a:extLst>
              <a:ext uri="{FF2B5EF4-FFF2-40B4-BE49-F238E27FC236}">
                <a16:creationId xmlns:a16="http://schemas.microsoft.com/office/drawing/2014/main" id="{D8B98648-5C8F-4840-A920-02D6FAE316C6}"/>
              </a:ext>
            </a:extLst>
          </p:cNvPr>
          <p:cNvSpPr/>
          <p:nvPr/>
        </p:nvSpPr>
        <p:spPr>
          <a:xfrm>
            <a:off x="4216400" y="5276850"/>
            <a:ext cx="4379913" cy="10953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ＭＳ Ｐゴシック"/>
              <a:cs typeface="+mn-cs"/>
              <a:sym typeface="Arial" charset="0"/>
            </a:endParaRPr>
          </a:p>
        </p:txBody>
      </p:sp>
      <p:sp>
        <p:nvSpPr>
          <p:cNvPr id="287" name="Rectangle 286">
            <a:extLst>
              <a:ext uri="{FF2B5EF4-FFF2-40B4-BE49-F238E27FC236}">
                <a16:creationId xmlns:a16="http://schemas.microsoft.com/office/drawing/2014/main" id="{8857FF06-9DD0-8A43-AF85-619DA394A27D}"/>
              </a:ext>
            </a:extLst>
          </p:cNvPr>
          <p:cNvSpPr/>
          <p:nvPr/>
        </p:nvSpPr>
        <p:spPr>
          <a:xfrm>
            <a:off x="1922463" y="5286375"/>
            <a:ext cx="1958975" cy="10953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ＭＳ Ｐゴシック"/>
              <a:cs typeface="+mn-cs"/>
              <a:sym typeface="Arial" charset="0"/>
            </a:endParaRPr>
          </a:p>
        </p:txBody>
      </p:sp>
    </p:spTree>
  </p:cSld>
  <p:clrMapOvr>
    <a:masterClrMapping/>
  </p:clrMapOvr>
  <p:transition/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1713" name="Group 1">
            <a:extLst>
              <a:ext uri="{FF2B5EF4-FFF2-40B4-BE49-F238E27FC236}">
                <a16:creationId xmlns:a16="http://schemas.microsoft.com/office/drawing/2014/main" id="{B1AB753A-7F6B-43E2-B29A-C9195A8955B0}"/>
              </a:ext>
            </a:extLst>
          </p:cNvPr>
          <p:cNvGrpSpPr>
            <a:grpSpLocks/>
          </p:cNvGrpSpPr>
          <p:nvPr/>
        </p:nvGrpSpPr>
        <p:grpSpPr bwMode="auto">
          <a:xfrm>
            <a:off x="622300" y="765175"/>
            <a:ext cx="8180388" cy="2066925"/>
            <a:chOff x="622300" y="1593850"/>
            <a:chExt cx="8180388" cy="2066925"/>
          </a:xfrm>
        </p:grpSpPr>
        <p:sp>
          <p:nvSpPr>
            <p:cNvPr id="371820" name="Shape 4489">
              <a:extLst>
                <a:ext uri="{FF2B5EF4-FFF2-40B4-BE49-F238E27FC236}">
                  <a16:creationId xmlns:a16="http://schemas.microsoft.com/office/drawing/2014/main" id="{F03776FA-65A7-42E6-9928-B761DBA963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300" y="1603375"/>
              <a:ext cx="9525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821" name="Shape 4490">
              <a:extLst>
                <a:ext uri="{FF2B5EF4-FFF2-40B4-BE49-F238E27FC236}">
                  <a16:creationId xmlns:a16="http://schemas.microsoft.com/office/drawing/2014/main" id="{5D571AC2-A05C-41B9-B18C-13D93CD0E1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2738" y="1603375"/>
              <a:ext cx="11112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822" name="Shape 4491">
              <a:extLst>
                <a:ext uri="{FF2B5EF4-FFF2-40B4-BE49-F238E27FC236}">
                  <a16:creationId xmlns:a16="http://schemas.microsoft.com/office/drawing/2014/main" id="{435A06A8-9DC9-48AB-BD07-F624C43E01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1525" y="1776413"/>
              <a:ext cx="728663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371823" name="Shape 4492">
              <a:extLst>
                <a:ext uri="{FF2B5EF4-FFF2-40B4-BE49-F238E27FC236}">
                  <a16:creationId xmlns:a16="http://schemas.microsoft.com/office/drawing/2014/main" id="{05304C75-CD41-4EFF-ABBB-8FBB7FC874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5013" y="1603375"/>
              <a:ext cx="11112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824" name="Shape 4493">
              <a:extLst>
                <a:ext uri="{FF2B5EF4-FFF2-40B4-BE49-F238E27FC236}">
                  <a16:creationId xmlns:a16="http://schemas.microsoft.com/office/drawing/2014/main" id="{0DB5BE63-A70B-4BDC-9144-F719674FFD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73263" y="1727200"/>
              <a:ext cx="9779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371825" name="Shape 4494">
              <a:extLst>
                <a:ext uri="{FF2B5EF4-FFF2-40B4-BE49-F238E27FC236}">
                  <a16:creationId xmlns:a16="http://schemas.microsoft.com/office/drawing/2014/main" id="{47B5BFE4-0E58-4B31-823B-EC47BCD8E4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89988" y="1603375"/>
              <a:ext cx="11112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826" name="Shape 4495">
              <a:extLst>
                <a:ext uri="{FF2B5EF4-FFF2-40B4-BE49-F238E27FC236}">
                  <a16:creationId xmlns:a16="http://schemas.microsoft.com/office/drawing/2014/main" id="{C9755608-AFE8-4F9A-B720-3A0E70F94C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2738" y="2027238"/>
              <a:ext cx="7215187" cy="111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827" name="Shape 4496">
              <a:extLst>
                <a:ext uri="{FF2B5EF4-FFF2-40B4-BE49-F238E27FC236}">
                  <a16:creationId xmlns:a16="http://schemas.microsoft.com/office/drawing/2014/main" id="{5F2E9EE4-5A23-45DF-89E5-5CEA8995EE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300" y="2016125"/>
              <a:ext cx="9525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828" name="Shape 4497">
              <a:extLst>
                <a:ext uri="{FF2B5EF4-FFF2-40B4-BE49-F238E27FC236}">
                  <a16:creationId xmlns:a16="http://schemas.microsoft.com/office/drawing/2014/main" id="{26AB71CB-5464-4047-9EF8-14C47422CF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76900" y="1727200"/>
              <a:ext cx="7794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371829" name="Shape 4498">
              <a:extLst>
                <a:ext uri="{FF2B5EF4-FFF2-40B4-BE49-F238E27FC236}">
                  <a16:creationId xmlns:a16="http://schemas.microsoft.com/office/drawing/2014/main" id="{9FFC8BDD-B49D-466F-9C38-8F66598AC0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2738" y="2016125"/>
              <a:ext cx="11112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830" name="Shape 4499">
              <a:extLst>
                <a:ext uri="{FF2B5EF4-FFF2-40B4-BE49-F238E27FC236}">
                  <a16:creationId xmlns:a16="http://schemas.microsoft.com/office/drawing/2014/main" id="{20490375-9BC9-4515-98DC-6C49B5CCF1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5013" y="2016125"/>
              <a:ext cx="11112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831" name="Shape 4500">
              <a:extLst>
                <a:ext uri="{FF2B5EF4-FFF2-40B4-BE49-F238E27FC236}">
                  <a16:creationId xmlns:a16="http://schemas.microsoft.com/office/drawing/2014/main" id="{2DB30992-5B2C-44C0-AD38-3013B3A18C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89988" y="2016125"/>
              <a:ext cx="11112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832" name="Shape 4501">
              <a:extLst>
                <a:ext uri="{FF2B5EF4-FFF2-40B4-BE49-F238E27FC236}">
                  <a16:creationId xmlns:a16="http://schemas.microsoft.com/office/drawing/2014/main" id="{B5C7517C-AF92-48A5-8B7E-DE75ABB284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4525" y="2438400"/>
              <a:ext cx="8158163" cy="1111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833" name="Shape 4502">
              <a:extLst>
                <a:ext uri="{FF2B5EF4-FFF2-40B4-BE49-F238E27FC236}">
                  <a16:creationId xmlns:a16="http://schemas.microsoft.com/office/drawing/2014/main" id="{FA6457E9-859A-468A-A881-24D2EAABEB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300" y="2430463"/>
              <a:ext cx="9525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834" name="Shape 4503">
              <a:extLst>
                <a:ext uri="{FF2B5EF4-FFF2-40B4-BE49-F238E27FC236}">
                  <a16:creationId xmlns:a16="http://schemas.microsoft.com/office/drawing/2014/main" id="{1E7E2191-91F3-498A-BBBD-9B140FA113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6938" y="2084388"/>
              <a:ext cx="4746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371835" name="Shape 4504">
              <a:extLst>
                <a:ext uri="{FF2B5EF4-FFF2-40B4-BE49-F238E27FC236}">
                  <a16:creationId xmlns:a16="http://schemas.microsoft.com/office/drawing/2014/main" id="{D7DB18B7-2E3C-4545-A69B-C7417332B8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2738" y="2430463"/>
              <a:ext cx="11112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836" name="Shape 4505">
              <a:extLst>
                <a:ext uri="{FF2B5EF4-FFF2-40B4-BE49-F238E27FC236}">
                  <a16:creationId xmlns:a16="http://schemas.microsoft.com/office/drawing/2014/main" id="{F6215EAD-EC9A-4A7B-AD5D-9E52400A2D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3938" y="25288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71837" name="Shape 4506">
              <a:extLst>
                <a:ext uri="{FF2B5EF4-FFF2-40B4-BE49-F238E27FC236}">
                  <a16:creationId xmlns:a16="http://schemas.microsoft.com/office/drawing/2014/main" id="{94E0C9D6-CF3A-412B-B8D8-6230B05546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7225" y="25288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71838" name="Shape 4507">
              <a:extLst>
                <a:ext uri="{FF2B5EF4-FFF2-40B4-BE49-F238E27FC236}">
                  <a16:creationId xmlns:a16="http://schemas.microsoft.com/office/drawing/2014/main" id="{D1EAF380-D95C-4A91-9AA3-7B1F26CBFE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5013" y="2430463"/>
              <a:ext cx="11112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839" name="Shape 4508">
              <a:extLst>
                <a:ext uri="{FF2B5EF4-FFF2-40B4-BE49-F238E27FC236}">
                  <a16:creationId xmlns:a16="http://schemas.microsoft.com/office/drawing/2014/main" id="{AC72358B-22B3-499D-9883-11B547321D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74950" y="2528888"/>
              <a:ext cx="207963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371840" name="Shape 4509">
              <a:extLst>
                <a:ext uri="{FF2B5EF4-FFF2-40B4-BE49-F238E27FC236}">
                  <a16:creationId xmlns:a16="http://schemas.microsoft.com/office/drawing/2014/main" id="{C34A8E84-B819-4B92-A82A-0DC3D99BC7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6488" y="25288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841" name="Shape 4510">
              <a:extLst>
                <a:ext uri="{FF2B5EF4-FFF2-40B4-BE49-F238E27FC236}">
                  <a16:creationId xmlns:a16="http://schemas.microsoft.com/office/drawing/2014/main" id="{4A412B0D-C5FE-4E1B-AB86-8E9F4DECB3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24363" y="25288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842" name="Shape 4511">
              <a:extLst>
                <a:ext uri="{FF2B5EF4-FFF2-40B4-BE49-F238E27FC236}">
                  <a16:creationId xmlns:a16="http://schemas.microsoft.com/office/drawing/2014/main" id="{9EB2DE70-B8C1-4281-8755-508F29F95D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00650" y="2528888"/>
              <a:ext cx="169863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843" name="Shape 4512">
              <a:extLst>
                <a:ext uri="{FF2B5EF4-FFF2-40B4-BE49-F238E27FC236}">
                  <a16:creationId xmlns:a16="http://schemas.microsoft.com/office/drawing/2014/main" id="{79CC000D-03F6-4B8D-812D-B7EAD00A6F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5988" y="25288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844" name="Shape 4513">
              <a:extLst>
                <a:ext uri="{FF2B5EF4-FFF2-40B4-BE49-F238E27FC236}">
                  <a16:creationId xmlns:a16="http://schemas.microsoft.com/office/drawing/2014/main" id="{B8A2B82D-FA19-468E-82F7-F9786B5776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73863" y="25288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845" name="Shape 4514">
              <a:extLst>
                <a:ext uri="{FF2B5EF4-FFF2-40B4-BE49-F238E27FC236}">
                  <a16:creationId xmlns:a16="http://schemas.microsoft.com/office/drawing/2014/main" id="{826953C7-2352-4D56-905E-DB2688069F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48563" y="25288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846" name="Shape 4515">
              <a:extLst>
                <a:ext uri="{FF2B5EF4-FFF2-40B4-BE49-F238E27FC236}">
                  <a16:creationId xmlns:a16="http://schemas.microsoft.com/office/drawing/2014/main" id="{8420D58A-E886-4554-A2A3-6418E54F64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89988" y="2430463"/>
              <a:ext cx="11112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847" name="Shape 4516">
              <a:extLst>
                <a:ext uri="{FF2B5EF4-FFF2-40B4-BE49-F238E27FC236}">
                  <a16:creationId xmlns:a16="http://schemas.microsoft.com/office/drawing/2014/main" id="{6326E586-21EA-4334-9ABF-DC60C36E2C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300" y="2792413"/>
              <a:ext cx="9525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848" name="Shape 4517">
              <a:extLst>
                <a:ext uri="{FF2B5EF4-FFF2-40B4-BE49-F238E27FC236}">
                  <a16:creationId xmlns:a16="http://schemas.microsoft.com/office/drawing/2014/main" id="{917AAE12-84D6-4EFE-B52A-3536BFFC33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16913" y="25288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849" name="Shape 4518">
              <a:extLst>
                <a:ext uri="{FF2B5EF4-FFF2-40B4-BE49-F238E27FC236}">
                  <a16:creationId xmlns:a16="http://schemas.microsoft.com/office/drawing/2014/main" id="{74B10669-8DB4-4F17-9401-51C63B0F9B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2738" y="2792413"/>
              <a:ext cx="11112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850" name="Shape 4519">
              <a:extLst>
                <a:ext uri="{FF2B5EF4-FFF2-40B4-BE49-F238E27FC236}">
                  <a16:creationId xmlns:a16="http://schemas.microsoft.com/office/drawing/2014/main" id="{028937E0-08F5-4F7E-B249-3F5DC012D8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8700" y="2800350"/>
              <a:ext cx="2079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371851" name="Shape 4520">
              <a:extLst>
                <a:ext uri="{FF2B5EF4-FFF2-40B4-BE49-F238E27FC236}">
                  <a16:creationId xmlns:a16="http://schemas.microsoft.com/office/drawing/2014/main" id="{DAF93C60-FDAC-440D-95C5-6D44AFC90F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3575" y="2800350"/>
              <a:ext cx="2079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71852" name="Shape 4521">
              <a:extLst>
                <a:ext uri="{FF2B5EF4-FFF2-40B4-BE49-F238E27FC236}">
                  <a16:creationId xmlns:a16="http://schemas.microsoft.com/office/drawing/2014/main" id="{139E9D0B-26E7-4A28-BC47-30C421C4CB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5013" y="2792413"/>
              <a:ext cx="11112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853" name="Shape 4522">
              <a:extLst>
                <a:ext uri="{FF2B5EF4-FFF2-40B4-BE49-F238E27FC236}">
                  <a16:creationId xmlns:a16="http://schemas.microsoft.com/office/drawing/2014/main" id="{0EFCDC78-EB21-4647-9897-3F4C6C2571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78125" y="2800350"/>
              <a:ext cx="2079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71854" name="Shape 4523">
              <a:extLst>
                <a:ext uri="{FF2B5EF4-FFF2-40B4-BE49-F238E27FC236}">
                  <a16:creationId xmlns:a16="http://schemas.microsoft.com/office/drawing/2014/main" id="{B1EE7E02-383A-48D3-A189-24169FB87B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8075" y="2800350"/>
              <a:ext cx="1698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855" name="Shape 4524">
              <a:extLst>
                <a:ext uri="{FF2B5EF4-FFF2-40B4-BE49-F238E27FC236}">
                  <a16:creationId xmlns:a16="http://schemas.microsoft.com/office/drawing/2014/main" id="{5132070B-9AD3-480E-A307-D9694E8BE5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27538" y="2800350"/>
              <a:ext cx="1698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856" name="Shape 4525">
              <a:extLst>
                <a:ext uri="{FF2B5EF4-FFF2-40B4-BE49-F238E27FC236}">
                  <a16:creationId xmlns:a16="http://schemas.microsoft.com/office/drawing/2014/main" id="{45D6F69B-26BF-41EB-A044-D8CD66FB8D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02238" y="2800350"/>
              <a:ext cx="1698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71857" name="Shape 4526">
              <a:extLst>
                <a:ext uri="{FF2B5EF4-FFF2-40B4-BE49-F238E27FC236}">
                  <a16:creationId xmlns:a16="http://schemas.microsoft.com/office/drawing/2014/main" id="{9B85EC98-D703-499F-817D-7477A03F55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7575" y="2800350"/>
              <a:ext cx="1698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858" name="Shape 4527">
              <a:extLst>
                <a:ext uri="{FF2B5EF4-FFF2-40B4-BE49-F238E27FC236}">
                  <a16:creationId xmlns:a16="http://schemas.microsoft.com/office/drawing/2014/main" id="{C5B333A9-F2E3-49E7-9FAF-2FD9AB7555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75450" y="2800350"/>
              <a:ext cx="1698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859" name="Shape 4528">
              <a:extLst>
                <a:ext uri="{FF2B5EF4-FFF2-40B4-BE49-F238E27FC236}">
                  <a16:creationId xmlns:a16="http://schemas.microsoft.com/office/drawing/2014/main" id="{F008D325-A277-4182-8200-BD28CFB1B4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51738" y="2800350"/>
              <a:ext cx="1698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71860" name="Shape 4529">
              <a:extLst>
                <a:ext uri="{FF2B5EF4-FFF2-40B4-BE49-F238E27FC236}">
                  <a16:creationId xmlns:a16="http://schemas.microsoft.com/office/drawing/2014/main" id="{2113902F-644B-4B0F-8B6E-D58A5B2C5A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89988" y="2792413"/>
              <a:ext cx="11112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861" name="Shape 4530">
              <a:extLst>
                <a:ext uri="{FF2B5EF4-FFF2-40B4-BE49-F238E27FC236}">
                  <a16:creationId xmlns:a16="http://schemas.microsoft.com/office/drawing/2014/main" id="{6D62D00F-6825-4A0E-B198-F8B7F3E536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300" y="3067050"/>
              <a:ext cx="9525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862" name="Shape 4531">
              <a:extLst>
                <a:ext uri="{FF2B5EF4-FFF2-40B4-BE49-F238E27FC236}">
                  <a16:creationId xmlns:a16="http://schemas.microsoft.com/office/drawing/2014/main" id="{4CA79A95-0417-4DBE-8A42-A36FB61D3A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18500" y="2800350"/>
              <a:ext cx="1698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863" name="Shape 4532">
              <a:extLst>
                <a:ext uri="{FF2B5EF4-FFF2-40B4-BE49-F238E27FC236}">
                  <a16:creationId xmlns:a16="http://schemas.microsoft.com/office/drawing/2014/main" id="{1F076101-4A6B-4ED7-88A3-D580CCEB92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2738" y="3067050"/>
              <a:ext cx="11112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864" name="Shape 4533">
              <a:extLst>
                <a:ext uri="{FF2B5EF4-FFF2-40B4-BE49-F238E27FC236}">
                  <a16:creationId xmlns:a16="http://schemas.microsoft.com/office/drawing/2014/main" id="{A0FE387B-67B4-413E-999B-4BFED0A0BE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8700" y="3074988"/>
              <a:ext cx="207963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71865" name="Shape 4534">
              <a:extLst>
                <a:ext uri="{FF2B5EF4-FFF2-40B4-BE49-F238E27FC236}">
                  <a16:creationId xmlns:a16="http://schemas.microsoft.com/office/drawing/2014/main" id="{3F99405D-A23F-40E1-BD37-2979087EE6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7225" y="30749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71866" name="Shape 4535">
              <a:extLst>
                <a:ext uri="{FF2B5EF4-FFF2-40B4-BE49-F238E27FC236}">
                  <a16:creationId xmlns:a16="http://schemas.microsoft.com/office/drawing/2014/main" id="{8FA4BE63-9DBC-4D25-82B3-E2361E96DC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5013" y="3067050"/>
              <a:ext cx="11112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867" name="Shape 4536">
              <a:extLst>
                <a:ext uri="{FF2B5EF4-FFF2-40B4-BE49-F238E27FC236}">
                  <a16:creationId xmlns:a16="http://schemas.microsoft.com/office/drawing/2014/main" id="{AE35C2FB-8B63-4C92-A5DD-B0822F3262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70188" y="30749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71868" name="Shape 4537">
              <a:extLst>
                <a:ext uri="{FF2B5EF4-FFF2-40B4-BE49-F238E27FC236}">
                  <a16:creationId xmlns:a16="http://schemas.microsoft.com/office/drawing/2014/main" id="{340573C4-BEA8-49AE-876C-1CEC226DFA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6488" y="30749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71869" name="Shape 4538">
              <a:extLst>
                <a:ext uri="{FF2B5EF4-FFF2-40B4-BE49-F238E27FC236}">
                  <a16:creationId xmlns:a16="http://schemas.microsoft.com/office/drawing/2014/main" id="{A21E5B9B-A792-492A-B5B4-54DCBAC6F2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24363" y="30749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870" name="Shape 4539">
              <a:extLst>
                <a:ext uri="{FF2B5EF4-FFF2-40B4-BE49-F238E27FC236}">
                  <a16:creationId xmlns:a16="http://schemas.microsoft.com/office/drawing/2014/main" id="{538C091D-9F5C-4E2B-8A85-C8E3CEB365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00650" y="3074988"/>
              <a:ext cx="169863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871" name="Shape 4540">
              <a:extLst>
                <a:ext uri="{FF2B5EF4-FFF2-40B4-BE49-F238E27FC236}">
                  <a16:creationId xmlns:a16="http://schemas.microsoft.com/office/drawing/2014/main" id="{2A0B2AEC-42EF-463A-BC10-C2C85F0CE5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5988" y="30749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71872" name="Shape 4541">
              <a:extLst>
                <a:ext uri="{FF2B5EF4-FFF2-40B4-BE49-F238E27FC236}">
                  <a16:creationId xmlns:a16="http://schemas.microsoft.com/office/drawing/2014/main" id="{C15823AA-9F03-4F30-8479-D841F80C4E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73863" y="30749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873" name="Shape 4542">
              <a:extLst>
                <a:ext uri="{FF2B5EF4-FFF2-40B4-BE49-F238E27FC236}">
                  <a16:creationId xmlns:a16="http://schemas.microsoft.com/office/drawing/2014/main" id="{15EB6F83-BE2E-4F98-BF26-C35CCA4141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48563" y="30749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874" name="Shape 4543">
              <a:extLst>
                <a:ext uri="{FF2B5EF4-FFF2-40B4-BE49-F238E27FC236}">
                  <a16:creationId xmlns:a16="http://schemas.microsoft.com/office/drawing/2014/main" id="{1FF6BD8D-92FF-4764-9035-62BF9002CA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89988" y="3067050"/>
              <a:ext cx="11112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875" name="Shape 4544">
              <a:extLst>
                <a:ext uri="{FF2B5EF4-FFF2-40B4-BE49-F238E27FC236}">
                  <a16:creationId xmlns:a16="http://schemas.microsoft.com/office/drawing/2014/main" id="{7AC94A16-FC1C-4478-BEB4-7FB7B1126C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300" y="3344863"/>
              <a:ext cx="9525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876" name="Shape 4545">
              <a:extLst>
                <a:ext uri="{FF2B5EF4-FFF2-40B4-BE49-F238E27FC236}">
                  <a16:creationId xmlns:a16="http://schemas.microsoft.com/office/drawing/2014/main" id="{AF20B168-626F-4FFE-A860-F47D8CAA0A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16913" y="30749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877" name="Shape 4546">
              <a:extLst>
                <a:ext uri="{FF2B5EF4-FFF2-40B4-BE49-F238E27FC236}">
                  <a16:creationId xmlns:a16="http://schemas.microsoft.com/office/drawing/2014/main" id="{725727B5-D586-412A-A8ED-93BFC9EEA7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2738" y="3344863"/>
              <a:ext cx="11112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878" name="Shape 4547">
              <a:extLst>
                <a:ext uri="{FF2B5EF4-FFF2-40B4-BE49-F238E27FC236}">
                  <a16:creationId xmlns:a16="http://schemas.microsoft.com/office/drawing/2014/main" id="{BF456994-7A8F-49AC-8DF6-F94212481D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3938" y="3349625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71879" name="Shape 4548">
              <a:extLst>
                <a:ext uri="{FF2B5EF4-FFF2-40B4-BE49-F238E27FC236}">
                  <a16:creationId xmlns:a16="http://schemas.microsoft.com/office/drawing/2014/main" id="{5075A790-550F-4C0A-917C-C23B27148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7225" y="3349625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71880" name="Shape 4549">
              <a:extLst>
                <a:ext uri="{FF2B5EF4-FFF2-40B4-BE49-F238E27FC236}">
                  <a16:creationId xmlns:a16="http://schemas.microsoft.com/office/drawing/2014/main" id="{05A43F7E-C685-4E8D-8BEB-ABCF8C3A41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5013" y="3344863"/>
              <a:ext cx="11112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881" name="Shape 4550">
              <a:extLst>
                <a:ext uri="{FF2B5EF4-FFF2-40B4-BE49-F238E27FC236}">
                  <a16:creationId xmlns:a16="http://schemas.microsoft.com/office/drawing/2014/main" id="{2FF5627A-7820-4DBD-B07F-E9EF472EE5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70188" y="3349625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71882" name="Shape 4551">
              <a:extLst>
                <a:ext uri="{FF2B5EF4-FFF2-40B4-BE49-F238E27FC236}">
                  <a16:creationId xmlns:a16="http://schemas.microsoft.com/office/drawing/2014/main" id="{86540277-4A09-4B5B-BA59-677CE61905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4900" y="3349625"/>
              <a:ext cx="1698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883" name="Shape 4552">
              <a:extLst>
                <a:ext uri="{FF2B5EF4-FFF2-40B4-BE49-F238E27FC236}">
                  <a16:creationId xmlns:a16="http://schemas.microsoft.com/office/drawing/2014/main" id="{040D668C-FC50-4EC6-9605-0012AD500C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24363" y="3349625"/>
              <a:ext cx="1698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71884" name="Shape 4553">
              <a:extLst>
                <a:ext uri="{FF2B5EF4-FFF2-40B4-BE49-F238E27FC236}">
                  <a16:creationId xmlns:a16="http://schemas.microsoft.com/office/drawing/2014/main" id="{BEA80719-04A2-4AFD-82A5-23C65C78C3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99063" y="3349625"/>
              <a:ext cx="1698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885" name="Shape 4554">
              <a:extLst>
                <a:ext uri="{FF2B5EF4-FFF2-40B4-BE49-F238E27FC236}">
                  <a16:creationId xmlns:a16="http://schemas.microsoft.com/office/drawing/2014/main" id="{15D41376-F33E-4526-BFE9-986CA13503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4400" y="3349625"/>
              <a:ext cx="1698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886" name="Shape 4555">
              <a:extLst>
                <a:ext uri="{FF2B5EF4-FFF2-40B4-BE49-F238E27FC236}">
                  <a16:creationId xmlns:a16="http://schemas.microsoft.com/office/drawing/2014/main" id="{30F52D8F-6AB1-4161-B63F-589C4E699D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72275" y="3349625"/>
              <a:ext cx="1698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71887" name="Shape 4556">
              <a:extLst>
                <a:ext uri="{FF2B5EF4-FFF2-40B4-BE49-F238E27FC236}">
                  <a16:creationId xmlns:a16="http://schemas.microsoft.com/office/drawing/2014/main" id="{80A2364B-B843-4027-9037-D8EBDC7F30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48563" y="3349625"/>
              <a:ext cx="1698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888" name="Shape 4557">
              <a:extLst>
                <a:ext uri="{FF2B5EF4-FFF2-40B4-BE49-F238E27FC236}">
                  <a16:creationId xmlns:a16="http://schemas.microsoft.com/office/drawing/2014/main" id="{BE0C08F3-2155-4DCE-85D9-F01BE7980D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89988" y="3344863"/>
              <a:ext cx="11112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889" name="Shape 4558">
              <a:extLst>
                <a:ext uri="{FF2B5EF4-FFF2-40B4-BE49-F238E27FC236}">
                  <a16:creationId xmlns:a16="http://schemas.microsoft.com/office/drawing/2014/main" id="{68129538-19F5-4A5D-8E75-168A0421B1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4525" y="3649663"/>
              <a:ext cx="8158163" cy="111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890" name="Shape 4559">
              <a:extLst>
                <a:ext uri="{FF2B5EF4-FFF2-40B4-BE49-F238E27FC236}">
                  <a16:creationId xmlns:a16="http://schemas.microsoft.com/office/drawing/2014/main" id="{227279D9-4032-4110-B7F4-1B900D72B0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15325" y="3349625"/>
              <a:ext cx="1698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71891" name="Shape 4560">
              <a:extLst>
                <a:ext uri="{FF2B5EF4-FFF2-40B4-BE49-F238E27FC236}">
                  <a16:creationId xmlns:a16="http://schemas.microsoft.com/office/drawing/2014/main" id="{04ABB249-571B-40F6-83AB-B81EB0012F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17675" y="2125663"/>
              <a:ext cx="565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0 </a:t>
              </a:r>
            </a:p>
          </p:txBody>
        </p:sp>
        <p:sp>
          <p:nvSpPr>
            <p:cNvPr id="371892" name="Shape 4561">
              <a:extLst>
                <a:ext uri="{FF2B5EF4-FFF2-40B4-BE49-F238E27FC236}">
                  <a16:creationId xmlns:a16="http://schemas.microsoft.com/office/drawing/2014/main" id="{060BED1E-BBEF-4AC5-9788-E227BCE21C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52700" y="2125663"/>
              <a:ext cx="565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1 </a:t>
              </a:r>
            </a:p>
          </p:txBody>
        </p:sp>
        <p:sp>
          <p:nvSpPr>
            <p:cNvPr id="371893" name="Shape 4562">
              <a:extLst>
                <a:ext uri="{FF2B5EF4-FFF2-40B4-BE49-F238E27FC236}">
                  <a16:creationId xmlns:a16="http://schemas.microsoft.com/office/drawing/2014/main" id="{DDCC05A0-1966-4E92-A7C0-9339A0B7EF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0425" y="208438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71894" name="Shape 4563">
              <a:extLst>
                <a:ext uri="{FF2B5EF4-FFF2-40B4-BE49-F238E27FC236}">
                  <a16:creationId xmlns:a16="http://schemas.microsoft.com/office/drawing/2014/main" id="{43408417-ECA1-430C-AE66-F7ADD6B20F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78300" y="2070100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71895" name="Shape 4564">
              <a:extLst>
                <a:ext uri="{FF2B5EF4-FFF2-40B4-BE49-F238E27FC236}">
                  <a16:creationId xmlns:a16="http://schemas.microsoft.com/office/drawing/2014/main" id="{B9933DE4-833F-4D52-9501-B22F3F30B8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05388" y="2070100"/>
              <a:ext cx="592137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71896" name="Shape 4565">
              <a:extLst>
                <a:ext uri="{FF2B5EF4-FFF2-40B4-BE49-F238E27FC236}">
                  <a16:creationId xmlns:a16="http://schemas.microsoft.com/office/drawing/2014/main" id="{B9AA0F9C-64D5-49A2-9397-B7CDA51B48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61038" y="2070100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71897" name="Shape 4566">
              <a:extLst>
                <a:ext uri="{FF2B5EF4-FFF2-40B4-BE49-F238E27FC236}">
                  <a16:creationId xmlns:a16="http://schemas.microsoft.com/office/drawing/2014/main" id="{4D551306-74C4-4EE0-ACD5-E9439F60B9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32563" y="2084388"/>
              <a:ext cx="592137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71898" name="Shape 4567">
              <a:extLst>
                <a:ext uri="{FF2B5EF4-FFF2-40B4-BE49-F238E27FC236}">
                  <a16:creationId xmlns:a16="http://schemas.microsoft.com/office/drawing/2014/main" id="{16F1BB72-4476-4C52-B9AB-9D022275DA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04088" y="2070100"/>
              <a:ext cx="592137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71899" name="Shape 4568">
              <a:extLst>
                <a:ext uri="{FF2B5EF4-FFF2-40B4-BE49-F238E27FC236}">
                  <a16:creationId xmlns:a16="http://schemas.microsoft.com/office/drawing/2014/main" id="{116B2475-4CA3-4582-AB87-FE6A1720D9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04188" y="2052638"/>
              <a:ext cx="592137" cy="338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371900" name="Shape 4569">
              <a:extLst>
                <a:ext uri="{FF2B5EF4-FFF2-40B4-BE49-F238E27FC236}">
                  <a16:creationId xmlns:a16="http://schemas.microsoft.com/office/drawing/2014/main" id="{C42B719E-A331-4002-A882-FC95E210C4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4525" y="1593850"/>
              <a:ext cx="8158163" cy="9525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371714" name="Shape 2782">
            <a:extLst>
              <a:ext uri="{FF2B5EF4-FFF2-40B4-BE49-F238E27FC236}">
                <a16:creationId xmlns:a16="http://schemas.microsoft.com/office/drawing/2014/main" id="{688C4381-8AB4-457D-9AC2-31DC8D50DE3A}"/>
              </a:ext>
            </a:extLst>
          </p:cNvPr>
          <p:cNvSpPr txBox="1">
            <a:spLocks/>
          </p:cNvSpPr>
          <p:nvPr/>
        </p:nvSpPr>
        <p:spPr bwMode="auto">
          <a:xfrm>
            <a:off x="0" y="34925"/>
            <a:ext cx="9144000" cy="754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State Table (same as before)</a:t>
            </a:r>
          </a:p>
        </p:txBody>
      </p:sp>
      <p:sp>
        <p:nvSpPr>
          <p:cNvPr id="371715" name="Shape 2782">
            <a:extLst>
              <a:ext uri="{FF2B5EF4-FFF2-40B4-BE49-F238E27FC236}">
                <a16:creationId xmlns:a16="http://schemas.microsoft.com/office/drawing/2014/main" id="{E02C3190-9266-412A-BF75-84162E0FC164}"/>
              </a:ext>
            </a:extLst>
          </p:cNvPr>
          <p:cNvSpPr txBox="1">
            <a:spLocks/>
          </p:cNvSpPr>
          <p:nvPr/>
        </p:nvSpPr>
        <p:spPr bwMode="auto">
          <a:xfrm>
            <a:off x="0" y="3157538"/>
            <a:ext cx="9144000" cy="755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State-Assigned Table</a:t>
            </a:r>
          </a:p>
        </p:txBody>
      </p:sp>
      <p:sp>
        <p:nvSpPr>
          <p:cNvPr id="371716" name="TextBox 125">
            <a:extLst>
              <a:ext uri="{FF2B5EF4-FFF2-40B4-BE49-F238E27FC236}">
                <a16:creationId xmlns:a16="http://schemas.microsoft.com/office/drawing/2014/main" id="{ACA257AD-832E-44C2-99BB-E83060981F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5838" y="6550025"/>
            <a:ext cx="309721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[ Figure 6.12 &amp; 6.21 from the textbook ]</a:t>
            </a:r>
          </a:p>
        </p:txBody>
      </p:sp>
      <p:grpSp>
        <p:nvGrpSpPr>
          <p:cNvPr id="371717" name="Group 183">
            <a:extLst>
              <a:ext uri="{FF2B5EF4-FFF2-40B4-BE49-F238E27FC236}">
                <a16:creationId xmlns:a16="http://schemas.microsoft.com/office/drawing/2014/main" id="{A27ADC4D-296B-4F33-BC05-0E92E2538CB6}"/>
              </a:ext>
            </a:extLst>
          </p:cNvPr>
          <p:cNvGrpSpPr>
            <a:grpSpLocks/>
          </p:cNvGrpSpPr>
          <p:nvPr/>
        </p:nvGrpSpPr>
        <p:grpSpPr bwMode="auto">
          <a:xfrm>
            <a:off x="434975" y="3981450"/>
            <a:ext cx="8274050" cy="2479675"/>
            <a:chOff x="434975" y="3981450"/>
            <a:chExt cx="8274050" cy="2479675"/>
          </a:xfrm>
        </p:grpSpPr>
        <p:sp>
          <p:nvSpPr>
            <p:cNvPr id="371719" name="Shape 4587">
              <a:extLst>
                <a:ext uri="{FF2B5EF4-FFF2-40B4-BE49-F238E27FC236}">
                  <a16:creationId xmlns:a16="http://schemas.microsoft.com/office/drawing/2014/main" id="{A7DA2F98-E9F1-4C34-960F-3B4B0D6423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3981450"/>
              <a:ext cx="7967662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720" name="Shape 4588">
              <a:extLst>
                <a:ext uri="{FF2B5EF4-FFF2-40B4-BE49-F238E27FC236}">
                  <a16:creationId xmlns:a16="http://schemas.microsoft.com/office/drawing/2014/main" id="{E5E0EAEC-1A54-4FB5-8174-51F541507D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3990975"/>
              <a:ext cx="11112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721" name="Shape 4589">
              <a:extLst>
                <a:ext uri="{FF2B5EF4-FFF2-40B4-BE49-F238E27FC236}">
                  <a16:creationId xmlns:a16="http://schemas.microsoft.com/office/drawing/2014/main" id="{D435E4A5-17C2-495A-A541-F4914BADDA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4400550"/>
              <a:ext cx="11112" cy="4143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722" name="Shape 4590">
              <a:extLst>
                <a:ext uri="{FF2B5EF4-FFF2-40B4-BE49-F238E27FC236}">
                  <a16:creationId xmlns:a16="http://schemas.microsoft.com/office/drawing/2014/main" id="{2B65398B-48B4-4FF4-A5B3-AD3D7121F9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4814888"/>
              <a:ext cx="11112" cy="41116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723" name="Shape 4591">
              <a:extLst>
                <a:ext uri="{FF2B5EF4-FFF2-40B4-BE49-F238E27FC236}">
                  <a16:creationId xmlns:a16="http://schemas.microsoft.com/office/drawing/2014/main" id="{2646EDEF-A9FD-46A4-B862-A6EB253809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5229225"/>
              <a:ext cx="11112" cy="3635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724" name="Shape 4592">
              <a:extLst>
                <a:ext uri="{FF2B5EF4-FFF2-40B4-BE49-F238E27FC236}">
                  <a16:creationId xmlns:a16="http://schemas.microsoft.com/office/drawing/2014/main" id="{F9CF5791-57D7-4C03-8FAD-D812EF1ADB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5592763"/>
              <a:ext cx="11112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725" name="Shape 4593">
              <a:extLst>
                <a:ext uri="{FF2B5EF4-FFF2-40B4-BE49-F238E27FC236}">
                  <a16:creationId xmlns:a16="http://schemas.microsoft.com/office/drawing/2014/main" id="{34F6A310-30A3-4202-BC26-BF2A192B5F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5843588"/>
              <a:ext cx="11112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726" name="Shape 4594">
              <a:extLst>
                <a:ext uri="{FF2B5EF4-FFF2-40B4-BE49-F238E27FC236}">
                  <a16:creationId xmlns:a16="http://schemas.microsoft.com/office/drawing/2014/main" id="{EEB7D856-5C36-411A-B510-DC40122DCA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6122988"/>
              <a:ext cx="11112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727" name="Shape 4595">
              <a:extLst>
                <a:ext uri="{FF2B5EF4-FFF2-40B4-BE49-F238E27FC236}">
                  <a16:creationId xmlns:a16="http://schemas.microsoft.com/office/drawing/2014/main" id="{3901F98F-30AD-4164-BE0B-3BF239E909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3990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728" name="Shape 4596">
              <a:extLst>
                <a:ext uri="{FF2B5EF4-FFF2-40B4-BE49-F238E27FC236}">
                  <a16:creationId xmlns:a16="http://schemas.microsoft.com/office/drawing/2014/main" id="{FACEA4C1-1FBE-4239-B2C7-D7AC1DE453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3990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729" name="Shape 4597">
              <a:extLst>
                <a:ext uri="{FF2B5EF4-FFF2-40B4-BE49-F238E27FC236}">
                  <a16:creationId xmlns:a16="http://schemas.microsoft.com/office/drawing/2014/main" id="{94C01038-71E3-47C0-B5D3-D06086AB61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3990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730" name="Shape 4598">
              <a:extLst>
                <a:ext uri="{FF2B5EF4-FFF2-40B4-BE49-F238E27FC236}">
                  <a16:creationId xmlns:a16="http://schemas.microsoft.com/office/drawing/2014/main" id="{31C86B6A-DFC4-4E7C-A7B9-8DEFA17E1E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6788" y="4156075"/>
              <a:ext cx="86995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371731" name="Shape 4599">
              <a:extLst>
                <a:ext uri="{FF2B5EF4-FFF2-40B4-BE49-F238E27FC236}">
                  <a16:creationId xmlns:a16="http://schemas.microsoft.com/office/drawing/2014/main" id="{B43DB776-18EA-4327-98FA-381D5ACE64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3990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732" name="Shape 4600">
              <a:extLst>
                <a:ext uri="{FF2B5EF4-FFF2-40B4-BE49-F238E27FC236}">
                  <a16:creationId xmlns:a16="http://schemas.microsoft.com/office/drawing/2014/main" id="{7432E9D3-558D-4DC5-94D9-A4477E3924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4392613"/>
              <a:ext cx="2265363" cy="111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733" name="Shape 4601">
              <a:extLst>
                <a:ext uri="{FF2B5EF4-FFF2-40B4-BE49-F238E27FC236}">
                  <a16:creationId xmlns:a16="http://schemas.microsoft.com/office/drawing/2014/main" id="{94A9A1D9-0899-4458-A2AC-027F46329B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4400550"/>
              <a:ext cx="9525" cy="4143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734" name="Shape 4602">
              <a:extLst>
                <a:ext uri="{FF2B5EF4-FFF2-40B4-BE49-F238E27FC236}">
                  <a16:creationId xmlns:a16="http://schemas.microsoft.com/office/drawing/2014/main" id="{AB536171-C868-4927-BD98-425C515A23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1588" y="4105275"/>
              <a:ext cx="107315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371735" name="Shape 4603">
              <a:extLst>
                <a:ext uri="{FF2B5EF4-FFF2-40B4-BE49-F238E27FC236}">
                  <a16:creationId xmlns:a16="http://schemas.microsoft.com/office/drawing/2014/main" id="{DDF9FED5-DB6A-463F-9FC6-6046D8E218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4400550"/>
              <a:ext cx="9525" cy="4143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736" name="Shape 4604">
              <a:extLst>
                <a:ext uri="{FF2B5EF4-FFF2-40B4-BE49-F238E27FC236}">
                  <a16:creationId xmlns:a16="http://schemas.microsoft.com/office/drawing/2014/main" id="{995003F1-9328-4C68-8F08-0515AE3482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2200" y="4467225"/>
              <a:ext cx="60166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371737" name="Shape 4605">
              <a:extLst>
                <a:ext uri="{FF2B5EF4-FFF2-40B4-BE49-F238E27FC236}">
                  <a16:creationId xmlns:a16="http://schemas.microsoft.com/office/drawing/2014/main" id="{A092B73A-7CFC-4EEE-82AA-64C7BED2F3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4400550"/>
              <a:ext cx="9525" cy="4143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738" name="Shape 4606">
              <a:extLst>
                <a:ext uri="{FF2B5EF4-FFF2-40B4-BE49-F238E27FC236}">
                  <a16:creationId xmlns:a16="http://schemas.microsoft.com/office/drawing/2014/main" id="{7FB75072-46A1-42E3-9D8B-BC5281A156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4803775"/>
              <a:ext cx="6835775" cy="111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739" name="Shape 4607">
              <a:extLst>
                <a:ext uri="{FF2B5EF4-FFF2-40B4-BE49-F238E27FC236}">
                  <a16:creationId xmlns:a16="http://schemas.microsoft.com/office/drawing/2014/main" id="{CA917D10-33B8-4C52-A693-379B7CB084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4814888"/>
              <a:ext cx="9525" cy="41116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740" name="Shape 4608">
              <a:extLst>
                <a:ext uri="{FF2B5EF4-FFF2-40B4-BE49-F238E27FC236}">
                  <a16:creationId xmlns:a16="http://schemas.microsoft.com/office/drawing/2014/main" id="{ACC9AC46-F137-4A02-8D23-E90C8F42E7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4814888"/>
              <a:ext cx="9525" cy="41116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741" name="Shape 4609">
              <a:extLst>
                <a:ext uri="{FF2B5EF4-FFF2-40B4-BE49-F238E27FC236}">
                  <a16:creationId xmlns:a16="http://schemas.microsoft.com/office/drawing/2014/main" id="{2F411A62-5D88-43DD-B5B5-FB8DCFA53F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4814888"/>
              <a:ext cx="9525" cy="41116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742" name="Shape 4610">
              <a:extLst>
                <a:ext uri="{FF2B5EF4-FFF2-40B4-BE49-F238E27FC236}">
                  <a16:creationId xmlns:a16="http://schemas.microsoft.com/office/drawing/2014/main" id="{177F2B5B-9903-43BC-8C15-4F634B327D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5214938"/>
              <a:ext cx="7967662" cy="111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743" name="Shape 4611">
              <a:extLst>
                <a:ext uri="{FF2B5EF4-FFF2-40B4-BE49-F238E27FC236}">
                  <a16:creationId xmlns:a16="http://schemas.microsoft.com/office/drawing/2014/main" id="{F387BE45-A262-41CE-ACA0-5BBE6A5515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56313" y="4362450"/>
              <a:ext cx="9255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371744" name="Shape 4612">
              <a:extLst>
                <a:ext uri="{FF2B5EF4-FFF2-40B4-BE49-F238E27FC236}">
                  <a16:creationId xmlns:a16="http://schemas.microsoft.com/office/drawing/2014/main" id="{A48DA639-9FED-488A-804D-5706F03BF9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5229225"/>
              <a:ext cx="9525" cy="3635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745" name="Shape 4613">
              <a:extLst>
                <a:ext uri="{FF2B5EF4-FFF2-40B4-BE49-F238E27FC236}">
                  <a16:creationId xmlns:a16="http://schemas.microsoft.com/office/drawing/2014/main" id="{35DD0655-70D3-4CED-8E3C-6DCC223D9A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975" y="5308600"/>
              <a:ext cx="3317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71746" name="Shape 4614">
              <a:extLst>
                <a:ext uri="{FF2B5EF4-FFF2-40B4-BE49-F238E27FC236}">
                  <a16:creationId xmlns:a16="http://schemas.microsoft.com/office/drawing/2014/main" id="{28F8DDAB-62FC-4177-AF46-9ADF2C9262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7425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747" name="Shape 4615">
              <a:extLst>
                <a:ext uri="{FF2B5EF4-FFF2-40B4-BE49-F238E27FC236}">
                  <a16:creationId xmlns:a16="http://schemas.microsoft.com/office/drawing/2014/main" id="{BB6958E3-EF79-4ACB-8C72-2CDF04C5BA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5229225"/>
              <a:ext cx="9525" cy="3635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748" name="Shape 4616">
              <a:extLst>
                <a:ext uri="{FF2B5EF4-FFF2-40B4-BE49-F238E27FC236}">
                  <a16:creationId xmlns:a16="http://schemas.microsoft.com/office/drawing/2014/main" id="{F13CC692-4DB9-405D-837A-287544EABE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8875" y="5308600"/>
              <a:ext cx="5222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001 </a:t>
              </a:r>
            </a:p>
          </p:txBody>
        </p:sp>
        <p:sp>
          <p:nvSpPr>
            <p:cNvPr id="371749" name="Shape 4617">
              <a:extLst>
                <a:ext uri="{FF2B5EF4-FFF2-40B4-BE49-F238E27FC236}">
                  <a16:creationId xmlns:a16="http://schemas.microsoft.com/office/drawing/2014/main" id="{0E3E3015-DEE8-4F9B-A71A-D86620F2AB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825" y="5308600"/>
              <a:ext cx="58261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0001</a:t>
              </a:r>
            </a:p>
          </p:txBody>
        </p:sp>
        <p:sp>
          <p:nvSpPr>
            <p:cNvPr id="371750" name="Shape 4618">
              <a:extLst>
                <a:ext uri="{FF2B5EF4-FFF2-40B4-BE49-F238E27FC236}">
                  <a16:creationId xmlns:a16="http://schemas.microsoft.com/office/drawing/2014/main" id="{607F8A05-9364-4FEC-8FC9-E9CF3E234B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1988" y="5308600"/>
              <a:ext cx="5826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0010</a:t>
              </a:r>
            </a:p>
          </p:txBody>
        </p:sp>
        <p:sp>
          <p:nvSpPr>
            <p:cNvPr id="371751" name="Shape 4619">
              <a:extLst>
                <a:ext uri="{FF2B5EF4-FFF2-40B4-BE49-F238E27FC236}">
                  <a16:creationId xmlns:a16="http://schemas.microsoft.com/office/drawing/2014/main" id="{938A0392-3E62-44EF-AFD2-5E16684F12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8338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752" name="Shape 4620">
              <a:extLst>
                <a:ext uri="{FF2B5EF4-FFF2-40B4-BE49-F238E27FC236}">
                  <a16:creationId xmlns:a16="http://schemas.microsoft.com/office/drawing/2014/main" id="{CDFD192B-C5D5-4A5A-BAF9-039D434AF2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2225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753" name="Shape 4621">
              <a:extLst>
                <a:ext uri="{FF2B5EF4-FFF2-40B4-BE49-F238E27FC236}">
                  <a16:creationId xmlns:a16="http://schemas.microsoft.com/office/drawing/2014/main" id="{610070B3-D84E-448D-B8D8-398E71CE4D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6113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754" name="Shape 4622">
              <a:extLst>
                <a:ext uri="{FF2B5EF4-FFF2-40B4-BE49-F238E27FC236}">
                  <a16:creationId xmlns:a16="http://schemas.microsoft.com/office/drawing/2014/main" id="{EDB634FB-3E0E-43EA-8B27-FE87AC376A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48413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755" name="Shape 4623">
              <a:extLst>
                <a:ext uri="{FF2B5EF4-FFF2-40B4-BE49-F238E27FC236}">
                  <a16:creationId xmlns:a16="http://schemas.microsoft.com/office/drawing/2014/main" id="{F6935286-6B5D-4BB7-AEAA-2FB255D439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3888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756" name="Shape 4624">
              <a:extLst>
                <a:ext uri="{FF2B5EF4-FFF2-40B4-BE49-F238E27FC236}">
                  <a16:creationId xmlns:a16="http://schemas.microsoft.com/office/drawing/2014/main" id="{0BF2B548-4419-4340-9C26-980589420C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4600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757" name="Shape 4625">
              <a:extLst>
                <a:ext uri="{FF2B5EF4-FFF2-40B4-BE49-F238E27FC236}">
                  <a16:creationId xmlns:a16="http://schemas.microsoft.com/office/drawing/2014/main" id="{732FE044-D3CD-4554-9E25-7D812C99CB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5229225"/>
              <a:ext cx="9525" cy="3635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758" name="Shape 4626">
              <a:extLst>
                <a:ext uri="{FF2B5EF4-FFF2-40B4-BE49-F238E27FC236}">
                  <a16:creationId xmlns:a16="http://schemas.microsoft.com/office/drawing/2014/main" id="{0BAD1ACA-8D7B-4E2A-AEE2-93D7541DE9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0550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759" name="Shape 4627">
              <a:extLst>
                <a:ext uri="{FF2B5EF4-FFF2-40B4-BE49-F238E27FC236}">
                  <a16:creationId xmlns:a16="http://schemas.microsoft.com/office/drawing/2014/main" id="{F05FCE97-8AAB-47D8-9999-2F8BA8C463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55927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760" name="Shape 4628">
              <a:extLst>
                <a:ext uri="{FF2B5EF4-FFF2-40B4-BE49-F238E27FC236}">
                  <a16:creationId xmlns:a16="http://schemas.microsoft.com/office/drawing/2014/main" id="{2ED2EBFD-8BC9-47B5-8719-820F72525A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325" y="5583238"/>
              <a:ext cx="3190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371761" name="Shape 4629">
              <a:extLst>
                <a:ext uri="{FF2B5EF4-FFF2-40B4-BE49-F238E27FC236}">
                  <a16:creationId xmlns:a16="http://schemas.microsoft.com/office/drawing/2014/main" id="{B4CA7D0B-7A9D-4221-909D-6B2D4E4EBB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9013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762" name="Shape 4630">
              <a:extLst>
                <a:ext uri="{FF2B5EF4-FFF2-40B4-BE49-F238E27FC236}">
                  <a16:creationId xmlns:a16="http://schemas.microsoft.com/office/drawing/2014/main" id="{4F11E68B-B31C-4208-8F3D-1C22E7602C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55927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763" name="Shape 4631">
              <a:extLst>
                <a:ext uri="{FF2B5EF4-FFF2-40B4-BE49-F238E27FC236}">
                  <a16:creationId xmlns:a16="http://schemas.microsoft.com/office/drawing/2014/main" id="{7D96ECB0-3E94-4E75-A762-E9E5B72B4D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0463" y="5583238"/>
              <a:ext cx="522287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010 </a:t>
              </a:r>
            </a:p>
          </p:txBody>
        </p:sp>
        <p:sp>
          <p:nvSpPr>
            <p:cNvPr id="371764" name="Shape 4632">
              <a:extLst>
                <a:ext uri="{FF2B5EF4-FFF2-40B4-BE49-F238E27FC236}">
                  <a16:creationId xmlns:a16="http://schemas.microsoft.com/office/drawing/2014/main" id="{A26041D6-F1AC-4FD9-81E8-20E99E31F8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825" y="5583238"/>
              <a:ext cx="58261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0100</a:t>
              </a:r>
            </a:p>
          </p:txBody>
        </p:sp>
        <p:sp>
          <p:nvSpPr>
            <p:cNvPr id="371765" name="Shape 4633">
              <a:extLst>
                <a:ext uri="{FF2B5EF4-FFF2-40B4-BE49-F238E27FC236}">
                  <a16:creationId xmlns:a16="http://schemas.microsoft.com/office/drawing/2014/main" id="{570A11D8-DF75-47A5-B67C-CB1CA85716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1988" y="5583238"/>
              <a:ext cx="5826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0100</a:t>
              </a:r>
            </a:p>
          </p:txBody>
        </p:sp>
        <p:sp>
          <p:nvSpPr>
            <p:cNvPr id="371766" name="Shape 4634">
              <a:extLst>
                <a:ext uri="{FF2B5EF4-FFF2-40B4-BE49-F238E27FC236}">
                  <a16:creationId xmlns:a16="http://schemas.microsoft.com/office/drawing/2014/main" id="{DBA062E5-D318-41F2-95CA-641AB1C823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9925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767" name="Shape 4635">
              <a:extLst>
                <a:ext uri="{FF2B5EF4-FFF2-40B4-BE49-F238E27FC236}">
                  <a16:creationId xmlns:a16="http://schemas.microsoft.com/office/drawing/2014/main" id="{CDC33CE8-8077-4A48-B922-C520590077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2225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768" name="Shape 4636">
              <a:extLst>
                <a:ext uri="{FF2B5EF4-FFF2-40B4-BE49-F238E27FC236}">
                  <a16:creationId xmlns:a16="http://schemas.microsoft.com/office/drawing/2014/main" id="{8F442C28-B005-4804-8732-9BB82EC7EC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7700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71769" name="Shape 4637">
              <a:extLst>
                <a:ext uri="{FF2B5EF4-FFF2-40B4-BE49-F238E27FC236}">
                  <a16:creationId xmlns:a16="http://schemas.microsoft.com/office/drawing/2014/main" id="{CF079BA9-8392-42FD-81B4-EB9DDD0820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50000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770" name="Shape 4638">
              <a:extLst>
                <a:ext uri="{FF2B5EF4-FFF2-40B4-BE49-F238E27FC236}">
                  <a16:creationId xmlns:a16="http://schemas.microsoft.com/office/drawing/2014/main" id="{DDC5DBF6-C054-4724-86C8-E0C4E52A26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5475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771" name="Shape 4639">
              <a:extLst>
                <a:ext uri="{FF2B5EF4-FFF2-40B4-BE49-F238E27FC236}">
                  <a16:creationId xmlns:a16="http://schemas.microsoft.com/office/drawing/2014/main" id="{562C0674-C677-4BF1-8460-451D3966CC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6188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71772" name="Shape 4640">
              <a:extLst>
                <a:ext uri="{FF2B5EF4-FFF2-40B4-BE49-F238E27FC236}">
                  <a16:creationId xmlns:a16="http://schemas.microsoft.com/office/drawing/2014/main" id="{9CD20885-7411-443B-AEF5-7F4D73B34C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55927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773" name="Shape 4641">
              <a:extLst>
                <a:ext uri="{FF2B5EF4-FFF2-40B4-BE49-F238E27FC236}">
                  <a16:creationId xmlns:a16="http://schemas.microsoft.com/office/drawing/2014/main" id="{34E76026-656A-4585-BAB1-A42259890F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0550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774" name="Shape 4642">
              <a:extLst>
                <a:ext uri="{FF2B5EF4-FFF2-40B4-BE49-F238E27FC236}">
                  <a16:creationId xmlns:a16="http://schemas.microsoft.com/office/drawing/2014/main" id="{F93E491B-FB8C-4D41-89FD-9E8176C529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5843588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775" name="Shape 4643">
              <a:extLst>
                <a:ext uri="{FF2B5EF4-FFF2-40B4-BE49-F238E27FC236}">
                  <a16:creationId xmlns:a16="http://schemas.microsoft.com/office/drawing/2014/main" id="{106E66EB-E4F3-4204-B425-C97FFD478E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325" y="5856288"/>
              <a:ext cx="3190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71776" name="Shape 4644">
              <a:extLst>
                <a:ext uri="{FF2B5EF4-FFF2-40B4-BE49-F238E27FC236}">
                  <a16:creationId xmlns:a16="http://schemas.microsoft.com/office/drawing/2014/main" id="{6DF40738-233F-4E69-B84A-A1BCC13420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9013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777" name="Shape 4645">
              <a:extLst>
                <a:ext uri="{FF2B5EF4-FFF2-40B4-BE49-F238E27FC236}">
                  <a16:creationId xmlns:a16="http://schemas.microsoft.com/office/drawing/2014/main" id="{7FA95D3E-185F-4345-ADC8-723D99CB02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5843588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778" name="Shape 4646">
              <a:extLst>
                <a:ext uri="{FF2B5EF4-FFF2-40B4-BE49-F238E27FC236}">
                  <a16:creationId xmlns:a16="http://schemas.microsoft.com/office/drawing/2014/main" id="{29D45EB8-AD5C-4566-818C-BD991B1F2D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0463" y="5856288"/>
              <a:ext cx="522287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100 </a:t>
              </a:r>
            </a:p>
          </p:txBody>
        </p:sp>
        <p:sp>
          <p:nvSpPr>
            <p:cNvPr id="371779" name="Shape 4647">
              <a:extLst>
                <a:ext uri="{FF2B5EF4-FFF2-40B4-BE49-F238E27FC236}">
                  <a16:creationId xmlns:a16="http://schemas.microsoft.com/office/drawing/2014/main" id="{EEC0D75A-A771-4806-B351-A7D4053FC4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825" y="5856288"/>
              <a:ext cx="58261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1000</a:t>
              </a:r>
            </a:p>
          </p:txBody>
        </p:sp>
        <p:sp>
          <p:nvSpPr>
            <p:cNvPr id="371780" name="Shape 4648">
              <a:extLst>
                <a:ext uri="{FF2B5EF4-FFF2-40B4-BE49-F238E27FC236}">
                  <a16:creationId xmlns:a16="http://schemas.microsoft.com/office/drawing/2014/main" id="{E1442421-D289-4476-8709-E7AE53E7E1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1988" y="5856288"/>
              <a:ext cx="5826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1000</a:t>
              </a:r>
            </a:p>
          </p:txBody>
        </p:sp>
        <p:sp>
          <p:nvSpPr>
            <p:cNvPr id="371781" name="Shape 4649">
              <a:extLst>
                <a:ext uri="{FF2B5EF4-FFF2-40B4-BE49-F238E27FC236}">
                  <a16:creationId xmlns:a16="http://schemas.microsoft.com/office/drawing/2014/main" id="{C78929DE-F539-4C5D-ABFA-03BE758DE8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9925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71782" name="Shape 4650">
              <a:extLst>
                <a:ext uri="{FF2B5EF4-FFF2-40B4-BE49-F238E27FC236}">
                  <a16:creationId xmlns:a16="http://schemas.microsoft.com/office/drawing/2014/main" id="{4F51FA94-C4C3-4C92-BE62-E0233FEC3C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2225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783" name="Shape 4651">
              <a:extLst>
                <a:ext uri="{FF2B5EF4-FFF2-40B4-BE49-F238E27FC236}">
                  <a16:creationId xmlns:a16="http://schemas.microsoft.com/office/drawing/2014/main" id="{B9B1D28D-762F-4116-B48E-2F8359B197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7700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784" name="Shape 4652">
              <a:extLst>
                <a:ext uri="{FF2B5EF4-FFF2-40B4-BE49-F238E27FC236}">
                  <a16:creationId xmlns:a16="http://schemas.microsoft.com/office/drawing/2014/main" id="{489B6F56-5B49-4A86-9CFA-D7C8F52973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50000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71785" name="Shape 4653">
              <a:extLst>
                <a:ext uri="{FF2B5EF4-FFF2-40B4-BE49-F238E27FC236}">
                  <a16:creationId xmlns:a16="http://schemas.microsoft.com/office/drawing/2014/main" id="{FEA5DAC4-F998-48AC-BC3C-4990CFAE9B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5475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786" name="Shape 4654">
              <a:extLst>
                <a:ext uri="{FF2B5EF4-FFF2-40B4-BE49-F238E27FC236}">
                  <a16:creationId xmlns:a16="http://schemas.microsoft.com/office/drawing/2014/main" id="{00361779-6383-40A5-822F-61EFF19B1F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6188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787" name="Shape 4655">
              <a:extLst>
                <a:ext uri="{FF2B5EF4-FFF2-40B4-BE49-F238E27FC236}">
                  <a16:creationId xmlns:a16="http://schemas.microsoft.com/office/drawing/2014/main" id="{E8855EE9-C0E7-456F-96E9-085B887C2F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5843588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788" name="Shape 4656">
              <a:extLst>
                <a:ext uri="{FF2B5EF4-FFF2-40B4-BE49-F238E27FC236}">
                  <a16:creationId xmlns:a16="http://schemas.microsoft.com/office/drawing/2014/main" id="{6B4746A3-F5E6-415B-9D71-04DAEE74D9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0550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789" name="Shape 4657">
              <a:extLst>
                <a:ext uri="{FF2B5EF4-FFF2-40B4-BE49-F238E27FC236}">
                  <a16:creationId xmlns:a16="http://schemas.microsoft.com/office/drawing/2014/main" id="{C4876F08-F712-49F7-8D95-D5C58C2D11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6122988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790" name="Shape 4658">
              <a:extLst>
                <a:ext uri="{FF2B5EF4-FFF2-40B4-BE49-F238E27FC236}">
                  <a16:creationId xmlns:a16="http://schemas.microsoft.com/office/drawing/2014/main" id="{54B09573-AAFE-4074-B3F0-785D95F7A2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975" y="6129338"/>
              <a:ext cx="3317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71791" name="Shape 4659">
              <a:extLst>
                <a:ext uri="{FF2B5EF4-FFF2-40B4-BE49-F238E27FC236}">
                  <a16:creationId xmlns:a16="http://schemas.microsoft.com/office/drawing/2014/main" id="{D35B8E10-07C6-4F25-A951-D0129AD49F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7425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71792" name="Shape 4660">
              <a:extLst>
                <a:ext uri="{FF2B5EF4-FFF2-40B4-BE49-F238E27FC236}">
                  <a16:creationId xmlns:a16="http://schemas.microsoft.com/office/drawing/2014/main" id="{6E816478-F524-4911-AA8E-D6AB768FCC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6122988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793" name="Shape 4661">
              <a:extLst>
                <a:ext uri="{FF2B5EF4-FFF2-40B4-BE49-F238E27FC236}">
                  <a16:creationId xmlns:a16="http://schemas.microsoft.com/office/drawing/2014/main" id="{4C338287-7A25-435D-96CC-94E7AA77AA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8875" y="6129338"/>
              <a:ext cx="5222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000 </a:t>
              </a:r>
            </a:p>
          </p:txBody>
        </p:sp>
        <p:sp>
          <p:nvSpPr>
            <p:cNvPr id="371794" name="Shape 4662">
              <a:extLst>
                <a:ext uri="{FF2B5EF4-FFF2-40B4-BE49-F238E27FC236}">
                  <a16:creationId xmlns:a16="http://schemas.microsoft.com/office/drawing/2014/main" id="{FAA2E373-657C-43F6-9D50-9E9A78666A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825" y="6129338"/>
              <a:ext cx="58261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0001</a:t>
              </a:r>
            </a:p>
          </p:txBody>
        </p:sp>
        <p:sp>
          <p:nvSpPr>
            <p:cNvPr id="371795" name="Shape 4663">
              <a:extLst>
                <a:ext uri="{FF2B5EF4-FFF2-40B4-BE49-F238E27FC236}">
                  <a16:creationId xmlns:a16="http://schemas.microsoft.com/office/drawing/2014/main" id="{0EC76A15-6AB0-4C96-A966-3EAB938151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1988" y="6129338"/>
              <a:ext cx="5826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0001</a:t>
              </a:r>
            </a:p>
          </p:txBody>
        </p:sp>
        <p:sp>
          <p:nvSpPr>
            <p:cNvPr id="371796" name="Shape 4664">
              <a:extLst>
                <a:ext uri="{FF2B5EF4-FFF2-40B4-BE49-F238E27FC236}">
                  <a16:creationId xmlns:a16="http://schemas.microsoft.com/office/drawing/2014/main" id="{129523FE-64F4-447B-8BF8-E141F74688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8338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797" name="Shape 4665">
              <a:extLst>
                <a:ext uri="{FF2B5EF4-FFF2-40B4-BE49-F238E27FC236}">
                  <a16:creationId xmlns:a16="http://schemas.microsoft.com/office/drawing/2014/main" id="{5855CBA0-F3D8-45C8-A42B-F0EE9F29A5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2225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71798" name="Shape 4666">
              <a:extLst>
                <a:ext uri="{FF2B5EF4-FFF2-40B4-BE49-F238E27FC236}">
                  <a16:creationId xmlns:a16="http://schemas.microsoft.com/office/drawing/2014/main" id="{F55C3F3E-99BC-444F-BAA5-E848AC5F47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6113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799" name="Shape 4667">
              <a:extLst>
                <a:ext uri="{FF2B5EF4-FFF2-40B4-BE49-F238E27FC236}">
                  <a16:creationId xmlns:a16="http://schemas.microsoft.com/office/drawing/2014/main" id="{BDAEE8ED-07F4-4CB4-9B9C-A87BD9872D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48413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800" name="Shape 4668">
              <a:extLst>
                <a:ext uri="{FF2B5EF4-FFF2-40B4-BE49-F238E27FC236}">
                  <a16:creationId xmlns:a16="http://schemas.microsoft.com/office/drawing/2014/main" id="{CB21D078-5FF0-4D31-9C12-4E840A3692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3888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71801" name="Shape 4669">
              <a:extLst>
                <a:ext uri="{FF2B5EF4-FFF2-40B4-BE49-F238E27FC236}">
                  <a16:creationId xmlns:a16="http://schemas.microsoft.com/office/drawing/2014/main" id="{D58BC045-51BB-4318-B81B-C6E92049CC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4600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1802" name="Shape 4670">
              <a:extLst>
                <a:ext uri="{FF2B5EF4-FFF2-40B4-BE49-F238E27FC236}">
                  <a16:creationId xmlns:a16="http://schemas.microsoft.com/office/drawing/2014/main" id="{3DD246A6-F8B9-46A1-A897-28575826D6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6122988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803" name="Shape 4671">
              <a:extLst>
                <a:ext uri="{FF2B5EF4-FFF2-40B4-BE49-F238E27FC236}">
                  <a16:creationId xmlns:a16="http://schemas.microsoft.com/office/drawing/2014/main" id="{3DC851EE-01C9-415F-8CC2-4CDE168996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6450013"/>
              <a:ext cx="7967662" cy="111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804" name="Shape 4672">
              <a:extLst>
                <a:ext uri="{FF2B5EF4-FFF2-40B4-BE49-F238E27FC236}">
                  <a16:creationId xmlns:a16="http://schemas.microsoft.com/office/drawing/2014/main" id="{D6D12506-1C9E-48BF-BA54-BF0C353A9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0550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cxnSp>
          <p:nvCxnSpPr>
            <p:cNvPr id="371805" name="Shape 4673">
              <a:extLst>
                <a:ext uri="{FF2B5EF4-FFF2-40B4-BE49-F238E27FC236}">
                  <a16:creationId xmlns:a16="http://schemas.microsoft.com/office/drawing/2014/main" id="{7708D832-9F2D-4EC1-8545-145970E7530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27075" y="3997325"/>
              <a:ext cx="0" cy="245745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71806" name="Shape 4674">
              <a:extLst>
                <a:ext uri="{FF2B5EF4-FFF2-40B4-BE49-F238E27FC236}">
                  <a16:creationId xmlns:a16="http://schemas.microsoft.com/office/drawing/2014/main" id="{7CC485D0-6A29-4B01-B4D8-9418FEF70C1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30250" y="3987800"/>
              <a:ext cx="7972425" cy="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71807" name="Shape 4675">
              <a:extLst>
                <a:ext uri="{FF2B5EF4-FFF2-40B4-BE49-F238E27FC236}">
                  <a16:creationId xmlns:a16="http://schemas.microsoft.com/office/drawing/2014/main" id="{5496F5BE-AAEE-4300-A34D-2E40CE1E3C9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130675" y="4002088"/>
              <a:ext cx="0" cy="2443162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71808" name="Shape 4758">
              <a:extLst>
                <a:ext uri="{FF2B5EF4-FFF2-40B4-BE49-F238E27FC236}">
                  <a16:creationId xmlns:a16="http://schemas.microsoft.com/office/drawing/2014/main" id="{EC4CD6B3-C4F4-4EAE-B6E4-5EDF156967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6300" y="4481513"/>
              <a:ext cx="56515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0 </a:t>
              </a:r>
            </a:p>
          </p:txBody>
        </p:sp>
        <p:sp>
          <p:nvSpPr>
            <p:cNvPr id="371809" name="Shape 4759">
              <a:extLst>
                <a:ext uri="{FF2B5EF4-FFF2-40B4-BE49-F238E27FC236}">
                  <a16:creationId xmlns:a16="http://schemas.microsoft.com/office/drawing/2014/main" id="{0EE5600D-2C3C-4D89-8240-CDE6819EDA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8325" y="4481513"/>
              <a:ext cx="566738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1 </a:t>
              </a:r>
            </a:p>
          </p:txBody>
        </p:sp>
        <p:sp>
          <p:nvSpPr>
            <p:cNvPr id="371810" name="Shape 4760">
              <a:extLst>
                <a:ext uri="{FF2B5EF4-FFF2-40B4-BE49-F238E27FC236}">
                  <a16:creationId xmlns:a16="http://schemas.microsoft.com/office/drawing/2014/main" id="{7E191997-8D36-4067-8D88-7FB81A7872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16400" y="4846638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71811" name="Shape 4761">
              <a:extLst>
                <a:ext uri="{FF2B5EF4-FFF2-40B4-BE49-F238E27FC236}">
                  <a16:creationId xmlns:a16="http://schemas.microsoft.com/office/drawing/2014/main" id="{5E1C766E-B323-48CB-83EA-8BAC1F2814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51413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71812" name="Shape 4762">
              <a:extLst>
                <a:ext uri="{FF2B5EF4-FFF2-40B4-BE49-F238E27FC236}">
                  <a16:creationId xmlns:a16="http://schemas.microsoft.com/office/drawing/2014/main" id="{31625010-477B-4FC3-8579-4227365365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538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71813" name="Shape 4763">
              <a:extLst>
                <a:ext uri="{FF2B5EF4-FFF2-40B4-BE49-F238E27FC236}">
                  <a16:creationId xmlns:a16="http://schemas.microsoft.com/office/drawing/2014/main" id="{499F4EFD-2173-44CF-B89F-B82EB77218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89663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71814" name="Shape 4764">
              <a:extLst>
                <a:ext uri="{FF2B5EF4-FFF2-40B4-BE49-F238E27FC236}">
                  <a16:creationId xmlns:a16="http://schemas.microsoft.com/office/drawing/2014/main" id="{0D9E791D-CAC0-47A2-9133-A8C3A0ECA2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23075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71815" name="Shape 4765">
              <a:extLst>
                <a:ext uri="{FF2B5EF4-FFF2-40B4-BE49-F238E27FC236}">
                  <a16:creationId xmlns:a16="http://schemas.microsoft.com/office/drawing/2014/main" id="{9BF7595A-7A18-4036-813D-650B087056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13625" y="4846638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71816" name="Shape 4766">
              <a:extLst>
                <a:ext uri="{FF2B5EF4-FFF2-40B4-BE49-F238E27FC236}">
                  <a16:creationId xmlns:a16="http://schemas.microsoft.com/office/drawing/2014/main" id="{BEDC3AC2-24C8-4810-8711-373C7E5D8A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05763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371817" name="Shape 4767">
              <a:extLst>
                <a:ext uri="{FF2B5EF4-FFF2-40B4-BE49-F238E27FC236}">
                  <a16:creationId xmlns:a16="http://schemas.microsoft.com/office/drawing/2014/main" id="{2EE6DB23-885E-4954-90FB-D645E3231B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6150" y="4867275"/>
              <a:ext cx="7810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4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71818" name="Shape 4768">
              <a:extLst>
                <a:ext uri="{FF2B5EF4-FFF2-40B4-BE49-F238E27FC236}">
                  <a16:creationId xmlns:a16="http://schemas.microsoft.com/office/drawing/2014/main" id="{2756F7CF-6C30-41D0-8886-A153F4FEFA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73263" y="4878388"/>
              <a:ext cx="97790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4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71819" name="Shape 4769">
              <a:extLst>
                <a:ext uri="{FF2B5EF4-FFF2-40B4-BE49-F238E27FC236}">
                  <a16:creationId xmlns:a16="http://schemas.microsoft.com/office/drawing/2014/main" id="{599730D7-BC5E-4ACA-A338-6EE49788A7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0063" y="4878388"/>
              <a:ext cx="97790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4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</p:grpSp>
      <p:sp>
        <p:nvSpPr>
          <p:cNvPr id="286" name="Rectangle 285">
            <a:extLst>
              <a:ext uri="{FF2B5EF4-FFF2-40B4-BE49-F238E27FC236}">
                <a16:creationId xmlns:a16="http://schemas.microsoft.com/office/drawing/2014/main" id="{E2D301B7-21C0-474B-AA98-ABF99C5BC668}"/>
              </a:ext>
            </a:extLst>
          </p:cNvPr>
          <p:cNvSpPr/>
          <p:nvPr/>
        </p:nvSpPr>
        <p:spPr>
          <a:xfrm>
            <a:off x="4216400" y="5276850"/>
            <a:ext cx="4379913" cy="10953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ＭＳ Ｐゴシック"/>
              <a:cs typeface="+mn-cs"/>
              <a:sym typeface="Arial" charset="0"/>
            </a:endParaRPr>
          </a:p>
        </p:txBody>
      </p:sp>
    </p:spTree>
  </p:cSld>
  <p:clrMapOvr>
    <a:masterClrMapping/>
  </p:clrMapOvr>
  <p:transition/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3761" name="Group 1">
            <a:extLst>
              <a:ext uri="{FF2B5EF4-FFF2-40B4-BE49-F238E27FC236}">
                <a16:creationId xmlns:a16="http://schemas.microsoft.com/office/drawing/2014/main" id="{932E0673-FF31-4C2F-91AB-ABBDF2385400}"/>
              </a:ext>
            </a:extLst>
          </p:cNvPr>
          <p:cNvGrpSpPr>
            <a:grpSpLocks/>
          </p:cNvGrpSpPr>
          <p:nvPr/>
        </p:nvGrpSpPr>
        <p:grpSpPr bwMode="auto">
          <a:xfrm>
            <a:off x="622300" y="765175"/>
            <a:ext cx="8180388" cy="2066925"/>
            <a:chOff x="622300" y="1593850"/>
            <a:chExt cx="8180388" cy="2066925"/>
          </a:xfrm>
        </p:grpSpPr>
        <p:sp>
          <p:nvSpPr>
            <p:cNvPr id="373867" name="Shape 4489">
              <a:extLst>
                <a:ext uri="{FF2B5EF4-FFF2-40B4-BE49-F238E27FC236}">
                  <a16:creationId xmlns:a16="http://schemas.microsoft.com/office/drawing/2014/main" id="{A6483DD5-A9CE-4520-95E1-350E0095B4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300" y="1603375"/>
              <a:ext cx="9525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868" name="Shape 4490">
              <a:extLst>
                <a:ext uri="{FF2B5EF4-FFF2-40B4-BE49-F238E27FC236}">
                  <a16:creationId xmlns:a16="http://schemas.microsoft.com/office/drawing/2014/main" id="{B8BBE7AA-8994-4443-94FF-65932243D3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2738" y="1603375"/>
              <a:ext cx="11112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869" name="Shape 4491">
              <a:extLst>
                <a:ext uri="{FF2B5EF4-FFF2-40B4-BE49-F238E27FC236}">
                  <a16:creationId xmlns:a16="http://schemas.microsoft.com/office/drawing/2014/main" id="{C22FDCB0-18BF-4FAB-B6C0-0CECA2725A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1525" y="1776413"/>
              <a:ext cx="728663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373870" name="Shape 4492">
              <a:extLst>
                <a:ext uri="{FF2B5EF4-FFF2-40B4-BE49-F238E27FC236}">
                  <a16:creationId xmlns:a16="http://schemas.microsoft.com/office/drawing/2014/main" id="{4B1FF152-758C-4ABE-A5D4-536708E3A1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5013" y="1603375"/>
              <a:ext cx="11112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871" name="Shape 4493">
              <a:extLst>
                <a:ext uri="{FF2B5EF4-FFF2-40B4-BE49-F238E27FC236}">
                  <a16:creationId xmlns:a16="http://schemas.microsoft.com/office/drawing/2014/main" id="{844B95BD-5756-4C9E-8C32-4FCE30C2A1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73263" y="1727200"/>
              <a:ext cx="9779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373872" name="Shape 4494">
              <a:extLst>
                <a:ext uri="{FF2B5EF4-FFF2-40B4-BE49-F238E27FC236}">
                  <a16:creationId xmlns:a16="http://schemas.microsoft.com/office/drawing/2014/main" id="{CACBE031-1143-4402-96CA-865282050C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89988" y="1603375"/>
              <a:ext cx="11112" cy="4127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873" name="Shape 4495">
              <a:extLst>
                <a:ext uri="{FF2B5EF4-FFF2-40B4-BE49-F238E27FC236}">
                  <a16:creationId xmlns:a16="http://schemas.microsoft.com/office/drawing/2014/main" id="{221D0085-2CAC-48B7-BB01-9268AB94F0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2738" y="2027238"/>
              <a:ext cx="7215187" cy="111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874" name="Shape 4496">
              <a:extLst>
                <a:ext uri="{FF2B5EF4-FFF2-40B4-BE49-F238E27FC236}">
                  <a16:creationId xmlns:a16="http://schemas.microsoft.com/office/drawing/2014/main" id="{FF45DA63-8387-414E-93AF-B66C1184DA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300" y="2016125"/>
              <a:ext cx="9525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875" name="Shape 4497">
              <a:extLst>
                <a:ext uri="{FF2B5EF4-FFF2-40B4-BE49-F238E27FC236}">
                  <a16:creationId xmlns:a16="http://schemas.microsoft.com/office/drawing/2014/main" id="{056F5BD1-404E-40A1-8964-17850EECA8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76900" y="1727200"/>
              <a:ext cx="7794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373876" name="Shape 4498">
              <a:extLst>
                <a:ext uri="{FF2B5EF4-FFF2-40B4-BE49-F238E27FC236}">
                  <a16:creationId xmlns:a16="http://schemas.microsoft.com/office/drawing/2014/main" id="{C949B018-C4C4-4B86-8786-31B4BB8396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2738" y="2016125"/>
              <a:ext cx="11112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877" name="Shape 4499">
              <a:extLst>
                <a:ext uri="{FF2B5EF4-FFF2-40B4-BE49-F238E27FC236}">
                  <a16:creationId xmlns:a16="http://schemas.microsoft.com/office/drawing/2014/main" id="{9B694F2A-1293-4366-838B-68E4117B5C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5013" y="2016125"/>
              <a:ext cx="11112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878" name="Shape 4500">
              <a:extLst>
                <a:ext uri="{FF2B5EF4-FFF2-40B4-BE49-F238E27FC236}">
                  <a16:creationId xmlns:a16="http://schemas.microsoft.com/office/drawing/2014/main" id="{D3240E18-8D81-4CD1-AAC6-32810D4962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89988" y="2016125"/>
              <a:ext cx="11112" cy="41116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879" name="Shape 4501">
              <a:extLst>
                <a:ext uri="{FF2B5EF4-FFF2-40B4-BE49-F238E27FC236}">
                  <a16:creationId xmlns:a16="http://schemas.microsoft.com/office/drawing/2014/main" id="{D1228C59-70E4-4105-99CF-5FFA27F81F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4525" y="2438400"/>
              <a:ext cx="8158163" cy="11113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880" name="Shape 4502">
              <a:extLst>
                <a:ext uri="{FF2B5EF4-FFF2-40B4-BE49-F238E27FC236}">
                  <a16:creationId xmlns:a16="http://schemas.microsoft.com/office/drawing/2014/main" id="{52394726-FB75-4D1D-9B31-07DE1D7EED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300" y="2430463"/>
              <a:ext cx="9525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881" name="Shape 4503">
              <a:extLst>
                <a:ext uri="{FF2B5EF4-FFF2-40B4-BE49-F238E27FC236}">
                  <a16:creationId xmlns:a16="http://schemas.microsoft.com/office/drawing/2014/main" id="{9C3AA102-A870-4F42-8D68-F9C81810B0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6938" y="2084388"/>
              <a:ext cx="4746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373882" name="Shape 4504">
              <a:extLst>
                <a:ext uri="{FF2B5EF4-FFF2-40B4-BE49-F238E27FC236}">
                  <a16:creationId xmlns:a16="http://schemas.microsoft.com/office/drawing/2014/main" id="{30DE8184-37A7-46BD-954A-BF038DBB0F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2738" y="2430463"/>
              <a:ext cx="11112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883" name="Shape 4505">
              <a:extLst>
                <a:ext uri="{FF2B5EF4-FFF2-40B4-BE49-F238E27FC236}">
                  <a16:creationId xmlns:a16="http://schemas.microsoft.com/office/drawing/2014/main" id="{17FB4000-D67D-4C4B-BF1D-AB6B8B46EA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3938" y="25288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73884" name="Shape 4506">
              <a:extLst>
                <a:ext uri="{FF2B5EF4-FFF2-40B4-BE49-F238E27FC236}">
                  <a16:creationId xmlns:a16="http://schemas.microsoft.com/office/drawing/2014/main" id="{6A5044F7-6F9E-4AC4-A45A-0F1FB34122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7225" y="25288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73885" name="Shape 4507">
              <a:extLst>
                <a:ext uri="{FF2B5EF4-FFF2-40B4-BE49-F238E27FC236}">
                  <a16:creationId xmlns:a16="http://schemas.microsoft.com/office/drawing/2014/main" id="{E32A9D7F-9C97-4EDC-8D1B-439DDAACF1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5013" y="2430463"/>
              <a:ext cx="11112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886" name="Shape 4508">
              <a:extLst>
                <a:ext uri="{FF2B5EF4-FFF2-40B4-BE49-F238E27FC236}">
                  <a16:creationId xmlns:a16="http://schemas.microsoft.com/office/drawing/2014/main" id="{A2D3FB0C-EF3F-4092-AB39-A16A8B629D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74950" y="2528888"/>
              <a:ext cx="207963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373887" name="Shape 4509">
              <a:extLst>
                <a:ext uri="{FF2B5EF4-FFF2-40B4-BE49-F238E27FC236}">
                  <a16:creationId xmlns:a16="http://schemas.microsoft.com/office/drawing/2014/main" id="{443F5D55-CD49-4D42-AA5C-096FDB8884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6488" y="25288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888" name="Shape 4510">
              <a:extLst>
                <a:ext uri="{FF2B5EF4-FFF2-40B4-BE49-F238E27FC236}">
                  <a16:creationId xmlns:a16="http://schemas.microsoft.com/office/drawing/2014/main" id="{4B3BC765-92F3-4D88-A763-4C6BA3486C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24363" y="25288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889" name="Shape 4511">
              <a:extLst>
                <a:ext uri="{FF2B5EF4-FFF2-40B4-BE49-F238E27FC236}">
                  <a16:creationId xmlns:a16="http://schemas.microsoft.com/office/drawing/2014/main" id="{3552E927-2363-45F5-9E31-790CAAF18F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00650" y="2528888"/>
              <a:ext cx="169863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890" name="Shape 4512">
              <a:extLst>
                <a:ext uri="{FF2B5EF4-FFF2-40B4-BE49-F238E27FC236}">
                  <a16:creationId xmlns:a16="http://schemas.microsoft.com/office/drawing/2014/main" id="{E35ED0D6-BCAD-4F90-90F3-ECA45B0DC7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5988" y="25288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891" name="Shape 4513">
              <a:extLst>
                <a:ext uri="{FF2B5EF4-FFF2-40B4-BE49-F238E27FC236}">
                  <a16:creationId xmlns:a16="http://schemas.microsoft.com/office/drawing/2014/main" id="{C40C91AC-2B3A-4434-A68D-20D5C04006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73863" y="25288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892" name="Shape 4514">
              <a:extLst>
                <a:ext uri="{FF2B5EF4-FFF2-40B4-BE49-F238E27FC236}">
                  <a16:creationId xmlns:a16="http://schemas.microsoft.com/office/drawing/2014/main" id="{F7A288B2-E2E4-4120-BBA7-132766DA65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48563" y="25288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893" name="Shape 4515">
              <a:extLst>
                <a:ext uri="{FF2B5EF4-FFF2-40B4-BE49-F238E27FC236}">
                  <a16:creationId xmlns:a16="http://schemas.microsoft.com/office/drawing/2014/main" id="{BA091B16-48BC-43BF-B471-4BB09D45A4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89988" y="2430463"/>
              <a:ext cx="11112" cy="3619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894" name="Shape 4516">
              <a:extLst>
                <a:ext uri="{FF2B5EF4-FFF2-40B4-BE49-F238E27FC236}">
                  <a16:creationId xmlns:a16="http://schemas.microsoft.com/office/drawing/2014/main" id="{9F5DBC97-62D9-4DF2-8E28-ED4E6B5360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300" y="2792413"/>
              <a:ext cx="9525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895" name="Shape 4517">
              <a:extLst>
                <a:ext uri="{FF2B5EF4-FFF2-40B4-BE49-F238E27FC236}">
                  <a16:creationId xmlns:a16="http://schemas.microsoft.com/office/drawing/2014/main" id="{525C0BBD-29A3-4B0F-A671-19D4FD8C64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16913" y="25288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896" name="Shape 4518">
              <a:extLst>
                <a:ext uri="{FF2B5EF4-FFF2-40B4-BE49-F238E27FC236}">
                  <a16:creationId xmlns:a16="http://schemas.microsoft.com/office/drawing/2014/main" id="{D2F9063B-7734-48CE-A8F2-AC31057E1C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2738" y="2792413"/>
              <a:ext cx="11112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897" name="Shape 4519">
              <a:extLst>
                <a:ext uri="{FF2B5EF4-FFF2-40B4-BE49-F238E27FC236}">
                  <a16:creationId xmlns:a16="http://schemas.microsoft.com/office/drawing/2014/main" id="{600EE923-9AB1-4198-BF69-B27A4743B9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8700" y="2800350"/>
              <a:ext cx="2079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373898" name="Shape 4520">
              <a:extLst>
                <a:ext uri="{FF2B5EF4-FFF2-40B4-BE49-F238E27FC236}">
                  <a16:creationId xmlns:a16="http://schemas.microsoft.com/office/drawing/2014/main" id="{801C0079-1CF8-4195-8457-C9BE8B0E82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3575" y="2800350"/>
              <a:ext cx="2079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73899" name="Shape 4521">
              <a:extLst>
                <a:ext uri="{FF2B5EF4-FFF2-40B4-BE49-F238E27FC236}">
                  <a16:creationId xmlns:a16="http://schemas.microsoft.com/office/drawing/2014/main" id="{A1972683-08ED-4D6C-A103-568F6C7C76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5013" y="2792413"/>
              <a:ext cx="11112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900" name="Shape 4522">
              <a:extLst>
                <a:ext uri="{FF2B5EF4-FFF2-40B4-BE49-F238E27FC236}">
                  <a16:creationId xmlns:a16="http://schemas.microsoft.com/office/drawing/2014/main" id="{ED8AAF3B-1457-43BF-8DBB-48F0076A45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78125" y="2800350"/>
              <a:ext cx="2079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73901" name="Shape 4523">
              <a:extLst>
                <a:ext uri="{FF2B5EF4-FFF2-40B4-BE49-F238E27FC236}">
                  <a16:creationId xmlns:a16="http://schemas.microsoft.com/office/drawing/2014/main" id="{2DF64C6B-335B-4DEE-BA36-4A13FE7098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8075" y="2800350"/>
              <a:ext cx="1698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902" name="Shape 4524">
              <a:extLst>
                <a:ext uri="{FF2B5EF4-FFF2-40B4-BE49-F238E27FC236}">
                  <a16:creationId xmlns:a16="http://schemas.microsoft.com/office/drawing/2014/main" id="{EEEC23DB-9964-4244-B3FD-BD9BCD2DB3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27538" y="2800350"/>
              <a:ext cx="1698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903" name="Shape 4525">
              <a:extLst>
                <a:ext uri="{FF2B5EF4-FFF2-40B4-BE49-F238E27FC236}">
                  <a16:creationId xmlns:a16="http://schemas.microsoft.com/office/drawing/2014/main" id="{4D8B1A05-DAB7-47E2-B2FE-D7432E417A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02238" y="2800350"/>
              <a:ext cx="1698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73904" name="Shape 4526">
              <a:extLst>
                <a:ext uri="{FF2B5EF4-FFF2-40B4-BE49-F238E27FC236}">
                  <a16:creationId xmlns:a16="http://schemas.microsoft.com/office/drawing/2014/main" id="{9EC0A0EE-FA66-47B6-A4A8-490ECD977C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7575" y="2800350"/>
              <a:ext cx="1698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905" name="Shape 4527">
              <a:extLst>
                <a:ext uri="{FF2B5EF4-FFF2-40B4-BE49-F238E27FC236}">
                  <a16:creationId xmlns:a16="http://schemas.microsoft.com/office/drawing/2014/main" id="{F28D5FE5-6499-473A-AF7C-2F23552C9E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75450" y="2800350"/>
              <a:ext cx="1698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906" name="Shape 4528">
              <a:extLst>
                <a:ext uri="{FF2B5EF4-FFF2-40B4-BE49-F238E27FC236}">
                  <a16:creationId xmlns:a16="http://schemas.microsoft.com/office/drawing/2014/main" id="{FF9A6F44-9887-40FD-8298-F476630AAD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51738" y="2800350"/>
              <a:ext cx="1698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73907" name="Shape 4529">
              <a:extLst>
                <a:ext uri="{FF2B5EF4-FFF2-40B4-BE49-F238E27FC236}">
                  <a16:creationId xmlns:a16="http://schemas.microsoft.com/office/drawing/2014/main" id="{BDA7D02C-65FB-4535-B988-8D3D612D68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89988" y="2792413"/>
              <a:ext cx="11112" cy="274637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908" name="Shape 4530">
              <a:extLst>
                <a:ext uri="{FF2B5EF4-FFF2-40B4-BE49-F238E27FC236}">
                  <a16:creationId xmlns:a16="http://schemas.microsoft.com/office/drawing/2014/main" id="{9BB83985-62AA-49A8-BB42-B53E4E438C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300" y="3067050"/>
              <a:ext cx="9525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909" name="Shape 4531">
              <a:extLst>
                <a:ext uri="{FF2B5EF4-FFF2-40B4-BE49-F238E27FC236}">
                  <a16:creationId xmlns:a16="http://schemas.microsoft.com/office/drawing/2014/main" id="{71E3B715-E089-4C5F-B313-9DC181F5AB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18500" y="2800350"/>
              <a:ext cx="1698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910" name="Shape 4532">
              <a:extLst>
                <a:ext uri="{FF2B5EF4-FFF2-40B4-BE49-F238E27FC236}">
                  <a16:creationId xmlns:a16="http://schemas.microsoft.com/office/drawing/2014/main" id="{BB190FAA-9EA1-4CBB-B5B1-86992E3835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2738" y="3067050"/>
              <a:ext cx="11112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911" name="Shape 4533">
              <a:extLst>
                <a:ext uri="{FF2B5EF4-FFF2-40B4-BE49-F238E27FC236}">
                  <a16:creationId xmlns:a16="http://schemas.microsoft.com/office/drawing/2014/main" id="{F78C6ADF-1BD9-48F7-B58B-4AE1AE197F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8700" y="3074988"/>
              <a:ext cx="207963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73912" name="Shape 4534">
              <a:extLst>
                <a:ext uri="{FF2B5EF4-FFF2-40B4-BE49-F238E27FC236}">
                  <a16:creationId xmlns:a16="http://schemas.microsoft.com/office/drawing/2014/main" id="{FD320BFF-EB73-43DA-9B2D-E5659E3FFD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7225" y="30749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73913" name="Shape 4535">
              <a:extLst>
                <a:ext uri="{FF2B5EF4-FFF2-40B4-BE49-F238E27FC236}">
                  <a16:creationId xmlns:a16="http://schemas.microsoft.com/office/drawing/2014/main" id="{808C80CC-00EF-41E6-8DB8-A526841019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5013" y="3067050"/>
              <a:ext cx="11112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914" name="Shape 4536">
              <a:extLst>
                <a:ext uri="{FF2B5EF4-FFF2-40B4-BE49-F238E27FC236}">
                  <a16:creationId xmlns:a16="http://schemas.microsoft.com/office/drawing/2014/main" id="{E598B30D-D5E3-404B-AD00-A145A9BF50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70188" y="3074988"/>
              <a:ext cx="2222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73915" name="Shape 4537">
              <a:extLst>
                <a:ext uri="{FF2B5EF4-FFF2-40B4-BE49-F238E27FC236}">
                  <a16:creationId xmlns:a16="http://schemas.microsoft.com/office/drawing/2014/main" id="{0F7E82DF-98A6-4659-BBFF-C29EF1757D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6488" y="30749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73916" name="Shape 4538">
              <a:extLst>
                <a:ext uri="{FF2B5EF4-FFF2-40B4-BE49-F238E27FC236}">
                  <a16:creationId xmlns:a16="http://schemas.microsoft.com/office/drawing/2014/main" id="{369751AA-9A29-4F41-9588-D4D0484D91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24363" y="30749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917" name="Shape 4539">
              <a:extLst>
                <a:ext uri="{FF2B5EF4-FFF2-40B4-BE49-F238E27FC236}">
                  <a16:creationId xmlns:a16="http://schemas.microsoft.com/office/drawing/2014/main" id="{DAEE6EDA-537C-440B-A5D0-97FC5A97A5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00650" y="3074988"/>
              <a:ext cx="169863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918" name="Shape 4540">
              <a:extLst>
                <a:ext uri="{FF2B5EF4-FFF2-40B4-BE49-F238E27FC236}">
                  <a16:creationId xmlns:a16="http://schemas.microsoft.com/office/drawing/2014/main" id="{A4924A01-058E-473B-8C51-BC781E498C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5988" y="30749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73919" name="Shape 4541">
              <a:extLst>
                <a:ext uri="{FF2B5EF4-FFF2-40B4-BE49-F238E27FC236}">
                  <a16:creationId xmlns:a16="http://schemas.microsoft.com/office/drawing/2014/main" id="{D1251FCF-20BD-4831-ADC4-19DCEB7A93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73863" y="30749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920" name="Shape 4542">
              <a:extLst>
                <a:ext uri="{FF2B5EF4-FFF2-40B4-BE49-F238E27FC236}">
                  <a16:creationId xmlns:a16="http://schemas.microsoft.com/office/drawing/2014/main" id="{E6506E80-FEF5-44EA-9BD7-44632515C6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48563" y="30749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921" name="Shape 4543">
              <a:extLst>
                <a:ext uri="{FF2B5EF4-FFF2-40B4-BE49-F238E27FC236}">
                  <a16:creationId xmlns:a16="http://schemas.microsoft.com/office/drawing/2014/main" id="{7BADF241-1247-4B11-A9E8-316775501A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89988" y="3067050"/>
              <a:ext cx="11112" cy="273050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922" name="Shape 4544">
              <a:extLst>
                <a:ext uri="{FF2B5EF4-FFF2-40B4-BE49-F238E27FC236}">
                  <a16:creationId xmlns:a16="http://schemas.microsoft.com/office/drawing/2014/main" id="{92910CA1-425D-473D-8A90-C53576947A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300" y="3344863"/>
              <a:ext cx="9525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923" name="Shape 4545">
              <a:extLst>
                <a:ext uri="{FF2B5EF4-FFF2-40B4-BE49-F238E27FC236}">
                  <a16:creationId xmlns:a16="http://schemas.microsoft.com/office/drawing/2014/main" id="{D4BB7A2B-82B0-4997-A80C-CD52FE7505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16913" y="3074988"/>
              <a:ext cx="169862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924" name="Shape 4546">
              <a:extLst>
                <a:ext uri="{FF2B5EF4-FFF2-40B4-BE49-F238E27FC236}">
                  <a16:creationId xmlns:a16="http://schemas.microsoft.com/office/drawing/2014/main" id="{A452D0B6-E6F8-43F3-8991-8FEEEE78F3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2738" y="3344863"/>
              <a:ext cx="11112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925" name="Shape 4547">
              <a:extLst>
                <a:ext uri="{FF2B5EF4-FFF2-40B4-BE49-F238E27FC236}">
                  <a16:creationId xmlns:a16="http://schemas.microsoft.com/office/drawing/2014/main" id="{23B3317F-E835-43F5-B002-E747583697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3938" y="3349625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73926" name="Shape 4548">
              <a:extLst>
                <a:ext uri="{FF2B5EF4-FFF2-40B4-BE49-F238E27FC236}">
                  <a16:creationId xmlns:a16="http://schemas.microsoft.com/office/drawing/2014/main" id="{FC802447-63D2-4A85-967E-21F5802188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7225" y="3349625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73927" name="Shape 4549">
              <a:extLst>
                <a:ext uri="{FF2B5EF4-FFF2-40B4-BE49-F238E27FC236}">
                  <a16:creationId xmlns:a16="http://schemas.microsoft.com/office/drawing/2014/main" id="{13F57730-0120-4976-A477-8B8961EFC0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5013" y="3344863"/>
              <a:ext cx="11112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928" name="Shape 4550">
              <a:extLst>
                <a:ext uri="{FF2B5EF4-FFF2-40B4-BE49-F238E27FC236}">
                  <a16:creationId xmlns:a16="http://schemas.microsoft.com/office/drawing/2014/main" id="{DEFE653E-A637-4323-9F62-46712D8A7E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70188" y="3349625"/>
              <a:ext cx="2222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73929" name="Shape 4551">
              <a:extLst>
                <a:ext uri="{FF2B5EF4-FFF2-40B4-BE49-F238E27FC236}">
                  <a16:creationId xmlns:a16="http://schemas.microsoft.com/office/drawing/2014/main" id="{A1C0DBB8-489A-4094-B473-8E02A750E0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4900" y="3349625"/>
              <a:ext cx="1698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930" name="Shape 4552">
              <a:extLst>
                <a:ext uri="{FF2B5EF4-FFF2-40B4-BE49-F238E27FC236}">
                  <a16:creationId xmlns:a16="http://schemas.microsoft.com/office/drawing/2014/main" id="{2EE7FD5D-0E95-41D7-8275-8E6CA33673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24363" y="3349625"/>
              <a:ext cx="1698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73931" name="Shape 4553">
              <a:extLst>
                <a:ext uri="{FF2B5EF4-FFF2-40B4-BE49-F238E27FC236}">
                  <a16:creationId xmlns:a16="http://schemas.microsoft.com/office/drawing/2014/main" id="{E080CDB3-AE7A-4482-8A2E-11D83C1BDA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99063" y="3349625"/>
              <a:ext cx="1698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932" name="Shape 4554">
              <a:extLst>
                <a:ext uri="{FF2B5EF4-FFF2-40B4-BE49-F238E27FC236}">
                  <a16:creationId xmlns:a16="http://schemas.microsoft.com/office/drawing/2014/main" id="{735D6D6B-7FF1-4E68-917F-FE1216E8D5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4400" y="3349625"/>
              <a:ext cx="1698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933" name="Shape 4555">
              <a:extLst>
                <a:ext uri="{FF2B5EF4-FFF2-40B4-BE49-F238E27FC236}">
                  <a16:creationId xmlns:a16="http://schemas.microsoft.com/office/drawing/2014/main" id="{2CD2D168-AE48-456E-928C-EAA27E1A3F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72275" y="3349625"/>
              <a:ext cx="1698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73934" name="Shape 4556">
              <a:extLst>
                <a:ext uri="{FF2B5EF4-FFF2-40B4-BE49-F238E27FC236}">
                  <a16:creationId xmlns:a16="http://schemas.microsoft.com/office/drawing/2014/main" id="{2554F6A6-8CE3-4296-B8D9-0E2CBE687C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48563" y="3349625"/>
              <a:ext cx="169862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935" name="Shape 4557">
              <a:extLst>
                <a:ext uri="{FF2B5EF4-FFF2-40B4-BE49-F238E27FC236}">
                  <a16:creationId xmlns:a16="http://schemas.microsoft.com/office/drawing/2014/main" id="{34381381-0CE3-44A4-9CF1-ACB39F44DD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89988" y="3344863"/>
              <a:ext cx="11112" cy="3159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936" name="Shape 4558">
              <a:extLst>
                <a:ext uri="{FF2B5EF4-FFF2-40B4-BE49-F238E27FC236}">
                  <a16:creationId xmlns:a16="http://schemas.microsoft.com/office/drawing/2014/main" id="{6D442364-A215-4761-AA1A-E6E015A35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4525" y="3649663"/>
              <a:ext cx="8158163" cy="11112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937" name="Shape 4559">
              <a:extLst>
                <a:ext uri="{FF2B5EF4-FFF2-40B4-BE49-F238E27FC236}">
                  <a16:creationId xmlns:a16="http://schemas.microsoft.com/office/drawing/2014/main" id="{477E9BDC-2E53-4180-B366-C413413DED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15325" y="3349625"/>
              <a:ext cx="1698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73938" name="Shape 4560">
              <a:extLst>
                <a:ext uri="{FF2B5EF4-FFF2-40B4-BE49-F238E27FC236}">
                  <a16:creationId xmlns:a16="http://schemas.microsoft.com/office/drawing/2014/main" id="{2F3B9D63-7781-4CF5-A460-9AA52E3A91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17675" y="2125663"/>
              <a:ext cx="565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0 </a:t>
              </a:r>
            </a:p>
          </p:txBody>
        </p:sp>
        <p:sp>
          <p:nvSpPr>
            <p:cNvPr id="373939" name="Shape 4561">
              <a:extLst>
                <a:ext uri="{FF2B5EF4-FFF2-40B4-BE49-F238E27FC236}">
                  <a16:creationId xmlns:a16="http://schemas.microsoft.com/office/drawing/2014/main" id="{D4CF9D8B-94CB-4034-915E-635FCD5BDA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52700" y="2125663"/>
              <a:ext cx="565150" cy="274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1 </a:t>
              </a:r>
            </a:p>
          </p:txBody>
        </p:sp>
        <p:sp>
          <p:nvSpPr>
            <p:cNvPr id="373940" name="Shape 4562">
              <a:extLst>
                <a:ext uri="{FF2B5EF4-FFF2-40B4-BE49-F238E27FC236}">
                  <a16:creationId xmlns:a16="http://schemas.microsoft.com/office/drawing/2014/main" id="{00F932A8-4FA8-4C86-9999-858EAB800C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0425" y="208438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73941" name="Shape 4563">
              <a:extLst>
                <a:ext uri="{FF2B5EF4-FFF2-40B4-BE49-F238E27FC236}">
                  <a16:creationId xmlns:a16="http://schemas.microsoft.com/office/drawing/2014/main" id="{70D27E4D-0895-4367-AABB-748A926021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78300" y="2070100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73942" name="Shape 4564">
              <a:extLst>
                <a:ext uri="{FF2B5EF4-FFF2-40B4-BE49-F238E27FC236}">
                  <a16:creationId xmlns:a16="http://schemas.microsoft.com/office/drawing/2014/main" id="{BBC1BF0D-83C3-4342-8DDB-179EC5C8B1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05388" y="2070100"/>
              <a:ext cx="592137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73943" name="Shape 4565">
              <a:extLst>
                <a:ext uri="{FF2B5EF4-FFF2-40B4-BE49-F238E27FC236}">
                  <a16:creationId xmlns:a16="http://schemas.microsoft.com/office/drawing/2014/main" id="{D5259C09-1237-41E2-8917-B05E727549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61038" y="2070100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73944" name="Shape 4566">
              <a:extLst>
                <a:ext uri="{FF2B5EF4-FFF2-40B4-BE49-F238E27FC236}">
                  <a16:creationId xmlns:a16="http://schemas.microsoft.com/office/drawing/2014/main" id="{2CEA74E5-BF65-4D77-B68A-48E659231B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32563" y="2084388"/>
              <a:ext cx="592137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73945" name="Shape 4567">
              <a:extLst>
                <a:ext uri="{FF2B5EF4-FFF2-40B4-BE49-F238E27FC236}">
                  <a16:creationId xmlns:a16="http://schemas.microsoft.com/office/drawing/2014/main" id="{01FC5D0E-4A48-40F9-8338-9E037DC9E4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04088" y="2070100"/>
              <a:ext cx="592137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73946" name="Shape 4568">
              <a:extLst>
                <a:ext uri="{FF2B5EF4-FFF2-40B4-BE49-F238E27FC236}">
                  <a16:creationId xmlns:a16="http://schemas.microsoft.com/office/drawing/2014/main" id="{81B6D6C5-E4BC-4E7E-8375-FDF768830E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04188" y="2052638"/>
              <a:ext cx="592137" cy="338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373947" name="Shape 4569">
              <a:extLst>
                <a:ext uri="{FF2B5EF4-FFF2-40B4-BE49-F238E27FC236}">
                  <a16:creationId xmlns:a16="http://schemas.microsoft.com/office/drawing/2014/main" id="{ABC8A530-6038-4763-B165-EBFB6593F8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4525" y="1593850"/>
              <a:ext cx="8158163" cy="9525"/>
            </a:xfrm>
            <a:prstGeom prst="rect">
              <a:avLst/>
            </a:prstGeom>
            <a:solidFill>
              <a:srgbClr val="000000"/>
            </a:solidFill>
            <a:ln w="952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373762" name="Shape 2782">
            <a:extLst>
              <a:ext uri="{FF2B5EF4-FFF2-40B4-BE49-F238E27FC236}">
                <a16:creationId xmlns:a16="http://schemas.microsoft.com/office/drawing/2014/main" id="{350BF7AB-FC13-4955-8380-AA700AFF2312}"/>
              </a:ext>
            </a:extLst>
          </p:cNvPr>
          <p:cNvSpPr txBox="1">
            <a:spLocks/>
          </p:cNvSpPr>
          <p:nvPr/>
        </p:nvSpPr>
        <p:spPr bwMode="auto">
          <a:xfrm>
            <a:off x="0" y="34925"/>
            <a:ext cx="9144000" cy="754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State Table (same as before)</a:t>
            </a:r>
          </a:p>
        </p:txBody>
      </p:sp>
      <p:sp>
        <p:nvSpPr>
          <p:cNvPr id="373763" name="Shape 2782">
            <a:extLst>
              <a:ext uri="{FF2B5EF4-FFF2-40B4-BE49-F238E27FC236}">
                <a16:creationId xmlns:a16="http://schemas.microsoft.com/office/drawing/2014/main" id="{E59806A3-897F-4FB0-9CBF-AF4A2FE41AA0}"/>
              </a:ext>
            </a:extLst>
          </p:cNvPr>
          <p:cNvSpPr txBox="1">
            <a:spLocks/>
          </p:cNvSpPr>
          <p:nvPr/>
        </p:nvSpPr>
        <p:spPr bwMode="auto">
          <a:xfrm>
            <a:off x="0" y="3157538"/>
            <a:ext cx="9144000" cy="755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State-Assigned Table</a:t>
            </a:r>
          </a:p>
        </p:txBody>
      </p:sp>
      <p:sp>
        <p:nvSpPr>
          <p:cNvPr id="373764" name="TextBox 125">
            <a:extLst>
              <a:ext uri="{FF2B5EF4-FFF2-40B4-BE49-F238E27FC236}">
                <a16:creationId xmlns:a16="http://schemas.microsoft.com/office/drawing/2014/main" id="{31DC699D-9B65-4825-9735-EA36C374FE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5838" y="6550025"/>
            <a:ext cx="309721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[ Figure 6.12 &amp; 6.21 from the textbook ]</a:t>
            </a:r>
          </a:p>
        </p:txBody>
      </p:sp>
      <p:grpSp>
        <p:nvGrpSpPr>
          <p:cNvPr id="373765" name="Group 183">
            <a:extLst>
              <a:ext uri="{FF2B5EF4-FFF2-40B4-BE49-F238E27FC236}">
                <a16:creationId xmlns:a16="http://schemas.microsoft.com/office/drawing/2014/main" id="{7325F0A4-C5F7-46E4-B085-0422C79B1C02}"/>
              </a:ext>
            </a:extLst>
          </p:cNvPr>
          <p:cNvGrpSpPr>
            <a:grpSpLocks/>
          </p:cNvGrpSpPr>
          <p:nvPr/>
        </p:nvGrpSpPr>
        <p:grpSpPr bwMode="auto">
          <a:xfrm>
            <a:off x="434975" y="3981450"/>
            <a:ext cx="8274050" cy="2479675"/>
            <a:chOff x="434975" y="3981450"/>
            <a:chExt cx="8274050" cy="2479675"/>
          </a:xfrm>
        </p:grpSpPr>
        <p:sp>
          <p:nvSpPr>
            <p:cNvPr id="373766" name="Shape 4587">
              <a:extLst>
                <a:ext uri="{FF2B5EF4-FFF2-40B4-BE49-F238E27FC236}">
                  <a16:creationId xmlns:a16="http://schemas.microsoft.com/office/drawing/2014/main" id="{A5402E66-1A80-42E4-9DD9-AC3917E193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3981450"/>
              <a:ext cx="7967662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767" name="Shape 4588">
              <a:extLst>
                <a:ext uri="{FF2B5EF4-FFF2-40B4-BE49-F238E27FC236}">
                  <a16:creationId xmlns:a16="http://schemas.microsoft.com/office/drawing/2014/main" id="{A25B2D65-F0D9-4E11-A1F6-6FA4BAC9AB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3990975"/>
              <a:ext cx="11112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768" name="Shape 4589">
              <a:extLst>
                <a:ext uri="{FF2B5EF4-FFF2-40B4-BE49-F238E27FC236}">
                  <a16:creationId xmlns:a16="http://schemas.microsoft.com/office/drawing/2014/main" id="{2870F5CA-A6C8-4284-BD89-064858CB95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4400550"/>
              <a:ext cx="11112" cy="4143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769" name="Shape 4590">
              <a:extLst>
                <a:ext uri="{FF2B5EF4-FFF2-40B4-BE49-F238E27FC236}">
                  <a16:creationId xmlns:a16="http://schemas.microsoft.com/office/drawing/2014/main" id="{0B44D02C-7001-498C-AD81-AE2A1FCF9D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4814888"/>
              <a:ext cx="11112" cy="41116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770" name="Shape 4591">
              <a:extLst>
                <a:ext uri="{FF2B5EF4-FFF2-40B4-BE49-F238E27FC236}">
                  <a16:creationId xmlns:a16="http://schemas.microsoft.com/office/drawing/2014/main" id="{85E83B46-55FC-4845-8020-216E319000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5229225"/>
              <a:ext cx="11112" cy="3635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771" name="Shape 4592">
              <a:extLst>
                <a:ext uri="{FF2B5EF4-FFF2-40B4-BE49-F238E27FC236}">
                  <a16:creationId xmlns:a16="http://schemas.microsoft.com/office/drawing/2014/main" id="{29D84DEC-01A9-47A1-9FCA-B63CA0DC82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5592763"/>
              <a:ext cx="11112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772" name="Shape 4593">
              <a:extLst>
                <a:ext uri="{FF2B5EF4-FFF2-40B4-BE49-F238E27FC236}">
                  <a16:creationId xmlns:a16="http://schemas.microsoft.com/office/drawing/2014/main" id="{0CC382A6-9A0D-44B4-805A-84F7713DCA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5843588"/>
              <a:ext cx="11112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773" name="Shape 4594">
              <a:extLst>
                <a:ext uri="{FF2B5EF4-FFF2-40B4-BE49-F238E27FC236}">
                  <a16:creationId xmlns:a16="http://schemas.microsoft.com/office/drawing/2014/main" id="{625457E8-1189-40CE-9685-4F73EB559B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6122988"/>
              <a:ext cx="11112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774" name="Shape 4595">
              <a:extLst>
                <a:ext uri="{FF2B5EF4-FFF2-40B4-BE49-F238E27FC236}">
                  <a16:creationId xmlns:a16="http://schemas.microsoft.com/office/drawing/2014/main" id="{75AD3B5E-DFD7-493C-BC55-47A63BB952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3990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775" name="Shape 4596">
              <a:extLst>
                <a:ext uri="{FF2B5EF4-FFF2-40B4-BE49-F238E27FC236}">
                  <a16:creationId xmlns:a16="http://schemas.microsoft.com/office/drawing/2014/main" id="{C1D0415F-17B1-4643-865E-D2ED5FFF02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3990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776" name="Shape 4597">
              <a:extLst>
                <a:ext uri="{FF2B5EF4-FFF2-40B4-BE49-F238E27FC236}">
                  <a16:creationId xmlns:a16="http://schemas.microsoft.com/office/drawing/2014/main" id="{D40D1D9F-EFC2-4F6A-A81E-7F9C44FFC6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3990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777" name="Shape 4598">
              <a:extLst>
                <a:ext uri="{FF2B5EF4-FFF2-40B4-BE49-F238E27FC236}">
                  <a16:creationId xmlns:a16="http://schemas.microsoft.com/office/drawing/2014/main" id="{D9EFAA07-E96E-4C28-BDD1-53D4A90BE0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6788" y="4156075"/>
              <a:ext cx="86995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373778" name="Shape 4599">
              <a:extLst>
                <a:ext uri="{FF2B5EF4-FFF2-40B4-BE49-F238E27FC236}">
                  <a16:creationId xmlns:a16="http://schemas.microsoft.com/office/drawing/2014/main" id="{495A270D-C7D5-4FE6-A8C0-CFACD53C8A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3990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779" name="Shape 4600">
              <a:extLst>
                <a:ext uri="{FF2B5EF4-FFF2-40B4-BE49-F238E27FC236}">
                  <a16:creationId xmlns:a16="http://schemas.microsoft.com/office/drawing/2014/main" id="{D010ACB7-D737-4E13-BA84-C3082F0B31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4392613"/>
              <a:ext cx="2265363" cy="111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780" name="Shape 4601">
              <a:extLst>
                <a:ext uri="{FF2B5EF4-FFF2-40B4-BE49-F238E27FC236}">
                  <a16:creationId xmlns:a16="http://schemas.microsoft.com/office/drawing/2014/main" id="{88AB820D-9932-4F3C-AEB8-91FF2CD89E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4400550"/>
              <a:ext cx="9525" cy="4143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781" name="Shape 4602">
              <a:extLst>
                <a:ext uri="{FF2B5EF4-FFF2-40B4-BE49-F238E27FC236}">
                  <a16:creationId xmlns:a16="http://schemas.microsoft.com/office/drawing/2014/main" id="{A3AE095E-9605-4C10-9B09-0DFC106F63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1588" y="4105275"/>
              <a:ext cx="107315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373782" name="Shape 4603">
              <a:extLst>
                <a:ext uri="{FF2B5EF4-FFF2-40B4-BE49-F238E27FC236}">
                  <a16:creationId xmlns:a16="http://schemas.microsoft.com/office/drawing/2014/main" id="{8ED6E2B5-FF50-42BE-91F2-9212EC63BB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4400550"/>
              <a:ext cx="9525" cy="4143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783" name="Shape 4604">
              <a:extLst>
                <a:ext uri="{FF2B5EF4-FFF2-40B4-BE49-F238E27FC236}">
                  <a16:creationId xmlns:a16="http://schemas.microsoft.com/office/drawing/2014/main" id="{E2522B85-B84C-4683-B126-E34B3A0AEF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2200" y="4467225"/>
              <a:ext cx="60166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373784" name="Shape 4605">
              <a:extLst>
                <a:ext uri="{FF2B5EF4-FFF2-40B4-BE49-F238E27FC236}">
                  <a16:creationId xmlns:a16="http://schemas.microsoft.com/office/drawing/2014/main" id="{1851B5B0-D7B9-47AD-8544-C58CA06A49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4400550"/>
              <a:ext cx="9525" cy="4143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785" name="Shape 4606">
              <a:extLst>
                <a:ext uri="{FF2B5EF4-FFF2-40B4-BE49-F238E27FC236}">
                  <a16:creationId xmlns:a16="http://schemas.microsoft.com/office/drawing/2014/main" id="{6B41EB56-CDE4-436E-8B02-D0842328C5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4803775"/>
              <a:ext cx="6835775" cy="111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786" name="Shape 4607">
              <a:extLst>
                <a:ext uri="{FF2B5EF4-FFF2-40B4-BE49-F238E27FC236}">
                  <a16:creationId xmlns:a16="http://schemas.microsoft.com/office/drawing/2014/main" id="{58DFF4C4-C575-4FFF-92A6-8A17FA53E8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4814888"/>
              <a:ext cx="9525" cy="41116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787" name="Shape 4608">
              <a:extLst>
                <a:ext uri="{FF2B5EF4-FFF2-40B4-BE49-F238E27FC236}">
                  <a16:creationId xmlns:a16="http://schemas.microsoft.com/office/drawing/2014/main" id="{D5ED0BB1-E818-4A3F-9C68-AA858D2A43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4814888"/>
              <a:ext cx="9525" cy="41116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788" name="Shape 4609">
              <a:extLst>
                <a:ext uri="{FF2B5EF4-FFF2-40B4-BE49-F238E27FC236}">
                  <a16:creationId xmlns:a16="http://schemas.microsoft.com/office/drawing/2014/main" id="{BEB8899C-9A09-4738-83FA-0D28CBA2BB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4814888"/>
              <a:ext cx="9525" cy="41116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789" name="Shape 4610">
              <a:extLst>
                <a:ext uri="{FF2B5EF4-FFF2-40B4-BE49-F238E27FC236}">
                  <a16:creationId xmlns:a16="http://schemas.microsoft.com/office/drawing/2014/main" id="{2DDC060A-9D98-41FB-92C1-E4BD69C444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5214938"/>
              <a:ext cx="7967662" cy="111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790" name="Shape 4611">
              <a:extLst>
                <a:ext uri="{FF2B5EF4-FFF2-40B4-BE49-F238E27FC236}">
                  <a16:creationId xmlns:a16="http://schemas.microsoft.com/office/drawing/2014/main" id="{0CF4E384-94A2-4385-A8FC-C9FCE786ED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56313" y="4362450"/>
              <a:ext cx="9255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373791" name="Shape 4612">
              <a:extLst>
                <a:ext uri="{FF2B5EF4-FFF2-40B4-BE49-F238E27FC236}">
                  <a16:creationId xmlns:a16="http://schemas.microsoft.com/office/drawing/2014/main" id="{3633D5F9-7AA5-461C-9CDE-E56E5E7C80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5229225"/>
              <a:ext cx="9525" cy="3635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792" name="Shape 4613">
              <a:extLst>
                <a:ext uri="{FF2B5EF4-FFF2-40B4-BE49-F238E27FC236}">
                  <a16:creationId xmlns:a16="http://schemas.microsoft.com/office/drawing/2014/main" id="{1C5DC220-1125-45CD-AD0C-1CE74979C2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975" y="5308600"/>
              <a:ext cx="3317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73793" name="Shape 4614">
              <a:extLst>
                <a:ext uri="{FF2B5EF4-FFF2-40B4-BE49-F238E27FC236}">
                  <a16:creationId xmlns:a16="http://schemas.microsoft.com/office/drawing/2014/main" id="{F8C03F42-95E0-4249-A792-BD7A77E33B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7425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794" name="Shape 4615">
              <a:extLst>
                <a:ext uri="{FF2B5EF4-FFF2-40B4-BE49-F238E27FC236}">
                  <a16:creationId xmlns:a16="http://schemas.microsoft.com/office/drawing/2014/main" id="{AD7916F5-32E1-46DD-9C49-F303B5EB8A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5229225"/>
              <a:ext cx="9525" cy="3635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795" name="Shape 4616">
              <a:extLst>
                <a:ext uri="{FF2B5EF4-FFF2-40B4-BE49-F238E27FC236}">
                  <a16:creationId xmlns:a16="http://schemas.microsoft.com/office/drawing/2014/main" id="{E47ADFFA-5F3C-4070-8533-CA1A9DE036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8875" y="5308600"/>
              <a:ext cx="5222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001 </a:t>
              </a:r>
            </a:p>
          </p:txBody>
        </p:sp>
        <p:sp>
          <p:nvSpPr>
            <p:cNvPr id="373796" name="Shape 4617">
              <a:extLst>
                <a:ext uri="{FF2B5EF4-FFF2-40B4-BE49-F238E27FC236}">
                  <a16:creationId xmlns:a16="http://schemas.microsoft.com/office/drawing/2014/main" id="{DCB61492-6148-4E95-B3B3-FB6C9DC505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825" y="5308600"/>
              <a:ext cx="58261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0001</a:t>
              </a:r>
            </a:p>
          </p:txBody>
        </p:sp>
        <p:sp>
          <p:nvSpPr>
            <p:cNvPr id="373797" name="Shape 4618">
              <a:extLst>
                <a:ext uri="{FF2B5EF4-FFF2-40B4-BE49-F238E27FC236}">
                  <a16:creationId xmlns:a16="http://schemas.microsoft.com/office/drawing/2014/main" id="{0DE6DEE2-C130-4512-BBFC-BC8C403919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1988" y="5308600"/>
              <a:ext cx="5826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0010</a:t>
              </a:r>
            </a:p>
          </p:txBody>
        </p:sp>
        <p:sp>
          <p:nvSpPr>
            <p:cNvPr id="373798" name="Shape 4619">
              <a:extLst>
                <a:ext uri="{FF2B5EF4-FFF2-40B4-BE49-F238E27FC236}">
                  <a16:creationId xmlns:a16="http://schemas.microsoft.com/office/drawing/2014/main" id="{693D18CC-5700-4195-8F37-3C4D811FB2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8338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799" name="Shape 4620">
              <a:extLst>
                <a:ext uri="{FF2B5EF4-FFF2-40B4-BE49-F238E27FC236}">
                  <a16:creationId xmlns:a16="http://schemas.microsoft.com/office/drawing/2014/main" id="{7D015879-5904-40CA-961A-D26BC058F1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2225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800" name="Shape 4621">
              <a:extLst>
                <a:ext uri="{FF2B5EF4-FFF2-40B4-BE49-F238E27FC236}">
                  <a16:creationId xmlns:a16="http://schemas.microsoft.com/office/drawing/2014/main" id="{9A6FF046-BF4E-4156-82BD-E8018C48E0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6113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801" name="Shape 4622">
              <a:extLst>
                <a:ext uri="{FF2B5EF4-FFF2-40B4-BE49-F238E27FC236}">
                  <a16:creationId xmlns:a16="http://schemas.microsoft.com/office/drawing/2014/main" id="{B3F0C084-82E8-46E9-82D3-81F95EB691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48413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802" name="Shape 4623">
              <a:extLst>
                <a:ext uri="{FF2B5EF4-FFF2-40B4-BE49-F238E27FC236}">
                  <a16:creationId xmlns:a16="http://schemas.microsoft.com/office/drawing/2014/main" id="{2AA86CE8-EB13-411C-95ED-EBFB0E8102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3888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803" name="Shape 4624">
              <a:extLst>
                <a:ext uri="{FF2B5EF4-FFF2-40B4-BE49-F238E27FC236}">
                  <a16:creationId xmlns:a16="http://schemas.microsoft.com/office/drawing/2014/main" id="{5B20965A-47D1-45C2-9520-1A307DD28E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4600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804" name="Shape 4625">
              <a:extLst>
                <a:ext uri="{FF2B5EF4-FFF2-40B4-BE49-F238E27FC236}">
                  <a16:creationId xmlns:a16="http://schemas.microsoft.com/office/drawing/2014/main" id="{0E1E6B94-B15B-4EDF-81B0-31D4928F80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5229225"/>
              <a:ext cx="9525" cy="3635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805" name="Shape 4626">
              <a:extLst>
                <a:ext uri="{FF2B5EF4-FFF2-40B4-BE49-F238E27FC236}">
                  <a16:creationId xmlns:a16="http://schemas.microsoft.com/office/drawing/2014/main" id="{EAE45990-E356-4B55-8285-A2E5B9FE6B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0550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806" name="Shape 4627">
              <a:extLst>
                <a:ext uri="{FF2B5EF4-FFF2-40B4-BE49-F238E27FC236}">
                  <a16:creationId xmlns:a16="http://schemas.microsoft.com/office/drawing/2014/main" id="{3D0997D9-D295-45D8-83EF-48CF2AA869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55927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807" name="Shape 4628">
              <a:extLst>
                <a:ext uri="{FF2B5EF4-FFF2-40B4-BE49-F238E27FC236}">
                  <a16:creationId xmlns:a16="http://schemas.microsoft.com/office/drawing/2014/main" id="{CA6790E0-C09A-4CA9-9A9C-59C57A94EB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325" y="5583238"/>
              <a:ext cx="3190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373808" name="Shape 4629">
              <a:extLst>
                <a:ext uri="{FF2B5EF4-FFF2-40B4-BE49-F238E27FC236}">
                  <a16:creationId xmlns:a16="http://schemas.microsoft.com/office/drawing/2014/main" id="{C91FCD61-6D22-431B-9671-1047DEE398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9013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809" name="Shape 4630">
              <a:extLst>
                <a:ext uri="{FF2B5EF4-FFF2-40B4-BE49-F238E27FC236}">
                  <a16:creationId xmlns:a16="http://schemas.microsoft.com/office/drawing/2014/main" id="{62575915-D8B0-48C2-AE8C-3F37658421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55927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810" name="Shape 4631">
              <a:extLst>
                <a:ext uri="{FF2B5EF4-FFF2-40B4-BE49-F238E27FC236}">
                  <a16:creationId xmlns:a16="http://schemas.microsoft.com/office/drawing/2014/main" id="{4E858369-2F44-4B88-82EA-566657AE7E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0463" y="5583238"/>
              <a:ext cx="522287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010 </a:t>
              </a:r>
            </a:p>
          </p:txBody>
        </p:sp>
        <p:sp>
          <p:nvSpPr>
            <p:cNvPr id="373811" name="Shape 4632">
              <a:extLst>
                <a:ext uri="{FF2B5EF4-FFF2-40B4-BE49-F238E27FC236}">
                  <a16:creationId xmlns:a16="http://schemas.microsoft.com/office/drawing/2014/main" id="{F9E2EBC5-53F2-4DF9-8D08-76EABA28A7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825" y="5583238"/>
              <a:ext cx="58261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0100</a:t>
              </a:r>
            </a:p>
          </p:txBody>
        </p:sp>
        <p:sp>
          <p:nvSpPr>
            <p:cNvPr id="373812" name="Shape 4633">
              <a:extLst>
                <a:ext uri="{FF2B5EF4-FFF2-40B4-BE49-F238E27FC236}">
                  <a16:creationId xmlns:a16="http://schemas.microsoft.com/office/drawing/2014/main" id="{4A32E77C-07C6-4247-B8A3-88515D8A0C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1988" y="5583238"/>
              <a:ext cx="5826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0100</a:t>
              </a:r>
            </a:p>
          </p:txBody>
        </p:sp>
        <p:sp>
          <p:nvSpPr>
            <p:cNvPr id="373813" name="Shape 4634">
              <a:extLst>
                <a:ext uri="{FF2B5EF4-FFF2-40B4-BE49-F238E27FC236}">
                  <a16:creationId xmlns:a16="http://schemas.microsoft.com/office/drawing/2014/main" id="{1A4A49D0-0984-43FD-BD24-0E294BDF9E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9925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814" name="Shape 4635">
              <a:extLst>
                <a:ext uri="{FF2B5EF4-FFF2-40B4-BE49-F238E27FC236}">
                  <a16:creationId xmlns:a16="http://schemas.microsoft.com/office/drawing/2014/main" id="{BC868B53-9794-4499-A7B5-6089C3FD64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2225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815" name="Shape 4636">
              <a:extLst>
                <a:ext uri="{FF2B5EF4-FFF2-40B4-BE49-F238E27FC236}">
                  <a16:creationId xmlns:a16="http://schemas.microsoft.com/office/drawing/2014/main" id="{95CBEA55-20D8-459C-A5EF-2265756901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7700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73816" name="Shape 4637">
              <a:extLst>
                <a:ext uri="{FF2B5EF4-FFF2-40B4-BE49-F238E27FC236}">
                  <a16:creationId xmlns:a16="http://schemas.microsoft.com/office/drawing/2014/main" id="{E90017AC-C9BC-4CB4-817C-0E78126897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50000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817" name="Shape 4638">
              <a:extLst>
                <a:ext uri="{FF2B5EF4-FFF2-40B4-BE49-F238E27FC236}">
                  <a16:creationId xmlns:a16="http://schemas.microsoft.com/office/drawing/2014/main" id="{BD879F2F-E796-427B-B276-83D7CEE2AF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5475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818" name="Shape 4639">
              <a:extLst>
                <a:ext uri="{FF2B5EF4-FFF2-40B4-BE49-F238E27FC236}">
                  <a16:creationId xmlns:a16="http://schemas.microsoft.com/office/drawing/2014/main" id="{EDF52885-051D-4F81-97DE-C880501316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6188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73819" name="Shape 4640">
              <a:extLst>
                <a:ext uri="{FF2B5EF4-FFF2-40B4-BE49-F238E27FC236}">
                  <a16:creationId xmlns:a16="http://schemas.microsoft.com/office/drawing/2014/main" id="{899FF795-B33F-4819-B096-FABCE61647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55927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820" name="Shape 4641">
              <a:extLst>
                <a:ext uri="{FF2B5EF4-FFF2-40B4-BE49-F238E27FC236}">
                  <a16:creationId xmlns:a16="http://schemas.microsoft.com/office/drawing/2014/main" id="{3EE5C3B6-4345-462E-AE17-56D6B32391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0550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821" name="Shape 4642">
              <a:extLst>
                <a:ext uri="{FF2B5EF4-FFF2-40B4-BE49-F238E27FC236}">
                  <a16:creationId xmlns:a16="http://schemas.microsoft.com/office/drawing/2014/main" id="{2060D758-0B2E-4456-A20D-4897A72BA2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5843588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822" name="Shape 4643">
              <a:extLst>
                <a:ext uri="{FF2B5EF4-FFF2-40B4-BE49-F238E27FC236}">
                  <a16:creationId xmlns:a16="http://schemas.microsoft.com/office/drawing/2014/main" id="{EC898067-FF37-46D6-BC7A-30BE573CD2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325" y="5856288"/>
              <a:ext cx="3190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73823" name="Shape 4644">
              <a:extLst>
                <a:ext uri="{FF2B5EF4-FFF2-40B4-BE49-F238E27FC236}">
                  <a16:creationId xmlns:a16="http://schemas.microsoft.com/office/drawing/2014/main" id="{E153B97F-4C6A-475C-89F5-B8A0E1DBCC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9013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824" name="Shape 4645">
              <a:extLst>
                <a:ext uri="{FF2B5EF4-FFF2-40B4-BE49-F238E27FC236}">
                  <a16:creationId xmlns:a16="http://schemas.microsoft.com/office/drawing/2014/main" id="{4568503E-8B61-4026-ACF5-2E43DA2438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5843588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825" name="Shape 4646">
              <a:extLst>
                <a:ext uri="{FF2B5EF4-FFF2-40B4-BE49-F238E27FC236}">
                  <a16:creationId xmlns:a16="http://schemas.microsoft.com/office/drawing/2014/main" id="{1BE4DD25-7866-43B7-B2A0-F574C8A6CE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0463" y="5856288"/>
              <a:ext cx="522287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100 </a:t>
              </a:r>
            </a:p>
          </p:txBody>
        </p:sp>
        <p:sp>
          <p:nvSpPr>
            <p:cNvPr id="373826" name="Shape 4647">
              <a:extLst>
                <a:ext uri="{FF2B5EF4-FFF2-40B4-BE49-F238E27FC236}">
                  <a16:creationId xmlns:a16="http://schemas.microsoft.com/office/drawing/2014/main" id="{C68CEDB9-35F8-433A-B661-B660E321A9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825" y="5856288"/>
              <a:ext cx="58261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1000</a:t>
              </a:r>
            </a:p>
          </p:txBody>
        </p:sp>
        <p:sp>
          <p:nvSpPr>
            <p:cNvPr id="373827" name="Shape 4648">
              <a:extLst>
                <a:ext uri="{FF2B5EF4-FFF2-40B4-BE49-F238E27FC236}">
                  <a16:creationId xmlns:a16="http://schemas.microsoft.com/office/drawing/2014/main" id="{5475C695-A419-4890-BAFA-6835B7FEFA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1988" y="5856288"/>
              <a:ext cx="5826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1000</a:t>
              </a:r>
            </a:p>
          </p:txBody>
        </p:sp>
        <p:sp>
          <p:nvSpPr>
            <p:cNvPr id="373828" name="Shape 4649">
              <a:extLst>
                <a:ext uri="{FF2B5EF4-FFF2-40B4-BE49-F238E27FC236}">
                  <a16:creationId xmlns:a16="http://schemas.microsoft.com/office/drawing/2014/main" id="{D313A9DF-B318-45FA-B300-D4288C9945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9925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73829" name="Shape 4650">
              <a:extLst>
                <a:ext uri="{FF2B5EF4-FFF2-40B4-BE49-F238E27FC236}">
                  <a16:creationId xmlns:a16="http://schemas.microsoft.com/office/drawing/2014/main" id="{BA9CD393-B208-46A8-ACA1-819B188F19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2225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830" name="Shape 4651">
              <a:extLst>
                <a:ext uri="{FF2B5EF4-FFF2-40B4-BE49-F238E27FC236}">
                  <a16:creationId xmlns:a16="http://schemas.microsoft.com/office/drawing/2014/main" id="{828ECFD8-B468-4740-AE69-2ACF8B00F4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7700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831" name="Shape 4652">
              <a:extLst>
                <a:ext uri="{FF2B5EF4-FFF2-40B4-BE49-F238E27FC236}">
                  <a16:creationId xmlns:a16="http://schemas.microsoft.com/office/drawing/2014/main" id="{1F62455E-C653-4C1C-AE97-D793E15211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50000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73832" name="Shape 4653">
              <a:extLst>
                <a:ext uri="{FF2B5EF4-FFF2-40B4-BE49-F238E27FC236}">
                  <a16:creationId xmlns:a16="http://schemas.microsoft.com/office/drawing/2014/main" id="{83E2E23F-D916-497E-9198-697D43E8A1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5475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833" name="Shape 4654">
              <a:extLst>
                <a:ext uri="{FF2B5EF4-FFF2-40B4-BE49-F238E27FC236}">
                  <a16:creationId xmlns:a16="http://schemas.microsoft.com/office/drawing/2014/main" id="{3F1A0455-3588-414B-B890-93E376BCA3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6188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834" name="Shape 4655">
              <a:extLst>
                <a:ext uri="{FF2B5EF4-FFF2-40B4-BE49-F238E27FC236}">
                  <a16:creationId xmlns:a16="http://schemas.microsoft.com/office/drawing/2014/main" id="{CEAE5394-13A0-4994-96C4-DB1455B74F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5843588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835" name="Shape 4656">
              <a:extLst>
                <a:ext uri="{FF2B5EF4-FFF2-40B4-BE49-F238E27FC236}">
                  <a16:creationId xmlns:a16="http://schemas.microsoft.com/office/drawing/2014/main" id="{E6BCB53B-EF6A-4DF2-9DDC-07DCAA5860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0550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836" name="Shape 4657">
              <a:extLst>
                <a:ext uri="{FF2B5EF4-FFF2-40B4-BE49-F238E27FC236}">
                  <a16:creationId xmlns:a16="http://schemas.microsoft.com/office/drawing/2014/main" id="{A65CAE7D-3D1C-4E0F-AF90-45DE1EBA09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6122988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837" name="Shape 4658">
              <a:extLst>
                <a:ext uri="{FF2B5EF4-FFF2-40B4-BE49-F238E27FC236}">
                  <a16:creationId xmlns:a16="http://schemas.microsoft.com/office/drawing/2014/main" id="{55EEF642-8685-498D-943E-5CF53F9929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975" y="6129338"/>
              <a:ext cx="3317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73838" name="Shape 4659">
              <a:extLst>
                <a:ext uri="{FF2B5EF4-FFF2-40B4-BE49-F238E27FC236}">
                  <a16:creationId xmlns:a16="http://schemas.microsoft.com/office/drawing/2014/main" id="{0107C884-EFBD-4266-8A6A-C3E956D25E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7425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73839" name="Shape 4660">
              <a:extLst>
                <a:ext uri="{FF2B5EF4-FFF2-40B4-BE49-F238E27FC236}">
                  <a16:creationId xmlns:a16="http://schemas.microsoft.com/office/drawing/2014/main" id="{744B7FA4-2D48-4571-8A03-D82F82469D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6122988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840" name="Shape 4661">
              <a:extLst>
                <a:ext uri="{FF2B5EF4-FFF2-40B4-BE49-F238E27FC236}">
                  <a16:creationId xmlns:a16="http://schemas.microsoft.com/office/drawing/2014/main" id="{ABA001DE-8733-4CE2-BE14-398611F8A2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8875" y="6129338"/>
              <a:ext cx="5222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000 </a:t>
              </a:r>
            </a:p>
          </p:txBody>
        </p:sp>
        <p:sp>
          <p:nvSpPr>
            <p:cNvPr id="373841" name="Shape 4662">
              <a:extLst>
                <a:ext uri="{FF2B5EF4-FFF2-40B4-BE49-F238E27FC236}">
                  <a16:creationId xmlns:a16="http://schemas.microsoft.com/office/drawing/2014/main" id="{C38FFC97-C8F9-4A6A-8895-D46AF2A528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825" y="6129338"/>
              <a:ext cx="58261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0001</a:t>
              </a:r>
            </a:p>
          </p:txBody>
        </p:sp>
        <p:sp>
          <p:nvSpPr>
            <p:cNvPr id="373842" name="Shape 4663">
              <a:extLst>
                <a:ext uri="{FF2B5EF4-FFF2-40B4-BE49-F238E27FC236}">
                  <a16:creationId xmlns:a16="http://schemas.microsoft.com/office/drawing/2014/main" id="{A13F0A11-5DDC-4927-827C-82309EDAA4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1988" y="6129338"/>
              <a:ext cx="5826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0001</a:t>
              </a:r>
            </a:p>
          </p:txBody>
        </p:sp>
        <p:sp>
          <p:nvSpPr>
            <p:cNvPr id="373843" name="Shape 4664">
              <a:extLst>
                <a:ext uri="{FF2B5EF4-FFF2-40B4-BE49-F238E27FC236}">
                  <a16:creationId xmlns:a16="http://schemas.microsoft.com/office/drawing/2014/main" id="{527E08CF-A065-4D35-A07E-06309DD141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8338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844" name="Shape 4665">
              <a:extLst>
                <a:ext uri="{FF2B5EF4-FFF2-40B4-BE49-F238E27FC236}">
                  <a16:creationId xmlns:a16="http://schemas.microsoft.com/office/drawing/2014/main" id="{31D8CF19-29BD-480B-8ED4-BD691D7EB5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2225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73845" name="Shape 4666">
              <a:extLst>
                <a:ext uri="{FF2B5EF4-FFF2-40B4-BE49-F238E27FC236}">
                  <a16:creationId xmlns:a16="http://schemas.microsoft.com/office/drawing/2014/main" id="{41F2DB68-CE80-4360-BB65-9177F78674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6113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846" name="Shape 4667">
              <a:extLst>
                <a:ext uri="{FF2B5EF4-FFF2-40B4-BE49-F238E27FC236}">
                  <a16:creationId xmlns:a16="http://schemas.microsoft.com/office/drawing/2014/main" id="{965C9D7A-E6FB-4FAE-8B02-7AE6D687B4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48413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847" name="Shape 4668">
              <a:extLst>
                <a:ext uri="{FF2B5EF4-FFF2-40B4-BE49-F238E27FC236}">
                  <a16:creationId xmlns:a16="http://schemas.microsoft.com/office/drawing/2014/main" id="{242824D1-BC33-4629-94C5-A5E4162083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3888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73848" name="Shape 4669">
              <a:extLst>
                <a:ext uri="{FF2B5EF4-FFF2-40B4-BE49-F238E27FC236}">
                  <a16:creationId xmlns:a16="http://schemas.microsoft.com/office/drawing/2014/main" id="{ED23C9D6-0F98-42E0-BD24-E5E785A7C5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4600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3849" name="Shape 4670">
              <a:extLst>
                <a:ext uri="{FF2B5EF4-FFF2-40B4-BE49-F238E27FC236}">
                  <a16:creationId xmlns:a16="http://schemas.microsoft.com/office/drawing/2014/main" id="{0F5155C8-86D6-44D0-AEB3-238EDC43B9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6122988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850" name="Shape 4671">
              <a:extLst>
                <a:ext uri="{FF2B5EF4-FFF2-40B4-BE49-F238E27FC236}">
                  <a16:creationId xmlns:a16="http://schemas.microsoft.com/office/drawing/2014/main" id="{91069D9D-A1AB-495E-9D4F-BE3F22468C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6450013"/>
              <a:ext cx="7967662" cy="111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851" name="Shape 4672">
              <a:extLst>
                <a:ext uri="{FF2B5EF4-FFF2-40B4-BE49-F238E27FC236}">
                  <a16:creationId xmlns:a16="http://schemas.microsoft.com/office/drawing/2014/main" id="{DD2E60D8-4824-4B1F-A76A-916E1E66BE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0550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cxnSp>
          <p:nvCxnSpPr>
            <p:cNvPr id="373852" name="Shape 4673">
              <a:extLst>
                <a:ext uri="{FF2B5EF4-FFF2-40B4-BE49-F238E27FC236}">
                  <a16:creationId xmlns:a16="http://schemas.microsoft.com/office/drawing/2014/main" id="{CC21406A-3619-4BD3-B306-04F5B14A7A5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27075" y="3997325"/>
              <a:ext cx="0" cy="245745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73853" name="Shape 4674">
              <a:extLst>
                <a:ext uri="{FF2B5EF4-FFF2-40B4-BE49-F238E27FC236}">
                  <a16:creationId xmlns:a16="http://schemas.microsoft.com/office/drawing/2014/main" id="{F293E5C0-8C07-48A7-BF9A-9B69E340BFA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30250" y="3987800"/>
              <a:ext cx="7972425" cy="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73854" name="Shape 4675">
              <a:extLst>
                <a:ext uri="{FF2B5EF4-FFF2-40B4-BE49-F238E27FC236}">
                  <a16:creationId xmlns:a16="http://schemas.microsoft.com/office/drawing/2014/main" id="{90360B10-F152-4CBD-8AAD-17A29609A21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130675" y="4002088"/>
              <a:ext cx="0" cy="2443162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73855" name="Shape 4758">
              <a:extLst>
                <a:ext uri="{FF2B5EF4-FFF2-40B4-BE49-F238E27FC236}">
                  <a16:creationId xmlns:a16="http://schemas.microsoft.com/office/drawing/2014/main" id="{E58EDB16-FBD1-4AB8-B57A-ABCA1B169F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6300" y="4481513"/>
              <a:ext cx="56515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0 </a:t>
              </a:r>
            </a:p>
          </p:txBody>
        </p:sp>
        <p:sp>
          <p:nvSpPr>
            <p:cNvPr id="373856" name="Shape 4759">
              <a:extLst>
                <a:ext uri="{FF2B5EF4-FFF2-40B4-BE49-F238E27FC236}">
                  <a16:creationId xmlns:a16="http://schemas.microsoft.com/office/drawing/2014/main" id="{CE1B19AE-FA0C-4737-8FBB-8AE8D783ED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8325" y="4481513"/>
              <a:ext cx="566738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1 </a:t>
              </a:r>
            </a:p>
          </p:txBody>
        </p:sp>
        <p:sp>
          <p:nvSpPr>
            <p:cNvPr id="373857" name="Shape 4760">
              <a:extLst>
                <a:ext uri="{FF2B5EF4-FFF2-40B4-BE49-F238E27FC236}">
                  <a16:creationId xmlns:a16="http://schemas.microsoft.com/office/drawing/2014/main" id="{DB09B6D8-2209-4A74-823F-17E8D17B44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16400" y="4846638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73858" name="Shape 4761">
              <a:extLst>
                <a:ext uri="{FF2B5EF4-FFF2-40B4-BE49-F238E27FC236}">
                  <a16:creationId xmlns:a16="http://schemas.microsoft.com/office/drawing/2014/main" id="{100A2AD5-BDC2-4F38-BCB6-B57D800602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51413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73859" name="Shape 4762">
              <a:extLst>
                <a:ext uri="{FF2B5EF4-FFF2-40B4-BE49-F238E27FC236}">
                  <a16:creationId xmlns:a16="http://schemas.microsoft.com/office/drawing/2014/main" id="{461AFA7D-7CF4-4520-93B4-C0E371FFD3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538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73860" name="Shape 4763">
              <a:extLst>
                <a:ext uri="{FF2B5EF4-FFF2-40B4-BE49-F238E27FC236}">
                  <a16:creationId xmlns:a16="http://schemas.microsoft.com/office/drawing/2014/main" id="{2DFC4098-1F27-4F22-A61E-25414BA9D3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89663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73861" name="Shape 4764">
              <a:extLst>
                <a:ext uri="{FF2B5EF4-FFF2-40B4-BE49-F238E27FC236}">
                  <a16:creationId xmlns:a16="http://schemas.microsoft.com/office/drawing/2014/main" id="{985BE027-E170-45F8-8C3E-4CD1C2C8B8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23075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73862" name="Shape 4765">
              <a:extLst>
                <a:ext uri="{FF2B5EF4-FFF2-40B4-BE49-F238E27FC236}">
                  <a16:creationId xmlns:a16="http://schemas.microsoft.com/office/drawing/2014/main" id="{A6C26061-AA90-40B7-9DEF-BB98CFC081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13625" y="4846638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73863" name="Shape 4766">
              <a:extLst>
                <a:ext uri="{FF2B5EF4-FFF2-40B4-BE49-F238E27FC236}">
                  <a16:creationId xmlns:a16="http://schemas.microsoft.com/office/drawing/2014/main" id="{B58BD4B4-B58F-4146-9815-8734EB5B4E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05763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373864" name="Shape 4767">
              <a:extLst>
                <a:ext uri="{FF2B5EF4-FFF2-40B4-BE49-F238E27FC236}">
                  <a16:creationId xmlns:a16="http://schemas.microsoft.com/office/drawing/2014/main" id="{FDF9F582-7CDF-43C1-ABA1-D631DAB5A3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6150" y="4867275"/>
              <a:ext cx="7810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4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73865" name="Shape 4768">
              <a:extLst>
                <a:ext uri="{FF2B5EF4-FFF2-40B4-BE49-F238E27FC236}">
                  <a16:creationId xmlns:a16="http://schemas.microsoft.com/office/drawing/2014/main" id="{5D056BC6-E899-47C1-9981-400689DF29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73263" y="4878388"/>
              <a:ext cx="97790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4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73866" name="Shape 4769">
              <a:extLst>
                <a:ext uri="{FF2B5EF4-FFF2-40B4-BE49-F238E27FC236}">
                  <a16:creationId xmlns:a16="http://schemas.microsoft.com/office/drawing/2014/main" id="{D88BDE87-DC50-4B8B-918C-FF6E7F1872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0063" y="4878388"/>
              <a:ext cx="97790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4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</p:grpSp>
      <mc:AlternateContent xmlns:mc="http://schemas.openxmlformats.org/markup-compatibility/2006">
        <mc:Choice xmlns:p14="http://schemas.microsoft.com/office/powerpoint/2010/main"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4112AF76-CB26-4986-9465-2FC7A1267ECA}"/>
                  </a:ext>
                </a:extLst>
              </p14:cNvPr>
              <p14:cNvContentPartPr/>
              <p14:nvPr/>
            </p14:nvContentPartPr>
            <p14:xfrm>
              <a:off x="1416600" y="3122640"/>
              <a:ext cx="6856200" cy="216432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4112AF76-CB26-4986-9465-2FC7A1267ECA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1407240" y="3113280"/>
                <a:ext cx="6874920" cy="218304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  <p:transition/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5809" name="Group 1">
            <a:extLst>
              <a:ext uri="{FF2B5EF4-FFF2-40B4-BE49-F238E27FC236}">
                <a16:creationId xmlns:a16="http://schemas.microsoft.com/office/drawing/2014/main" id="{240C3FA2-A2AA-432E-B5F5-A2915E128C24}"/>
              </a:ext>
            </a:extLst>
          </p:cNvPr>
          <p:cNvGrpSpPr>
            <a:grpSpLocks/>
          </p:cNvGrpSpPr>
          <p:nvPr/>
        </p:nvGrpSpPr>
        <p:grpSpPr bwMode="auto">
          <a:xfrm>
            <a:off x="434975" y="3981450"/>
            <a:ext cx="8274050" cy="2479675"/>
            <a:chOff x="434975" y="3981450"/>
            <a:chExt cx="8274050" cy="2479675"/>
          </a:xfrm>
        </p:grpSpPr>
        <p:sp>
          <p:nvSpPr>
            <p:cNvPr id="375811" name="Shape 4774">
              <a:extLst>
                <a:ext uri="{FF2B5EF4-FFF2-40B4-BE49-F238E27FC236}">
                  <a16:creationId xmlns:a16="http://schemas.microsoft.com/office/drawing/2014/main" id="{A7ADB7AE-E64E-46B3-A62E-CE14D30B11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3981450"/>
              <a:ext cx="7967662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812" name="Shape 4775">
              <a:extLst>
                <a:ext uri="{FF2B5EF4-FFF2-40B4-BE49-F238E27FC236}">
                  <a16:creationId xmlns:a16="http://schemas.microsoft.com/office/drawing/2014/main" id="{A49A0775-0308-4EE2-B38D-67ED0AF3A5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3990975"/>
              <a:ext cx="11112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813" name="Shape 4776">
              <a:extLst>
                <a:ext uri="{FF2B5EF4-FFF2-40B4-BE49-F238E27FC236}">
                  <a16:creationId xmlns:a16="http://schemas.microsoft.com/office/drawing/2014/main" id="{AF7BBAB7-C991-4A60-B974-66CE81492E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4400550"/>
              <a:ext cx="11112" cy="4143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814" name="Shape 4777">
              <a:extLst>
                <a:ext uri="{FF2B5EF4-FFF2-40B4-BE49-F238E27FC236}">
                  <a16:creationId xmlns:a16="http://schemas.microsoft.com/office/drawing/2014/main" id="{7BB31C6A-733C-45E3-832E-10868F61F5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4814888"/>
              <a:ext cx="11112" cy="41116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815" name="Shape 4778">
              <a:extLst>
                <a:ext uri="{FF2B5EF4-FFF2-40B4-BE49-F238E27FC236}">
                  <a16:creationId xmlns:a16="http://schemas.microsoft.com/office/drawing/2014/main" id="{C072E5CB-094D-4930-B605-DD4F30C11B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5229225"/>
              <a:ext cx="11112" cy="3635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816" name="Shape 4779">
              <a:extLst>
                <a:ext uri="{FF2B5EF4-FFF2-40B4-BE49-F238E27FC236}">
                  <a16:creationId xmlns:a16="http://schemas.microsoft.com/office/drawing/2014/main" id="{49E6DCE6-900B-499B-9CE3-0468F85EBC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5592763"/>
              <a:ext cx="11112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817" name="Shape 4780">
              <a:extLst>
                <a:ext uri="{FF2B5EF4-FFF2-40B4-BE49-F238E27FC236}">
                  <a16:creationId xmlns:a16="http://schemas.microsoft.com/office/drawing/2014/main" id="{2449906F-F763-47B7-B428-E1A0D773EC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5843588"/>
              <a:ext cx="11112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818" name="Shape 4781">
              <a:extLst>
                <a:ext uri="{FF2B5EF4-FFF2-40B4-BE49-F238E27FC236}">
                  <a16:creationId xmlns:a16="http://schemas.microsoft.com/office/drawing/2014/main" id="{3E48D984-EECD-460D-A612-20FBAC6A41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6122988"/>
              <a:ext cx="11112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819" name="Shape 4782">
              <a:extLst>
                <a:ext uri="{FF2B5EF4-FFF2-40B4-BE49-F238E27FC236}">
                  <a16:creationId xmlns:a16="http://schemas.microsoft.com/office/drawing/2014/main" id="{B199678C-D51E-46A3-8147-7693667F16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3990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820" name="Shape 4783">
              <a:extLst>
                <a:ext uri="{FF2B5EF4-FFF2-40B4-BE49-F238E27FC236}">
                  <a16:creationId xmlns:a16="http://schemas.microsoft.com/office/drawing/2014/main" id="{40C966F4-91F5-414B-90CE-0214CB70DF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3990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821" name="Shape 4784">
              <a:extLst>
                <a:ext uri="{FF2B5EF4-FFF2-40B4-BE49-F238E27FC236}">
                  <a16:creationId xmlns:a16="http://schemas.microsoft.com/office/drawing/2014/main" id="{A74DEF26-A1AA-4132-AB31-B99DD74435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3990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822" name="Shape 4785">
              <a:extLst>
                <a:ext uri="{FF2B5EF4-FFF2-40B4-BE49-F238E27FC236}">
                  <a16:creationId xmlns:a16="http://schemas.microsoft.com/office/drawing/2014/main" id="{D8113598-CA59-46C9-BC2E-EB096329A3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6788" y="4156075"/>
              <a:ext cx="86995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375823" name="Shape 4786">
              <a:extLst>
                <a:ext uri="{FF2B5EF4-FFF2-40B4-BE49-F238E27FC236}">
                  <a16:creationId xmlns:a16="http://schemas.microsoft.com/office/drawing/2014/main" id="{B4BAE80D-0E7B-41B5-BD74-0A12079701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3990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824" name="Shape 4787">
              <a:extLst>
                <a:ext uri="{FF2B5EF4-FFF2-40B4-BE49-F238E27FC236}">
                  <a16:creationId xmlns:a16="http://schemas.microsoft.com/office/drawing/2014/main" id="{C2E42679-F138-478C-8ECD-7F6BEE4D82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4392613"/>
              <a:ext cx="2265363" cy="111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825" name="Shape 4788">
              <a:extLst>
                <a:ext uri="{FF2B5EF4-FFF2-40B4-BE49-F238E27FC236}">
                  <a16:creationId xmlns:a16="http://schemas.microsoft.com/office/drawing/2014/main" id="{92F3FD18-1DA1-43DE-9D93-5AB5CB938C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4400550"/>
              <a:ext cx="9525" cy="4143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826" name="Shape 4789">
              <a:extLst>
                <a:ext uri="{FF2B5EF4-FFF2-40B4-BE49-F238E27FC236}">
                  <a16:creationId xmlns:a16="http://schemas.microsoft.com/office/drawing/2014/main" id="{6E83F6B7-126D-4194-A0A1-63E4AABC7B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1588" y="4105275"/>
              <a:ext cx="107315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375827" name="Shape 4790">
              <a:extLst>
                <a:ext uri="{FF2B5EF4-FFF2-40B4-BE49-F238E27FC236}">
                  <a16:creationId xmlns:a16="http://schemas.microsoft.com/office/drawing/2014/main" id="{4F66368D-5834-42F1-AD9D-D509AC24FE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4400550"/>
              <a:ext cx="9525" cy="4143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828" name="Shape 4791">
              <a:extLst>
                <a:ext uri="{FF2B5EF4-FFF2-40B4-BE49-F238E27FC236}">
                  <a16:creationId xmlns:a16="http://schemas.microsoft.com/office/drawing/2014/main" id="{AEA6B1AD-9D31-47DD-98E2-7D8394E7CF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2200" y="4467225"/>
              <a:ext cx="60166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375829" name="Shape 4792">
              <a:extLst>
                <a:ext uri="{FF2B5EF4-FFF2-40B4-BE49-F238E27FC236}">
                  <a16:creationId xmlns:a16="http://schemas.microsoft.com/office/drawing/2014/main" id="{6B41AA17-5497-48FC-A622-527F1B9A93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4400550"/>
              <a:ext cx="9525" cy="4143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830" name="Shape 4793">
              <a:extLst>
                <a:ext uri="{FF2B5EF4-FFF2-40B4-BE49-F238E27FC236}">
                  <a16:creationId xmlns:a16="http://schemas.microsoft.com/office/drawing/2014/main" id="{D2AADFB2-7B86-4DC4-84E2-8737E55D0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4803775"/>
              <a:ext cx="6835775" cy="111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831" name="Shape 4794">
              <a:extLst>
                <a:ext uri="{FF2B5EF4-FFF2-40B4-BE49-F238E27FC236}">
                  <a16:creationId xmlns:a16="http://schemas.microsoft.com/office/drawing/2014/main" id="{8B504B30-DDAB-4CB3-B86D-764A415F25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4814888"/>
              <a:ext cx="9525" cy="41116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832" name="Shape 4795">
              <a:extLst>
                <a:ext uri="{FF2B5EF4-FFF2-40B4-BE49-F238E27FC236}">
                  <a16:creationId xmlns:a16="http://schemas.microsoft.com/office/drawing/2014/main" id="{09BDADDE-E73A-4088-9A61-77AC538099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4814888"/>
              <a:ext cx="9525" cy="41116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833" name="Shape 4796">
              <a:extLst>
                <a:ext uri="{FF2B5EF4-FFF2-40B4-BE49-F238E27FC236}">
                  <a16:creationId xmlns:a16="http://schemas.microsoft.com/office/drawing/2014/main" id="{D648EBD2-D6BD-4140-928F-BECB155705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4814888"/>
              <a:ext cx="9525" cy="41116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834" name="Shape 4797">
              <a:extLst>
                <a:ext uri="{FF2B5EF4-FFF2-40B4-BE49-F238E27FC236}">
                  <a16:creationId xmlns:a16="http://schemas.microsoft.com/office/drawing/2014/main" id="{B127D5BA-BC87-47BF-8453-40C5C23358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5214938"/>
              <a:ext cx="7967662" cy="111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835" name="Shape 4798">
              <a:extLst>
                <a:ext uri="{FF2B5EF4-FFF2-40B4-BE49-F238E27FC236}">
                  <a16:creationId xmlns:a16="http://schemas.microsoft.com/office/drawing/2014/main" id="{9B3D2008-BFB2-445D-8044-FCE2427E40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56313" y="4362450"/>
              <a:ext cx="9255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375836" name="Shape 4799">
              <a:extLst>
                <a:ext uri="{FF2B5EF4-FFF2-40B4-BE49-F238E27FC236}">
                  <a16:creationId xmlns:a16="http://schemas.microsoft.com/office/drawing/2014/main" id="{C2294C07-68B0-4911-AE94-4A876A64B3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5229225"/>
              <a:ext cx="9525" cy="3635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837" name="Shape 4800">
              <a:extLst>
                <a:ext uri="{FF2B5EF4-FFF2-40B4-BE49-F238E27FC236}">
                  <a16:creationId xmlns:a16="http://schemas.microsoft.com/office/drawing/2014/main" id="{FC86E0C3-8838-4DAB-BC46-DB12113762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975" y="5308600"/>
              <a:ext cx="3317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75838" name="Shape 4801">
              <a:extLst>
                <a:ext uri="{FF2B5EF4-FFF2-40B4-BE49-F238E27FC236}">
                  <a16:creationId xmlns:a16="http://schemas.microsoft.com/office/drawing/2014/main" id="{400E490A-329C-4728-9537-2DB415B617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7425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5839" name="Shape 4802">
              <a:extLst>
                <a:ext uri="{FF2B5EF4-FFF2-40B4-BE49-F238E27FC236}">
                  <a16:creationId xmlns:a16="http://schemas.microsoft.com/office/drawing/2014/main" id="{55C6A152-F24B-4DB8-BAD2-5BF1992C57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5229225"/>
              <a:ext cx="9525" cy="3635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840" name="Shape 4803">
              <a:extLst>
                <a:ext uri="{FF2B5EF4-FFF2-40B4-BE49-F238E27FC236}">
                  <a16:creationId xmlns:a16="http://schemas.microsoft.com/office/drawing/2014/main" id="{29DEEA1B-CEAA-4448-B513-515B0DB140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8875" y="5308600"/>
              <a:ext cx="5222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001 </a:t>
              </a:r>
            </a:p>
          </p:txBody>
        </p:sp>
        <p:sp>
          <p:nvSpPr>
            <p:cNvPr id="375841" name="Shape 4804">
              <a:extLst>
                <a:ext uri="{FF2B5EF4-FFF2-40B4-BE49-F238E27FC236}">
                  <a16:creationId xmlns:a16="http://schemas.microsoft.com/office/drawing/2014/main" id="{A9328A34-27EA-4984-90F8-4AF88B40A0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825" y="5308600"/>
              <a:ext cx="58261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0001</a:t>
              </a:r>
            </a:p>
          </p:txBody>
        </p:sp>
        <p:sp>
          <p:nvSpPr>
            <p:cNvPr id="375842" name="Shape 4805">
              <a:extLst>
                <a:ext uri="{FF2B5EF4-FFF2-40B4-BE49-F238E27FC236}">
                  <a16:creationId xmlns:a16="http://schemas.microsoft.com/office/drawing/2014/main" id="{B8A00F78-6644-471D-A766-7BAD8DD951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1988" y="5308600"/>
              <a:ext cx="5826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0010</a:t>
              </a:r>
            </a:p>
          </p:txBody>
        </p:sp>
        <p:sp>
          <p:nvSpPr>
            <p:cNvPr id="375843" name="Shape 4806">
              <a:extLst>
                <a:ext uri="{FF2B5EF4-FFF2-40B4-BE49-F238E27FC236}">
                  <a16:creationId xmlns:a16="http://schemas.microsoft.com/office/drawing/2014/main" id="{AD4D24E9-C63B-4C5F-A34C-BAC14C54B9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8338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5844" name="Shape 4807">
              <a:extLst>
                <a:ext uri="{FF2B5EF4-FFF2-40B4-BE49-F238E27FC236}">
                  <a16:creationId xmlns:a16="http://schemas.microsoft.com/office/drawing/2014/main" id="{35B9A3D5-477B-4BF0-B12F-ECF6F8DA3B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2225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5845" name="Shape 4808">
              <a:extLst>
                <a:ext uri="{FF2B5EF4-FFF2-40B4-BE49-F238E27FC236}">
                  <a16:creationId xmlns:a16="http://schemas.microsoft.com/office/drawing/2014/main" id="{9D4B9BF8-280E-4C5A-A7C1-7D2B23F0BF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6113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5846" name="Shape 4809">
              <a:extLst>
                <a:ext uri="{FF2B5EF4-FFF2-40B4-BE49-F238E27FC236}">
                  <a16:creationId xmlns:a16="http://schemas.microsoft.com/office/drawing/2014/main" id="{0C2DE4AF-4EE9-4BAA-BFB7-FFF0AB53F2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48413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5847" name="Shape 4810">
              <a:extLst>
                <a:ext uri="{FF2B5EF4-FFF2-40B4-BE49-F238E27FC236}">
                  <a16:creationId xmlns:a16="http://schemas.microsoft.com/office/drawing/2014/main" id="{2207B2AC-A10A-42BD-8DAA-51C118FA6B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3888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5848" name="Shape 4811">
              <a:extLst>
                <a:ext uri="{FF2B5EF4-FFF2-40B4-BE49-F238E27FC236}">
                  <a16:creationId xmlns:a16="http://schemas.microsoft.com/office/drawing/2014/main" id="{565F7D9A-EF7D-4565-A362-CA50566D16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4600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5849" name="Shape 4812">
              <a:extLst>
                <a:ext uri="{FF2B5EF4-FFF2-40B4-BE49-F238E27FC236}">
                  <a16:creationId xmlns:a16="http://schemas.microsoft.com/office/drawing/2014/main" id="{33B783F9-F4F5-4165-986D-8D1006697D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5229225"/>
              <a:ext cx="9525" cy="3635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850" name="Shape 4813">
              <a:extLst>
                <a:ext uri="{FF2B5EF4-FFF2-40B4-BE49-F238E27FC236}">
                  <a16:creationId xmlns:a16="http://schemas.microsoft.com/office/drawing/2014/main" id="{F2BF3298-6CDB-4C66-879D-639A905168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0550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5851" name="Shape 4814">
              <a:extLst>
                <a:ext uri="{FF2B5EF4-FFF2-40B4-BE49-F238E27FC236}">
                  <a16:creationId xmlns:a16="http://schemas.microsoft.com/office/drawing/2014/main" id="{32497085-159E-4E27-87F1-E2164882CD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55927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852" name="Shape 4815">
              <a:extLst>
                <a:ext uri="{FF2B5EF4-FFF2-40B4-BE49-F238E27FC236}">
                  <a16:creationId xmlns:a16="http://schemas.microsoft.com/office/drawing/2014/main" id="{A64DE0E0-CAEB-48FF-8DA5-499F0CDCE4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325" y="5583238"/>
              <a:ext cx="3190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375853" name="Shape 4816">
              <a:extLst>
                <a:ext uri="{FF2B5EF4-FFF2-40B4-BE49-F238E27FC236}">
                  <a16:creationId xmlns:a16="http://schemas.microsoft.com/office/drawing/2014/main" id="{7D1F179C-57BE-44BD-AED4-BB35C173CD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9013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5854" name="Shape 4817">
              <a:extLst>
                <a:ext uri="{FF2B5EF4-FFF2-40B4-BE49-F238E27FC236}">
                  <a16:creationId xmlns:a16="http://schemas.microsoft.com/office/drawing/2014/main" id="{FC922C2B-593A-4BF5-A693-F902E542A6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55927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855" name="Shape 4818">
              <a:extLst>
                <a:ext uri="{FF2B5EF4-FFF2-40B4-BE49-F238E27FC236}">
                  <a16:creationId xmlns:a16="http://schemas.microsoft.com/office/drawing/2014/main" id="{8043B335-7B01-4C77-BAB8-5DDDCB4A21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0463" y="5583238"/>
              <a:ext cx="522287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010 </a:t>
              </a:r>
            </a:p>
          </p:txBody>
        </p:sp>
        <p:sp>
          <p:nvSpPr>
            <p:cNvPr id="375856" name="Shape 4819">
              <a:extLst>
                <a:ext uri="{FF2B5EF4-FFF2-40B4-BE49-F238E27FC236}">
                  <a16:creationId xmlns:a16="http://schemas.microsoft.com/office/drawing/2014/main" id="{B3D8A6AD-4491-463A-BC8C-39D2251E58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825" y="5583238"/>
              <a:ext cx="58261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0100</a:t>
              </a:r>
            </a:p>
          </p:txBody>
        </p:sp>
        <p:sp>
          <p:nvSpPr>
            <p:cNvPr id="375857" name="Shape 4820">
              <a:extLst>
                <a:ext uri="{FF2B5EF4-FFF2-40B4-BE49-F238E27FC236}">
                  <a16:creationId xmlns:a16="http://schemas.microsoft.com/office/drawing/2014/main" id="{D124EE0D-4536-4FF1-93FA-D82C7F3C67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1988" y="5583238"/>
              <a:ext cx="5826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0100</a:t>
              </a:r>
            </a:p>
          </p:txBody>
        </p:sp>
        <p:sp>
          <p:nvSpPr>
            <p:cNvPr id="375858" name="Shape 4821">
              <a:extLst>
                <a:ext uri="{FF2B5EF4-FFF2-40B4-BE49-F238E27FC236}">
                  <a16:creationId xmlns:a16="http://schemas.microsoft.com/office/drawing/2014/main" id="{CC9DE48F-31FE-4B08-BA4D-6C66F48E7E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9925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5859" name="Shape 4822">
              <a:extLst>
                <a:ext uri="{FF2B5EF4-FFF2-40B4-BE49-F238E27FC236}">
                  <a16:creationId xmlns:a16="http://schemas.microsoft.com/office/drawing/2014/main" id="{68D5BAE6-DA42-4999-815E-2CE70C2A05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2225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5860" name="Shape 4823">
              <a:extLst>
                <a:ext uri="{FF2B5EF4-FFF2-40B4-BE49-F238E27FC236}">
                  <a16:creationId xmlns:a16="http://schemas.microsoft.com/office/drawing/2014/main" id="{ED1C292E-7524-4EDA-B742-4DC7362427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7700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75861" name="Shape 4824">
              <a:extLst>
                <a:ext uri="{FF2B5EF4-FFF2-40B4-BE49-F238E27FC236}">
                  <a16:creationId xmlns:a16="http://schemas.microsoft.com/office/drawing/2014/main" id="{BC83FA3A-2FDC-464A-B438-398E98AF5E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50000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5862" name="Shape 4825">
              <a:extLst>
                <a:ext uri="{FF2B5EF4-FFF2-40B4-BE49-F238E27FC236}">
                  <a16:creationId xmlns:a16="http://schemas.microsoft.com/office/drawing/2014/main" id="{3B8A5AE0-EFD6-4C10-A0B3-5EC8D09F8C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5475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5863" name="Shape 4826">
              <a:extLst>
                <a:ext uri="{FF2B5EF4-FFF2-40B4-BE49-F238E27FC236}">
                  <a16:creationId xmlns:a16="http://schemas.microsoft.com/office/drawing/2014/main" id="{0B415CCD-84FD-42C8-AD83-3E8FAAB3FE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6188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75864" name="Shape 4827">
              <a:extLst>
                <a:ext uri="{FF2B5EF4-FFF2-40B4-BE49-F238E27FC236}">
                  <a16:creationId xmlns:a16="http://schemas.microsoft.com/office/drawing/2014/main" id="{B7ADEEB1-38F6-4654-976D-96D98AAA1C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55927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865" name="Shape 4828">
              <a:extLst>
                <a:ext uri="{FF2B5EF4-FFF2-40B4-BE49-F238E27FC236}">
                  <a16:creationId xmlns:a16="http://schemas.microsoft.com/office/drawing/2014/main" id="{2D6EB794-2583-4C7D-B9D9-E8A1122071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0550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5866" name="Shape 4829">
              <a:extLst>
                <a:ext uri="{FF2B5EF4-FFF2-40B4-BE49-F238E27FC236}">
                  <a16:creationId xmlns:a16="http://schemas.microsoft.com/office/drawing/2014/main" id="{22634631-CAF3-42C8-99FB-2D29A2B7B1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5843588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867" name="Shape 4830">
              <a:extLst>
                <a:ext uri="{FF2B5EF4-FFF2-40B4-BE49-F238E27FC236}">
                  <a16:creationId xmlns:a16="http://schemas.microsoft.com/office/drawing/2014/main" id="{5D5A177D-B4B3-46B2-8F96-DFE24DBEF4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325" y="5856288"/>
              <a:ext cx="3190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75868" name="Shape 4831">
              <a:extLst>
                <a:ext uri="{FF2B5EF4-FFF2-40B4-BE49-F238E27FC236}">
                  <a16:creationId xmlns:a16="http://schemas.microsoft.com/office/drawing/2014/main" id="{6C39F6C1-E4C1-44D6-B1A8-D2293F734D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9013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5869" name="Shape 4832">
              <a:extLst>
                <a:ext uri="{FF2B5EF4-FFF2-40B4-BE49-F238E27FC236}">
                  <a16:creationId xmlns:a16="http://schemas.microsoft.com/office/drawing/2014/main" id="{020CA9B0-64A5-4473-BD1E-566762D98A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5843588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870" name="Shape 4833">
              <a:extLst>
                <a:ext uri="{FF2B5EF4-FFF2-40B4-BE49-F238E27FC236}">
                  <a16:creationId xmlns:a16="http://schemas.microsoft.com/office/drawing/2014/main" id="{AF42F745-3EB1-4179-BBD9-FDC55D8C02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0463" y="5856288"/>
              <a:ext cx="522287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100 </a:t>
              </a:r>
            </a:p>
          </p:txBody>
        </p:sp>
        <p:sp>
          <p:nvSpPr>
            <p:cNvPr id="375871" name="Shape 4834">
              <a:extLst>
                <a:ext uri="{FF2B5EF4-FFF2-40B4-BE49-F238E27FC236}">
                  <a16:creationId xmlns:a16="http://schemas.microsoft.com/office/drawing/2014/main" id="{188C9E1D-99FF-41E8-96D3-A03462D12B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825" y="5856288"/>
              <a:ext cx="58261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1000</a:t>
              </a:r>
            </a:p>
          </p:txBody>
        </p:sp>
        <p:sp>
          <p:nvSpPr>
            <p:cNvPr id="375872" name="Shape 4835">
              <a:extLst>
                <a:ext uri="{FF2B5EF4-FFF2-40B4-BE49-F238E27FC236}">
                  <a16:creationId xmlns:a16="http://schemas.microsoft.com/office/drawing/2014/main" id="{4DA233D4-2E54-4346-BB59-A6012FB3BF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1988" y="5856288"/>
              <a:ext cx="5826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1000</a:t>
              </a:r>
            </a:p>
          </p:txBody>
        </p:sp>
        <p:sp>
          <p:nvSpPr>
            <p:cNvPr id="375873" name="Shape 4836">
              <a:extLst>
                <a:ext uri="{FF2B5EF4-FFF2-40B4-BE49-F238E27FC236}">
                  <a16:creationId xmlns:a16="http://schemas.microsoft.com/office/drawing/2014/main" id="{DA4D9CE8-FCFA-4706-9195-6E198159D8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9925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75874" name="Shape 4837">
              <a:extLst>
                <a:ext uri="{FF2B5EF4-FFF2-40B4-BE49-F238E27FC236}">
                  <a16:creationId xmlns:a16="http://schemas.microsoft.com/office/drawing/2014/main" id="{6FD22202-F084-4C5A-9998-E66ED37FD8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2225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5875" name="Shape 4838">
              <a:extLst>
                <a:ext uri="{FF2B5EF4-FFF2-40B4-BE49-F238E27FC236}">
                  <a16:creationId xmlns:a16="http://schemas.microsoft.com/office/drawing/2014/main" id="{129B775F-82F4-4542-B91E-8C507841F5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7700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5876" name="Shape 4839">
              <a:extLst>
                <a:ext uri="{FF2B5EF4-FFF2-40B4-BE49-F238E27FC236}">
                  <a16:creationId xmlns:a16="http://schemas.microsoft.com/office/drawing/2014/main" id="{AA1E2EDD-8D53-4E7B-8545-6E189C2C1C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50000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75877" name="Shape 4840">
              <a:extLst>
                <a:ext uri="{FF2B5EF4-FFF2-40B4-BE49-F238E27FC236}">
                  <a16:creationId xmlns:a16="http://schemas.microsoft.com/office/drawing/2014/main" id="{EC31F658-BD77-4BAE-9E76-9C48AED6C3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5475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5878" name="Shape 4841">
              <a:extLst>
                <a:ext uri="{FF2B5EF4-FFF2-40B4-BE49-F238E27FC236}">
                  <a16:creationId xmlns:a16="http://schemas.microsoft.com/office/drawing/2014/main" id="{8E98C981-AA60-4589-8175-7DEAC2CD79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6188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5879" name="Shape 4842">
              <a:extLst>
                <a:ext uri="{FF2B5EF4-FFF2-40B4-BE49-F238E27FC236}">
                  <a16:creationId xmlns:a16="http://schemas.microsoft.com/office/drawing/2014/main" id="{1092ADAC-D441-4B42-B0B0-3B520F93D4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5843588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880" name="Shape 4843">
              <a:extLst>
                <a:ext uri="{FF2B5EF4-FFF2-40B4-BE49-F238E27FC236}">
                  <a16:creationId xmlns:a16="http://schemas.microsoft.com/office/drawing/2014/main" id="{FE51AFDD-F659-48F0-A882-9A6378CBDC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0550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5881" name="Shape 4844">
              <a:extLst>
                <a:ext uri="{FF2B5EF4-FFF2-40B4-BE49-F238E27FC236}">
                  <a16:creationId xmlns:a16="http://schemas.microsoft.com/office/drawing/2014/main" id="{7C56434F-5E4D-436D-8ABA-0F68F7FAE4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6122988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882" name="Shape 4845">
              <a:extLst>
                <a:ext uri="{FF2B5EF4-FFF2-40B4-BE49-F238E27FC236}">
                  <a16:creationId xmlns:a16="http://schemas.microsoft.com/office/drawing/2014/main" id="{516BB8DD-9EEE-432D-B0E1-9AD14627D3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975" y="6129338"/>
              <a:ext cx="3317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75883" name="Shape 4846">
              <a:extLst>
                <a:ext uri="{FF2B5EF4-FFF2-40B4-BE49-F238E27FC236}">
                  <a16:creationId xmlns:a16="http://schemas.microsoft.com/office/drawing/2014/main" id="{EDE2AE42-6E6B-4EE1-ABF0-04896D6C6C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7425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75884" name="Shape 4847">
              <a:extLst>
                <a:ext uri="{FF2B5EF4-FFF2-40B4-BE49-F238E27FC236}">
                  <a16:creationId xmlns:a16="http://schemas.microsoft.com/office/drawing/2014/main" id="{A79005D7-06A7-4A57-9FA7-6F27816AF4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6122988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885" name="Shape 4848">
              <a:extLst>
                <a:ext uri="{FF2B5EF4-FFF2-40B4-BE49-F238E27FC236}">
                  <a16:creationId xmlns:a16="http://schemas.microsoft.com/office/drawing/2014/main" id="{66FB0A62-4248-422F-8FFC-D5FF3315AD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8875" y="6129338"/>
              <a:ext cx="5222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000 </a:t>
              </a:r>
            </a:p>
          </p:txBody>
        </p:sp>
        <p:sp>
          <p:nvSpPr>
            <p:cNvPr id="375886" name="Shape 4849">
              <a:extLst>
                <a:ext uri="{FF2B5EF4-FFF2-40B4-BE49-F238E27FC236}">
                  <a16:creationId xmlns:a16="http://schemas.microsoft.com/office/drawing/2014/main" id="{D94D1665-3DA1-4AE3-B0C1-A86F50BDE0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825" y="6129338"/>
              <a:ext cx="58261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0001</a:t>
              </a:r>
            </a:p>
          </p:txBody>
        </p:sp>
        <p:sp>
          <p:nvSpPr>
            <p:cNvPr id="375887" name="Shape 4850">
              <a:extLst>
                <a:ext uri="{FF2B5EF4-FFF2-40B4-BE49-F238E27FC236}">
                  <a16:creationId xmlns:a16="http://schemas.microsoft.com/office/drawing/2014/main" id="{DC73E47F-025C-4B31-95B0-EAE746939C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1988" y="6129338"/>
              <a:ext cx="5826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0001</a:t>
              </a:r>
            </a:p>
          </p:txBody>
        </p:sp>
        <p:sp>
          <p:nvSpPr>
            <p:cNvPr id="375888" name="Shape 4851">
              <a:extLst>
                <a:ext uri="{FF2B5EF4-FFF2-40B4-BE49-F238E27FC236}">
                  <a16:creationId xmlns:a16="http://schemas.microsoft.com/office/drawing/2014/main" id="{E21249FD-5C99-496F-A4AC-73EF4F488A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8338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5889" name="Shape 4852">
              <a:extLst>
                <a:ext uri="{FF2B5EF4-FFF2-40B4-BE49-F238E27FC236}">
                  <a16:creationId xmlns:a16="http://schemas.microsoft.com/office/drawing/2014/main" id="{1C3AFABD-896E-46CF-91AD-2335231D88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2225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75890" name="Shape 4853">
              <a:extLst>
                <a:ext uri="{FF2B5EF4-FFF2-40B4-BE49-F238E27FC236}">
                  <a16:creationId xmlns:a16="http://schemas.microsoft.com/office/drawing/2014/main" id="{72F6B5DD-E067-41C7-A26B-489BCD0E22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6113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5891" name="Shape 4854">
              <a:extLst>
                <a:ext uri="{FF2B5EF4-FFF2-40B4-BE49-F238E27FC236}">
                  <a16:creationId xmlns:a16="http://schemas.microsoft.com/office/drawing/2014/main" id="{3C6B8ABF-AE55-4496-88C5-1CAB4527BD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48413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5892" name="Shape 4855">
              <a:extLst>
                <a:ext uri="{FF2B5EF4-FFF2-40B4-BE49-F238E27FC236}">
                  <a16:creationId xmlns:a16="http://schemas.microsoft.com/office/drawing/2014/main" id="{E76AE5C6-F587-4DBC-ABCB-EAD342B494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3888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75893" name="Shape 4856">
              <a:extLst>
                <a:ext uri="{FF2B5EF4-FFF2-40B4-BE49-F238E27FC236}">
                  <a16:creationId xmlns:a16="http://schemas.microsoft.com/office/drawing/2014/main" id="{867FCF40-F19C-4015-96EA-C1461FEFDC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4600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75894" name="Shape 4857">
              <a:extLst>
                <a:ext uri="{FF2B5EF4-FFF2-40B4-BE49-F238E27FC236}">
                  <a16:creationId xmlns:a16="http://schemas.microsoft.com/office/drawing/2014/main" id="{56552C32-7272-48CC-AEEF-A9990DC6D5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6122988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895" name="Shape 4858">
              <a:extLst>
                <a:ext uri="{FF2B5EF4-FFF2-40B4-BE49-F238E27FC236}">
                  <a16:creationId xmlns:a16="http://schemas.microsoft.com/office/drawing/2014/main" id="{20837071-D85E-4E8E-AEA2-A36E7FCA15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6450013"/>
              <a:ext cx="7967662" cy="111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896" name="Shape 4859">
              <a:extLst>
                <a:ext uri="{FF2B5EF4-FFF2-40B4-BE49-F238E27FC236}">
                  <a16:creationId xmlns:a16="http://schemas.microsoft.com/office/drawing/2014/main" id="{929F1484-F093-45E8-B102-B7F3B31B29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0550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cxnSp>
          <p:nvCxnSpPr>
            <p:cNvPr id="375897" name="Shape 4860">
              <a:extLst>
                <a:ext uri="{FF2B5EF4-FFF2-40B4-BE49-F238E27FC236}">
                  <a16:creationId xmlns:a16="http://schemas.microsoft.com/office/drawing/2014/main" id="{7AAFEA50-893B-43B2-A5B6-0AF29E3CE8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27075" y="3997325"/>
              <a:ext cx="0" cy="245745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75898" name="Shape 4861">
              <a:extLst>
                <a:ext uri="{FF2B5EF4-FFF2-40B4-BE49-F238E27FC236}">
                  <a16:creationId xmlns:a16="http://schemas.microsoft.com/office/drawing/2014/main" id="{1DF2F946-97F0-48E4-B023-718F7766AB8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30250" y="3987800"/>
              <a:ext cx="7972425" cy="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75899" name="Shape 4862">
              <a:extLst>
                <a:ext uri="{FF2B5EF4-FFF2-40B4-BE49-F238E27FC236}">
                  <a16:creationId xmlns:a16="http://schemas.microsoft.com/office/drawing/2014/main" id="{90F59DB3-E7B4-42BC-B87C-FAEE12B2F14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130675" y="4002088"/>
              <a:ext cx="0" cy="2443162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75900" name="Shape 4863">
              <a:extLst>
                <a:ext uri="{FF2B5EF4-FFF2-40B4-BE49-F238E27FC236}">
                  <a16:creationId xmlns:a16="http://schemas.microsoft.com/office/drawing/2014/main" id="{A9BB4C7A-2225-457A-B125-D215ABF0EA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6300" y="4481513"/>
              <a:ext cx="56515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0 </a:t>
              </a:r>
            </a:p>
          </p:txBody>
        </p:sp>
        <p:sp>
          <p:nvSpPr>
            <p:cNvPr id="375901" name="Shape 4864">
              <a:extLst>
                <a:ext uri="{FF2B5EF4-FFF2-40B4-BE49-F238E27FC236}">
                  <a16:creationId xmlns:a16="http://schemas.microsoft.com/office/drawing/2014/main" id="{FC8C6878-BE6C-4AA8-AAE1-6C88292AF4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8325" y="4481513"/>
              <a:ext cx="566738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1 </a:t>
              </a:r>
            </a:p>
          </p:txBody>
        </p:sp>
        <p:sp>
          <p:nvSpPr>
            <p:cNvPr id="375902" name="Shape 4865">
              <a:extLst>
                <a:ext uri="{FF2B5EF4-FFF2-40B4-BE49-F238E27FC236}">
                  <a16:creationId xmlns:a16="http://schemas.microsoft.com/office/drawing/2014/main" id="{234B0F25-0D24-4D14-99BC-F58FAB0977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16400" y="4846638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75903" name="Shape 4866">
              <a:extLst>
                <a:ext uri="{FF2B5EF4-FFF2-40B4-BE49-F238E27FC236}">
                  <a16:creationId xmlns:a16="http://schemas.microsoft.com/office/drawing/2014/main" id="{F6023C38-8885-4B58-BEF8-FFBE870ABD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51413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75904" name="Shape 4867">
              <a:extLst>
                <a:ext uri="{FF2B5EF4-FFF2-40B4-BE49-F238E27FC236}">
                  <a16:creationId xmlns:a16="http://schemas.microsoft.com/office/drawing/2014/main" id="{C7E17127-D32B-4967-8F6D-A0556AD710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538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75905" name="Shape 4868">
              <a:extLst>
                <a:ext uri="{FF2B5EF4-FFF2-40B4-BE49-F238E27FC236}">
                  <a16:creationId xmlns:a16="http://schemas.microsoft.com/office/drawing/2014/main" id="{01DF9BB6-A33F-47DC-AD4F-2402B1AF4F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89663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75906" name="Shape 4869">
              <a:extLst>
                <a:ext uri="{FF2B5EF4-FFF2-40B4-BE49-F238E27FC236}">
                  <a16:creationId xmlns:a16="http://schemas.microsoft.com/office/drawing/2014/main" id="{9616BCFC-10C5-42FC-A667-757139D97C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23075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75907" name="Shape 4870">
              <a:extLst>
                <a:ext uri="{FF2B5EF4-FFF2-40B4-BE49-F238E27FC236}">
                  <a16:creationId xmlns:a16="http://schemas.microsoft.com/office/drawing/2014/main" id="{4863437F-1388-42B4-BC84-C568E165A2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13625" y="4846638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75908" name="Shape 4871">
              <a:extLst>
                <a:ext uri="{FF2B5EF4-FFF2-40B4-BE49-F238E27FC236}">
                  <a16:creationId xmlns:a16="http://schemas.microsoft.com/office/drawing/2014/main" id="{2138B7CA-8C26-4DF1-9F0D-839D71BD37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05763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375909" name="Shape 4872">
              <a:extLst>
                <a:ext uri="{FF2B5EF4-FFF2-40B4-BE49-F238E27FC236}">
                  <a16:creationId xmlns:a16="http://schemas.microsoft.com/office/drawing/2014/main" id="{8B230589-50E9-4B9C-BF74-81A7DCE348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6150" y="4867275"/>
              <a:ext cx="7810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4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75910" name="Shape 4873">
              <a:extLst>
                <a:ext uri="{FF2B5EF4-FFF2-40B4-BE49-F238E27FC236}">
                  <a16:creationId xmlns:a16="http://schemas.microsoft.com/office/drawing/2014/main" id="{39C00EE8-32B3-41CC-984D-0A162611E7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73263" y="4878388"/>
              <a:ext cx="97790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4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75911" name="Shape 4874">
              <a:extLst>
                <a:ext uri="{FF2B5EF4-FFF2-40B4-BE49-F238E27FC236}">
                  <a16:creationId xmlns:a16="http://schemas.microsoft.com/office/drawing/2014/main" id="{895C593F-CCEE-45E3-B2D3-C20264854C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0063" y="4878388"/>
              <a:ext cx="97790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4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</p:grpSp>
      <p:sp>
        <p:nvSpPr>
          <p:cNvPr id="375810" name="Title 1">
            <a:extLst>
              <a:ext uri="{FF2B5EF4-FFF2-40B4-BE49-F238E27FC236}">
                <a16:creationId xmlns:a16="http://schemas.microsoft.com/office/drawing/2014/main" id="{096635AF-0C7A-446A-928F-E9E334CC0167}"/>
              </a:ext>
            </a:extLst>
          </p:cNvPr>
          <p:cNvSpPr txBox="1">
            <a:spLocks/>
          </p:cNvSpPr>
          <p:nvPr/>
        </p:nvSpPr>
        <p:spPr bwMode="auto">
          <a:xfrm>
            <a:off x="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Let's Derive the Next-State Expressions</a:t>
            </a:r>
          </a:p>
        </p:txBody>
      </p:sp>
    </p:spTree>
  </p:cSld>
  <p:clrMapOvr>
    <a:masterClrMapping/>
  </p:clrMapOvr>
  <p:transition/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858" name="Title 1">
            <a:extLst>
              <a:ext uri="{FF2B5EF4-FFF2-40B4-BE49-F238E27FC236}">
                <a16:creationId xmlns:a16="http://schemas.microsoft.com/office/drawing/2014/main" id="{2EFAE4AF-1A65-45BE-9057-DADED4437CA4}"/>
              </a:ext>
            </a:extLst>
          </p:cNvPr>
          <p:cNvSpPr txBox="1">
            <a:spLocks/>
          </p:cNvSpPr>
          <p:nvPr/>
        </p:nvSpPr>
        <p:spPr bwMode="auto">
          <a:xfrm>
            <a:off x="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Let's Derive the Next-State Expressions</a:t>
            </a:r>
          </a:p>
        </p:txBody>
      </p:sp>
      <p:sp>
        <p:nvSpPr>
          <p:cNvPr id="377859" name="TextBox 2">
            <a:extLst>
              <a:ext uri="{FF2B5EF4-FFF2-40B4-BE49-F238E27FC236}">
                <a16:creationId xmlns:a16="http://schemas.microsoft.com/office/drawing/2014/main" id="{75D282C6-0C4F-4D1D-8B49-09A2FC823D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3462338"/>
            <a:ext cx="32639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We need to do four 5-variable K-maps!</a:t>
            </a:r>
          </a:p>
        </p:txBody>
      </p:sp>
      <p:sp>
        <p:nvSpPr>
          <p:cNvPr id="377860" name="Shape 4876">
            <a:extLst>
              <a:ext uri="{FF2B5EF4-FFF2-40B4-BE49-F238E27FC236}">
                <a16:creationId xmlns:a16="http://schemas.microsoft.com/office/drawing/2014/main" id="{E3643D63-DC07-4FD7-91B3-AF36E1A10212}"/>
              </a:ext>
            </a:extLst>
          </p:cNvPr>
          <p:cNvSpPr txBox="1">
            <a:spLocks noGrp="1"/>
          </p:cNvSpPr>
          <p:nvPr>
            <p:ph type="body" idx="4294967295"/>
          </p:nvPr>
        </p:nvSpPr>
        <p:spPr>
          <a:xfrm>
            <a:off x="2590800" y="1296988"/>
            <a:ext cx="5003800" cy="2457450"/>
          </a:xfrm>
        </p:spPr>
        <p:txBody>
          <a:bodyPr anchor="ctr"/>
          <a:lstStyle/>
          <a:p>
            <a:pPr marL="0" indent="0" eaLnBrk="1" hangingPunct="1"/>
            <a:r>
              <a:rPr lang="en-US" altLang="en-US" sz="26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Y</a:t>
            </a:r>
            <a:r>
              <a:rPr lang="en-US" altLang="en-US" sz="26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</a:t>
            </a:r>
            <a:r>
              <a:rPr lang="en-US" altLang="en-US" sz="26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(w, y</a:t>
            </a:r>
            <a:r>
              <a:rPr lang="en-US" altLang="en-US" sz="26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4</a:t>
            </a:r>
            <a:r>
              <a:rPr lang="en-US" altLang="en-US" sz="26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26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3</a:t>
            </a:r>
            <a:r>
              <a:rPr lang="en-US" altLang="en-US" sz="26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26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2</a:t>
            </a:r>
            <a:r>
              <a:rPr lang="en-US" altLang="en-US" sz="26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26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</a:t>
            </a:r>
            <a:r>
              <a:rPr lang="en-US" altLang="en-US" sz="26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) </a:t>
            </a:r>
          </a:p>
          <a:p>
            <a:pPr marL="0" indent="0" eaLnBrk="1" hangingPunct="1"/>
            <a:r>
              <a:rPr lang="en-US" altLang="en-US" sz="26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Y</a:t>
            </a:r>
            <a:r>
              <a:rPr lang="en-US" altLang="en-US" sz="26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2</a:t>
            </a:r>
            <a:r>
              <a:rPr lang="en-US" altLang="en-US" sz="26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(w, y</a:t>
            </a:r>
            <a:r>
              <a:rPr lang="en-US" altLang="en-US" sz="26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4</a:t>
            </a:r>
            <a:r>
              <a:rPr lang="en-US" altLang="en-US" sz="26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26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3</a:t>
            </a:r>
            <a:r>
              <a:rPr lang="en-US" altLang="en-US" sz="26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26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2</a:t>
            </a:r>
            <a:r>
              <a:rPr lang="en-US" altLang="en-US" sz="26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26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</a:t>
            </a:r>
            <a:r>
              <a:rPr lang="en-US" altLang="en-US" sz="26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) </a:t>
            </a:r>
            <a:endParaRPr lang="en-US" altLang="en-US" sz="2600" i="1" baseline="-25000"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0" indent="0" eaLnBrk="1" hangingPunct="1"/>
            <a:r>
              <a:rPr lang="en-US" altLang="en-US" sz="26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Y</a:t>
            </a:r>
            <a:r>
              <a:rPr lang="en-US" altLang="en-US" sz="26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3</a:t>
            </a:r>
            <a:r>
              <a:rPr lang="en-US" altLang="en-US" sz="26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(w, y</a:t>
            </a:r>
            <a:r>
              <a:rPr lang="en-US" altLang="en-US" sz="26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4</a:t>
            </a:r>
            <a:r>
              <a:rPr lang="en-US" altLang="en-US" sz="26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26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3</a:t>
            </a:r>
            <a:r>
              <a:rPr lang="en-US" altLang="en-US" sz="26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26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2</a:t>
            </a:r>
            <a:r>
              <a:rPr lang="en-US" altLang="en-US" sz="26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26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</a:t>
            </a:r>
            <a:r>
              <a:rPr lang="en-US" altLang="en-US" sz="26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) </a:t>
            </a:r>
            <a:endParaRPr lang="en-US" altLang="en-US" sz="2600" i="1" baseline="-25000"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0" indent="0" eaLnBrk="1" hangingPunct="1"/>
            <a:r>
              <a:rPr lang="en-US" altLang="en-US" sz="26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Y</a:t>
            </a:r>
            <a:r>
              <a:rPr lang="en-US" altLang="en-US" sz="26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4</a:t>
            </a:r>
            <a:r>
              <a:rPr lang="en-US" altLang="en-US" sz="26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(w, y</a:t>
            </a:r>
            <a:r>
              <a:rPr lang="en-US" altLang="en-US" sz="26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4</a:t>
            </a:r>
            <a:r>
              <a:rPr lang="en-US" altLang="en-US" sz="26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26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3</a:t>
            </a:r>
            <a:r>
              <a:rPr lang="en-US" altLang="en-US" sz="26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26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2</a:t>
            </a:r>
            <a:r>
              <a:rPr lang="en-US" altLang="en-US" sz="26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26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</a:t>
            </a:r>
            <a:r>
              <a:rPr lang="en-US" altLang="en-US" sz="26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) </a:t>
            </a:r>
            <a:endParaRPr lang="en-US" altLang="en-US" sz="2600" i="1" baseline="-25000"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07" name="Group 1">
            <a:extLst>
              <a:ext uri="{FF2B5EF4-FFF2-40B4-BE49-F238E27FC236}">
                <a16:creationId xmlns:a16="http://schemas.microsoft.com/office/drawing/2014/main" id="{66CC2745-2069-43EB-B844-5E626E88A5E8}"/>
              </a:ext>
            </a:extLst>
          </p:cNvPr>
          <p:cNvGrpSpPr>
            <a:grpSpLocks/>
          </p:cNvGrpSpPr>
          <p:nvPr/>
        </p:nvGrpSpPr>
        <p:grpSpPr bwMode="auto">
          <a:xfrm>
            <a:off x="434975" y="3981450"/>
            <a:ext cx="8274050" cy="2479675"/>
            <a:chOff x="434975" y="3981450"/>
            <a:chExt cx="8274050" cy="2479675"/>
          </a:xfrm>
        </p:grpSpPr>
        <p:sp>
          <p:nvSpPr>
            <p:cNvPr id="108" name="Shape 4774">
              <a:extLst>
                <a:ext uri="{FF2B5EF4-FFF2-40B4-BE49-F238E27FC236}">
                  <a16:creationId xmlns:a16="http://schemas.microsoft.com/office/drawing/2014/main" id="{B39C63F0-BF48-44FB-A91E-83D9376647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3981450"/>
              <a:ext cx="7967662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" name="Shape 4775">
              <a:extLst>
                <a:ext uri="{FF2B5EF4-FFF2-40B4-BE49-F238E27FC236}">
                  <a16:creationId xmlns:a16="http://schemas.microsoft.com/office/drawing/2014/main" id="{AC6DC011-A0FE-4FD9-AE8A-F1254A0DE1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3990975"/>
              <a:ext cx="11112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0" name="Shape 4776">
              <a:extLst>
                <a:ext uri="{FF2B5EF4-FFF2-40B4-BE49-F238E27FC236}">
                  <a16:creationId xmlns:a16="http://schemas.microsoft.com/office/drawing/2014/main" id="{A719313E-890A-4797-A0DE-8E097432EB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4400550"/>
              <a:ext cx="11112" cy="4143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1" name="Shape 4777">
              <a:extLst>
                <a:ext uri="{FF2B5EF4-FFF2-40B4-BE49-F238E27FC236}">
                  <a16:creationId xmlns:a16="http://schemas.microsoft.com/office/drawing/2014/main" id="{CD43A1AB-17D8-4941-B5B5-2AC48F782D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4814888"/>
              <a:ext cx="11112" cy="41116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2" name="Shape 4778">
              <a:extLst>
                <a:ext uri="{FF2B5EF4-FFF2-40B4-BE49-F238E27FC236}">
                  <a16:creationId xmlns:a16="http://schemas.microsoft.com/office/drawing/2014/main" id="{4E9FD690-7A8D-4716-8D5E-C97ECF3348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5229225"/>
              <a:ext cx="11112" cy="3635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" name="Shape 4779">
              <a:extLst>
                <a:ext uri="{FF2B5EF4-FFF2-40B4-BE49-F238E27FC236}">
                  <a16:creationId xmlns:a16="http://schemas.microsoft.com/office/drawing/2014/main" id="{A8B9CB85-745D-44E9-A807-32A639F38D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5592763"/>
              <a:ext cx="11112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4" name="Shape 4780">
              <a:extLst>
                <a:ext uri="{FF2B5EF4-FFF2-40B4-BE49-F238E27FC236}">
                  <a16:creationId xmlns:a16="http://schemas.microsoft.com/office/drawing/2014/main" id="{C93255A5-5F27-4D2D-889F-91755F8654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5843588"/>
              <a:ext cx="11112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" name="Shape 4781">
              <a:extLst>
                <a:ext uri="{FF2B5EF4-FFF2-40B4-BE49-F238E27FC236}">
                  <a16:creationId xmlns:a16="http://schemas.microsoft.com/office/drawing/2014/main" id="{B95C5CC2-AC33-4B8B-AC42-16EEB9B28D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6122988"/>
              <a:ext cx="11112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6" name="Shape 4782">
              <a:extLst>
                <a:ext uri="{FF2B5EF4-FFF2-40B4-BE49-F238E27FC236}">
                  <a16:creationId xmlns:a16="http://schemas.microsoft.com/office/drawing/2014/main" id="{8C689181-F1F2-4DCF-9456-574612C1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3990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7" name="Shape 4783">
              <a:extLst>
                <a:ext uri="{FF2B5EF4-FFF2-40B4-BE49-F238E27FC236}">
                  <a16:creationId xmlns:a16="http://schemas.microsoft.com/office/drawing/2014/main" id="{976D7CBC-5562-4ED2-8510-8E6EA0163B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3990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8" name="Shape 4784">
              <a:extLst>
                <a:ext uri="{FF2B5EF4-FFF2-40B4-BE49-F238E27FC236}">
                  <a16:creationId xmlns:a16="http://schemas.microsoft.com/office/drawing/2014/main" id="{97384519-6CA9-462E-A883-5A7F9A14FF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3990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9" name="Shape 4785">
              <a:extLst>
                <a:ext uri="{FF2B5EF4-FFF2-40B4-BE49-F238E27FC236}">
                  <a16:creationId xmlns:a16="http://schemas.microsoft.com/office/drawing/2014/main" id="{6F9CCAE3-FE4A-407A-BB8F-646F95E1C6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6788" y="4156075"/>
              <a:ext cx="86995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120" name="Shape 4786">
              <a:extLst>
                <a:ext uri="{FF2B5EF4-FFF2-40B4-BE49-F238E27FC236}">
                  <a16:creationId xmlns:a16="http://schemas.microsoft.com/office/drawing/2014/main" id="{375F944D-3E0D-4A90-86FD-EFC9064CEE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3990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1" name="Shape 4787">
              <a:extLst>
                <a:ext uri="{FF2B5EF4-FFF2-40B4-BE49-F238E27FC236}">
                  <a16:creationId xmlns:a16="http://schemas.microsoft.com/office/drawing/2014/main" id="{F270127C-3F80-47EA-B639-73FF16057E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4392613"/>
              <a:ext cx="2265363" cy="111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2" name="Shape 4788">
              <a:extLst>
                <a:ext uri="{FF2B5EF4-FFF2-40B4-BE49-F238E27FC236}">
                  <a16:creationId xmlns:a16="http://schemas.microsoft.com/office/drawing/2014/main" id="{A36DC9E3-D234-40C9-93FC-B050EF11F2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4400550"/>
              <a:ext cx="9525" cy="4143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3" name="Shape 4789">
              <a:extLst>
                <a:ext uri="{FF2B5EF4-FFF2-40B4-BE49-F238E27FC236}">
                  <a16:creationId xmlns:a16="http://schemas.microsoft.com/office/drawing/2014/main" id="{776F39D0-C9FB-424C-B167-9C578B2D79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1588" y="4105275"/>
              <a:ext cx="107315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124" name="Shape 4790">
              <a:extLst>
                <a:ext uri="{FF2B5EF4-FFF2-40B4-BE49-F238E27FC236}">
                  <a16:creationId xmlns:a16="http://schemas.microsoft.com/office/drawing/2014/main" id="{9BAEE974-0AE9-4146-9415-CEB8917384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4400550"/>
              <a:ext cx="9525" cy="4143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5" name="Shape 4791">
              <a:extLst>
                <a:ext uri="{FF2B5EF4-FFF2-40B4-BE49-F238E27FC236}">
                  <a16:creationId xmlns:a16="http://schemas.microsoft.com/office/drawing/2014/main" id="{47C9FFBD-7F6E-422A-B1F5-27DD0AE6BC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2200" y="4467225"/>
              <a:ext cx="60166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126" name="Shape 4792">
              <a:extLst>
                <a:ext uri="{FF2B5EF4-FFF2-40B4-BE49-F238E27FC236}">
                  <a16:creationId xmlns:a16="http://schemas.microsoft.com/office/drawing/2014/main" id="{37E43678-6655-4F4A-86FC-B41D4B3D42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4400550"/>
              <a:ext cx="9525" cy="4143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7" name="Shape 4793">
              <a:extLst>
                <a:ext uri="{FF2B5EF4-FFF2-40B4-BE49-F238E27FC236}">
                  <a16:creationId xmlns:a16="http://schemas.microsoft.com/office/drawing/2014/main" id="{7E41A569-09AF-418B-A18B-5D393298A9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4803775"/>
              <a:ext cx="6835775" cy="111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8" name="Shape 4794">
              <a:extLst>
                <a:ext uri="{FF2B5EF4-FFF2-40B4-BE49-F238E27FC236}">
                  <a16:creationId xmlns:a16="http://schemas.microsoft.com/office/drawing/2014/main" id="{24DD4B12-EAB7-4B93-AE6F-B36CB5722A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4814888"/>
              <a:ext cx="9525" cy="41116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9" name="Shape 4795">
              <a:extLst>
                <a:ext uri="{FF2B5EF4-FFF2-40B4-BE49-F238E27FC236}">
                  <a16:creationId xmlns:a16="http://schemas.microsoft.com/office/drawing/2014/main" id="{6122AADC-4148-414F-9F5F-0A6D85E4B2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4814888"/>
              <a:ext cx="9525" cy="41116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0" name="Shape 4796">
              <a:extLst>
                <a:ext uri="{FF2B5EF4-FFF2-40B4-BE49-F238E27FC236}">
                  <a16:creationId xmlns:a16="http://schemas.microsoft.com/office/drawing/2014/main" id="{B5EE65E9-BFE6-46DF-94F6-3CBF844BEC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4814888"/>
              <a:ext cx="9525" cy="41116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1" name="Shape 4797">
              <a:extLst>
                <a:ext uri="{FF2B5EF4-FFF2-40B4-BE49-F238E27FC236}">
                  <a16:creationId xmlns:a16="http://schemas.microsoft.com/office/drawing/2014/main" id="{4C56AC85-CEEC-4123-9831-E448426DD5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5214938"/>
              <a:ext cx="7967662" cy="111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2" name="Shape 4798">
              <a:extLst>
                <a:ext uri="{FF2B5EF4-FFF2-40B4-BE49-F238E27FC236}">
                  <a16:creationId xmlns:a16="http://schemas.microsoft.com/office/drawing/2014/main" id="{9AE78CC9-AC16-47FD-BC0F-0213E56EF5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56313" y="4362450"/>
              <a:ext cx="9255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133" name="Shape 4799">
              <a:extLst>
                <a:ext uri="{FF2B5EF4-FFF2-40B4-BE49-F238E27FC236}">
                  <a16:creationId xmlns:a16="http://schemas.microsoft.com/office/drawing/2014/main" id="{372A1FEC-4A7E-4114-840A-CE75533274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5229225"/>
              <a:ext cx="9525" cy="3635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4" name="Shape 4800">
              <a:extLst>
                <a:ext uri="{FF2B5EF4-FFF2-40B4-BE49-F238E27FC236}">
                  <a16:creationId xmlns:a16="http://schemas.microsoft.com/office/drawing/2014/main" id="{5D50ABB2-8FCD-4A35-AB53-3CC5C62A1F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975" y="5308600"/>
              <a:ext cx="3317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135" name="Shape 4801">
              <a:extLst>
                <a:ext uri="{FF2B5EF4-FFF2-40B4-BE49-F238E27FC236}">
                  <a16:creationId xmlns:a16="http://schemas.microsoft.com/office/drawing/2014/main" id="{24C21715-514F-4A10-8B8E-646713A10E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7425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36" name="Shape 4802">
              <a:extLst>
                <a:ext uri="{FF2B5EF4-FFF2-40B4-BE49-F238E27FC236}">
                  <a16:creationId xmlns:a16="http://schemas.microsoft.com/office/drawing/2014/main" id="{43B1E016-4149-480E-A5E2-932F36DED0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5229225"/>
              <a:ext cx="9525" cy="3635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7" name="Shape 4803">
              <a:extLst>
                <a:ext uri="{FF2B5EF4-FFF2-40B4-BE49-F238E27FC236}">
                  <a16:creationId xmlns:a16="http://schemas.microsoft.com/office/drawing/2014/main" id="{A791BE7E-1972-4377-B841-A152E9D2E8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8875" y="5308600"/>
              <a:ext cx="5222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001 </a:t>
              </a:r>
            </a:p>
          </p:txBody>
        </p:sp>
        <p:sp>
          <p:nvSpPr>
            <p:cNvPr id="138" name="Shape 4804">
              <a:extLst>
                <a:ext uri="{FF2B5EF4-FFF2-40B4-BE49-F238E27FC236}">
                  <a16:creationId xmlns:a16="http://schemas.microsoft.com/office/drawing/2014/main" id="{AB404196-C6B4-48D1-8D03-50A7C1EB91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825" y="5308600"/>
              <a:ext cx="58261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000</a:t>
              </a:r>
              <a:r>
                <a:rPr kumimoji="0" lang="en-US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39" name="Shape 4805">
              <a:extLst>
                <a:ext uri="{FF2B5EF4-FFF2-40B4-BE49-F238E27FC236}">
                  <a16:creationId xmlns:a16="http://schemas.microsoft.com/office/drawing/2014/main" id="{A5CDFB20-C671-406D-B3EB-3F8494320A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1988" y="5308600"/>
              <a:ext cx="5826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40" name="Shape 4806">
              <a:extLst>
                <a:ext uri="{FF2B5EF4-FFF2-40B4-BE49-F238E27FC236}">
                  <a16:creationId xmlns:a16="http://schemas.microsoft.com/office/drawing/2014/main" id="{72E2B8FE-4165-4DDA-99CD-C959322A2D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8338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41" name="Shape 4807">
              <a:extLst>
                <a:ext uri="{FF2B5EF4-FFF2-40B4-BE49-F238E27FC236}">
                  <a16:creationId xmlns:a16="http://schemas.microsoft.com/office/drawing/2014/main" id="{9CFEEF74-3744-4C2B-96DD-0062393C46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2225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42" name="Shape 4808">
              <a:extLst>
                <a:ext uri="{FF2B5EF4-FFF2-40B4-BE49-F238E27FC236}">
                  <a16:creationId xmlns:a16="http://schemas.microsoft.com/office/drawing/2014/main" id="{6637B510-562E-4C91-8CCA-945B945B18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6113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43" name="Shape 4809">
              <a:extLst>
                <a:ext uri="{FF2B5EF4-FFF2-40B4-BE49-F238E27FC236}">
                  <a16:creationId xmlns:a16="http://schemas.microsoft.com/office/drawing/2014/main" id="{8B17C18E-A242-4992-922A-C73EDFDC5D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48413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44" name="Shape 4810">
              <a:extLst>
                <a:ext uri="{FF2B5EF4-FFF2-40B4-BE49-F238E27FC236}">
                  <a16:creationId xmlns:a16="http://schemas.microsoft.com/office/drawing/2014/main" id="{F4587048-3EEB-46C8-8E0D-00A5E8BE83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3888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45" name="Shape 4811">
              <a:extLst>
                <a:ext uri="{FF2B5EF4-FFF2-40B4-BE49-F238E27FC236}">
                  <a16:creationId xmlns:a16="http://schemas.microsoft.com/office/drawing/2014/main" id="{11B93720-2943-4807-BB49-DA6D34A110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4600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46" name="Shape 4812">
              <a:extLst>
                <a:ext uri="{FF2B5EF4-FFF2-40B4-BE49-F238E27FC236}">
                  <a16:creationId xmlns:a16="http://schemas.microsoft.com/office/drawing/2014/main" id="{02322617-5F72-4AA2-946E-D402ED9493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5229225"/>
              <a:ext cx="9525" cy="3635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7" name="Shape 4813">
              <a:extLst>
                <a:ext uri="{FF2B5EF4-FFF2-40B4-BE49-F238E27FC236}">
                  <a16:creationId xmlns:a16="http://schemas.microsoft.com/office/drawing/2014/main" id="{00B78547-171E-4F2C-A297-1556134873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0550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48" name="Shape 4814">
              <a:extLst>
                <a:ext uri="{FF2B5EF4-FFF2-40B4-BE49-F238E27FC236}">
                  <a16:creationId xmlns:a16="http://schemas.microsoft.com/office/drawing/2014/main" id="{5067CA47-5C39-47F2-ABEE-7FF3E80B7F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55927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9" name="Shape 4815">
              <a:extLst>
                <a:ext uri="{FF2B5EF4-FFF2-40B4-BE49-F238E27FC236}">
                  <a16:creationId xmlns:a16="http://schemas.microsoft.com/office/drawing/2014/main" id="{074AA474-F6C1-4B75-8CE5-C413038A38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325" y="5583238"/>
              <a:ext cx="3190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150" name="Shape 4816">
              <a:extLst>
                <a:ext uri="{FF2B5EF4-FFF2-40B4-BE49-F238E27FC236}">
                  <a16:creationId xmlns:a16="http://schemas.microsoft.com/office/drawing/2014/main" id="{F1135759-996F-4C4A-ADE1-1CBD3FFA25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9013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51" name="Shape 4817">
              <a:extLst>
                <a:ext uri="{FF2B5EF4-FFF2-40B4-BE49-F238E27FC236}">
                  <a16:creationId xmlns:a16="http://schemas.microsoft.com/office/drawing/2014/main" id="{B4321BD2-5209-4FB9-973E-9244EF21DF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55927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2" name="Shape 4818">
              <a:extLst>
                <a:ext uri="{FF2B5EF4-FFF2-40B4-BE49-F238E27FC236}">
                  <a16:creationId xmlns:a16="http://schemas.microsoft.com/office/drawing/2014/main" id="{904617BB-14F7-419D-B15B-28A8913BE0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0463" y="5583238"/>
              <a:ext cx="522287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010 </a:t>
              </a:r>
            </a:p>
          </p:txBody>
        </p:sp>
        <p:sp>
          <p:nvSpPr>
            <p:cNvPr id="153" name="Shape 4819">
              <a:extLst>
                <a:ext uri="{FF2B5EF4-FFF2-40B4-BE49-F238E27FC236}">
                  <a16:creationId xmlns:a16="http://schemas.microsoft.com/office/drawing/2014/main" id="{65C81F0A-5E3E-4386-A917-695BF8A9DD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825" y="5583238"/>
              <a:ext cx="58261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154" name="Shape 4820">
              <a:extLst>
                <a:ext uri="{FF2B5EF4-FFF2-40B4-BE49-F238E27FC236}">
                  <a16:creationId xmlns:a16="http://schemas.microsoft.com/office/drawing/2014/main" id="{40FBDAEF-5376-4F20-AF20-E880A5B2BF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1988" y="5583238"/>
              <a:ext cx="5826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155" name="Shape 4821">
              <a:extLst>
                <a:ext uri="{FF2B5EF4-FFF2-40B4-BE49-F238E27FC236}">
                  <a16:creationId xmlns:a16="http://schemas.microsoft.com/office/drawing/2014/main" id="{65F79661-795B-46E3-8E2C-98560AF5A3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9925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56" name="Shape 4822">
              <a:extLst>
                <a:ext uri="{FF2B5EF4-FFF2-40B4-BE49-F238E27FC236}">
                  <a16:creationId xmlns:a16="http://schemas.microsoft.com/office/drawing/2014/main" id="{834C5034-CB4B-4686-8DF1-E9D59DCD77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2225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57" name="Shape 4823">
              <a:extLst>
                <a:ext uri="{FF2B5EF4-FFF2-40B4-BE49-F238E27FC236}">
                  <a16:creationId xmlns:a16="http://schemas.microsoft.com/office/drawing/2014/main" id="{49D2F291-D570-429D-932B-2D80071C53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7700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58" name="Shape 4824">
              <a:extLst>
                <a:ext uri="{FF2B5EF4-FFF2-40B4-BE49-F238E27FC236}">
                  <a16:creationId xmlns:a16="http://schemas.microsoft.com/office/drawing/2014/main" id="{552ED309-E8BD-4DA6-8F8F-C6E86C8D27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50000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59" name="Shape 4825">
              <a:extLst>
                <a:ext uri="{FF2B5EF4-FFF2-40B4-BE49-F238E27FC236}">
                  <a16:creationId xmlns:a16="http://schemas.microsoft.com/office/drawing/2014/main" id="{3B4C0E3B-9CB9-4D77-B6B7-E3E01D7326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5475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60" name="Shape 4826">
              <a:extLst>
                <a:ext uri="{FF2B5EF4-FFF2-40B4-BE49-F238E27FC236}">
                  <a16:creationId xmlns:a16="http://schemas.microsoft.com/office/drawing/2014/main" id="{402619CC-BA66-4C12-8646-CAF19EF74F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6188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61" name="Shape 4827">
              <a:extLst>
                <a:ext uri="{FF2B5EF4-FFF2-40B4-BE49-F238E27FC236}">
                  <a16:creationId xmlns:a16="http://schemas.microsoft.com/office/drawing/2014/main" id="{47D09445-EDD4-4433-8E90-5732A6C9DE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55927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2" name="Shape 4828">
              <a:extLst>
                <a:ext uri="{FF2B5EF4-FFF2-40B4-BE49-F238E27FC236}">
                  <a16:creationId xmlns:a16="http://schemas.microsoft.com/office/drawing/2014/main" id="{819771BA-0216-40E7-88A0-0C7F37748E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0550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63" name="Shape 4829">
              <a:extLst>
                <a:ext uri="{FF2B5EF4-FFF2-40B4-BE49-F238E27FC236}">
                  <a16:creationId xmlns:a16="http://schemas.microsoft.com/office/drawing/2014/main" id="{B9DBC23B-998B-405A-BBBD-2117B0675C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5843588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4" name="Shape 4830">
              <a:extLst>
                <a:ext uri="{FF2B5EF4-FFF2-40B4-BE49-F238E27FC236}">
                  <a16:creationId xmlns:a16="http://schemas.microsoft.com/office/drawing/2014/main" id="{F247A802-AAD1-47EE-974A-82D57C4BE0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325" y="5856288"/>
              <a:ext cx="3190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165" name="Shape 4831">
              <a:extLst>
                <a:ext uri="{FF2B5EF4-FFF2-40B4-BE49-F238E27FC236}">
                  <a16:creationId xmlns:a16="http://schemas.microsoft.com/office/drawing/2014/main" id="{B0F09783-219F-4ADF-93B6-587E27CA57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9013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66" name="Shape 4832">
              <a:extLst>
                <a:ext uri="{FF2B5EF4-FFF2-40B4-BE49-F238E27FC236}">
                  <a16:creationId xmlns:a16="http://schemas.microsoft.com/office/drawing/2014/main" id="{6067B13D-2A1E-4ABA-B835-E1FA705D9E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5843588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7" name="Shape 4833">
              <a:extLst>
                <a:ext uri="{FF2B5EF4-FFF2-40B4-BE49-F238E27FC236}">
                  <a16:creationId xmlns:a16="http://schemas.microsoft.com/office/drawing/2014/main" id="{E396DFE1-CA05-4412-A559-043DBD8218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0463" y="5856288"/>
              <a:ext cx="522287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100 </a:t>
              </a:r>
            </a:p>
          </p:txBody>
        </p:sp>
        <p:sp>
          <p:nvSpPr>
            <p:cNvPr id="168" name="Shape 4834">
              <a:extLst>
                <a:ext uri="{FF2B5EF4-FFF2-40B4-BE49-F238E27FC236}">
                  <a16:creationId xmlns:a16="http://schemas.microsoft.com/office/drawing/2014/main" id="{28C656D6-4B27-4082-B429-9643446184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825" y="5856288"/>
              <a:ext cx="58261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000</a:t>
              </a:r>
            </a:p>
          </p:txBody>
        </p:sp>
        <p:sp>
          <p:nvSpPr>
            <p:cNvPr id="169" name="Shape 4835">
              <a:extLst>
                <a:ext uri="{FF2B5EF4-FFF2-40B4-BE49-F238E27FC236}">
                  <a16:creationId xmlns:a16="http://schemas.microsoft.com/office/drawing/2014/main" id="{C046AED4-4DB4-4CA3-BE8F-51B9F06A09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1988" y="5856288"/>
              <a:ext cx="5826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000</a:t>
              </a:r>
            </a:p>
          </p:txBody>
        </p:sp>
        <p:sp>
          <p:nvSpPr>
            <p:cNvPr id="170" name="Shape 4836">
              <a:extLst>
                <a:ext uri="{FF2B5EF4-FFF2-40B4-BE49-F238E27FC236}">
                  <a16:creationId xmlns:a16="http://schemas.microsoft.com/office/drawing/2014/main" id="{46FA7D35-93E7-4943-B9EB-588EDAE9DA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9925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71" name="Shape 4837">
              <a:extLst>
                <a:ext uri="{FF2B5EF4-FFF2-40B4-BE49-F238E27FC236}">
                  <a16:creationId xmlns:a16="http://schemas.microsoft.com/office/drawing/2014/main" id="{B799DA37-F3EB-4C65-A9EE-735C7FB6DA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2225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72" name="Shape 4838">
              <a:extLst>
                <a:ext uri="{FF2B5EF4-FFF2-40B4-BE49-F238E27FC236}">
                  <a16:creationId xmlns:a16="http://schemas.microsoft.com/office/drawing/2014/main" id="{911CD666-9692-4F24-8CF6-0AEDDD4262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7700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73" name="Shape 4839">
              <a:extLst>
                <a:ext uri="{FF2B5EF4-FFF2-40B4-BE49-F238E27FC236}">
                  <a16:creationId xmlns:a16="http://schemas.microsoft.com/office/drawing/2014/main" id="{3DE0909E-B007-4C21-94E3-4B53613636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50000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74" name="Shape 4840">
              <a:extLst>
                <a:ext uri="{FF2B5EF4-FFF2-40B4-BE49-F238E27FC236}">
                  <a16:creationId xmlns:a16="http://schemas.microsoft.com/office/drawing/2014/main" id="{F0D6EA0D-B66D-4779-936F-55E748973E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5475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75" name="Shape 4841">
              <a:extLst>
                <a:ext uri="{FF2B5EF4-FFF2-40B4-BE49-F238E27FC236}">
                  <a16:creationId xmlns:a16="http://schemas.microsoft.com/office/drawing/2014/main" id="{3B0082D7-2EE6-4049-A136-BEA4757E8D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6188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76" name="Shape 4842">
              <a:extLst>
                <a:ext uri="{FF2B5EF4-FFF2-40B4-BE49-F238E27FC236}">
                  <a16:creationId xmlns:a16="http://schemas.microsoft.com/office/drawing/2014/main" id="{12434F09-CBEE-445C-9281-91007EBD79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5843588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7" name="Shape 4843">
              <a:extLst>
                <a:ext uri="{FF2B5EF4-FFF2-40B4-BE49-F238E27FC236}">
                  <a16:creationId xmlns:a16="http://schemas.microsoft.com/office/drawing/2014/main" id="{16A8945E-C174-4D5E-8E7D-1B9C09B740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0550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78" name="Shape 4844">
              <a:extLst>
                <a:ext uri="{FF2B5EF4-FFF2-40B4-BE49-F238E27FC236}">
                  <a16:creationId xmlns:a16="http://schemas.microsoft.com/office/drawing/2014/main" id="{47EC690C-980B-4393-8EAE-BE832CF03C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6122988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9" name="Shape 4845">
              <a:extLst>
                <a:ext uri="{FF2B5EF4-FFF2-40B4-BE49-F238E27FC236}">
                  <a16:creationId xmlns:a16="http://schemas.microsoft.com/office/drawing/2014/main" id="{C0478443-69D4-4654-8232-2B6781C0B8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975" y="6129338"/>
              <a:ext cx="3317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180" name="Shape 4846">
              <a:extLst>
                <a:ext uri="{FF2B5EF4-FFF2-40B4-BE49-F238E27FC236}">
                  <a16:creationId xmlns:a16="http://schemas.microsoft.com/office/drawing/2014/main" id="{ECE2D2A2-2779-4CFC-A627-A65BCC94A3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7425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81" name="Shape 4847">
              <a:extLst>
                <a:ext uri="{FF2B5EF4-FFF2-40B4-BE49-F238E27FC236}">
                  <a16:creationId xmlns:a16="http://schemas.microsoft.com/office/drawing/2014/main" id="{AD71CABE-052B-4705-81B6-F84DB07B86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6122988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2" name="Shape 4848">
              <a:extLst>
                <a:ext uri="{FF2B5EF4-FFF2-40B4-BE49-F238E27FC236}">
                  <a16:creationId xmlns:a16="http://schemas.microsoft.com/office/drawing/2014/main" id="{F743237A-C209-4E89-AD94-B6D8A49F5C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8875" y="6129338"/>
              <a:ext cx="5222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000 </a:t>
              </a:r>
            </a:p>
          </p:txBody>
        </p:sp>
        <p:sp>
          <p:nvSpPr>
            <p:cNvPr id="183" name="Shape 4849">
              <a:extLst>
                <a:ext uri="{FF2B5EF4-FFF2-40B4-BE49-F238E27FC236}">
                  <a16:creationId xmlns:a16="http://schemas.microsoft.com/office/drawing/2014/main" id="{C4E92CC5-209D-46E4-8093-96BEE15C25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825" y="6129338"/>
              <a:ext cx="58261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000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84" name="Shape 4850">
              <a:extLst>
                <a:ext uri="{FF2B5EF4-FFF2-40B4-BE49-F238E27FC236}">
                  <a16:creationId xmlns:a16="http://schemas.microsoft.com/office/drawing/2014/main" id="{17BFEAB3-EF1E-4B04-B5CF-C0CAD58A65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1988" y="6129338"/>
              <a:ext cx="5826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000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85" name="Shape 4851">
              <a:extLst>
                <a:ext uri="{FF2B5EF4-FFF2-40B4-BE49-F238E27FC236}">
                  <a16:creationId xmlns:a16="http://schemas.microsoft.com/office/drawing/2014/main" id="{9808028F-9256-4E50-9A68-8DEE4709EB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8338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86" name="Shape 4852">
              <a:extLst>
                <a:ext uri="{FF2B5EF4-FFF2-40B4-BE49-F238E27FC236}">
                  <a16:creationId xmlns:a16="http://schemas.microsoft.com/office/drawing/2014/main" id="{E4625133-B3BE-4BFB-AC3F-D62CEE7B44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2225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87" name="Shape 4853">
              <a:extLst>
                <a:ext uri="{FF2B5EF4-FFF2-40B4-BE49-F238E27FC236}">
                  <a16:creationId xmlns:a16="http://schemas.microsoft.com/office/drawing/2014/main" id="{C3D19D42-97B8-4FC1-8FF7-301499CE25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6113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88" name="Shape 4854">
              <a:extLst>
                <a:ext uri="{FF2B5EF4-FFF2-40B4-BE49-F238E27FC236}">
                  <a16:creationId xmlns:a16="http://schemas.microsoft.com/office/drawing/2014/main" id="{EBB7BF8B-F3D2-4CAA-9927-5ED50CC957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48413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89" name="Shape 4855">
              <a:extLst>
                <a:ext uri="{FF2B5EF4-FFF2-40B4-BE49-F238E27FC236}">
                  <a16:creationId xmlns:a16="http://schemas.microsoft.com/office/drawing/2014/main" id="{6F222641-E3B7-45EE-BCE9-47A519CE7B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3888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90" name="Shape 4856">
              <a:extLst>
                <a:ext uri="{FF2B5EF4-FFF2-40B4-BE49-F238E27FC236}">
                  <a16:creationId xmlns:a16="http://schemas.microsoft.com/office/drawing/2014/main" id="{F7B8DE6D-0E07-4098-A2ED-DAA082B5A3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4600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91" name="Shape 4857">
              <a:extLst>
                <a:ext uri="{FF2B5EF4-FFF2-40B4-BE49-F238E27FC236}">
                  <a16:creationId xmlns:a16="http://schemas.microsoft.com/office/drawing/2014/main" id="{FF78C80A-5EE8-42FA-8D37-E616FBDDD8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6122988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2" name="Shape 4858">
              <a:extLst>
                <a:ext uri="{FF2B5EF4-FFF2-40B4-BE49-F238E27FC236}">
                  <a16:creationId xmlns:a16="http://schemas.microsoft.com/office/drawing/2014/main" id="{D2BA14D9-0ECF-4E29-892C-7150E0A4E9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6450013"/>
              <a:ext cx="7967662" cy="111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3" name="Shape 4859">
              <a:extLst>
                <a:ext uri="{FF2B5EF4-FFF2-40B4-BE49-F238E27FC236}">
                  <a16:creationId xmlns:a16="http://schemas.microsoft.com/office/drawing/2014/main" id="{13D17687-D29F-499E-846E-850792F49F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0550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cxnSp>
          <p:nvCxnSpPr>
            <p:cNvPr id="194" name="Shape 4860">
              <a:extLst>
                <a:ext uri="{FF2B5EF4-FFF2-40B4-BE49-F238E27FC236}">
                  <a16:creationId xmlns:a16="http://schemas.microsoft.com/office/drawing/2014/main" id="{B8BA18EB-7285-41C8-B20C-1323E321DC0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27075" y="3997325"/>
              <a:ext cx="0" cy="245745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5" name="Shape 4861">
              <a:extLst>
                <a:ext uri="{FF2B5EF4-FFF2-40B4-BE49-F238E27FC236}">
                  <a16:creationId xmlns:a16="http://schemas.microsoft.com/office/drawing/2014/main" id="{E4B01A7F-49D5-4CE7-8B4D-E31A8BDA697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30250" y="3987800"/>
              <a:ext cx="7972425" cy="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6" name="Shape 4862">
              <a:extLst>
                <a:ext uri="{FF2B5EF4-FFF2-40B4-BE49-F238E27FC236}">
                  <a16:creationId xmlns:a16="http://schemas.microsoft.com/office/drawing/2014/main" id="{4733630F-DFA3-4781-A84E-845DA1749DF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130675" y="4002088"/>
              <a:ext cx="0" cy="2443162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7" name="Shape 4863">
              <a:extLst>
                <a:ext uri="{FF2B5EF4-FFF2-40B4-BE49-F238E27FC236}">
                  <a16:creationId xmlns:a16="http://schemas.microsoft.com/office/drawing/2014/main" id="{B9F4715D-3E81-4108-96E4-08A36BE08E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6300" y="4481513"/>
              <a:ext cx="56515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0 </a:t>
              </a:r>
            </a:p>
          </p:txBody>
        </p:sp>
        <p:sp>
          <p:nvSpPr>
            <p:cNvPr id="198" name="Shape 4864">
              <a:extLst>
                <a:ext uri="{FF2B5EF4-FFF2-40B4-BE49-F238E27FC236}">
                  <a16:creationId xmlns:a16="http://schemas.microsoft.com/office/drawing/2014/main" id="{A05941F8-FF4F-4F4C-8CC3-153CDF1811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8325" y="4481513"/>
              <a:ext cx="566738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1 </a:t>
              </a:r>
            </a:p>
          </p:txBody>
        </p:sp>
        <p:sp>
          <p:nvSpPr>
            <p:cNvPr id="199" name="Shape 4865">
              <a:extLst>
                <a:ext uri="{FF2B5EF4-FFF2-40B4-BE49-F238E27FC236}">
                  <a16:creationId xmlns:a16="http://schemas.microsoft.com/office/drawing/2014/main" id="{AF3D76EC-8B58-4F35-9284-CC20FFDEF1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16400" y="4846638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200" name="Shape 4866">
              <a:extLst>
                <a:ext uri="{FF2B5EF4-FFF2-40B4-BE49-F238E27FC236}">
                  <a16:creationId xmlns:a16="http://schemas.microsoft.com/office/drawing/2014/main" id="{738159B9-2E90-42F4-B3B4-269F08AC70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51413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01" name="Shape 4867">
              <a:extLst>
                <a:ext uri="{FF2B5EF4-FFF2-40B4-BE49-F238E27FC236}">
                  <a16:creationId xmlns:a16="http://schemas.microsoft.com/office/drawing/2014/main" id="{D44BD997-C5A3-46FB-9FA2-940AB91221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538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202" name="Shape 4868">
              <a:extLst>
                <a:ext uri="{FF2B5EF4-FFF2-40B4-BE49-F238E27FC236}">
                  <a16:creationId xmlns:a16="http://schemas.microsoft.com/office/drawing/2014/main" id="{A7820034-7A00-4314-B40F-C4FA428299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89663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03" name="Shape 4869">
              <a:extLst>
                <a:ext uri="{FF2B5EF4-FFF2-40B4-BE49-F238E27FC236}">
                  <a16:creationId xmlns:a16="http://schemas.microsoft.com/office/drawing/2014/main" id="{290C48AD-A93F-41CC-BBB4-CF3928D511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23075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204" name="Shape 4870">
              <a:extLst>
                <a:ext uri="{FF2B5EF4-FFF2-40B4-BE49-F238E27FC236}">
                  <a16:creationId xmlns:a16="http://schemas.microsoft.com/office/drawing/2014/main" id="{6C207CDD-98E6-41CA-A0AF-65433B2370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13625" y="4846638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05" name="Shape 4871">
              <a:extLst>
                <a:ext uri="{FF2B5EF4-FFF2-40B4-BE49-F238E27FC236}">
                  <a16:creationId xmlns:a16="http://schemas.microsoft.com/office/drawing/2014/main" id="{62D2CBDF-B817-4297-929F-771C90B9DC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05763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206" name="Shape 4872">
              <a:extLst>
                <a:ext uri="{FF2B5EF4-FFF2-40B4-BE49-F238E27FC236}">
                  <a16:creationId xmlns:a16="http://schemas.microsoft.com/office/drawing/2014/main" id="{CF274540-FA15-4587-82C4-CD8ED0F65C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6150" y="4867275"/>
              <a:ext cx="7810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4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207" name="Shape 4873">
              <a:extLst>
                <a:ext uri="{FF2B5EF4-FFF2-40B4-BE49-F238E27FC236}">
                  <a16:creationId xmlns:a16="http://schemas.microsoft.com/office/drawing/2014/main" id="{B6691E24-BD4E-4E2D-ABD7-1D9451B9EC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73263" y="4878388"/>
              <a:ext cx="97790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4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208" name="Shape 4874">
              <a:extLst>
                <a:ext uri="{FF2B5EF4-FFF2-40B4-BE49-F238E27FC236}">
                  <a16:creationId xmlns:a16="http://schemas.microsoft.com/office/drawing/2014/main" id="{6044E7BC-07B1-4FFE-97A0-41ACC972BE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0063" y="4878388"/>
              <a:ext cx="97790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4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</p:grpSp>
      <mc:AlternateContent xmlns:mc="http://schemas.openxmlformats.org/markup-compatibility/2006">
        <mc:Choice xmlns:p14="http://schemas.microsoft.com/office/powerpoint/2010/main"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85F606F-75B5-4176-9E7E-5904E98CD4DC}"/>
                  </a:ext>
                </a:extLst>
              </p14:cNvPr>
              <p14:cNvContentPartPr/>
              <p14:nvPr/>
            </p14:nvContentPartPr>
            <p14:xfrm>
              <a:off x="2126880" y="1591560"/>
              <a:ext cx="4958640" cy="453384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85F606F-75B5-4176-9E7E-5904E98CD4DC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2117520" y="1582200"/>
                <a:ext cx="4977360" cy="455256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  <p:transition/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953" name="Group 1">
            <a:extLst>
              <a:ext uri="{FF2B5EF4-FFF2-40B4-BE49-F238E27FC236}">
                <a16:creationId xmlns:a16="http://schemas.microsoft.com/office/drawing/2014/main" id="{6D1282D8-FCDA-445B-9FFF-50E6B772E1EC}"/>
              </a:ext>
            </a:extLst>
          </p:cNvPr>
          <p:cNvGrpSpPr>
            <a:grpSpLocks/>
          </p:cNvGrpSpPr>
          <p:nvPr/>
        </p:nvGrpSpPr>
        <p:grpSpPr bwMode="auto">
          <a:xfrm>
            <a:off x="434975" y="3981450"/>
            <a:ext cx="8274050" cy="2479675"/>
            <a:chOff x="434975" y="3981450"/>
            <a:chExt cx="8274050" cy="2479675"/>
          </a:xfrm>
        </p:grpSpPr>
        <p:sp>
          <p:nvSpPr>
            <p:cNvPr id="381958" name="Shape 4774">
              <a:extLst>
                <a:ext uri="{FF2B5EF4-FFF2-40B4-BE49-F238E27FC236}">
                  <a16:creationId xmlns:a16="http://schemas.microsoft.com/office/drawing/2014/main" id="{8289F4D4-C2DB-4C3F-9139-F085E40DD6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3981450"/>
              <a:ext cx="7967662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959" name="Shape 4775">
              <a:extLst>
                <a:ext uri="{FF2B5EF4-FFF2-40B4-BE49-F238E27FC236}">
                  <a16:creationId xmlns:a16="http://schemas.microsoft.com/office/drawing/2014/main" id="{3AA4B67A-C08B-4936-A77F-7500B000A4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3990975"/>
              <a:ext cx="11112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960" name="Shape 4776">
              <a:extLst>
                <a:ext uri="{FF2B5EF4-FFF2-40B4-BE49-F238E27FC236}">
                  <a16:creationId xmlns:a16="http://schemas.microsoft.com/office/drawing/2014/main" id="{5C55BD8F-447F-44C4-9636-DC7ED668A4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4400550"/>
              <a:ext cx="11112" cy="4143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961" name="Shape 4777">
              <a:extLst>
                <a:ext uri="{FF2B5EF4-FFF2-40B4-BE49-F238E27FC236}">
                  <a16:creationId xmlns:a16="http://schemas.microsoft.com/office/drawing/2014/main" id="{0F1DDFC6-0D1A-4202-8AE3-40EBA01D90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4814888"/>
              <a:ext cx="11112" cy="41116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962" name="Shape 4778">
              <a:extLst>
                <a:ext uri="{FF2B5EF4-FFF2-40B4-BE49-F238E27FC236}">
                  <a16:creationId xmlns:a16="http://schemas.microsoft.com/office/drawing/2014/main" id="{DA9BDE17-C2A2-4BF4-B2F3-4A74501110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5229225"/>
              <a:ext cx="11112" cy="3635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963" name="Shape 4779">
              <a:extLst>
                <a:ext uri="{FF2B5EF4-FFF2-40B4-BE49-F238E27FC236}">
                  <a16:creationId xmlns:a16="http://schemas.microsoft.com/office/drawing/2014/main" id="{42ADBA3A-CF41-4014-9F1B-97502554BD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5592763"/>
              <a:ext cx="11112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964" name="Shape 4780">
              <a:extLst>
                <a:ext uri="{FF2B5EF4-FFF2-40B4-BE49-F238E27FC236}">
                  <a16:creationId xmlns:a16="http://schemas.microsoft.com/office/drawing/2014/main" id="{9E25B617-9075-444E-800F-ABCE8DF2CE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5843588"/>
              <a:ext cx="11112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965" name="Shape 4781">
              <a:extLst>
                <a:ext uri="{FF2B5EF4-FFF2-40B4-BE49-F238E27FC236}">
                  <a16:creationId xmlns:a16="http://schemas.microsoft.com/office/drawing/2014/main" id="{FC32AF67-1254-4DE7-917D-CDE61CCC07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6122988"/>
              <a:ext cx="11112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966" name="Shape 4782">
              <a:extLst>
                <a:ext uri="{FF2B5EF4-FFF2-40B4-BE49-F238E27FC236}">
                  <a16:creationId xmlns:a16="http://schemas.microsoft.com/office/drawing/2014/main" id="{81E998F9-694C-4E78-9E79-3D45D6CFA3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3990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967" name="Shape 4783">
              <a:extLst>
                <a:ext uri="{FF2B5EF4-FFF2-40B4-BE49-F238E27FC236}">
                  <a16:creationId xmlns:a16="http://schemas.microsoft.com/office/drawing/2014/main" id="{1E117204-2DEE-4751-A5F5-2744CCDA38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3990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968" name="Shape 4784">
              <a:extLst>
                <a:ext uri="{FF2B5EF4-FFF2-40B4-BE49-F238E27FC236}">
                  <a16:creationId xmlns:a16="http://schemas.microsoft.com/office/drawing/2014/main" id="{11A208EF-9AD2-4E67-8761-2350D9679F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3990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969" name="Shape 4785">
              <a:extLst>
                <a:ext uri="{FF2B5EF4-FFF2-40B4-BE49-F238E27FC236}">
                  <a16:creationId xmlns:a16="http://schemas.microsoft.com/office/drawing/2014/main" id="{0C7ADEF5-8A33-4F69-A368-9DABF510E6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6788" y="4156075"/>
              <a:ext cx="86995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381970" name="Shape 4786">
              <a:extLst>
                <a:ext uri="{FF2B5EF4-FFF2-40B4-BE49-F238E27FC236}">
                  <a16:creationId xmlns:a16="http://schemas.microsoft.com/office/drawing/2014/main" id="{CBFC099F-A3A5-44D0-81B3-03840ED329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3990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971" name="Shape 4787">
              <a:extLst>
                <a:ext uri="{FF2B5EF4-FFF2-40B4-BE49-F238E27FC236}">
                  <a16:creationId xmlns:a16="http://schemas.microsoft.com/office/drawing/2014/main" id="{2950C382-22F2-4654-B202-A1CE9EAA51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4392613"/>
              <a:ext cx="2265363" cy="111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972" name="Shape 4788">
              <a:extLst>
                <a:ext uri="{FF2B5EF4-FFF2-40B4-BE49-F238E27FC236}">
                  <a16:creationId xmlns:a16="http://schemas.microsoft.com/office/drawing/2014/main" id="{F7887BB4-873C-413C-AC0A-C70A12F8A1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4400550"/>
              <a:ext cx="9525" cy="4143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973" name="Shape 4789">
              <a:extLst>
                <a:ext uri="{FF2B5EF4-FFF2-40B4-BE49-F238E27FC236}">
                  <a16:creationId xmlns:a16="http://schemas.microsoft.com/office/drawing/2014/main" id="{01695A31-6256-4212-809A-49C4803A42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1588" y="4105275"/>
              <a:ext cx="107315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381974" name="Shape 4790">
              <a:extLst>
                <a:ext uri="{FF2B5EF4-FFF2-40B4-BE49-F238E27FC236}">
                  <a16:creationId xmlns:a16="http://schemas.microsoft.com/office/drawing/2014/main" id="{9674D6EB-1367-4D11-8BE4-592D694808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4400550"/>
              <a:ext cx="9525" cy="4143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975" name="Shape 4791">
              <a:extLst>
                <a:ext uri="{FF2B5EF4-FFF2-40B4-BE49-F238E27FC236}">
                  <a16:creationId xmlns:a16="http://schemas.microsoft.com/office/drawing/2014/main" id="{49AC6C53-EA7A-4AD7-93DB-B13C9E4AB0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2200" y="4467225"/>
              <a:ext cx="60166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381976" name="Shape 4792">
              <a:extLst>
                <a:ext uri="{FF2B5EF4-FFF2-40B4-BE49-F238E27FC236}">
                  <a16:creationId xmlns:a16="http://schemas.microsoft.com/office/drawing/2014/main" id="{AC749D29-CA65-4208-B230-896A74724C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4400550"/>
              <a:ext cx="9525" cy="4143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977" name="Shape 4793">
              <a:extLst>
                <a:ext uri="{FF2B5EF4-FFF2-40B4-BE49-F238E27FC236}">
                  <a16:creationId xmlns:a16="http://schemas.microsoft.com/office/drawing/2014/main" id="{E29DE32D-A9F1-425B-9844-179D839A63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4803775"/>
              <a:ext cx="6835775" cy="111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978" name="Shape 4794">
              <a:extLst>
                <a:ext uri="{FF2B5EF4-FFF2-40B4-BE49-F238E27FC236}">
                  <a16:creationId xmlns:a16="http://schemas.microsoft.com/office/drawing/2014/main" id="{AAE7D2F4-0572-40F5-BC6F-BDBEFFBA7D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4814888"/>
              <a:ext cx="9525" cy="41116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979" name="Shape 4795">
              <a:extLst>
                <a:ext uri="{FF2B5EF4-FFF2-40B4-BE49-F238E27FC236}">
                  <a16:creationId xmlns:a16="http://schemas.microsoft.com/office/drawing/2014/main" id="{3BFC213E-13B2-4E5B-AAE5-2C3EBEED74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4814888"/>
              <a:ext cx="9525" cy="41116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980" name="Shape 4796">
              <a:extLst>
                <a:ext uri="{FF2B5EF4-FFF2-40B4-BE49-F238E27FC236}">
                  <a16:creationId xmlns:a16="http://schemas.microsoft.com/office/drawing/2014/main" id="{BF99557C-580E-460B-8EF1-FAFDC0B124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4814888"/>
              <a:ext cx="9525" cy="41116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981" name="Shape 4797">
              <a:extLst>
                <a:ext uri="{FF2B5EF4-FFF2-40B4-BE49-F238E27FC236}">
                  <a16:creationId xmlns:a16="http://schemas.microsoft.com/office/drawing/2014/main" id="{CFC98469-57C7-4AA8-A03E-A279F3B9A9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5214938"/>
              <a:ext cx="7967662" cy="111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982" name="Shape 4798">
              <a:extLst>
                <a:ext uri="{FF2B5EF4-FFF2-40B4-BE49-F238E27FC236}">
                  <a16:creationId xmlns:a16="http://schemas.microsoft.com/office/drawing/2014/main" id="{6DA03814-B7A5-4852-A651-EA2CD7293C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56313" y="4362450"/>
              <a:ext cx="9255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381983" name="Shape 4799">
              <a:extLst>
                <a:ext uri="{FF2B5EF4-FFF2-40B4-BE49-F238E27FC236}">
                  <a16:creationId xmlns:a16="http://schemas.microsoft.com/office/drawing/2014/main" id="{B60A5498-EE36-4F96-BD7C-D92E04E25E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5229225"/>
              <a:ext cx="9525" cy="3635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984" name="Shape 4800">
              <a:extLst>
                <a:ext uri="{FF2B5EF4-FFF2-40B4-BE49-F238E27FC236}">
                  <a16:creationId xmlns:a16="http://schemas.microsoft.com/office/drawing/2014/main" id="{ABCA2085-FDB5-49FA-84B7-BFF619A6B6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975" y="5308600"/>
              <a:ext cx="3317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81985" name="Shape 4801">
              <a:extLst>
                <a:ext uri="{FF2B5EF4-FFF2-40B4-BE49-F238E27FC236}">
                  <a16:creationId xmlns:a16="http://schemas.microsoft.com/office/drawing/2014/main" id="{044C3D24-F2DE-46AE-B938-4383440404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7425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1986" name="Shape 4802">
              <a:extLst>
                <a:ext uri="{FF2B5EF4-FFF2-40B4-BE49-F238E27FC236}">
                  <a16:creationId xmlns:a16="http://schemas.microsoft.com/office/drawing/2014/main" id="{C5C2B850-018E-4A71-9F8E-3F141695A4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5229225"/>
              <a:ext cx="9525" cy="3635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987" name="Shape 4803">
              <a:extLst>
                <a:ext uri="{FF2B5EF4-FFF2-40B4-BE49-F238E27FC236}">
                  <a16:creationId xmlns:a16="http://schemas.microsoft.com/office/drawing/2014/main" id="{7956F5CA-080F-48B4-9212-84A7796BB1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8875" y="5308600"/>
              <a:ext cx="5222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001 </a:t>
              </a:r>
            </a:p>
          </p:txBody>
        </p:sp>
        <p:sp>
          <p:nvSpPr>
            <p:cNvPr id="381988" name="Shape 4804">
              <a:extLst>
                <a:ext uri="{FF2B5EF4-FFF2-40B4-BE49-F238E27FC236}">
                  <a16:creationId xmlns:a16="http://schemas.microsoft.com/office/drawing/2014/main" id="{AC2616C3-457C-4862-A0F2-9946A836EA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825" y="5308600"/>
              <a:ext cx="58261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000</a:t>
              </a:r>
              <a:r>
                <a:rPr kumimoji="0" lang="en-US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81989" name="Shape 4805">
              <a:extLst>
                <a:ext uri="{FF2B5EF4-FFF2-40B4-BE49-F238E27FC236}">
                  <a16:creationId xmlns:a16="http://schemas.microsoft.com/office/drawing/2014/main" id="{641A0C1A-C2F3-429B-92BA-B24098C81D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1988" y="5308600"/>
              <a:ext cx="5826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381990" name="Shape 4806">
              <a:extLst>
                <a:ext uri="{FF2B5EF4-FFF2-40B4-BE49-F238E27FC236}">
                  <a16:creationId xmlns:a16="http://schemas.microsoft.com/office/drawing/2014/main" id="{8C01C802-14AF-4BCD-83C5-BDD96D10B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8338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1991" name="Shape 4807">
              <a:extLst>
                <a:ext uri="{FF2B5EF4-FFF2-40B4-BE49-F238E27FC236}">
                  <a16:creationId xmlns:a16="http://schemas.microsoft.com/office/drawing/2014/main" id="{D3BF1EFB-CD62-4A20-B1DE-7B63A2E740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2225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1992" name="Shape 4808">
              <a:extLst>
                <a:ext uri="{FF2B5EF4-FFF2-40B4-BE49-F238E27FC236}">
                  <a16:creationId xmlns:a16="http://schemas.microsoft.com/office/drawing/2014/main" id="{A2AC89C8-6D3E-4B84-8CA7-A39C79DD71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6113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1993" name="Shape 4809">
              <a:extLst>
                <a:ext uri="{FF2B5EF4-FFF2-40B4-BE49-F238E27FC236}">
                  <a16:creationId xmlns:a16="http://schemas.microsoft.com/office/drawing/2014/main" id="{39326BFA-F5B8-476D-BB49-C321823F8D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48413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1994" name="Shape 4810">
              <a:extLst>
                <a:ext uri="{FF2B5EF4-FFF2-40B4-BE49-F238E27FC236}">
                  <a16:creationId xmlns:a16="http://schemas.microsoft.com/office/drawing/2014/main" id="{82CAA4AA-E78F-4010-B173-120B97CA20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3888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1995" name="Shape 4811">
              <a:extLst>
                <a:ext uri="{FF2B5EF4-FFF2-40B4-BE49-F238E27FC236}">
                  <a16:creationId xmlns:a16="http://schemas.microsoft.com/office/drawing/2014/main" id="{03B5829D-EF15-4E38-8390-C87B1AFEF5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4600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1996" name="Shape 4812">
              <a:extLst>
                <a:ext uri="{FF2B5EF4-FFF2-40B4-BE49-F238E27FC236}">
                  <a16:creationId xmlns:a16="http://schemas.microsoft.com/office/drawing/2014/main" id="{F556808A-E98B-4D16-8244-09B9D4ECBA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5229225"/>
              <a:ext cx="9525" cy="3635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997" name="Shape 4813">
              <a:extLst>
                <a:ext uri="{FF2B5EF4-FFF2-40B4-BE49-F238E27FC236}">
                  <a16:creationId xmlns:a16="http://schemas.microsoft.com/office/drawing/2014/main" id="{9FA6D6C2-2FE3-4BAA-AFF3-FB8DF5EBCC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0550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1998" name="Shape 4814">
              <a:extLst>
                <a:ext uri="{FF2B5EF4-FFF2-40B4-BE49-F238E27FC236}">
                  <a16:creationId xmlns:a16="http://schemas.microsoft.com/office/drawing/2014/main" id="{4266DFFB-F040-4714-8CA1-E18A38924B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55927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999" name="Shape 4815">
              <a:extLst>
                <a:ext uri="{FF2B5EF4-FFF2-40B4-BE49-F238E27FC236}">
                  <a16:creationId xmlns:a16="http://schemas.microsoft.com/office/drawing/2014/main" id="{85594303-8568-43FD-A973-F79D4BB27D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325" y="5583238"/>
              <a:ext cx="3190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382000" name="Shape 4816">
              <a:extLst>
                <a:ext uri="{FF2B5EF4-FFF2-40B4-BE49-F238E27FC236}">
                  <a16:creationId xmlns:a16="http://schemas.microsoft.com/office/drawing/2014/main" id="{E50B8417-220D-4FAB-AE3F-879E730F7A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9013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2001" name="Shape 4817">
              <a:extLst>
                <a:ext uri="{FF2B5EF4-FFF2-40B4-BE49-F238E27FC236}">
                  <a16:creationId xmlns:a16="http://schemas.microsoft.com/office/drawing/2014/main" id="{A2E53CCF-2811-4725-8A1B-6D7459D65F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55927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2002" name="Shape 4818">
              <a:extLst>
                <a:ext uri="{FF2B5EF4-FFF2-40B4-BE49-F238E27FC236}">
                  <a16:creationId xmlns:a16="http://schemas.microsoft.com/office/drawing/2014/main" id="{565A1D00-F051-4432-989B-328E354EC9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0463" y="5583238"/>
              <a:ext cx="522287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010 </a:t>
              </a:r>
            </a:p>
          </p:txBody>
        </p:sp>
        <p:sp>
          <p:nvSpPr>
            <p:cNvPr id="382003" name="Shape 4819">
              <a:extLst>
                <a:ext uri="{FF2B5EF4-FFF2-40B4-BE49-F238E27FC236}">
                  <a16:creationId xmlns:a16="http://schemas.microsoft.com/office/drawing/2014/main" id="{1EA65A7D-C897-4379-9918-95A585BC74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825" y="5583238"/>
              <a:ext cx="58261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382004" name="Shape 4820">
              <a:extLst>
                <a:ext uri="{FF2B5EF4-FFF2-40B4-BE49-F238E27FC236}">
                  <a16:creationId xmlns:a16="http://schemas.microsoft.com/office/drawing/2014/main" id="{994B4F56-26A7-4010-96A4-7A4590437E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1988" y="5583238"/>
              <a:ext cx="5826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382005" name="Shape 4821">
              <a:extLst>
                <a:ext uri="{FF2B5EF4-FFF2-40B4-BE49-F238E27FC236}">
                  <a16:creationId xmlns:a16="http://schemas.microsoft.com/office/drawing/2014/main" id="{7C28DF4A-1239-4A06-ADC4-9444817C27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9925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2006" name="Shape 4822">
              <a:extLst>
                <a:ext uri="{FF2B5EF4-FFF2-40B4-BE49-F238E27FC236}">
                  <a16:creationId xmlns:a16="http://schemas.microsoft.com/office/drawing/2014/main" id="{1AF8B128-10E9-4F9A-8A82-20AC81E165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2225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2007" name="Shape 4823">
              <a:extLst>
                <a:ext uri="{FF2B5EF4-FFF2-40B4-BE49-F238E27FC236}">
                  <a16:creationId xmlns:a16="http://schemas.microsoft.com/office/drawing/2014/main" id="{20D338E3-EDCE-49A1-BAE1-2B368631AA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7700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82008" name="Shape 4824">
              <a:extLst>
                <a:ext uri="{FF2B5EF4-FFF2-40B4-BE49-F238E27FC236}">
                  <a16:creationId xmlns:a16="http://schemas.microsoft.com/office/drawing/2014/main" id="{10B3F4A8-3E98-4CD7-A50C-8B20D39B92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50000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2009" name="Shape 4825">
              <a:extLst>
                <a:ext uri="{FF2B5EF4-FFF2-40B4-BE49-F238E27FC236}">
                  <a16:creationId xmlns:a16="http://schemas.microsoft.com/office/drawing/2014/main" id="{E0C68C6F-B949-4E0E-B309-78DACED024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5475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2010" name="Shape 4826">
              <a:extLst>
                <a:ext uri="{FF2B5EF4-FFF2-40B4-BE49-F238E27FC236}">
                  <a16:creationId xmlns:a16="http://schemas.microsoft.com/office/drawing/2014/main" id="{9F30BB31-A2F8-4F1E-9854-5AD950CA5B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6188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82011" name="Shape 4827">
              <a:extLst>
                <a:ext uri="{FF2B5EF4-FFF2-40B4-BE49-F238E27FC236}">
                  <a16:creationId xmlns:a16="http://schemas.microsoft.com/office/drawing/2014/main" id="{57390E3F-13DD-4CD6-A16A-83E2130C1C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55927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2012" name="Shape 4828">
              <a:extLst>
                <a:ext uri="{FF2B5EF4-FFF2-40B4-BE49-F238E27FC236}">
                  <a16:creationId xmlns:a16="http://schemas.microsoft.com/office/drawing/2014/main" id="{33AFA631-5D6C-434B-8B45-F64CE98820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0550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2013" name="Shape 4829">
              <a:extLst>
                <a:ext uri="{FF2B5EF4-FFF2-40B4-BE49-F238E27FC236}">
                  <a16:creationId xmlns:a16="http://schemas.microsoft.com/office/drawing/2014/main" id="{ADAA9074-6B75-4D99-BFEA-817E1303EA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5843588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2014" name="Shape 4830">
              <a:extLst>
                <a:ext uri="{FF2B5EF4-FFF2-40B4-BE49-F238E27FC236}">
                  <a16:creationId xmlns:a16="http://schemas.microsoft.com/office/drawing/2014/main" id="{89A3AA83-EEF8-4B71-9395-C59FED9B11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325" y="5856288"/>
              <a:ext cx="3190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82015" name="Shape 4831">
              <a:extLst>
                <a:ext uri="{FF2B5EF4-FFF2-40B4-BE49-F238E27FC236}">
                  <a16:creationId xmlns:a16="http://schemas.microsoft.com/office/drawing/2014/main" id="{886F860A-9B79-45FC-97AA-A0F0B416AD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9013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2016" name="Shape 4832">
              <a:extLst>
                <a:ext uri="{FF2B5EF4-FFF2-40B4-BE49-F238E27FC236}">
                  <a16:creationId xmlns:a16="http://schemas.microsoft.com/office/drawing/2014/main" id="{CC69E631-32EA-4852-9E3F-EF764216E4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5843588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2017" name="Shape 4833">
              <a:extLst>
                <a:ext uri="{FF2B5EF4-FFF2-40B4-BE49-F238E27FC236}">
                  <a16:creationId xmlns:a16="http://schemas.microsoft.com/office/drawing/2014/main" id="{C09626EE-BC79-4AD3-BC95-541EC21700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0463" y="5856288"/>
              <a:ext cx="522287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100 </a:t>
              </a:r>
            </a:p>
          </p:txBody>
        </p:sp>
        <p:sp>
          <p:nvSpPr>
            <p:cNvPr id="382018" name="Shape 4834">
              <a:extLst>
                <a:ext uri="{FF2B5EF4-FFF2-40B4-BE49-F238E27FC236}">
                  <a16:creationId xmlns:a16="http://schemas.microsoft.com/office/drawing/2014/main" id="{805F4A79-3D51-4DB9-8F41-4D7F4C249D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825" y="5856288"/>
              <a:ext cx="58261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000</a:t>
              </a:r>
            </a:p>
          </p:txBody>
        </p:sp>
        <p:sp>
          <p:nvSpPr>
            <p:cNvPr id="382019" name="Shape 4835">
              <a:extLst>
                <a:ext uri="{FF2B5EF4-FFF2-40B4-BE49-F238E27FC236}">
                  <a16:creationId xmlns:a16="http://schemas.microsoft.com/office/drawing/2014/main" id="{28A5C3BB-8ED4-46BD-AAEF-13D162A253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1988" y="5856288"/>
              <a:ext cx="5826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000</a:t>
              </a:r>
            </a:p>
          </p:txBody>
        </p:sp>
        <p:sp>
          <p:nvSpPr>
            <p:cNvPr id="382020" name="Shape 4836">
              <a:extLst>
                <a:ext uri="{FF2B5EF4-FFF2-40B4-BE49-F238E27FC236}">
                  <a16:creationId xmlns:a16="http://schemas.microsoft.com/office/drawing/2014/main" id="{2F558879-95CB-4B0F-863B-987B1A1D87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9925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82021" name="Shape 4837">
              <a:extLst>
                <a:ext uri="{FF2B5EF4-FFF2-40B4-BE49-F238E27FC236}">
                  <a16:creationId xmlns:a16="http://schemas.microsoft.com/office/drawing/2014/main" id="{9376330F-3DBB-4713-85FE-65F8166EE4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2225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2022" name="Shape 4838">
              <a:extLst>
                <a:ext uri="{FF2B5EF4-FFF2-40B4-BE49-F238E27FC236}">
                  <a16:creationId xmlns:a16="http://schemas.microsoft.com/office/drawing/2014/main" id="{72FD1FF7-E8B1-4D7E-A4CE-1F13184ACC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7700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2023" name="Shape 4839">
              <a:extLst>
                <a:ext uri="{FF2B5EF4-FFF2-40B4-BE49-F238E27FC236}">
                  <a16:creationId xmlns:a16="http://schemas.microsoft.com/office/drawing/2014/main" id="{33280456-44CE-4EED-8151-6C9393E518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50000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82024" name="Shape 4840">
              <a:extLst>
                <a:ext uri="{FF2B5EF4-FFF2-40B4-BE49-F238E27FC236}">
                  <a16:creationId xmlns:a16="http://schemas.microsoft.com/office/drawing/2014/main" id="{589B9D77-2D0A-462D-B9F8-2E3D7BC063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5475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2025" name="Shape 4841">
              <a:extLst>
                <a:ext uri="{FF2B5EF4-FFF2-40B4-BE49-F238E27FC236}">
                  <a16:creationId xmlns:a16="http://schemas.microsoft.com/office/drawing/2014/main" id="{FDA69C39-8306-4F14-9C44-6344E55112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6188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2026" name="Shape 4842">
              <a:extLst>
                <a:ext uri="{FF2B5EF4-FFF2-40B4-BE49-F238E27FC236}">
                  <a16:creationId xmlns:a16="http://schemas.microsoft.com/office/drawing/2014/main" id="{C610EB03-7E53-4E14-BE09-5DFFE4C661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5843588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2027" name="Shape 4843">
              <a:extLst>
                <a:ext uri="{FF2B5EF4-FFF2-40B4-BE49-F238E27FC236}">
                  <a16:creationId xmlns:a16="http://schemas.microsoft.com/office/drawing/2014/main" id="{33B4CEA9-B5C1-4FCF-8450-92F37D0605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0550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2028" name="Shape 4844">
              <a:extLst>
                <a:ext uri="{FF2B5EF4-FFF2-40B4-BE49-F238E27FC236}">
                  <a16:creationId xmlns:a16="http://schemas.microsoft.com/office/drawing/2014/main" id="{64E2E4B6-7DCC-4007-B28E-A21252D96E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6122988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2029" name="Shape 4845">
              <a:extLst>
                <a:ext uri="{FF2B5EF4-FFF2-40B4-BE49-F238E27FC236}">
                  <a16:creationId xmlns:a16="http://schemas.microsoft.com/office/drawing/2014/main" id="{0213B96F-10D2-4637-B782-119FEA22E8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975" y="6129338"/>
              <a:ext cx="3317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82030" name="Shape 4846">
              <a:extLst>
                <a:ext uri="{FF2B5EF4-FFF2-40B4-BE49-F238E27FC236}">
                  <a16:creationId xmlns:a16="http://schemas.microsoft.com/office/drawing/2014/main" id="{DB8BCF33-0933-44AE-88B0-5768560EC6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7425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82031" name="Shape 4847">
              <a:extLst>
                <a:ext uri="{FF2B5EF4-FFF2-40B4-BE49-F238E27FC236}">
                  <a16:creationId xmlns:a16="http://schemas.microsoft.com/office/drawing/2014/main" id="{2D9174B9-B690-4856-80A2-84D41BC6AC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6122988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2032" name="Shape 4848">
              <a:extLst>
                <a:ext uri="{FF2B5EF4-FFF2-40B4-BE49-F238E27FC236}">
                  <a16:creationId xmlns:a16="http://schemas.microsoft.com/office/drawing/2014/main" id="{9902FDA0-61DA-48F1-9DA3-2A2A47F25A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8875" y="6129338"/>
              <a:ext cx="5222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000 </a:t>
              </a:r>
            </a:p>
          </p:txBody>
        </p:sp>
        <p:sp>
          <p:nvSpPr>
            <p:cNvPr id="382033" name="Shape 4849">
              <a:extLst>
                <a:ext uri="{FF2B5EF4-FFF2-40B4-BE49-F238E27FC236}">
                  <a16:creationId xmlns:a16="http://schemas.microsoft.com/office/drawing/2014/main" id="{78BF62D0-3556-4836-B499-0048A7FA69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825" y="6129338"/>
              <a:ext cx="58261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000</a:t>
              </a:r>
              <a:r>
                <a:rPr kumimoji="0" lang="en-US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82034" name="Shape 4850">
              <a:extLst>
                <a:ext uri="{FF2B5EF4-FFF2-40B4-BE49-F238E27FC236}">
                  <a16:creationId xmlns:a16="http://schemas.microsoft.com/office/drawing/2014/main" id="{3B476B11-8385-410C-8938-7BD798730C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1988" y="6129338"/>
              <a:ext cx="5826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000</a:t>
              </a:r>
              <a:r>
                <a:rPr kumimoji="0" lang="en-US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82035" name="Shape 4851">
              <a:extLst>
                <a:ext uri="{FF2B5EF4-FFF2-40B4-BE49-F238E27FC236}">
                  <a16:creationId xmlns:a16="http://schemas.microsoft.com/office/drawing/2014/main" id="{67FE6DAA-9390-453D-9C15-6C2235D214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8338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2036" name="Shape 4852">
              <a:extLst>
                <a:ext uri="{FF2B5EF4-FFF2-40B4-BE49-F238E27FC236}">
                  <a16:creationId xmlns:a16="http://schemas.microsoft.com/office/drawing/2014/main" id="{262C65AC-4638-43D8-AEC6-BAA3A5F4A1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2225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82037" name="Shape 4853">
              <a:extLst>
                <a:ext uri="{FF2B5EF4-FFF2-40B4-BE49-F238E27FC236}">
                  <a16:creationId xmlns:a16="http://schemas.microsoft.com/office/drawing/2014/main" id="{B305BC5C-0A5C-4F8A-BDCE-830B7A88ED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6113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2038" name="Shape 4854">
              <a:extLst>
                <a:ext uri="{FF2B5EF4-FFF2-40B4-BE49-F238E27FC236}">
                  <a16:creationId xmlns:a16="http://schemas.microsoft.com/office/drawing/2014/main" id="{D45D0C80-7F4E-4F8F-BF3A-F4AA58B8DD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48413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2039" name="Shape 4855">
              <a:extLst>
                <a:ext uri="{FF2B5EF4-FFF2-40B4-BE49-F238E27FC236}">
                  <a16:creationId xmlns:a16="http://schemas.microsoft.com/office/drawing/2014/main" id="{619193C9-30EC-4CBD-84D0-9ED6BFFC9A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3888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82040" name="Shape 4856">
              <a:extLst>
                <a:ext uri="{FF2B5EF4-FFF2-40B4-BE49-F238E27FC236}">
                  <a16:creationId xmlns:a16="http://schemas.microsoft.com/office/drawing/2014/main" id="{71C43E29-00EB-413C-B92C-691BACBEF9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4600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2041" name="Shape 4857">
              <a:extLst>
                <a:ext uri="{FF2B5EF4-FFF2-40B4-BE49-F238E27FC236}">
                  <a16:creationId xmlns:a16="http://schemas.microsoft.com/office/drawing/2014/main" id="{19AFA99D-1A67-4EAA-A23D-322CC6ECD3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6122988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2042" name="Shape 4858">
              <a:extLst>
                <a:ext uri="{FF2B5EF4-FFF2-40B4-BE49-F238E27FC236}">
                  <a16:creationId xmlns:a16="http://schemas.microsoft.com/office/drawing/2014/main" id="{224EE09F-2F4E-4372-80A3-02EDC61CF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6450013"/>
              <a:ext cx="7967662" cy="111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2043" name="Shape 4859">
              <a:extLst>
                <a:ext uri="{FF2B5EF4-FFF2-40B4-BE49-F238E27FC236}">
                  <a16:creationId xmlns:a16="http://schemas.microsoft.com/office/drawing/2014/main" id="{DCE02D46-F1AB-4D58-BC09-D9CCF88BCF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0550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cxnSp>
          <p:nvCxnSpPr>
            <p:cNvPr id="382044" name="Shape 4860">
              <a:extLst>
                <a:ext uri="{FF2B5EF4-FFF2-40B4-BE49-F238E27FC236}">
                  <a16:creationId xmlns:a16="http://schemas.microsoft.com/office/drawing/2014/main" id="{9AE64E4C-681F-4937-92ED-4F88D7127A9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27075" y="3997325"/>
              <a:ext cx="0" cy="245745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82045" name="Shape 4861">
              <a:extLst>
                <a:ext uri="{FF2B5EF4-FFF2-40B4-BE49-F238E27FC236}">
                  <a16:creationId xmlns:a16="http://schemas.microsoft.com/office/drawing/2014/main" id="{471E7961-602A-4884-8D2B-E611E8EFFC7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30250" y="3987800"/>
              <a:ext cx="7972425" cy="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82046" name="Shape 4862">
              <a:extLst>
                <a:ext uri="{FF2B5EF4-FFF2-40B4-BE49-F238E27FC236}">
                  <a16:creationId xmlns:a16="http://schemas.microsoft.com/office/drawing/2014/main" id="{356B160A-D1C2-460D-ACB7-4DE378445B1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130675" y="4002088"/>
              <a:ext cx="0" cy="2443162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82047" name="Shape 4863">
              <a:extLst>
                <a:ext uri="{FF2B5EF4-FFF2-40B4-BE49-F238E27FC236}">
                  <a16:creationId xmlns:a16="http://schemas.microsoft.com/office/drawing/2014/main" id="{86919859-9DF4-4024-9956-F9C47EF34D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6300" y="4481513"/>
              <a:ext cx="56515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0 </a:t>
              </a:r>
            </a:p>
          </p:txBody>
        </p:sp>
        <p:sp>
          <p:nvSpPr>
            <p:cNvPr id="382048" name="Shape 4864">
              <a:extLst>
                <a:ext uri="{FF2B5EF4-FFF2-40B4-BE49-F238E27FC236}">
                  <a16:creationId xmlns:a16="http://schemas.microsoft.com/office/drawing/2014/main" id="{011E540A-B55A-4048-8A30-5ABF1E8617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8325" y="4481513"/>
              <a:ext cx="566738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1 </a:t>
              </a:r>
            </a:p>
          </p:txBody>
        </p:sp>
        <p:sp>
          <p:nvSpPr>
            <p:cNvPr id="382049" name="Shape 4865">
              <a:extLst>
                <a:ext uri="{FF2B5EF4-FFF2-40B4-BE49-F238E27FC236}">
                  <a16:creationId xmlns:a16="http://schemas.microsoft.com/office/drawing/2014/main" id="{0A6C90AF-90F6-4D76-9BE2-32D2B8E9C2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16400" y="4846638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82050" name="Shape 4866">
              <a:extLst>
                <a:ext uri="{FF2B5EF4-FFF2-40B4-BE49-F238E27FC236}">
                  <a16:creationId xmlns:a16="http://schemas.microsoft.com/office/drawing/2014/main" id="{0EEF5D0E-0C80-4BD7-B5CA-5ADBAEE36C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51413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82051" name="Shape 4867">
              <a:extLst>
                <a:ext uri="{FF2B5EF4-FFF2-40B4-BE49-F238E27FC236}">
                  <a16:creationId xmlns:a16="http://schemas.microsoft.com/office/drawing/2014/main" id="{B7048966-9923-4065-B315-716913A1E1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538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82052" name="Shape 4868">
              <a:extLst>
                <a:ext uri="{FF2B5EF4-FFF2-40B4-BE49-F238E27FC236}">
                  <a16:creationId xmlns:a16="http://schemas.microsoft.com/office/drawing/2014/main" id="{8A76EDF9-5089-430A-9D63-FBE0A133F2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89663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82053" name="Shape 4869">
              <a:extLst>
                <a:ext uri="{FF2B5EF4-FFF2-40B4-BE49-F238E27FC236}">
                  <a16:creationId xmlns:a16="http://schemas.microsoft.com/office/drawing/2014/main" id="{56805C1C-CD30-424A-B718-8CB0535F24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23075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82054" name="Shape 4870">
              <a:extLst>
                <a:ext uri="{FF2B5EF4-FFF2-40B4-BE49-F238E27FC236}">
                  <a16:creationId xmlns:a16="http://schemas.microsoft.com/office/drawing/2014/main" id="{FFF80F20-D171-4EC6-8022-7B73D2F3CB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13625" y="4846638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82055" name="Shape 4871">
              <a:extLst>
                <a:ext uri="{FF2B5EF4-FFF2-40B4-BE49-F238E27FC236}">
                  <a16:creationId xmlns:a16="http://schemas.microsoft.com/office/drawing/2014/main" id="{35E0924E-A880-419B-AE47-7821C79EDD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05763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382056" name="Shape 4872">
              <a:extLst>
                <a:ext uri="{FF2B5EF4-FFF2-40B4-BE49-F238E27FC236}">
                  <a16:creationId xmlns:a16="http://schemas.microsoft.com/office/drawing/2014/main" id="{7C8CD2F1-32D0-4E3A-80D6-D3AEB00BE5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6150" y="4867275"/>
              <a:ext cx="7810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4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82057" name="Shape 4873">
              <a:extLst>
                <a:ext uri="{FF2B5EF4-FFF2-40B4-BE49-F238E27FC236}">
                  <a16:creationId xmlns:a16="http://schemas.microsoft.com/office/drawing/2014/main" id="{44853569-20D9-43E8-B88C-AB51FD5921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73263" y="4878388"/>
              <a:ext cx="97790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4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82058" name="Shape 4874">
              <a:extLst>
                <a:ext uri="{FF2B5EF4-FFF2-40B4-BE49-F238E27FC236}">
                  <a16:creationId xmlns:a16="http://schemas.microsoft.com/office/drawing/2014/main" id="{5DAEFAEA-B9BD-424E-9A3A-AD5600C2FB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0063" y="4878388"/>
              <a:ext cx="97790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4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</p:grpSp>
      <p:sp>
        <p:nvSpPr>
          <p:cNvPr id="381954" name="Shape 4876">
            <a:extLst>
              <a:ext uri="{FF2B5EF4-FFF2-40B4-BE49-F238E27FC236}">
                <a16:creationId xmlns:a16="http://schemas.microsoft.com/office/drawing/2014/main" id="{3FECF71D-492F-4E0C-819E-C82F45B1E412}"/>
              </a:ext>
            </a:extLst>
          </p:cNvPr>
          <p:cNvSpPr txBox="1">
            <a:spLocks noGrp="1"/>
          </p:cNvSpPr>
          <p:nvPr>
            <p:ph type="body" idx="4294967295"/>
          </p:nvPr>
        </p:nvSpPr>
        <p:spPr>
          <a:xfrm>
            <a:off x="2590800" y="1296988"/>
            <a:ext cx="6254750" cy="2457450"/>
          </a:xfrm>
        </p:spPr>
        <p:txBody>
          <a:bodyPr anchor="ctr"/>
          <a:lstStyle/>
          <a:p>
            <a:pPr marL="0" indent="0" eaLnBrk="1" hangingPunct="1"/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Y</a:t>
            </a:r>
            <a:r>
              <a:rPr lang="en-US" altLang="en-US" sz="2600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(w, y</a:t>
            </a:r>
            <a:r>
              <a:rPr lang="en-US" altLang="en-US" sz="2600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4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2600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3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2600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2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2600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) = wy</a:t>
            </a:r>
            <a:r>
              <a:rPr lang="en-US" altLang="en-US" sz="2600" i="1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 + y</a:t>
            </a:r>
            <a:r>
              <a:rPr lang="en-US" altLang="en-US" sz="2600" i="1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4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   </a:t>
            </a:r>
            <a:r>
              <a:rPr lang="en-US" altLang="en-US" sz="2600" i="1" dirty="0">
                <a:solidFill>
                  <a:srgbClr val="7030A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(why?)</a:t>
            </a:r>
          </a:p>
          <a:p>
            <a:pPr marL="0" indent="0" eaLnBrk="1" hangingPunct="1"/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Y</a:t>
            </a:r>
            <a:r>
              <a:rPr lang="en-US" altLang="en-US" sz="2600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2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(w, y</a:t>
            </a:r>
            <a:r>
              <a:rPr lang="en-US" altLang="en-US" sz="2600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4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2600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3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2600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2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2600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) = wy</a:t>
            </a:r>
            <a:r>
              <a:rPr lang="en-US" altLang="en-US" sz="2600" i="1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               </a:t>
            </a:r>
            <a:r>
              <a:rPr lang="en-US" altLang="en-US" sz="2600" i="1" dirty="0">
                <a:solidFill>
                  <a:srgbClr val="1700FF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(why?)</a:t>
            </a:r>
          </a:p>
          <a:p>
            <a:pPr marL="0" indent="0" eaLnBrk="1" hangingPunct="1"/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Y</a:t>
            </a:r>
            <a:r>
              <a:rPr lang="en-US" altLang="en-US" sz="2600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3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(w, y</a:t>
            </a:r>
            <a:r>
              <a:rPr lang="en-US" altLang="en-US" sz="2600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4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2600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3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2600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2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2600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) = y</a:t>
            </a:r>
            <a:r>
              <a:rPr lang="en-US" altLang="en-US" sz="2600" i="1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2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      </a:t>
            </a:r>
            <a:r>
              <a:rPr lang="en-US" altLang="en-US" sz="2600" i="1" dirty="0">
                <a:solidFill>
                  <a:srgbClr val="00B05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=1 only in B</a:t>
            </a:r>
            <a:endParaRPr lang="en-US" altLang="en-US" sz="2600" i="1" baseline="-25000" dirty="0">
              <a:solidFill>
                <a:srgbClr val="00B05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0" indent="0" eaLnBrk="1" hangingPunct="1"/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Y</a:t>
            </a:r>
            <a:r>
              <a:rPr lang="en-US" altLang="en-US" sz="2600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4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(w, y</a:t>
            </a:r>
            <a:r>
              <a:rPr lang="en-US" altLang="en-US" sz="2600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4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2600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3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2600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2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2600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) = y</a:t>
            </a:r>
            <a:r>
              <a:rPr lang="en-US" altLang="en-US" sz="2600" i="1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3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      </a:t>
            </a:r>
            <a:r>
              <a:rPr lang="en-US" altLang="en-US" sz="2600" i="1" dirty="0">
                <a:solidFill>
                  <a:srgbClr val="FF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=1 only in C</a:t>
            </a:r>
            <a:endParaRPr lang="en-US" altLang="en-US" sz="2600" i="1" baseline="-25000" dirty="0">
              <a:solidFill>
                <a:srgbClr val="FF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81955" name="Title 1">
            <a:extLst>
              <a:ext uri="{FF2B5EF4-FFF2-40B4-BE49-F238E27FC236}">
                <a16:creationId xmlns:a16="http://schemas.microsoft.com/office/drawing/2014/main" id="{FEC54D6C-4028-45FC-AD51-29D4CF0770B8}"/>
              </a:ext>
            </a:extLst>
          </p:cNvPr>
          <p:cNvSpPr txBox="1">
            <a:spLocks/>
          </p:cNvSpPr>
          <p:nvPr/>
        </p:nvSpPr>
        <p:spPr bwMode="auto">
          <a:xfrm>
            <a:off x="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Let's Derive the Next-State Expressions</a:t>
            </a:r>
          </a:p>
        </p:txBody>
      </p:sp>
      <p:sp>
        <p:nvSpPr>
          <p:cNvPr id="381956" name="TextBox 2">
            <a:extLst>
              <a:ext uri="{FF2B5EF4-FFF2-40B4-BE49-F238E27FC236}">
                <a16:creationId xmlns:a16="http://schemas.microsoft.com/office/drawing/2014/main" id="{BC53BDA1-4EFF-4944-A989-74E678026E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3462338"/>
            <a:ext cx="29146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Or we can be smarter than that </a:t>
            </a: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Wingdings" panose="05000000000000000000" pitchFamily="2" charset="2"/>
              </a:rPr>
              <a:t></a:t>
            </a: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25DB8113-D29E-8549-A9BC-908C8C73DE14}"/>
              </a:ext>
            </a:extLst>
          </p:cNvPr>
          <p:cNvCxnSpPr/>
          <p:nvPr/>
        </p:nvCxnSpPr>
        <p:spPr>
          <a:xfrm>
            <a:off x="5867400" y="1676400"/>
            <a:ext cx="217487" cy="0"/>
          </a:xfrm>
          <a:prstGeom prst="line">
            <a:avLst/>
          </a:prstGeom>
          <a:ln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/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906" name="Shape 4876">
            <a:extLst>
              <a:ext uri="{FF2B5EF4-FFF2-40B4-BE49-F238E27FC236}">
                <a16:creationId xmlns:a16="http://schemas.microsoft.com/office/drawing/2014/main" id="{C4EBD789-232C-4505-BE3F-1D8B905F0636}"/>
              </a:ext>
            </a:extLst>
          </p:cNvPr>
          <p:cNvSpPr txBox="1">
            <a:spLocks noGrp="1"/>
          </p:cNvSpPr>
          <p:nvPr>
            <p:ph type="body" idx="4294967295"/>
          </p:nvPr>
        </p:nvSpPr>
        <p:spPr>
          <a:xfrm>
            <a:off x="2503488" y="4343400"/>
            <a:ext cx="4784725" cy="2360613"/>
          </a:xfrm>
        </p:spPr>
        <p:txBody>
          <a:bodyPr anchor="ctr"/>
          <a:lstStyle/>
          <a:p>
            <a:pPr marL="0" indent="0" eaLnBrk="1" hangingPunct="1"/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Y</a:t>
            </a:r>
            <a:r>
              <a:rPr lang="en-US" altLang="en-US" sz="2600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(w, y</a:t>
            </a:r>
            <a:r>
              <a:rPr lang="en-US" altLang="en-US" sz="2600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4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2600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3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2600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2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2600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) = wy</a:t>
            </a:r>
            <a:r>
              <a:rPr lang="en-US" altLang="en-US" sz="2600" i="1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 + y</a:t>
            </a:r>
            <a:r>
              <a:rPr lang="en-US" altLang="en-US" sz="2600" i="1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4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 </a:t>
            </a:r>
          </a:p>
          <a:p>
            <a:pPr marL="0" indent="0" eaLnBrk="1" hangingPunct="1"/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Y</a:t>
            </a:r>
            <a:r>
              <a:rPr lang="en-US" altLang="en-US" sz="2600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2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(w, y</a:t>
            </a:r>
            <a:r>
              <a:rPr lang="en-US" altLang="en-US" sz="2600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4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2600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3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2600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2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2600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) = wy</a:t>
            </a:r>
            <a:r>
              <a:rPr lang="en-US" altLang="en-US" sz="2600" i="1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</a:t>
            </a:r>
          </a:p>
          <a:p>
            <a:pPr marL="0" indent="0" eaLnBrk="1" hangingPunct="1"/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Y</a:t>
            </a:r>
            <a:r>
              <a:rPr lang="en-US" altLang="en-US" sz="2600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3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(w, y</a:t>
            </a:r>
            <a:r>
              <a:rPr lang="en-US" altLang="en-US" sz="2600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4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2600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3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2600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2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2600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) = y</a:t>
            </a:r>
            <a:r>
              <a:rPr lang="en-US" altLang="en-US" sz="2600" i="1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2</a:t>
            </a:r>
          </a:p>
          <a:p>
            <a:pPr marL="0" indent="0" eaLnBrk="1" hangingPunct="1"/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Y</a:t>
            </a:r>
            <a:r>
              <a:rPr lang="en-US" altLang="en-US" sz="2600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4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(w, y</a:t>
            </a:r>
            <a:r>
              <a:rPr lang="en-US" altLang="en-US" sz="2600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4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2600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3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2600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2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2600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</a:t>
            </a:r>
            <a:r>
              <a:rPr lang="en-US" altLang="en-US" sz="2600" i="1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) = y</a:t>
            </a:r>
            <a:r>
              <a:rPr lang="en-US" altLang="en-US" sz="2600" i="1" baseline="-250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3</a:t>
            </a:r>
          </a:p>
        </p:txBody>
      </p:sp>
      <p:sp>
        <p:nvSpPr>
          <p:cNvPr id="379907" name="Title 1">
            <a:extLst>
              <a:ext uri="{FF2B5EF4-FFF2-40B4-BE49-F238E27FC236}">
                <a16:creationId xmlns:a16="http://schemas.microsoft.com/office/drawing/2014/main" id="{1FD2D146-07FB-4B2D-9A8F-B94ADB39B30B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4760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 panose="020B0604020202020204" pitchFamily="34" charset="0"/>
              </a:rPr>
              <a:t>Let's Derive the Next-State Expressions</a:t>
            </a: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5E337B9E-445A-6948-8CC4-A78EF8B03E98}"/>
              </a:ext>
            </a:extLst>
          </p:cNvPr>
          <p:cNvCxnSpPr/>
          <p:nvPr/>
        </p:nvCxnSpPr>
        <p:spPr>
          <a:xfrm>
            <a:off x="5791200" y="4648200"/>
            <a:ext cx="217487" cy="0"/>
          </a:xfrm>
          <a:prstGeom prst="line">
            <a:avLst/>
          </a:prstGeom>
          <a:ln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2" name="Picture 1">
            <a:extLst>
              <a:ext uri="{FF2B5EF4-FFF2-40B4-BE49-F238E27FC236}">
                <a16:creationId xmlns:a16="http://schemas.microsoft.com/office/drawing/2014/main" id="{D89F193C-B9CD-4B85-8D89-B016F2A101E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95600" y="641137"/>
            <a:ext cx="4964786" cy="3702263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050" name="Title 1">
            <a:extLst>
              <a:ext uri="{FF2B5EF4-FFF2-40B4-BE49-F238E27FC236}">
                <a16:creationId xmlns:a16="http://schemas.microsoft.com/office/drawing/2014/main" id="{7B81C190-9805-42BD-94B0-E45D7580867D}"/>
              </a:ext>
            </a:extLst>
          </p:cNvPr>
          <p:cNvSpPr txBox="1">
            <a:spLocks/>
          </p:cNvSpPr>
          <p:nvPr/>
        </p:nvSpPr>
        <p:spPr bwMode="auto">
          <a:xfrm>
            <a:off x="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Let's Derive the Output Expressions</a:t>
            </a:r>
          </a:p>
        </p:txBody>
      </p:sp>
      <p:sp>
        <p:nvSpPr>
          <p:cNvPr id="386051" name="TextBox 2">
            <a:extLst>
              <a:ext uri="{FF2B5EF4-FFF2-40B4-BE49-F238E27FC236}">
                <a16:creationId xmlns:a16="http://schemas.microsoft.com/office/drawing/2014/main" id="{1515C4F1-DBBD-46EC-A3AA-F4E94E6487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3462338"/>
            <a:ext cx="343376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We need to do seven 4-variable K-maps!</a:t>
            </a:r>
          </a:p>
        </p:txBody>
      </p:sp>
      <p:sp>
        <p:nvSpPr>
          <p:cNvPr id="386052" name="Shape 4983">
            <a:extLst>
              <a:ext uri="{FF2B5EF4-FFF2-40B4-BE49-F238E27FC236}">
                <a16:creationId xmlns:a16="http://schemas.microsoft.com/office/drawing/2014/main" id="{615B7A50-0FFE-42E3-BC8A-7C3129F98C35}"/>
              </a:ext>
            </a:extLst>
          </p:cNvPr>
          <p:cNvSpPr txBox="1">
            <a:spLocks noGrp="1"/>
          </p:cNvSpPr>
          <p:nvPr>
            <p:ph type="body" idx="4294967295"/>
          </p:nvPr>
        </p:nvSpPr>
        <p:spPr>
          <a:xfrm>
            <a:off x="2814638" y="1157288"/>
            <a:ext cx="3346450" cy="2457450"/>
          </a:xfrm>
        </p:spPr>
        <p:txBody>
          <a:bodyPr anchor="ctr"/>
          <a:lstStyle/>
          <a:p>
            <a:pPr marL="0" indent="0" eaLnBrk="1" hangingPunct="1"/>
            <a:r>
              <a:rPr lang="en-US" altLang="en-US" sz="18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R1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out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(y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4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3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2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)  </a:t>
            </a:r>
            <a:endParaRPr lang="en-US" altLang="en-US" sz="1800" i="1" baseline="-25000"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0" indent="0" eaLnBrk="1" hangingPunct="1"/>
            <a:r>
              <a:rPr lang="en-US" altLang="en-US" sz="18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R1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in</a:t>
            </a:r>
            <a:r>
              <a:rPr lang="en-US" altLang="en-US" sz="18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 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(y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4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3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2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)  </a:t>
            </a:r>
          </a:p>
          <a:p>
            <a:pPr marL="0" indent="0" eaLnBrk="1" hangingPunct="1"/>
            <a:r>
              <a:rPr lang="en-US" altLang="en-US" sz="18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R2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out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(y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4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3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2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) </a:t>
            </a:r>
            <a:endParaRPr lang="en-US" altLang="en-US" sz="1800" i="1" baseline="-25000"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0" indent="0" eaLnBrk="1" hangingPunct="1"/>
            <a:r>
              <a:rPr lang="en-US" altLang="en-US" sz="18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R2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in 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(y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4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3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2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)  </a:t>
            </a:r>
          </a:p>
          <a:p>
            <a:pPr marL="0" indent="0" eaLnBrk="1" hangingPunct="1"/>
            <a:r>
              <a:rPr lang="en-US" altLang="en-US" sz="18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R3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out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(y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4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3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2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) </a:t>
            </a:r>
          </a:p>
          <a:p>
            <a:pPr marL="0" indent="0" eaLnBrk="1" hangingPunct="1"/>
            <a:r>
              <a:rPr lang="en-US" altLang="en-US" sz="18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R3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in 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(y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4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3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2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)  </a:t>
            </a:r>
            <a:endParaRPr lang="en-US" altLang="en-US" sz="1800" i="1" baseline="-25000"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0" indent="0" eaLnBrk="1" hangingPunct="1"/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Done(y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4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3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2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) </a:t>
            </a:r>
            <a:endParaRPr lang="en-US" altLang="en-US" sz="1800" i="1" baseline="-25000"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0" indent="0" eaLnBrk="1" hangingPunct="1"/>
            <a:endParaRPr lang="en-US" altLang="en-US" sz="1800" i="1"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07" name="Group 1">
            <a:extLst>
              <a:ext uri="{FF2B5EF4-FFF2-40B4-BE49-F238E27FC236}">
                <a16:creationId xmlns:a16="http://schemas.microsoft.com/office/drawing/2014/main" id="{3D54ABA8-1FCC-4F3C-A942-E3CBCC55263C}"/>
              </a:ext>
            </a:extLst>
          </p:cNvPr>
          <p:cNvGrpSpPr>
            <a:grpSpLocks/>
          </p:cNvGrpSpPr>
          <p:nvPr/>
        </p:nvGrpSpPr>
        <p:grpSpPr bwMode="auto">
          <a:xfrm>
            <a:off x="434975" y="3981450"/>
            <a:ext cx="8274050" cy="2479675"/>
            <a:chOff x="434975" y="3981450"/>
            <a:chExt cx="8274050" cy="2479675"/>
          </a:xfrm>
        </p:grpSpPr>
        <p:sp>
          <p:nvSpPr>
            <p:cNvPr id="108" name="Shape 4774">
              <a:extLst>
                <a:ext uri="{FF2B5EF4-FFF2-40B4-BE49-F238E27FC236}">
                  <a16:creationId xmlns:a16="http://schemas.microsoft.com/office/drawing/2014/main" id="{4FC9738A-B844-4149-AAC2-6D73DBDB8B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3981450"/>
              <a:ext cx="7967662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" name="Shape 4775">
              <a:extLst>
                <a:ext uri="{FF2B5EF4-FFF2-40B4-BE49-F238E27FC236}">
                  <a16:creationId xmlns:a16="http://schemas.microsoft.com/office/drawing/2014/main" id="{7D04B684-AA5D-4208-B918-692516FDC0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3990975"/>
              <a:ext cx="11112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0" name="Shape 4776">
              <a:extLst>
                <a:ext uri="{FF2B5EF4-FFF2-40B4-BE49-F238E27FC236}">
                  <a16:creationId xmlns:a16="http://schemas.microsoft.com/office/drawing/2014/main" id="{77772A52-6D4F-4773-975A-3734AEE7E6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4400550"/>
              <a:ext cx="11112" cy="4143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1" name="Shape 4777">
              <a:extLst>
                <a:ext uri="{FF2B5EF4-FFF2-40B4-BE49-F238E27FC236}">
                  <a16:creationId xmlns:a16="http://schemas.microsoft.com/office/drawing/2014/main" id="{26C99F10-46D1-490C-8071-6B3554A078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4814888"/>
              <a:ext cx="11112" cy="41116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2" name="Shape 4778">
              <a:extLst>
                <a:ext uri="{FF2B5EF4-FFF2-40B4-BE49-F238E27FC236}">
                  <a16:creationId xmlns:a16="http://schemas.microsoft.com/office/drawing/2014/main" id="{8E1FADFA-329A-46E1-827F-C1BC513F9F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5229225"/>
              <a:ext cx="11112" cy="3635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" name="Shape 4779">
              <a:extLst>
                <a:ext uri="{FF2B5EF4-FFF2-40B4-BE49-F238E27FC236}">
                  <a16:creationId xmlns:a16="http://schemas.microsoft.com/office/drawing/2014/main" id="{15B16EF0-B1F2-49CD-9ACA-7A247138D5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5592763"/>
              <a:ext cx="11112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4" name="Shape 4780">
              <a:extLst>
                <a:ext uri="{FF2B5EF4-FFF2-40B4-BE49-F238E27FC236}">
                  <a16:creationId xmlns:a16="http://schemas.microsoft.com/office/drawing/2014/main" id="{8059349B-D45B-4656-B8B9-AF3F680187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5843588"/>
              <a:ext cx="11112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" name="Shape 4781">
              <a:extLst>
                <a:ext uri="{FF2B5EF4-FFF2-40B4-BE49-F238E27FC236}">
                  <a16:creationId xmlns:a16="http://schemas.microsoft.com/office/drawing/2014/main" id="{67272626-2549-408E-ACF7-5A04E92985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6122988"/>
              <a:ext cx="11112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6" name="Shape 4782">
              <a:extLst>
                <a:ext uri="{FF2B5EF4-FFF2-40B4-BE49-F238E27FC236}">
                  <a16:creationId xmlns:a16="http://schemas.microsoft.com/office/drawing/2014/main" id="{E7D55568-1159-41E2-A6A1-3473EB46F6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3990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7" name="Shape 4783">
              <a:extLst>
                <a:ext uri="{FF2B5EF4-FFF2-40B4-BE49-F238E27FC236}">
                  <a16:creationId xmlns:a16="http://schemas.microsoft.com/office/drawing/2014/main" id="{52CCD51F-6905-462E-A2A6-1999E46684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3990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8" name="Shape 4784">
              <a:extLst>
                <a:ext uri="{FF2B5EF4-FFF2-40B4-BE49-F238E27FC236}">
                  <a16:creationId xmlns:a16="http://schemas.microsoft.com/office/drawing/2014/main" id="{B213A13A-0F98-48CF-BFE0-79D3F4C1CD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3990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9" name="Shape 4785">
              <a:extLst>
                <a:ext uri="{FF2B5EF4-FFF2-40B4-BE49-F238E27FC236}">
                  <a16:creationId xmlns:a16="http://schemas.microsoft.com/office/drawing/2014/main" id="{3912299F-B20E-4C85-8D3B-50E7A3E8B6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6788" y="4156075"/>
              <a:ext cx="86995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120" name="Shape 4786">
              <a:extLst>
                <a:ext uri="{FF2B5EF4-FFF2-40B4-BE49-F238E27FC236}">
                  <a16:creationId xmlns:a16="http://schemas.microsoft.com/office/drawing/2014/main" id="{EFB11995-D725-4640-8890-B13276A3E0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3990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1" name="Shape 4787">
              <a:extLst>
                <a:ext uri="{FF2B5EF4-FFF2-40B4-BE49-F238E27FC236}">
                  <a16:creationId xmlns:a16="http://schemas.microsoft.com/office/drawing/2014/main" id="{253ACB83-59B2-4D3A-B681-F9D902BB74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4392613"/>
              <a:ext cx="2265363" cy="111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2" name="Shape 4788">
              <a:extLst>
                <a:ext uri="{FF2B5EF4-FFF2-40B4-BE49-F238E27FC236}">
                  <a16:creationId xmlns:a16="http://schemas.microsoft.com/office/drawing/2014/main" id="{B79A14CB-731B-4275-A853-A87E0E31DD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4400550"/>
              <a:ext cx="9525" cy="4143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3" name="Shape 4789">
              <a:extLst>
                <a:ext uri="{FF2B5EF4-FFF2-40B4-BE49-F238E27FC236}">
                  <a16:creationId xmlns:a16="http://schemas.microsoft.com/office/drawing/2014/main" id="{FB268950-3852-4BEF-AB6F-FC9467DB7F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1588" y="4105275"/>
              <a:ext cx="107315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124" name="Shape 4790">
              <a:extLst>
                <a:ext uri="{FF2B5EF4-FFF2-40B4-BE49-F238E27FC236}">
                  <a16:creationId xmlns:a16="http://schemas.microsoft.com/office/drawing/2014/main" id="{B9DD8534-8AD6-40CD-B7BF-98223038B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4400550"/>
              <a:ext cx="9525" cy="4143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5" name="Shape 4791">
              <a:extLst>
                <a:ext uri="{FF2B5EF4-FFF2-40B4-BE49-F238E27FC236}">
                  <a16:creationId xmlns:a16="http://schemas.microsoft.com/office/drawing/2014/main" id="{4AEF9777-670F-4793-B75E-D381F8B96A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2200" y="4467225"/>
              <a:ext cx="60166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126" name="Shape 4792">
              <a:extLst>
                <a:ext uri="{FF2B5EF4-FFF2-40B4-BE49-F238E27FC236}">
                  <a16:creationId xmlns:a16="http://schemas.microsoft.com/office/drawing/2014/main" id="{9000D70D-2E72-433D-8292-45F0F4FE83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4400550"/>
              <a:ext cx="9525" cy="4143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7" name="Shape 4793">
              <a:extLst>
                <a:ext uri="{FF2B5EF4-FFF2-40B4-BE49-F238E27FC236}">
                  <a16:creationId xmlns:a16="http://schemas.microsoft.com/office/drawing/2014/main" id="{63162440-8935-4800-9D6A-1502CEA1AC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4803775"/>
              <a:ext cx="6835775" cy="111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8" name="Shape 4794">
              <a:extLst>
                <a:ext uri="{FF2B5EF4-FFF2-40B4-BE49-F238E27FC236}">
                  <a16:creationId xmlns:a16="http://schemas.microsoft.com/office/drawing/2014/main" id="{0EB08089-63C4-4223-A0A9-F3C9F157D1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4814888"/>
              <a:ext cx="9525" cy="41116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9" name="Shape 4795">
              <a:extLst>
                <a:ext uri="{FF2B5EF4-FFF2-40B4-BE49-F238E27FC236}">
                  <a16:creationId xmlns:a16="http://schemas.microsoft.com/office/drawing/2014/main" id="{EAC593B7-B86D-48C8-9CC0-0CA95D6A40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4814888"/>
              <a:ext cx="9525" cy="41116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0" name="Shape 4796">
              <a:extLst>
                <a:ext uri="{FF2B5EF4-FFF2-40B4-BE49-F238E27FC236}">
                  <a16:creationId xmlns:a16="http://schemas.microsoft.com/office/drawing/2014/main" id="{28E9CBD7-772C-4FC0-A873-D7FD2E8087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4814888"/>
              <a:ext cx="9525" cy="41116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1" name="Shape 4797">
              <a:extLst>
                <a:ext uri="{FF2B5EF4-FFF2-40B4-BE49-F238E27FC236}">
                  <a16:creationId xmlns:a16="http://schemas.microsoft.com/office/drawing/2014/main" id="{4AA7C86C-7306-4FBE-A358-1C3333C951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5214938"/>
              <a:ext cx="7967662" cy="111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2" name="Shape 4798">
              <a:extLst>
                <a:ext uri="{FF2B5EF4-FFF2-40B4-BE49-F238E27FC236}">
                  <a16:creationId xmlns:a16="http://schemas.microsoft.com/office/drawing/2014/main" id="{DADE93ED-5543-4A68-BE1F-F67E805FDB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56313" y="4362450"/>
              <a:ext cx="9255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133" name="Shape 4799">
              <a:extLst>
                <a:ext uri="{FF2B5EF4-FFF2-40B4-BE49-F238E27FC236}">
                  <a16:creationId xmlns:a16="http://schemas.microsoft.com/office/drawing/2014/main" id="{91EF5D74-8619-4072-9CDB-C91EF8465E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5229225"/>
              <a:ext cx="9525" cy="3635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4" name="Shape 4800">
              <a:extLst>
                <a:ext uri="{FF2B5EF4-FFF2-40B4-BE49-F238E27FC236}">
                  <a16:creationId xmlns:a16="http://schemas.microsoft.com/office/drawing/2014/main" id="{762A1048-A158-43DF-BFBC-BE505521F4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975" y="5308600"/>
              <a:ext cx="3317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135" name="Shape 4801">
              <a:extLst>
                <a:ext uri="{FF2B5EF4-FFF2-40B4-BE49-F238E27FC236}">
                  <a16:creationId xmlns:a16="http://schemas.microsoft.com/office/drawing/2014/main" id="{7B0D1712-0F41-46FC-9BCE-8310AFC926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7425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36" name="Shape 4802">
              <a:extLst>
                <a:ext uri="{FF2B5EF4-FFF2-40B4-BE49-F238E27FC236}">
                  <a16:creationId xmlns:a16="http://schemas.microsoft.com/office/drawing/2014/main" id="{61C390AE-472F-42FE-8247-435E107CB5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5229225"/>
              <a:ext cx="9525" cy="3635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7" name="Shape 4803">
              <a:extLst>
                <a:ext uri="{FF2B5EF4-FFF2-40B4-BE49-F238E27FC236}">
                  <a16:creationId xmlns:a16="http://schemas.microsoft.com/office/drawing/2014/main" id="{2B36237B-5990-42A4-B200-858B3F080E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8875" y="5308600"/>
              <a:ext cx="5222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001 </a:t>
              </a:r>
            </a:p>
          </p:txBody>
        </p:sp>
        <p:sp>
          <p:nvSpPr>
            <p:cNvPr id="138" name="Shape 4804">
              <a:extLst>
                <a:ext uri="{FF2B5EF4-FFF2-40B4-BE49-F238E27FC236}">
                  <a16:creationId xmlns:a16="http://schemas.microsoft.com/office/drawing/2014/main" id="{E0678525-E331-4EB9-822D-23790E3862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825" y="5308600"/>
              <a:ext cx="58261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0001</a:t>
              </a:r>
            </a:p>
          </p:txBody>
        </p:sp>
        <p:sp>
          <p:nvSpPr>
            <p:cNvPr id="139" name="Shape 4805">
              <a:extLst>
                <a:ext uri="{FF2B5EF4-FFF2-40B4-BE49-F238E27FC236}">
                  <a16:creationId xmlns:a16="http://schemas.microsoft.com/office/drawing/2014/main" id="{3D988495-9FAD-4A7C-82BC-539ACE5AA4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1988" y="5308600"/>
              <a:ext cx="5826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0010</a:t>
              </a:r>
            </a:p>
          </p:txBody>
        </p:sp>
        <p:sp>
          <p:nvSpPr>
            <p:cNvPr id="140" name="Shape 4806">
              <a:extLst>
                <a:ext uri="{FF2B5EF4-FFF2-40B4-BE49-F238E27FC236}">
                  <a16:creationId xmlns:a16="http://schemas.microsoft.com/office/drawing/2014/main" id="{79664F2D-D7C8-45CF-B134-794857423D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8338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41" name="Shape 4807">
              <a:extLst>
                <a:ext uri="{FF2B5EF4-FFF2-40B4-BE49-F238E27FC236}">
                  <a16:creationId xmlns:a16="http://schemas.microsoft.com/office/drawing/2014/main" id="{5C180A35-F2EC-43E3-9242-C95F7C7E6C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2225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42" name="Shape 4808">
              <a:extLst>
                <a:ext uri="{FF2B5EF4-FFF2-40B4-BE49-F238E27FC236}">
                  <a16:creationId xmlns:a16="http://schemas.microsoft.com/office/drawing/2014/main" id="{674654E0-5996-4D1D-8D2D-A90F0008C6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6113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43" name="Shape 4809">
              <a:extLst>
                <a:ext uri="{FF2B5EF4-FFF2-40B4-BE49-F238E27FC236}">
                  <a16:creationId xmlns:a16="http://schemas.microsoft.com/office/drawing/2014/main" id="{6E5FD0DA-6EA2-4E3A-92AB-6CF4DAF1CF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48413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44" name="Shape 4810">
              <a:extLst>
                <a:ext uri="{FF2B5EF4-FFF2-40B4-BE49-F238E27FC236}">
                  <a16:creationId xmlns:a16="http://schemas.microsoft.com/office/drawing/2014/main" id="{2814CAAA-8DFB-45C6-8951-00A72CDC00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3888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45" name="Shape 4811">
              <a:extLst>
                <a:ext uri="{FF2B5EF4-FFF2-40B4-BE49-F238E27FC236}">
                  <a16:creationId xmlns:a16="http://schemas.microsoft.com/office/drawing/2014/main" id="{2293086D-4DE5-4A37-83FB-C0E0D30D03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4600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46" name="Shape 4812">
              <a:extLst>
                <a:ext uri="{FF2B5EF4-FFF2-40B4-BE49-F238E27FC236}">
                  <a16:creationId xmlns:a16="http://schemas.microsoft.com/office/drawing/2014/main" id="{478817B2-2CCA-4007-BFA1-9CCDCB3C10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5229225"/>
              <a:ext cx="9525" cy="3635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7" name="Shape 4813">
              <a:extLst>
                <a:ext uri="{FF2B5EF4-FFF2-40B4-BE49-F238E27FC236}">
                  <a16:creationId xmlns:a16="http://schemas.microsoft.com/office/drawing/2014/main" id="{79389125-BD3A-4D86-99A2-740F3A6F52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0550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48" name="Shape 4814">
              <a:extLst>
                <a:ext uri="{FF2B5EF4-FFF2-40B4-BE49-F238E27FC236}">
                  <a16:creationId xmlns:a16="http://schemas.microsoft.com/office/drawing/2014/main" id="{C932E4E9-87B5-4A51-B24C-35B219F576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55927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9" name="Shape 4815">
              <a:extLst>
                <a:ext uri="{FF2B5EF4-FFF2-40B4-BE49-F238E27FC236}">
                  <a16:creationId xmlns:a16="http://schemas.microsoft.com/office/drawing/2014/main" id="{90AA8260-43F4-4EFC-941D-866B465300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325" y="5583238"/>
              <a:ext cx="3190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150" name="Shape 4816">
              <a:extLst>
                <a:ext uri="{FF2B5EF4-FFF2-40B4-BE49-F238E27FC236}">
                  <a16:creationId xmlns:a16="http://schemas.microsoft.com/office/drawing/2014/main" id="{EE456399-D74D-4CCB-B858-A40888C5E0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9013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51" name="Shape 4817">
              <a:extLst>
                <a:ext uri="{FF2B5EF4-FFF2-40B4-BE49-F238E27FC236}">
                  <a16:creationId xmlns:a16="http://schemas.microsoft.com/office/drawing/2014/main" id="{90ED71AB-A75D-42EE-A5CC-D1EB259BFD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55927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2" name="Shape 4818">
              <a:extLst>
                <a:ext uri="{FF2B5EF4-FFF2-40B4-BE49-F238E27FC236}">
                  <a16:creationId xmlns:a16="http://schemas.microsoft.com/office/drawing/2014/main" id="{CFD280CB-F05F-49E5-B9A3-DBFBCE3A30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0463" y="5583238"/>
              <a:ext cx="522287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010 </a:t>
              </a:r>
            </a:p>
          </p:txBody>
        </p:sp>
        <p:sp>
          <p:nvSpPr>
            <p:cNvPr id="153" name="Shape 4819">
              <a:extLst>
                <a:ext uri="{FF2B5EF4-FFF2-40B4-BE49-F238E27FC236}">
                  <a16:creationId xmlns:a16="http://schemas.microsoft.com/office/drawing/2014/main" id="{E8B8E53F-45C3-4C4B-BA87-70796C3442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825" y="5583238"/>
              <a:ext cx="58261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0100</a:t>
              </a:r>
            </a:p>
          </p:txBody>
        </p:sp>
        <p:sp>
          <p:nvSpPr>
            <p:cNvPr id="154" name="Shape 4820">
              <a:extLst>
                <a:ext uri="{FF2B5EF4-FFF2-40B4-BE49-F238E27FC236}">
                  <a16:creationId xmlns:a16="http://schemas.microsoft.com/office/drawing/2014/main" id="{E429B82A-491B-4D24-98AF-37EBFA9A42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1988" y="5583238"/>
              <a:ext cx="5826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0100</a:t>
              </a:r>
            </a:p>
          </p:txBody>
        </p:sp>
        <p:sp>
          <p:nvSpPr>
            <p:cNvPr id="155" name="Shape 4821">
              <a:extLst>
                <a:ext uri="{FF2B5EF4-FFF2-40B4-BE49-F238E27FC236}">
                  <a16:creationId xmlns:a16="http://schemas.microsoft.com/office/drawing/2014/main" id="{BE1CA1C9-0E87-4725-8131-5D0138ED12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9925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56" name="Shape 4822">
              <a:extLst>
                <a:ext uri="{FF2B5EF4-FFF2-40B4-BE49-F238E27FC236}">
                  <a16:creationId xmlns:a16="http://schemas.microsoft.com/office/drawing/2014/main" id="{EEBA1C09-6EA2-45F1-9AE5-45488E0B53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2225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57" name="Shape 4823">
              <a:extLst>
                <a:ext uri="{FF2B5EF4-FFF2-40B4-BE49-F238E27FC236}">
                  <a16:creationId xmlns:a16="http://schemas.microsoft.com/office/drawing/2014/main" id="{7D59BAF0-1E0A-461B-955C-C61E177F6C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7700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158" name="Shape 4824">
              <a:extLst>
                <a:ext uri="{FF2B5EF4-FFF2-40B4-BE49-F238E27FC236}">
                  <a16:creationId xmlns:a16="http://schemas.microsoft.com/office/drawing/2014/main" id="{CA6C24E0-CC82-49D4-9189-E9687DD974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50000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59" name="Shape 4825">
              <a:extLst>
                <a:ext uri="{FF2B5EF4-FFF2-40B4-BE49-F238E27FC236}">
                  <a16:creationId xmlns:a16="http://schemas.microsoft.com/office/drawing/2014/main" id="{A69CC8DF-8736-4C75-B7FA-B2EEFD546D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5475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60" name="Shape 4826">
              <a:extLst>
                <a:ext uri="{FF2B5EF4-FFF2-40B4-BE49-F238E27FC236}">
                  <a16:creationId xmlns:a16="http://schemas.microsoft.com/office/drawing/2014/main" id="{B158462D-59B2-4C64-8615-0DD9B495CA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6188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161" name="Shape 4827">
              <a:extLst>
                <a:ext uri="{FF2B5EF4-FFF2-40B4-BE49-F238E27FC236}">
                  <a16:creationId xmlns:a16="http://schemas.microsoft.com/office/drawing/2014/main" id="{2A4FED00-ADDC-4BEC-B8C5-B436827709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55927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2" name="Shape 4828">
              <a:extLst>
                <a:ext uri="{FF2B5EF4-FFF2-40B4-BE49-F238E27FC236}">
                  <a16:creationId xmlns:a16="http://schemas.microsoft.com/office/drawing/2014/main" id="{C3B757E4-2C29-4FD8-AE7E-9374C110A1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0550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63" name="Shape 4829">
              <a:extLst>
                <a:ext uri="{FF2B5EF4-FFF2-40B4-BE49-F238E27FC236}">
                  <a16:creationId xmlns:a16="http://schemas.microsoft.com/office/drawing/2014/main" id="{32177E3C-A755-4478-88A6-7B2229022F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5843588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4" name="Shape 4830">
              <a:extLst>
                <a:ext uri="{FF2B5EF4-FFF2-40B4-BE49-F238E27FC236}">
                  <a16:creationId xmlns:a16="http://schemas.microsoft.com/office/drawing/2014/main" id="{52F05554-B74E-450D-BD57-7ABA9392D6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325" y="5856288"/>
              <a:ext cx="3190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165" name="Shape 4831">
              <a:extLst>
                <a:ext uri="{FF2B5EF4-FFF2-40B4-BE49-F238E27FC236}">
                  <a16:creationId xmlns:a16="http://schemas.microsoft.com/office/drawing/2014/main" id="{B535FAEF-5781-486D-A6EC-07C2CB9A68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9013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66" name="Shape 4832">
              <a:extLst>
                <a:ext uri="{FF2B5EF4-FFF2-40B4-BE49-F238E27FC236}">
                  <a16:creationId xmlns:a16="http://schemas.microsoft.com/office/drawing/2014/main" id="{ACCFEA4F-54C5-496F-8127-CFEC27C408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5843588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7" name="Shape 4833">
              <a:extLst>
                <a:ext uri="{FF2B5EF4-FFF2-40B4-BE49-F238E27FC236}">
                  <a16:creationId xmlns:a16="http://schemas.microsoft.com/office/drawing/2014/main" id="{8D7DAE87-AA2C-4415-8D2D-A48F55B5C5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0463" y="5856288"/>
              <a:ext cx="522287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100 </a:t>
              </a:r>
            </a:p>
          </p:txBody>
        </p:sp>
        <p:sp>
          <p:nvSpPr>
            <p:cNvPr id="168" name="Shape 4834">
              <a:extLst>
                <a:ext uri="{FF2B5EF4-FFF2-40B4-BE49-F238E27FC236}">
                  <a16:creationId xmlns:a16="http://schemas.microsoft.com/office/drawing/2014/main" id="{08BE537F-FDAE-4805-A727-D115EEC8BE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825" y="5856288"/>
              <a:ext cx="58261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1000</a:t>
              </a:r>
            </a:p>
          </p:txBody>
        </p:sp>
        <p:sp>
          <p:nvSpPr>
            <p:cNvPr id="169" name="Shape 4835">
              <a:extLst>
                <a:ext uri="{FF2B5EF4-FFF2-40B4-BE49-F238E27FC236}">
                  <a16:creationId xmlns:a16="http://schemas.microsoft.com/office/drawing/2014/main" id="{29A55EDC-304A-4E85-BED2-A6802ADE1B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1988" y="5856288"/>
              <a:ext cx="5826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1000</a:t>
              </a:r>
            </a:p>
          </p:txBody>
        </p:sp>
        <p:sp>
          <p:nvSpPr>
            <p:cNvPr id="170" name="Shape 4836">
              <a:extLst>
                <a:ext uri="{FF2B5EF4-FFF2-40B4-BE49-F238E27FC236}">
                  <a16:creationId xmlns:a16="http://schemas.microsoft.com/office/drawing/2014/main" id="{DEA992C7-F06D-4070-87E7-646A778E5F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9925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171" name="Shape 4837">
              <a:extLst>
                <a:ext uri="{FF2B5EF4-FFF2-40B4-BE49-F238E27FC236}">
                  <a16:creationId xmlns:a16="http://schemas.microsoft.com/office/drawing/2014/main" id="{8C5FF58C-DEAD-46F3-B105-FFF35B8FE5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2225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72" name="Shape 4838">
              <a:extLst>
                <a:ext uri="{FF2B5EF4-FFF2-40B4-BE49-F238E27FC236}">
                  <a16:creationId xmlns:a16="http://schemas.microsoft.com/office/drawing/2014/main" id="{0D46CC05-622D-482E-B1E0-D6E9706D54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7700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73" name="Shape 4839">
              <a:extLst>
                <a:ext uri="{FF2B5EF4-FFF2-40B4-BE49-F238E27FC236}">
                  <a16:creationId xmlns:a16="http://schemas.microsoft.com/office/drawing/2014/main" id="{A2C64C93-F8F0-4146-86EE-D40D34D5B9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50000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174" name="Shape 4840">
              <a:extLst>
                <a:ext uri="{FF2B5EF4-FFF2-40B4-BE49-F238E27FC236}">
                  <a16:creationId xmlns:a16="http://schemas.microsoft.com/office/drawing/2014/main" id="{2B5CFA42-4AC3-4426-9F14-EF5F77895D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5475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75" name="Shape 4841">
              <a:extLst>
                <a:ext uri="{FF2B5EF4-FFF2-40B4-BE49-F238E27FC236}">
                  <a16:creationId xmlns:a16="http://schemas.microsoft.com/office/drawing/2014/main" id="{6D3DA820-88ED-4D8C-A27B-629F076B63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6188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76" name="Shape 4842">
              <a:extLst>
                <a:ext uri="{FF2B5EF4-FFF2-40B4-BE49-F238E27FC236}">
                  <a16:creationId xmlns:a16="http://schemas.microsoft.com/office/drawing/2014/main" id="{4D9EB1AF-C105-4238-BBFC-A000CC565B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5843588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7" name="Shape 4843">
              <a:extLst>
                <a:ext uri="{FF2B5EF4-FFF2-40B4-BE49-F238E27FC236}">
                  <a16:creationId xmlns:a16="http://schemas.microsoft.com/office/drawing/2014/main" id="{99982869-6DDD-4F83-BC39-1CB4B85F23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0550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78" name="Shape 4844">
              <a:extLst>
                <a:ext uri="{FF2B5EF4-FFF2-40B4-BE49-F238E27FC236}">
                  <a16:creationId xmlns:a16="http://schemas.microsoft.com/office/drawing/2014/main" id="{ADAEAD2C-39EF-439E-936D-82C9E2838F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6122988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9" name="Shape 4845">
              <a:extLst>
                <a:ext uri="{FF2B5EF4-FFF2-40B4-BE49-F238E27FC236}">
                  <a16:creationId xmlns:a16="http://schemas.microsoft.com/office/drawing/2014/main" id="{2E80AACD-7919-47FD-BC69-C5B21BDBF4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975" y="6129338"/>
              <a:ext cx="3317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180" name="Shape 4846">
              <a:extLst>
                <a:ext uri="{FF2B5EF4-FFF2-40B4-BE49-F238E27FC236}">
                  <a16:creationId xmlns:a16="http://schemas.microsoft.com/office/drawing/2014/main" id="{67AA678C-C065-43D5-925F-67D71A927C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7425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81" name="Shape 4847">
              <a:extLst>
                <a:ext uri="{FF2B5EF4-FFF2-40B4-BE49-F238E27FC236}">
                  <a16:creationId xmlns:a16="http://schemas.microsoft.com/office/drawing/2014/main" id="{ABF2204C-8803-4411-B4E7-9219FCD534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6122988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2" name="Shape 4848">
              <a:extLst>
                <a:ext uri="{FF2B5EF4-FFF2-40B4-BE49-F238E27FC236}">
                  <a16:creationId xmlns:a16="http://schemas.microsoft.com/office/drawing/2014/main" id="{1B743DA2-1ABD-4F8D-B78F-0FF8253502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8875" y="6129338"/>
              <a:ext cx="5222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000 </a:t>
              </a:r>
            </a:p>
          </p:txBody>
        </p:sp>
        <p:sp>
          <p:nvSpPr>
            <p:cNvPr id="183" name="Shape 4849">
              <a:extLst>
                <a:ext uri="{FF2B5EF4-FFF2-40B4-BE49-F238E27FC236}">
                  <a16:creationId xmlns:a16="http://schemas.microsoft.com/office/drawing/2014/main" id="{995B97C9-0B9C-4A91-B06D-0421AE0361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825" y="6129338"/>
              <a:ext cx="58261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0001</a:t>
              </a:r>
            </a:p>
          </p:txBody>
        </p:sp>
        <p:sp>
          <p:nvSpPr>
            <p:cNvPr id="184" name="Shape 4850">
              <a:extLst>
                <a:ext uri="{FF2B5EF4-FFF2-40B4-BE49-F238E27FC236}">
                  <a16:creationId xmlns:a16="http://schemas.microsoft.com/office/drawing/2014/main" id="{B3A4909C-0D40-4368-A685-44428B0DFA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1988" y="6129338"/>
              <a:ext cx="5826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0001</a:t>
              </a:r>
            </a:p>
          </p:txBody>
        </p:sp>
        <p:sp>
          <p:nvSpPr>
            <p:cNvPr id="185" name="Shape 4851">
              <a:extLst>
                <a:ext uri="{FF2B5EF4-FFF2-40B4-BE49-F238E27FC236}">
                  <a16:creationId xmlns:a16="http://schemas.microsoft.com/office/drawing/2014/main" id="{93CEB504-950E-4921-B363-56CE9CE017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8338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86" name="Shape 4852">
              <a:extLst>
                <a:ext uri="{FF2B5EF4-FFF2-40B4-BE49-F238E27FC236}">
                  <a16:creationId xmlns:a16="http://schemas.microsoft.com/office/drawing/2014/main" id="{99426ED5-103B-4C63-9CEA-87C1F02DF1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2225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187" name="Shape 4853">
              <a:extLst>
                <a:ext uri="{FF2B5EF4-FFF2-40B4-BE49-F238E27FC236}">
                  <a16:creationId xmlns:a16="http://schemas.microsoft.com/office/drawing/2014/main" id="{DFC264AF-F295-4064-B71E-00A625B29C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6113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88" name="Shape 4854">
              <a:extLst>
                <a:ext uri="{FF2B5EF4-FFF2-40B4-BE49-F238E27FC236}">
                  <a16:creationId xmlns:a16="http://schemas.microsoft.com/office/drawing/2014/main" id="{A3A0A9B6-8111-487A-A1B0-4A9B295F2E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48413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89" name="Shape 4855">
              <a:extLst>
                <a:ext uri="{FF2B5EF4-FFF2-40B4-BE49-F238E27FC236}">
                  <a16:creationId xmlns:a16="http://schemas.microsoft.com/office/drawing/2014/main" id="{3C598571-E083-46D4-AC77-E0626C7896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3888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190" name="Shape 4856">
              <a:extLst>
                <a:ext uri="{FF2B5EF4-FFF2-40B4-BE49-F238E27FC236}">
                  <a16:creationId xmlns:a16="http://schemas.microsoft.com/office/drawing/2014/main" id="{AC6E3F41-D7D8-4145-B970-2E4659D98A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4600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91" name="Shape 4857">
              <a:extLst>
                <a:ext uri="{FF2B5EF4-FFF2-40B4-BE49-F238E27FC236}">
                  <a16:creationId xmlns:a16="http://schemas.microsoft.com/office/drawing/2014/main" id="{C8C0CC7A-5E4E-457A-87A5-F90657C742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6122988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2" name="Shape 4858">
              <a:extLst>
                <a:ext uri="{FF2B5EF4-FFF2-40B4-BE49-F238E27FC236}">
                  <a16:creationId xmlns:a16="http://schemas.microsoft.com/office/drawing/2014/main" id="{4C55BED9-7B2A-4AF6-A045-C0C498ACC2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6450013"/>
              <a:ext cx="7967662" cy="111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3" name="Shape 4859">
              <a:extLst>
                <a:ext uri="{FF2B5EF4-FFF2-40B4-BE49-F238E27FC236}">
                  <a16:creationId xmlns:a16="http://schemas.microsoft.com/office/drawing/2014/main" id="{E459EA6A-DE83-4B76-B173-BAF07E4EFA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0550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cxnSp>
          <p:nvCxnSpPr>
            <p:cNvPr id="194" name="Shape 4860">
              <a:extLst>
                <a:ext uri="{FF2B5EF4-FFF2-40B4-BE49-F238E27FC236}">
                  <a16:creationId xmlns:a16="http://schemas.microsoft.com/office/drawing/2014/main" id="{E3063E31-63C4-4ADE-8787-6B14158534E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27075" y="3997325"/>
              <a:ext cx="0" cy="245745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5" name="Shape 4861">
              <a:extLst>
                <a:ext uri="{FF2B5EF4-FFF2-40B4-BE49-F238E27FC236}">
                  <a16:creationId xmlns:a16="http://schemas.microsoft.com/office/drawing/2014/main" id="{8BC73375-D5F3-4FE2-B161-46ADCF9FCA0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30250" y="3987800"/>
              <a:ext cx="7972425" cy="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6" name="Shape 4862">
              <a:extLst>
                <a:ext uri="{FF2B5EF4-FFF2-40B4-BE49-F238E27FC236}">
                  <a16:creationId xmlns:a16="http://schemas.microsoft.com/office/drawing/2014/main" id="{C545695B-FA2C-4F7C-9A3E-8F8EC51EF12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130675" y="4002088"/>
              <a:ext cx="0" cy="2443162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7" name="Shape 4863">
              <a:extLst>
                <a:ext uri="{FF2B5EF4-FFF2-40B4-BE49-F238E27FC236}">
                  <a16:creationId xmlns:a16="http://schemas.microsoft.com/office/drawing/2014/main" id="{E824CE5E-0C53-4070-B03F-ADDFCB5AF1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6300" y="4481513"/>
              <a:ext cx="56515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0 </a:t>
              </a:r>
            </a:p>
          </p:txBody>
        </p:sp>
        <p:sp>
          <p:nvSpPr>
            <p:cNvPr id="198" name="Shape 4864">
              <a:extLst>
                <a:ext uri="{FF2B5EF4-FFF2-40B4-BE49-F238E27FC236}">
                  <a16:creationId xmlns:a16="http://schemas.microsoft.com/office/drawing/2014/main" id="{A96BBE36-6973-49BA-989A-626358CDB1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8325" y="4481513"/>
              <a:ext cx="566738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1 </a:t>
              </a:r>
            </a:p>
          </p:txBody>
        </p:sp>
        <p:sp>
          <p:nvSpPr>
            <p:cNvPr id="199" name="Shape 4865">
              <a:extLst>
                <a:ext uri="{FF2B5EF4-FFF2-40B4-BE49-F238E27FC236}">
                  <a16:creationId xmlns:a16="http://schemas.microsoft.com/office/drawing/2014/main" id="{417C9F87-0101-410B-8624-787626E4F9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16400" y="4846638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200" name="Shape 4866">
              <a:extLst>
                <a:ext uri="{FF2B5EF4-FFF2-40B4-BE49-F238E27FC236}">
                  <a16:creationId xmlns:a16="http://schemas.microsoft.com/office/drawing/2014/main" id="{C58C165B-FB3B-41EE-B20E-6B60BF252D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51413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01" name="Shape 4867">
              <a:extLst>
                <a:ext uri="{FF2B5EF4-FFF2-40B4-BE49-F238E27FC236}">
                  <a16:creationId xmlns:a16="http://schemas.microsoft.com/office/drawing/2014/main" id="{361894A6-3819-442D-92E0-083F8938E3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538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202" name="Shape 4868">
              <a:extLst>
                <a:ext uri="{FF2B5EF4-FFF2-40B4-BE49-F238E27FC236}">
                  <a16:creationId xmlns:a16="http://schemas.microsoft.com/office/drawing/2014/main" id="{EC8B2512-3A83-4775-9455-D9DF727918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89663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03" name="Shape 4869">
              <a:extLst>
                <a:ext uri="{FF2B5EF4-FFF2-40B4-BE49-F238E27FC236}">
                  <a16:creationId xmlns:a16="http://schemas.microsoft.com/office/drawing/2014/main" id="{28E644C6-5D57-454A-B1B8-00CF2DF205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23075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204" name="Shape 4870">
              <a:extLst>
                <a:ext uri="{FF2B5EF4-FFF2-40B4-BE49-F238E27FC236}">
                  <a16:creationId xmlns:a16="http://schemas.microsoft.com/office/drawing/2014/main" id="{8E7C8945-8E5C-44BF-8509-9A25EEE74E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13625" y="4846638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205" name="Shape 4871">
              <a:extLst>
                <a:ext uri="{FF2B5EF4-FFF2-40B4-BE49-F238E27FC236}">
                  <a16:creationId xmlns:a16="http://schemas.microsoft.com/office/drawing/2014/main" id="{638B3F01-4C52-4F36-B80C-CD3468E531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05763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206" name="Shape 4872">
              <a:extLst>
                <a:ext uri="{FF2B5EF4-FFF2-40B4-BE49-F238E27FC236}">
                  <a16:creationId xmlns:a16="http://schemas.microsoft.com/office/drawing/2014/main" id="{9D3DEEA4-1912-4A60-A9A1-B8587E4FB0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6150" y="4867275"/>
              <a:ext cx="7810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4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207" name="Shape 4873">
              <a:extLst>
                <a:ext uri="{FF2B5EF4-FFF2-40B4-BE49-F238E27FC236}">
                  <a16:creationId xmlns:a16="http://schemas.microsoft.com/office/drawing/2014/main" id="{EADBBD73-441C-43ED-A749-B06E810024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73263" y="4878388"/>
              <a:ext cx="97790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4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208" name="Shape 4874">
              <a:extLst>
                <a:ext uri="{FF2B5EF4-FFF2-40B4-BE49-F238E27FC236}">
                  <a16:creationId xmlns:a16="http://schemas.microsoft.com/office/drawing/2014/main" id="{0DA9342D-883F-499C-8323-9B800462AB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0063" y="4878388"/>
              <a:ext cx="97790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4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</p:grpSp>
      <mc:AlternateContent xmlns:mc="http://schemas.openxmlformats.org/markup-compatibility/2006">
        <mc:Choice xmlns:p14="http://schemas.microsoft.com/office/powerpoint/2010/main"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FB272997-FD5F-46AC-805C-3D1FC5E2E51F}"/>
                  </a:ext>
                </a:extLst>
              </p14:cNvPr>
              <p14:cNvContentPartPr/>
              <p14:nvPr/>
            </p14:nvContentPartPr>
            <p14:xfrm>
              <a:off x="1713240" y="1076400"/>
              <a:ext cx="6064560" cy="484128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FB272997-FD5F-46AC-805C-3D1FC5E2E51F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1703880" y="1067040"/>
                <a:ext cx="6083280" cy="486000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  <p:transition/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8097" name="Group 1">
            <a:extLst>
              <a:ext uri="{FF2B5EF4-FFF2-40B4-BE49-F238E27FC236}">
                <a16:creationId xmlns:a16="http://schemas.microsoft.com/office/drawing/2014/main" id="{9A35A1A6-AA6F-4FA6-BA5D-2DB773F00971}"/>
              </a:ext>
            </a:extLst>
          </p:cNvPr>
          <p:cNvGrpSpPr>
            <a:grpSpLocks/>
          </p:cNvGrpSpPr>
          <p:nvPr/>
        </p:nvGrpSpPr>
        <p:grpSpPr bwMode="auto">
          <a:xfrm>
            <a:off x="434975" y="3981450"/>
            <a:ext cx="8274050" cy="2479675"/>
            <a:chOff x="434975" y="3981450"/>
            <a:chExt cx="8274050" cy="2479675"/>
          </a:xfrm>
        </p:grpSpPr>
        <p:sp>
          <p:nvSpPr>
            <p:cNvPr id="388101" name="Shape 4774">
              <a:extLst>
                <a:ext uri="{FF2B5EF4-FFF2-40B4-BE49-F238E27FC236}">
                  <a16:creationId xmlns:a16="http://schemas.microsoft.com/office/drawing/2014/main" id="{C17A77A4-DE27-478D-B3A8-7151F826F1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3981450"/>
              <a:ext cx="7967662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102" name="Shape 4775">
              <a:extLst>
                <a:ext uri="{FF2B5EF4-FFF2-40B4-BE49-F238E27FC236}">
                  <a16:creationId xmlns:a16="http://schemas.microsoft.com/office/drawing/2014/main" id="{1DEF3633-2636-4737-8623-37A75DB426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3990975"/>
              <a:ext cx="11112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103" name="Shape 4776">
              <a:extLst>
                <a:ext uri="{FF2B5EF4-FFF2-40B4-BE49-F238E27FC236}">
                  <a16:creationId xmlns:a16="http://schemas.microsoft.com/office/drawing/2014/main" id="{46B20DC7-3BFE-4D9E-97B8-31C9AF7661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4400550"/>
              <a:ext cx="11112" cy="4143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104" name="Shape 4777">
              <a:extLst>
                <a:ext uri="{FF2B5EF4-FFF2-40B4-BE49-F238E27FC236}">
                  <a16:creationId xmlns:a16="http://schemas.microsoft.com/office/drawing/2014/main" id="{9C54848A-29A5-4C7A-8EB4-54B38ACF78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4814888"/>
              <a:ext cx="11112" cy="41116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105" name="Shape 4778">
              <a:extLst>
                <a:ext uri="{FF2B5EF4-FFF2-40B4-BE49-F238E27FC236}">
                  <a16:creationId xmlns:a16="http://schemas.microsoft.com/office/drawing/2014/main" id="{E0C5CDA3-EF7F-4223-B149-639018D266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5229225"/>
              <a:ext cx="11112" cy="3635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106" name="Shape 4779">
              <a:extLst>
                <a:ext uri="{FF2B5EF4-FFF2-40B4-BE49-F238E27FC236}">
                  <a16:creationId xmlns:a16="http://schemas.microsoft.com/office/drawing/2014/main" id="{C3D6E8B8-36DE-4EAE-8658-69D96F7F68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5592763"/>
              <a:ext cx="11112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107" name="Shape 4780">
              <a:extLst>
                <a:ext uri="{FF2B5EF4-FFF2-40B4-BE49-F238E27FC236}">
                  <a16:creationId xmlns:a16="http://schemas.microsoft.com/office/drawing/2014/main" id="{388783DA-D517-435A-B826-69C7E92D3C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5843588"/>
              <a:ext cx="11112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108" name="Shape 4781">
              <a:extLst>
                <a:ext uri="{FF2B5EF4-FFF2-40B4-BE49-F238E27FC236}">
                  <a16:creationId xmlns:a16="http://schemas.microsoft.com/office/drawing/2014/main" id="{2724FBB2-CD18-4A66-B3EC-CBE7DB9CFD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8613" y="6122988"/>
              <a:ext cx="11112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109" name="Shape 4782">
              <a:extLst>
                <a:ext uri="{FF2B5EF4-FFF2-40B4-BE49-F238E27FC236}">
                  <a16:creationId xmlns:a16="http://schemas.microsoft.com/office/drawing/2014/main" id="{84E7D7E3-D0A1-4D9A-BB80-B654D7FF4B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3990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110" name="Shape 4783">
              <a:extLst>
                <a:ext uri="{FF2B5EF4-FFF2-40B4-BE49-F238E27FC236}">
                  <a16:creationId xmlns:a16="http://schemas.microsoft.com/office/drawing/2014/main" id="{45FE34DA-E694-4446-91C4-40AA5A5889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3990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111" name="Shape 4784">
              <a:extLst>
                <a:ext uri="{FF2B5EF4-FFF2-40B4-BE49-F238E27FC236}">
                  <a16:creationId xmlns:a16="http://schemas.microsoft.com/office/drawing/2014/main" id="{0758C253-D3CD-4E04-8B33-F23982E729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3990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112" name="Shape 4785">
              <a:extLst>
                <a:ext uri="{FF2B5EF4-FFF2-40B4-BE49-F238E27FC236}">
                  <a16:creationId xmlns:a16="http://schemas.microsoft.com/office/drawing/2014/main" id="{8193736F-2445-49C1-8A19-1AB1700DE3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6788" y="4156075"/>
              <a:ext cx="86995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388113" name="Shape 4786">
              <a:extLst>
                <a:ext uri="{FF2B5EF4-FFF2-40B4-BE49-F238E27FC236}">
                  <a16:creationId xmlns:a16="http://schemas.microsoft.com/office/drawing/2014/main" id="{CA86EB18-A42E-43EB-87F8-E51D398E1C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3990975"/>
              <a:ext cx="9525" cy="41275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114" name="Shape 4787">
              <a:extLst>
                <a:ext uri="{FF2B5EF4-FFF2-40B4-BE49-F238E27FC236}">
                  <a16:creationId xmlns:a16="http://schemas.microsoft.com/office/drawing/2014/main" id="{290D800F-78B4-44F5-B0C4-9C2233F1FB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4392613"/>
              <a:ext cx="2265363" cy="111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115" name="Shape 4788">
              <a:extLst>
                <a:ext uri="{FF2B5EF4-FFF2-40B4-BE49-F238E27FC236}">
                  <a16:creationId xmlns:a16="http://schemas.microsoft.com/office/drawing/2014/main" id="{DEF83797-39E1-412F-8175-F02278B1C8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4400550"/>
              <a:ext cx="9525" cy="4143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116" name="Shape 4789">
              <a:extLst>
                <a:ext uri="{FF2B5EF4-FFF2-40B4-BE49-F238E27FC236}">
                  <a16:creationId xmlns:a16="http://schemas.microsoft.com/office/drawing/2014/main" id="{4F5980C7-4A5E-495C-9DF2-7C88A74020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1588" y="4105275"/>
              <a:ext cx="107315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388117" name="Shape 4790">
              <a:extLst>
                <a:ext uri="{FF2B5EF4-FFF2-40B4-BE49-F238E27FC236}">
                  <a16:creationId xmlns:a16="http://schemas.microsoft.com/office/drawing/2014/main" id="{1F29F7F6-70F5-49F8-8C9E-D50A6AE7AD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4400550"/>
              <a:ext cx="9525" cy="4143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118" name="Shape 4791">
              <a:extLst>
                <a:ext uri="{FF2B5EF4-FFF2-40B4-BE49-F238E27FC236}">
                  <a16:creationId xmlns:a16="http://schemas.microsoft.com/office/drawing/2014/main" id="{E1B4F2CD-5BE9-4445-8F65-9CA39F6BC2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2200" y="4467225"/>
              <a:ext cx="60166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388119" name="Shape 4792">
              <a:extLst>
                <a:ext uri="{FF2B5EF4-FFF2-40B4-BE49-F238E27FC236}">
                  <a16:creationId xmlns:a16="http://schemas.microsoft.com/office/drawing/2014/main" id="{983B3221-1745-425D-9AAF-59450C46A2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4400550"/>
              <a:ext cx="9525" cy="4143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120" name="Shape 4793">
              <a:extLst>
                <a:ext uri="{FF2B5EF4-FFF2-40B4-BE49-F238E27FC236}">
                  <a16:creationId xmlns:a16="http://schemas.microsoft.com/office/drawing/2014/main" id="{34FC2687-1A27-41FA-9C2E-D00F38712C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4803775"/>
              <a:ext cx="6835775" cy="111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121" name="Shape 4794">
              <a:extLst>
                <a:ext uri="{FF2B5EF4-FFF2-40B4-BE49-F238E27FC236}">
                  <a16:creationId xmlns:a16="http://schemas.microsoft.com/office/drawing/2014/main" id="{95EE9341-2D1E-4D30-B52E-3947053982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4814888"/>
              <a:ext cx="9525" cy="41116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122" name="Shape 4795">
              <a:extLst>
                <a:ext uri="{FF2B5EF4-FFF2-40B4-BE49-F238E27FC236}">
                  <a16:creationId xmlns:a16="http://schemas.microsoft.com/office/drawing/2014/main" id="{F3B79E98-982D-46D7-B8CD-FFCC263711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4814888"/>
              <a:ext cx="9525" cy="41116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123" name="Shape 4796">
              <a:extLst>
                <a:ext uri="{FF2B5EF4-FFF2-40B4-BE49-F238E27FC236}">
                  <a16:creationId xmlns:a16="http://schemas.microsoft.com/office/drawing/2014/main" id="{664B0CFE-342F-4E66-B658-F8D785F751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4814888"/>
              <a:ext cx="9525" cy="41116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124" name="Shape 4797">
              <a:extLst>
                <a:ext uri="{FF2B5EF4-FFF2-40B4-BE49-F238E27FC236}">
                  <a16:creationId xmlns:a16="http://schemas.microsoft.com/office/drawing/2014/main" id="{95AC44F1-6EA8-4126-862B-7CF3872155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5214938"/>
              <a:ext cx="7967662" cy="111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125" name="Shape 4798">
              <a:extLst>
                <a:ext uri="{FF2B5EF4-FFF2-40B4-BE49-F238E27FC236}">
                  <a16:creationId xmlns:a16="http://schemas.microsoft.com/office/drawing/2014/main" id="{DF3FE437-3B45-46C0-83D4-C424526441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56313" y="4362450"/>
              <a:ext cx="9255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Outputs </a:t>
              </a:r>
            </a:p>
          </p:txBody>
        </p:sp>
        <p:sp>
          <p:nvSpPr>
            <p:cNvPr id="388126" name="Shape 4799">
              <a:extLst>
                <a:ext uri="{FF2B5EF4-FFF2-40B4-BE49-F238E27FC236}">
                  <a16:creationId xmlns:a16="http://schemas.microsoft.com/office/drawing/2014/main" id="{C06A2DCB-8CBF-443E-A7BE-A1079B2B38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5229225"/>
              <a:ext cx="9525" cy="3635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127" name="Shape 4800">
              <a:extLst>
                <a:ext uri="{FF2B5EF4-FFF2-40B4-BE49-F238E27FC236}">
                  <a16:creationId xmlns:a16="http://schemas.microsoft.com/office/drawing/2014/main" id="{C691C817-9169-4721-9CE8-AAE7E685AC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975" y="5308600"/>
              <a:ext cx="3317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388128" name="Shape 4801">
              <a:extLst>
                <a:ext uri="{FF2B5EF4-FFF2-40B4-BE49-F238E27FC236}">
                  <a16:creationId xmlns:a16="http://schemas.microsoft.com/office/drawing/2014/main" id="{B8D972FF-7EF5-4182-933A-BD208C7786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7425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8129" name="Shape 4802">
              <a:extLst>
                <a:ext uri="{FF2B5EF4-FFF2-40B4-BE49-F238E27FC236}">
                  <a16:creationId xmlns:a16="http://schemas.microsoft.com/office/drawing/2014/main" id="{29C9FAEB-524A-4892-932A-02701E6A71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5229225"/>
              <a:ext cx="9525" cy="3635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130" name="Shape 4803">
              <a:extLst>
                <a:ext uri="{FF2B5EF4-FFF2-40B4-BE49-F238E27FC236}">
                  <a16:creationId xmlns:a16="http://schemas.microsoft.com/office/drawing/2014/main" id="{744A632D-DF48-4DE4-A084-0120831D81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8875" y="5308600"/>
              <a:ext cx="5222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001 </a:t>
              </a:r>
            </a:p>
          </p:txBody>
        </p:sp>
        <p:sp>
          <p:nvSpPr>
            <p:cNvPr id="388131" name="Shape 4804">
              <a:extLst>
                <a:ext uri="{FF2B5EF4-FFF2-40B4-BE49-F238E27FC236}">
                  <a16:creationId xmlns:a16="http://schemas.microsoft.com/office/drawing/2014/main" id="{5EBAE8E1-28D9-4603-8C63-7D27B30375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825" y="5308600"/>
              <a:ext cx="58261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0001</a:t>
              </a:r>
            </a:p>
          </p:txBody>
        </p:sp>
        <p:sp>
          <p:nvSpPr>
            <p:cNvPr id="388132" name="Shape 4805">
              <a:extLst>
                <a:ext uri="{FF2B5EF4-FFF2-40B4-BE49-F238E27FC236}">
                  <a16:creationId xmlns:a16="http://schemas.microsoft.com/office/drawing/2014/main" id="{A8B5387C-CBB5-4982-95C9-64435185BF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1988" y="5308600"/>
              <a:ext cx="5826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0010</a:t>
              </a:r>
            </a:p>
          </p:txBody>
        </p:sp>
        <p:sp>
          <p:nvSpPr>
            <p:cNvPr id="388133" name="Shape 4806">
              <a:extLst>
                <a:ext uri="{FF2B5EF4-FFF2-40B4-BE49-F238E27FC236}">
                  <a16:creationId xmlns:a16="http://schemas.microsoft.com/office/drawing/2014/main" id="{BA77C59F-0F7F-4203-BAF2-C5BF3A7C74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8338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8134" name="Shape 4807">
              <a:extLst>
                <a:ext uri="{FF2B5EF4-FFF2-40B4-BE49-F238E27FC236}">
                  <a16:creationId xmlns:a16="http://schemas.microsoft.com/office/drawing/2014/main" id="{CB9B3695-8F2B-4910-B843-1C9B95B817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2225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8135" name="Shape 4808">
              <a:extLst>
                <a:ext uri="{FF2B5EF4-FFF2-40B4-BE49-F238E27FC236}">
                  <a16:creationId xmlns:a16="http://schemas.microsoft.com/office/drawing/2014/main" id="{3BAB21F2-5DD0-42DC-886B-3A6B2A0769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6113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8136" name="Shape 4809">
              <a:extLst>
                <a:ext uri="{FF2B5EF4-FFF2-40B4-BE49-F238E27FC236}">
                  <a16:creationId xmlns:a16="http://schemas.microsoft.com/office/drawing/2014/main" id="{AE7E9C7C-C01B-4FC9-B6FB-A721F23E56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48413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8137" name="Shape 4810">
              <a:extLst>
                <a:ext uri="{FF2B5EF4-FFF2-40B4-BE49-F238E27FC236}">
                  <a16:creationId xmlns:a16="http://schemas.microsoft.com/office/drawing/2014/main" id="{CA9975F7-5CAC-4F7E-988F-7790A65A85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3888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8138" name="Shape 4811">
              <a:extLst>
                <a:ext uri="{FF2B5EF4-FFF2-40B4-BE49-F238E27FC236}">
                  <a16:creationId xmlns:a16="http://schemas.microsoft.com/office/drawing/2014/main" id="{926EDF1E-231A-4A3C-BE14-9D5176E6BE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4600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8139" name="Shape 4812">
              <a:extLst>
                <a:ext uri="{FF2B5EF4-FFF2-40B4-BE49-F238E27FC236}">
                  <a16:creationId xmlns:a16="http://schemas.microsoft.com/office/drawing/2014/main" id="{D8A2ABE1-CDA9-40D2-A8EF-B27E332DBD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5229225"/>
              <a:ext cx="9525" cy="3635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140" name="Shape 4813">
              <a:extLst>
                <a:ext uri="{FF2B5EF4-FFF2-40B4-BE49-F238E27FC236}">
                  <a16:creationId xmlns:a16="http://schemas.microsoft.com/office/drawing/2014/main" id="{9AE9FF2A-2073-41B6-ACB8-519C7B760A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0550" y="5308600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8141" name="Shape 4814">
              <a:extLst>
                <a:ext uri="{FF2B5EF4-FFF2-40B4-BE49-F238E27FC236}">
                  <a16:creationId xmlns:a16="http://schemas.microsoft.com/office/drawing/2014/main" id="{D662A1DD-6547-4A4E-B774-DACC5EE0F0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55927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142" name="Shape 4815">
              <a:extLst>
                <a:ext uri="{FF2B5EF4-FFF2-40B4-BE49-F238E27FC236}">
                  <a16:creationId xmlns:a16="http://schemas.microsoft.com/office/drawing/2014/main" id="{2AFB6A54-5EB8-40BD-93F6-6093F8E187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325" y="5583238"/>
              <a:ext cx="3190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388143" name="Shape 4816">
              <a:extLst>
                <a:ext uri="{FF2B5EF4-FFF2-40B4-BE49-F238E27FC236}">
                  <a16:creationId xmlns:a16="http://schemas.microsoft.com/office/drawing/2014/main" id="{C05809D2-C2D4-41FD-8A27-528087DF70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9013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8144" name="Shape 4817">
              <a:extLst>
                <a:ext uri="{FF2B5EF4-FFF2-40B4-BE49-F238E27FC236}">
                  <a16:creationId xmlns:a16="http://schemas.microsoft.com/office/drawing/2014/main" id="{345FA618-5288-4551-A9F5-97D52AB8E0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55927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145" name="Shape 4818">
              <a:extLst>
                <a:ext uri="{FF2B5EF4-FFF2-40B4-BE49-F238E27FC236}">
                  <a16:creationId xmlns:a16="http://schemas.microsoft.com/office/drawing/2014/main" id="{373F4042-6D99-4790-BB6D-C79E2BECCD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0463" y="5583238"/>
              <a:ext cx="522287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010 </a:t>
              </a:r>
            </a:p>
          </p:txBody>
        </p:sp>
        <p:sp>
          <p:nvSpPr>
            <p:cNvPr id="388146" name="Shape 4819">
              <a:extLst>
                <a:ext uri="{FF2B5EF4-FFF2-40B4-BE49-F238E27FC236}">
                  <a16:creationId xmlns:a16="http://schemas.microsoft.com/office/drawing/2014/main" id="{38F8D015-4E7C-4DD5-82A4-89D52B0F95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825" y="5583238"/>
              <a:ext cx="58261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0100</a:t>
              </a:r>
            </a:p>
          </p:txBody>
        </p:sp>
        <p:sp>
          <p:nvSpPr>
            <p:cNvPr id="388147" name="Shape 4820">
              <a:extLst>
                <a:ext uri="{FF2B5EF4-FFF2-40B4-BE49-F238E27FC236}">
                  <a16:creationId xmlns:a16="http://schemas.microsoft.com/office/drawing/2014/main" id="{86E0EDE4-64CC-418C-82D1-E608C0DB85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1988" y="5583238"/>
              <a:ext cx="5826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0100</a:t>
              </a:r>
            </a:p>
          </p:txBody>
        </p:sp>
        <p:sp>
          <p:nvSpPr>
            <p:cNvPr id="388148" name="Shape 4821">
              <a:extLst>
                <a:ext uri="{FF2B5EF4-FFF2-40B4-BE49-F238E27FC236}">
                  <a16:creationId xmlns:a16="http://schemas.microsoft.com/office/drawing/2014/main" id="{6EE0075F-EC56-4339-9731-5A5E8CAC9F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9925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8149" name="Shape 4822">
              <a:extLst>
                <a:ext uri="{FF2B5EF4-FFF2-40B4-BE49-F238E27FC236}">
                  <a16:creationId xmlns:a16="http://schemas.microsoft.com/office/drawing/2014/main" id="{392E92AA-B7CF-4136-BB2D-C382515BBE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2225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8150" name="Shape 4823">
              <a:extLst>
                <a:ext uri="{FF2B5EF4-FFF2-40B4-BE49-F238E27FC236}">
                  <a16:creationId xmlns:a16="http://schemas.microsoft.com/office/drawing/2014/main" id="{EE65DA4E-2E71-4268-9015-B5A087C71B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7700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388151" name="Shape 4824">
              <a:extLst>
                <a:ext uri="{FF2B5EF4-FFF2-40B4-BE49-F238E27FC236}">
                  <a16:creationId xmlns:a16="http://schemas.microsoft.com/office/drawing/2014/main" id="{2C77F68F-5E41-4015-BE88-7CA1AD1039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50000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8152" name="Shape 4825">
              <a:extLst>
                <a:ext uri="{FF2B5EF4-FFF2-40B4-BE49-F238E27FC236}">
                  <a16:creationId xmlns:a16="http://schemas.microsoft.com/office/drawing/2014/main" id="{5F341AC2-6F7E-482C-9BBA-BF510C7FEA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5475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8153" name="Shape 4826">
              <a:extLst>
                <a:ext uri="{FF2B5EF4-FFF2-40B4-BE49-F238E27FC236}">
                  <a16:creationId xmlns:a16="http://schemas.microsoft.com/office/drawing/2014/main" id="{A9E352FB-5631-4F0B-ABF5-3492467BA5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6188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388154" name="Shape 4827">
              <a:extLst>
                <a:ext uri="{FF2B5EF4-FFF2-40B4-BE49-F238E27FC236}">
                  <a16:creationId xmlns:a16="http://schemas.microsoft.com/office/drawing/2014/main" id="{6C1B49C5-07A8-4FD7-8EF0-8AB75B7052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5592763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155" name="Shape 4828">
              <a:extLst>
                <a:ext uri="{FF2B5EF4-FFF2-40B4-BE49-F238E27FC236}">
                  <a16:creationId xmlns:a16="http://schemas.microsoft.com/office/drawing/2014/main" id="{07970703-26D2-41CA-B9AA-0B15814001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0550" y="55832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8156" name="Shape 4829">
              <a:extLst>
                <a:ext uri="{FF2B5EF4-FFF2-40B4-BE49-F238E27FC236}">
                  <a16:creationId xmlns:a16="http://schemas.microsoft.com/office/drawing/2014/main" id="{4DE5B54E-6F4E-4BDF-8BF2-E7111C0808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5843588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157" name="Shape 4830">
              <a:extLst>
                <a:ext uri="{FF2B5EF4-FFF2-40B4-BE49-F238E27FC236}">
                  <a16:creationId xmlns:a16="http://schemas.microsoft.com/office/drawing/2014/main" id="{5F6C43E8-0A17-453C-BE37-D8C179575D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325" y="5856288"/>
              <a:ext cx="3190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388158" name="Shape 4831">
              <a:extLst>
                <a:ext uri="{FF2B5EF4-FFF2-40B4-BE49-F238E27FC236}">
                  <a16:creationId xmlns:a16="http://schemas.microsoft.com/office/drawing/2014/main" id="{8B5A0BBF-7B85-4BBB-9284-B1B443DDFA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9013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8159" name="Shape 4832">
              <a:extLst>
                <a:ext uri="{FF2B5EF4-FFF2-40B4-BE49-F238E27FC236}">
                  <a16:creationId xmlns:a16="http://schemas.microsoft.com/office/drawing/2014/main" id="{2C3C4556-E661-42B5-9C9A-A1D4E1EF9F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5843588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160" name="Shape 4833">
              <a:extLst>
                <a:ext uri="{FF2B5EF4-FFF2-40B4-BE49-F238E27FC236}">
                  <a16:creationId xmlns:a16="http://schemas.microsoft.com/office/drawing/2014/main" id="{C7A3ADB3-91B9-4B01-B26B-61C7A31BCA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0463" y="5856288"/>
              <a:ext cx="522287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100 </a:t>
              </a:r>
            </a:p>
          </p:txBody>
        </p:sp>
        <p:sp>
          <p:nvSpPr>
            <p:cNvPr id="388161" name="Shape 4834">
              <a:extLst>
                <a:ext uri="{FF2B5EF4-FFF2-40B4-BE49-F238E27FC236}">
                  <a16:creationId xmlns:a16="http://schemas.microsoft.com/office/drawing/2014/main" id="{5442FC93-78C6-4D73-A8DA-1262A7F019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825" y="5856288"/>
              <a:ext cx="58261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1000</a:t>
              </a:r>
            </a:p>
          </p:txBody>
        </p:sp>
        <p:sp>
          <p:nvSpPr>
            <p:cNvPr id="388162" name="Shape 4835">
              <a:extLst>
                <a:ext uri="{FF2B5EF4-FFF2-40B4-BE49-F238E27FC236}">
                  <a16:creationId xmlns:a16="http://schemas.microsoft.com/office/drawing/2014/main" id="{7A44981A-9BFC-440F-930D-C7269BFF1A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1988" y="5856288"/>
              <a:ext cx="5826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1000</a:t>
              </a:r>
            </a:p>
          </p:txBody>
        </p:sp>
        <p:sp>
          <p:nvSpPr>
            <p:cNvPr id="388163" name="Shape 4836">
              <a:extLst>
                <a:ext uri="{FF2B5EF4-FFF2-40B4-BE49-F238E27FC236}">
                  <a16:creationId xmlns:a16="http://schemas.microsoft.com/office/drawing/2014/main" id="{9755EBC5-F423-4E0C-9C65-4CD2341333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9925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388164" name="Shape 4837">
              <a:extLst>
                <a:ext uri="{FF2B5EF4-FFF2-40B4-BE49-F238E27FC236}">
                  <a16:creationId xmlns:a16="http://schemas.microsoft.com/office/drawing/2014/main" id="{FCF85815-DB59-4F7D-B0D6-8F1DC39513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2225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8165" name="Shape 4838">
              <a:extLst>
                <a:ext uri="{FF2B5EF4-FFF2-40B4-BE49-F238E27FC236}">
                  <a16:creationId xmlns:a16="http://schemas.microsoft.com/office/drawing/2014/main" id="{387B942D-D691-4E98-889D-C7437148C7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7700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8166" name="Shape 4839">
              <a:extLst>
                <a:ext uri="{FF2B5EF4-FFF2-40B4-BE49-F238E27FC236}">
                  <a16:creationId xmlns:a16="http://schemas.microsoft.com/office/drawing/2014/main" id="{DE6A5D69-6E8B-4014-9B7C-7C85B761FB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50000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388167" name="Shape 4840">
              <a:extLst>
                <a:ext uri="{FF2B5EF4-FFF2-40B4-BE49-F238E27FC236}">
                  <a16:creationId xmlns:a16="http://schemas.microsoft.com/office/drawing/2014/main" id="{4FA150C6-C1FE-4B18-86C5-BE84371D23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5475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8168" name="Shape 4841">
              <a:extLst>
                <a:ext uri="{FF2B5EF4-FFF2-40B4-BE49-F238E27FC236}">
                  <a16:creationId xmlns:a16="http://schemas.microsoft.com/office/drawing/2014/main" id="{9762C01A-A960-4CAA-835E-5F967F7F3A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6188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8169" name="Shape 4842">
              <a:extLst>
                <a:ext uri="{FF2B5EF4-FFF2-40B4-BE49-F238E27FC236}">
                  <a16:creationId xmlns:a16="http://schemas.microsoft.com/office/drawing/2014/main" id="{2DDA8FB4-9B15-422C-9258-1E2E5E2FB0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5843588"/>
              <a:ext cx="9525" cy="27463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170" name="Shape 4843">
              <a:extLst>
                <a:ext uri="{FF2B5EF4-FFF2-40B4-BE49-F238E27FC236}">
                  <a16:creationId xmlns:a16="http://schemas.microsoft.com/office/drawing/2014/main" id="{E534BE5E-1B6D-4052-B888-50AB918837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0550" y="585628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8171" name="Shape 4844">
              <a:extLst>
                <a:ext uri="{FF2B5EF4-FFF2-40B4-BE49-F238E27FC236}">
                  <a16:creationId xmlns:a16="http://schemas.microsoft.com/office/drawing/2014/main" id="{836A46A9-9260-4F58-967B-17C9B47998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6122988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172" name="Shape 4845">
              <a:extLst>
                <a:ext uri="{FF2B5EF4-FFF2-40B4-BE49-F238E27FC236}">
                  <a16:creationId xmlns:a16="http://schemas.microsoft.com/office/drawing/2014/main" id="{5DB17E62-0387-472A-9EAB-BECFE97F5D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975" y="6129338"/>
              <a:ext cx="3317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388173" name="Shape 4846">
              <a:extLst>
                <a:ext uri="{FF2B5EF4-FFF2-40B4-BE49-F238E27FC236}">
                  <a16:creationId xmlns:a16="http://schemas.microsoft.com/office/drawing/2014/main" id="{7E6D5EE3-674E-4637-BEA5-500767DD70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7425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88174" name="Shape 4847">
              <a:extLst>
                <a:ext uri="{FF2B5EF4-FFF2-40B4-BE49-F238E27FC236}">
                  <a16:creationId xmlns:a16="http://schemas.microsoft.com/office/drawing/2014/main" id="{694CFCD2-5070-442A-8318-4C69A1A0AB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250" y="6122988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175" name="Shape 4848">
              <a:extLst>
                <a:ext uri="{FF2B5EF4-FFF2-40B4-BE49-F238E27FC236}">
                  <a16:creationId xmlns:a16="http://schemas.microsoft.com/office/drawing/2014/main" id="{331FDE84-E99E-4A0F-A609-92DD22C81F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8875" y="6129338"/>
              <a:ext cx="522288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000 </a:t>
              </a:r>
            </a:p>
          </p:txBody>
        </p:sp>
        <p:sp>
          <p:nvSpPr>
            <p:cNvPr id="388176" name="Shape 4849">
              <a:extLst>
                <a:ext uri="{FF2B5EF4-FFF2-40B4-BE49-F238E27FC236}">
                  <a16:creationId xmlns:a16="http://schemas.microsoft.com/office/drawing/2014/main" id="{FA2D7538-642F-4FB9-9C75-66743448A5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825" y="6129338"/>
              <a:ext cx="582613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0001</a:t>
              </a:r>
            </a:p>
          </p:txBody>
        </p:sp>
        <p:sp>
          <p:nvSpPr>
            <p:cNvPr id="388177" name="Shape 4850">
              <a:extLst>
                <a:ext uri="{FF2B5EF4-FFF2-40B4-BE49-F238E27FC236}">
                  <a16:creationId xmlns:a16="http://schemas.microsoft.com/office/drawing/2014/main" id="{CE4BB5A2-BE22-44AF-AD22-3319792CF0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1988" y="6129338"/>
              <a:ext cx="582612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0001</a:t>
              </a:r>
            </a:p>
          </p:txBody>
        </p:sp>
        <p:sp>
          <p:nvSpPr>
            <p:cNvPr id="388178" name="Shape 4851">
              <a:extLst>
                <a:ext uri="{FF2B5EF4-FFF2-40B4-BE49-F238E27FC236}">
                  <a16:creationId xmlns:a16="http://schemas.microsoft.com/office/drawing/2014/main" id="{F456F1F2-A3F7-450D-93A2-40DBA592D3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8338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8179" name="Shape 4852">
              <a:extLst>
                <a:ext uri="{FF2B5EF4-FFF2-40B4-BE49-F238E27FC236}">
                  <a16:creationId xmlns:a16="http://schemas.microsoft.com/office/drawing/2014/main" id="{11A8843D-2A30-435B-B1B6-4EF94A90B6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2225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388180" name="Shape 4853">
              <a:extLst>
                <a:ext uri="{FF2B5EF4-FFF2-40B4-BE49-F238E27FC236}">
                  <a16:creationId xmlns:a16="http://schemas.microsoft.com/office/drawing/2014/main" id="{916E502F-947F-44DE-8308-5774C82E1F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6113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8181" name="Shape 4854">
              <a:extLst>
                <a:ext uri="{FF2B5EF4-FFF2-40B4-BE49-F238E27FC236}">
                  <a16:creationId xmlns:a16="http://schemas.microsoft.com/office/drawing/2014/main" id="{E35720C3-F770-4360-B156-75A3504B02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48413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8182" name="Shape 4855">
              <a:extLst>
                <a:ext uri="{FF2B5EF4-FFF2-40B4-BE49-F238E27FC236}">
                  <a16:creationId xmlns:a16="http://schemas.microsoft.com/office/drawing/2014/main" id="{7A7594FB-A947-4BF1-BA99-5728C3C2B4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3888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388183" name="Shape 4856">
              <a:extLst>
                <a:ext uri="{FF2B5EF4-FFF2-40B4-BE49-F238E27FC236}">
                  <a16:creationId xmlns:a16="http://schemas.microsoft.com/office/drawing/2014/main" id="{B614283A-35FE-45F4-80A6-C78DB2015D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4600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88184" name="Shape 4857">
              <a:extLst>
                <a:ext uri="{FF2B5EF4-FFF2-40B4-BE49-F238E27FC236}">
                  <a16:creationId xmlns:a16="http://schemas.microsoft.com/office/drawing/2014/main" id="{2E541061-890B-4ABD-995E-CF545705D4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94738" y="6122988"/>
              <a:ext cx="9525" cy="3159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185" name="Shape 4858">
              <a:extLst>
                <a:ext uri="{FF2B5EF4-FFF2-40B4-BE49-F238E27FC236}">
                  <a16:creationId xmlns:a16="http://schemas.microsoft.com/office/drawing/2014/main" id="{C9FE1FFA-0D1E-4094-8739-F286B435E9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663" y="6450013"/>
              <a:ext cx="7967662" cy="111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186" name="Shape 4859">
              <a:extLst>
                <a:ext uri="{FF2B5EF4-FFF2-40B4-BE49-F238E27FC236}">
                  <a16:creationId xmlns:a16="http://schemas.microsoft.com/office/drawing/2014/main" id="{5AB48986-3601-408B-A0AC-A347E4FE33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0550" y="6129338"/>
              <a:ext cx="279400" cy="327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cxnSp>
          <p:nvCxnSpPr>
            <p:cNvPr id="388187" name="Shape 4860">
              <a:extLst>
                <a:ext uri="{FF2B5EF4-FFF2-40B4-BE49-F238E27FC236}">
                  <a16:creationId xmlns:a16="http://schemas.microsoft.com/office/drawing/2014/main" id="{B81E5CBB-8AEC-4B5B-A84C-71608466DB9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27075" y="3997325"/>
              <a:ext cx="0" cy="245745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88188" name="Shape 4861">
              <a:extLst>
                <a:ext uri="{FF2B5EF4-FFF2-40B4-BE49-F238E27FC236}">
                  <a16:creationId xmlns:a16="http://schemas.microsoft.com/office/drawing/2014/main" id="{3D485761-A9F2-405F-8126-E8BE5086152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30250" y="3987800"/>
              <a:ext cx="7972425" cy="0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88189" name="Shape 4862">
              <a:extLst>
                <a:ext uri="{FF2B5EF4-FFF2-40B4-BE49-F238E27FC236}">
                  <a16:creationId xmlns:a16="http://schemas.microsoft.com/office/drawing/2014/main" id="{85EEDA92-AE91-424F-A977-52C97285049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130675" y="4002088"/>
              <a:ext cx="0" cy="2443162"/>
            </a:xfrm>
            <a:prstGeom prst="straightConnector1">
              <a:avLst/>
            </a:prstGeom>
            <a:noFill/>
            <a:ln w="95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88190" name="Shape 4863">
              <a:extLst>
                <a:ext uri="{FF2B5EF4-FFF2-40B4-BE49-F238E27FC236}">
                  <a16:creationId xmlns:a16="http://schemas.microsoft.com/office/drawing/2014/main" id="{C969EC70-4E35-468A-B565-D01C0D56B1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6300" y="4481513"/>
              <a:ext cx="56515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0 </a:t>
              </a:r>
            </a:p>
          </p:txBody>
        </p:sp>
        <p:sp>
          <p:nvSpPr>
            <p:cNvPr id="388191" name="Shape 4864">
              <a:extLst>
                <a:ext uri="{FF2B5EF4-FFF2-40B4-BE49-F238E27FC236}">
                  <a16:creationId xmlns:a16="http://schemas.microsoft.com/office/drawing/2014/main" id="{275C162E-E85B-40A4-A288-322CAAF427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8325" y="4481513"/>
              <a:ext cx="566738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= 1 </a:t>
              </a:r>
            </a:p>
          </p:txBody>
        </p:sp>
        <p:sp>
          <p:nvSpPr>
            <p:cNvPr id="388192" name="Shape 4865">
              <a:extLst>
                <a:ext uri="{FF2B5EF4-FFF2-40B4-BE49-F238E27FC236}">
                  <a16:creationId xmlns:a16="http://schemas.microsoft.com/office/drawing/2014/main" id="{6DF893BE-8A85-40B0-B6F0-59A5962FCF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16400" y="4846638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88193" name="Shape 4866">
              <a:extLst>
                <a:ext uri="{FF2B5EF4-FFF2-40B4-BE49-F238E27FC236}">
                  <a16:creationId xmlns:a16="http://schemas.microsoft.com/office/drawing/2014/main" id="{9D556DF3-18EB-4776-AF5B-7F8A4B8A47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51413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R1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88194" name="Shape 4867">
              <a:extLst>
                <a:ext uri="{FF2B5EF4-FFF2-40B4-BE49-F238E27FC236}">
                  <a16:creationId xmlns:a16="http://schemas.microsoft.com/office/drawing/2014/main" id="{445E44AB-5382-4D66-8022-A2BE080BFE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538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88195" name="Shape 4868">
              <a:extLst>
                <a:ext uri="{FF2B5EF4-FFF2-40B4-BE49-F238E27FC236}">
                  <a16:creationId xmlns:a16="http://schemas.microsoft.com/office/drawing/2014/main" id="{A80FE318-A07B-4959-B875-56390E0722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89663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R2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88196" name="Shape 4869">
              <a:extLst>
                <a:ext uri="{FF2B5EF4-FFF2-40B4-BE49-F238E27FC236}">
                  <a16:creationId xmlns:a16="http://schemas.microsoft.com/office/drawing/2014/main" id="{9AEF3657-E769-435B-A201-6F7DCCF2D3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23075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388197" name="Shape 4870">
              <a:extLst>
                <a:ext uri="{FF2B5EF4-FFF2-40B4-BE49-F238E27FC236}">
                  <a16:creationId xmlns:a16="http://schemas.microsoft.com/office/drawing/2014/main" id="{ED6B7883-E4A3-4D60-BDC8-757576F344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13625" y="4846638"/>
              <a:ext cx="592138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R3</a:t>
              </a:r>
              <a:r>
                <a:rPr kumimoji="0" lang="en-US" altLang="en-US" sz="1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88198" name="Shape 4871">
              <a:extLst>
                <a:ext uri="{FF2B5EF4-FFF2-40B4-BE49-F238E27FC236}">
                  <a16:creationId xmlns:a16="http://schemas.microsoft.com/office/drawing/2014/main" id="{13950112-F778-4D7C-A024-B3F2BA253B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05763" y="4846638"/>
              <a:ext cx="5905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388199" name="Shape 4872">
              <a:extLst>
                <a:ext uri="{FF2B5EF4-FFF2-40B4-BE49-F238E27FC236}">
                  <a16:creationId xmlns:a16="http://schemas.microsoft.com/office/drawing/2014/main" id="{1F3991D7-7198-4AF6-B9B1-A307D95E20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6150" y="4867275"/>
              <a:ext cx="7810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4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88200" name="Shape 4873">
              <a:extLst>
                <a:ext uri="{FF2B5EF4-FFF2-40B4-BE49-F238E27FC236}">
                  <a16:creationId xmlns:a16="http://schemas.microsoft.com/office/drawing/2014/main" id="{48AD01B3-6D43-4633-A6A4-000C59859E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73263" y="4878388"/>
              <a:ext cx="97790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4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88201" name="Shape 4874">
              <a:extLst>
                <a:ext uri="{FF2B5EF4-FFF2-40B4-BE49-F238E27FC236}">
                  <a16:creationId xmlns:a16="http://schemas.microsoft.com/office/drawing/2014/main" id="{A9768F94-5D69-41DF-BB06-3740EAEF96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0063" y="4878388"/>
              <a:ext cx="977900" cy="273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4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</p:grpSp>
      <p:sp>
        <p:nvSpPr>
          <p:cNvPr id="388098" name="Title 1">
            <a:extLst>
              <a:ext uri="{FF2B5EF4-FFF2-40B4-BE49-F238E27FC236}">
                <a16:creationId xmlns:a16="http://schemas.microsoft.com/office/drawing/2014/main" id="{3F8EF235-02A2-44E9-90E7-2AF5F1450231}"/>
              </a:ext>
            </a:extLst>
          </p:cNvPr>
          <p:cNvSpPr txBox="1">
            <a:spLocks/>
          </p:cNvSpPr>
          <p:nvPr/>
        </p:nvSpPr>
        <p:spPr bwMode="auto">
          <a:xfrm>
            <a:off x="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Let's Derive the Output Expressions</a:t>
            </a:r>
          </a:p>
        </p:txBody>
      </p:sp>
      <p:sp>
        <p:nvSpPr>
          <p:cNvPr id="388099" name="TextBox 2">
            <a:extLst>
              <a:ext uri="{FF2B5EF4-FFF2-40B4-BE49-F238E27FC236}">
                <a16:creationId xmlns:a16="http://schemas.microsoft.com/office/drawing/2014/main" id="{1AA9FE2C-68E8-4619-8C4C-6B789A8920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19263" y="3462338"/>
            <a:ext cx="613886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Or we can be smarter than that  by exploiting the one-hot encoded property</a:t>
            </a:r>
          </a:p>
        </p:txBody>
      </p:sp>
      <p:sp>
        <p:nvSpPr>
          <p:cNvPr id="388100" name="Shape 4983">
            <a:extLst>
              <a:ext uri="{FF2B5EF4-FFF2-40B4-BE49-F238E27FC236}">
                <a16:creationId xmlns:a16="http://schemas.microsoft.com/office/drawing/2014/main" id="{9FA67905-89EB-40E6-BBD5-6469F2A21A12}"/>
              </a:ext>
            </a:extLst>
          </p:cNvPr>
          <p:cNvSpPr txBox="1">
            <a:spLocks noGrp="1"/>
          </p:cNvSpPr>
          <p:nvPr>
            <p:ph type="body" idx="4294967295"/>
          </p:nvPr>
        </p:nvSpPr>
        <p:spPr>
          <a:xfrm>
            <a:off x="2814638" y="1157288"/>
            <a:ext cx="5894387" cy="2457450"/>
          </a:xfrm>
        </p:spPr>
        <p:txBody>
          <a:bodyPr anchor="ctr"/>
          <a:lstStyle/>
          <a:p>
            <a:pPr marL="0" indent="0" eaLnBrk="1" hangingPunct="1"/>
            <a:r>
              <a:rPr lang="en-US" altLang="en-US" sz="18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R1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out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(y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4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3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2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)  = y</a:t>
            </a:r>
            <a:r>
              <a:rPr lang="en-US" altLang="en-US" sz="1800" i="1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3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      </a:t>
            </a:r>
            <a:r>
              <a:rPr lang="en-US" altLang="en-US" sz="1800" i="1">
                <a:solidFill>
                  <a:srgbClr val="00B05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equal to 1 only in State C</a:t>
            </a:r>
            <a:endParaRPr lang="en-US" altLang="en-US" sz="1800" i="1" baseline="-25000">
              <a:solidFill>
                <a:srgbClr val="00B05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0" indent="0" eaLnBrk="1" hangingPunct="1"/>
            <a:r>
              <a:rPr lang="en-US" altLang="en-US" sz="18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R1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in</a:t>
            </a:r>
            <a:r>
              <a:rPr lang="en-US" altLang="en-US" sz="18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 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(y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4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3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2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)  = y</a:t>
            </a:r>
            <a:r>
              <a:rPr lang="en-US" altLang="en-US" sz="1800" i="1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4 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      </a:t>
            </a:r>
            <a:r>
              <a:rPr lang="en-US" altLang="en-US" sz="1800" i="1">
                <a:solidFill>
                  <a:srgbClr val="FF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equal to 1 only in State D</a:t>
            </a:r>
          </a:p>
          <a:p>
            <a:pPr marL="0" indent="0" eaLnBrk="1" hangingPunct="1"/>
            <a:r>
              <a:rPr lang="en-US" altLang="en-US" sz="18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R2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out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(y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4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3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2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) = y</a:t>
            </a:r>
            <a:r>
              <a:rPr lang="en-US" altLang="en-US" sz="1800" i="1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2           </a:t>
            </a:r>
            <a:r>
              <a:rPr lang="en-US" altLang="en-US" sz="1800" i="1">
                <a:solidFill>
                  <a:srgbClr val="1700FF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equal to 1 only in State B</a:t>
            </a:r>
            <a:endParaRPr lang="en-US" altLang="en-US" sz="1800" i="1" baseline="-25000">
              <a:solidFill>
                <a:srgbClr val="1700FF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0" indent="0" eaLnBrk="1" hangingPunct="1"/>
            <a:r>
              <a:rPr lang="en-US" altLang="en-US" sz="18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R2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in 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(y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4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3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2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)  = y</a:t>
            </a:r>
            <a:r>
              <a:rPr lang="en-US" altLang="en-US" sz="1800" i="1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3           </a:t>
            </a:r>
            <a:r>
              <a:rPr lang="en-US" altLang="en-US" sz="1800" i="1">
                <a:solidFill>
                  <a:srgbClr val="00B05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equal to 1 only in State C</a:t>
            </a:r>
          </a:p>
          <a:p>
            <a:pPr marL="0" indent="0" eaLnBrk="1" hangingPunct="1"/>
            <a:r>
              <a:rPr lang="en-US" altLang="en-US" sz="18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R3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out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(y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4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3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2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) = y</a:t>
            </a:r>
            <a:r>
              <a:rPr lang="en-US" altLang="en-US" sz="1800" i="1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4           </a:t>
            </a:r>
            <a:r>
              <a:rPr lang="en-US" altLang="en-US" sz="1800" i="1">
                <a:solidFill>
                  <a:srgbClr val="FF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equal to 1 only in State D</a:t>
            </a:r>
          </a:p>
          <a:p>
            <a:pPr marL="0" indent="0" eaLnBrk="1" hangingPunct="1"/>
            <a:r>
              <a:rPr lang="en-US" altLang="en-US" sz="18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R3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in 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(y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4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3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2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)  = y</a:t>
            </a:r>
            <a:r>
              <a:rPr lang="en-US" altLang="en-US" sz="1800" i="1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2           </a:t>
            </a:r>
            <a:r>
              <a:rPr lang="en-US" altLang="en-US" sz="1800" i="1">
                <a:solidFill>
                  <a:srgbClr val="1700FF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equal to 1 only in State B</a:t>
            </a:r>
            <a:endParaRPr lang="en-US" altLang="en-US" sz="1800" i="1" baseline="-25000">
              <a:solidFill>
                <a:srgbClr val="1700FF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0" indent="0" eaLnBrk="1" hangingPunct="1"/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Done(y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4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3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2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, y</a:t>
            </a:r>
            <a:r>
              <a:rPr lang="en-US" altLang="en-US" sz="1800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1</a:t>
            </a:r>
            <a:r>
              <a:rPr lang="en-US" altLang="en-US" sz="1800" i="1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) = y</a:t>
            </a:r>
            <a:r>
              <a:rPr lang="en-US" altLang="en-US" sz="1800" i="1" baseline="-2500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4          </a:t>
            </a:r>
            <a:r>
              <a:rPr lang="en-US" altLang="en-US" sz="1800" i="1">
                <a:solidFill>
                  <a:srgbClr val="FF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equal to 1 only in State D</a:t>
            </a:r>
            <a:endParaRPr lang="en-US" altLang="en-US" sz="1800" i="1" baseline="-25000">
              <a:solidFill>
                <a:srgbClr val="FF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0" indent="0" eaLnBrk="1" hangingPunct="1"/>
            <a:endParaRPr lang="en-US" altLang="en-US" sz="1800" i="1"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</p:spTree>
  </p:cSld>
  <p:clrMapOvr>
    <a:masterClrMapping/>
  </p:clrMapOvr>
  <p:transition/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263AB90A-CFD6-B241-9B98-D9FAA70A8AD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4763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/>
              <a:t>Let's Complete the Circuit Diagram</a:t>
            </a:r>
            <a:endParaRPr lang="en-US" dirty="0">
              <a:ea typeface="+mj-ea"/>
              <a:cs typeface="+mj-cs"/>
            </a:endParaRPr>
          </a:p>
        </p:txBody>
      </p:sp>
      <p:grpSp>
        <p:nvGrpSpPr>
          <p:cNvPr id="390146" name="Group 3">
            <a:extLst>
              <a:ext uri="{FF2B5EF4-FFF2-40B4-BE49-F238E27FC236}">
                <a16:creationId xmlns:a16="http://schemas.microsoft.com/office/drawing/2014/main" id="{27918693-9300-4AD6-B746-9555ABA91267}"/>
              </a:ext>
            </a:extLst>
          </p:cNvPr>
          <p:cNvGrpSpPr>
            <a:grpSpLocks/>
          </p:cNvGrpSpPr>
          <p:nvPr/>
        </p:nvGrpSpPr>
        <p:grpSpPr bwMode="auto">
          <a:xfrm>
            <a:off x="0" y="771525"/>
            <a:ext cx="2741613" cy="1243013"/>
            <a:chOff x="6044966" y="5489499"/>
            <a:chExt cx="2741195" cy="1242883"/>
          </a:xfrm>
        </p:grpSpPr>
        <p:sp>
          <p:nvSpPr>
            <p:cNvPr id="390217" name="TextBox 4">
              <a:extLst>
                <a:ext uri="{FF2B5EF4-FFF2-40B4-BE49-F238E27FC236}">
                  <a16:creationId xmlns:a16="http://schemas.microsoft.com/office/drawing/2014/main" id="{9DEDA88E-BF80-44FD-A26C-D4D133E469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44966" y="5489499"/>
              <a:ext cx="183565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R1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out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R2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in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3</a:t>
              </a:r>
            </a:p>
          </p:txBody>
        </p:sp>
        <p:sp>
          <p:nvSpPr>
            <p:cNvPr id="390218" name="TextBox 6">
              <a:extLst>
                <a:ext uri="{FF2B5EF4-FFF2-40B4-BE49-F238E27FC236}">
                  <a16:creationId xmlns:a16="http://schemas.microsoft.com/office/drawing/2014/main" id="{332B3FAC-094E-4C91-AFAE-9574FDFF93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73300" y="6363050"/>
              <a:ext cx="183565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R2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out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R3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in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</a:t>
              </a:r>
            </a:p>
          </p:txBody>
        </p:sp>
        <p:sp>
          <p:nvSpPr>
            <p:cNvPr id="390219" name="TextBox 9">
              <a:extLst>
                <a:ext uri="{FF2B5EF4-FFF2-40B4-BE49-F238E27FC236}">
                  <a16:creationId xmlns:a16="http://schemas.microsoft.com/office/drawing/2014/main" id="{9F095C54-ACFC-4AA5-B365-879ED2B2FB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35601" y="5959926"/>
              <a:ext cx="265056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R1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in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R3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out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Done = 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</a:t>
              </a:r>
            </a:p>
          </p:txBody>
        </p:sp>
      </p:grpSp>
      <p:sp>
        <p:nvSpPr>
          <p:cNvPr id="390147" name="TextBox 1">
            <a:extLst>
              <a:ext uri="{FF2B5EF4-FFF2-40B4-BE49-F238E27FC236}">
                <a16:creationId xmlns:a16="http://schemas.microsoft.com/office/drawing/2014/main" id="{04601E56-2843-47D1-B139-CD5B841575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963" y="5673725"/>
            <a:ext cx="11620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Y</a:t>
            </a:r>
            <a:r>
              <a:rPr kumimoji="0" lang="en-US" altLang="en-US" sz="1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2</a:t>
            </a: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 = w y</a:t>
            </a:r>
            <a:r>
              <a:rPr kumimoji="0" lang="en-US" altLang="en-US" sz="1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1</a:t>
            </a:r>
          </a:p>
        </p:txBody>
      </p:sp>
      <p:sp>
        <p:nvSpPr>
          <p:cNvPr id="390148" name="TextBox 65">
            <a:extLst>
              <a:ext uri="{FF2B5EF4-FFF2-40B4-BE49-F238E27FC236}">
                <a16:creationId xmlns:a16="http://schemas.microsoft.com/office/drawing/2014/main" id="{7191FD65-7266-47B0-B8C9-3E7059E5B5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138" y="6002338"/>
            <a:ext cx="930275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Y</a:t>
            </a:r>
            <a:r>
              <a:rPr kumimoji="0" lang="en-US" altLang="en-US" sz="1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3</a:t>
            </a: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 = y</a:t>
            </a:r>
            <a:r>
              <a:rPr kumimoji="0" lang="en-US" altLang="en-US" sz="1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2</a:t>
            </a:r>
          </a:p>
        </p:txBody>
      </p:sp>
      <p:sp>
        <p:nvSpPr>
          <p:cNvPr id="390149" name="TextBox 68">
            <a:extLst>
              <a:ext uri="{FF2B5EF4-FFF2-40B4-BE49-F238E27FC236}">
                <a16:creationId xmlns:a16="http://schemas.microsoft.com/office/drawing/2014/main" id="{6A559FB9-42F6-4CF2-9D80-745612DFB0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250" y="6367463"/>
            <a:ext cx="930275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Y</a:t>
            </a:r>
            <a:r>
              <a:rPr kumimoji="0" lang="en-US" altLang="en-US" sz="1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4</a:t>
            </a: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 = y</a:t>
            </a:r>
            <a:r>
              <a:rPr kumimoji="0" lang="en-US" altLang="en-US" sz="1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3</a:t>
            </a:r>
          </a:p>
        </p:txBody>
      </p:sp>
      <p:grpSp>
        <p:nvGrpSpPr>
          <p:cNvPr id="390150" name="Group 2">
            <a:extLst>
              <a:ext uri="{FF2B5EF4-FFF2-40B4-BE49-F238E27FC236}">
                <a16:creationId xmlns:a16="http://schemas.microsoft.com/office/drawing/2014/main" id="{D4742DA5-BF9A-4B71-9419-7AC0B0C88C0D}"/>
              </a:ext>
            </a:extLst>
          </p:cNvPr>
          <p:cNvGrpSpPr>
            <a:grpSpLocks/>
          </p:cNvGrpSpPr>
          <p:nvPr/>
        </p:nvGrpSpPr>
        <p:grpSpPr bwMode="auto">
          <a:xfrm>
            <a:off x="73025" y="5287963"/>
            <a:ext cx="1603375" cy="368300"/>
            <a:chOff x="72925" y="5287195"/>
            <a:chExt cx="1603972" cy="369332"/>
          </a:xfrm>
        </p:grpSpPr>
        <p:sp>
          <p:nvSpPr>
            <p:cNvPr id="390215" name="TextBox 70">
              <a:extLst>
                <a:ext uri="{FF2B5EF4-FFF2-40B4-BE49-F238E27FC236}">
                  <a16:creationId xmlns:a16="http://schemas.microsoft.com/office/drawing/2014/main" id="{DEE37967-3297-4D3A-B9C6-40DF094849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925" y="5287195"/>
              <a:ext cx="160397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w 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+ 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</a:t>
              </a:r>
            </a:p>
          </p:txBody>
        </p:sp>
        <p:cxnSp>
          <p:nvCxnSpPr>
            <p:cNvPr id="390216" name="Shape 3478">
              <a:extLst>
                <a:ext uri="{FF2B5EF4-FFF2-40B4-BE49-F238E27FC236}">
                  <a16:creationId xmlns:a16="http://schemas.microsoft.com/office/drawing/2014/main" id="{837CB0C6-BD0C-4495-8B4D-9B8F756C1E3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99194" y="5363042"/>
              <a:ext cx="144491" cy="1587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90151" name="Group 1">
            <a:extLst>
              <a:ext uri="{FF2B5EF4-FFF2-40B4-BE49-F238E27FC236}">
                <a16:creationId xmlns:a16="http://schemas.microsoft.com/office/drawing/2014/main" id="{67CCC2C0-1A55-4D72-A151-D138FCD1CC6A}"/>
              </a:ext>
            </a:extLst>
          </p:cNvPr>
          <p:cNvGrpSpPr>
            <a:grpSpLocks/>
          </p:cNvGrpSpPr>
          <p:nvPr/>
        </p:nvGrpSpPr>
        <p:grpSpPr bwMode="auto">
          <a:xfrm>
            <a:off x="1806575" y="952500"/>
            <a:ext cx="5119688" cy="5757863"/>
            <a:chOff x="1807368" y="952500"/>
            <a:chExt cx="5118895" cy="5757863"/>
          </a:xfrm>
        </p:grpSpPr>
        <p:sp>
          <p:nvSpPr>
            <p:cNvPr id="390152" name="Rectangle 13">
              <a:extLst>
                <a:ext uri="{FF2B5EF4-FFF2-40B4-BE49-F238E27FC236}">
                  <a16:creationId xmlns:a16="http://schemas.microsoft.com/office/drawing/2014/main" id="{BF2C8BBF-D6ED-4B9F-9AC7-C381F8A7F6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838" y="3878861"/>
              <a:ext cx="800100" cy="1303126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153" name="Rectangle 14">
              <a:extLst>
                <a:ext uri="{FF2B5EF4-FFF2-40B4-BE49-F238E27FC236}">
                  <a16:creationId xmlns:a16="http://schemas.microsoft.com/office/drawing/2014/main" id="{DC3A34A3-C7A9-4DDB-8593-B3D21C61CA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7213" y="4102662"/>
              <a:ext cx="295275" cy="2904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D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154" name="Rectangle 15">
              <a:extLst>
                <a:ext uri="{FF2B5EF4-FFF2-40B4-BE49-F238E27FC236}">
                  <a16:creationId xmlns:a16="http://schemas.microsoft.com/office/drawing/2014/main" id="{1650E83E-5479-4DCC-ABBE-8FC5D2C448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3463" y="4094726"/>
              <a:ext cx="295275" cy="2904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155" name="Line 16">
              <a:extLst>
                <a:ext uri="{FF2B5EF4-FFF2-40B4-BE49-F238E27FC236}">
                  <a16:creationId xmlns:a16="http://schemas.microsoft.com/office/drawing/2014/main" id="{529F06A2-1B81-46F8-B8FB-4C445DC266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29338" y="4724861"/>
              <a:ext cx="1143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0156" name="Freeform 17">
              <a:extLst>
                <a:ext uri="{FF2B5EF4-FFF2-40B4-BE49-F238E27FC236}">
                  <a16:creationId xmlns:a16="http://schemas.microsoft.com/office/drawing/2014/main" id="{88B40D34-BF1D-4125-8DAA-E74BF87C5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7838" y="4770892"/>
              <a:ext cx="160337" cy="158724"/>
            </a:xfrm>
            <a:custGeom>
              <a:avLst/>
              <a:gdLst>
                <a:gd name="T0" fmla="*/ 0 w 202"/>
                <a:gd name="T1" fmla="*/ 2147483646 h 202"/>
                <a:gd name="T2" fmla="*/ 2147483646 w 202"/>
                <a:gd name="T3" fmla="*/ 2147483646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  <a:gd name="T9" fmla="*/ 0 w 202"/>
                <a:gd name="T10" fmla="*/ 0 h 202"/>
                <a:gd name="T11" fmla="*/ 202 w 202"/>
                <a:gd name="T12" fmla="*/ 202 h 20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0157" name="Line 20">
              <a:extLst>
                <a:ext uri="{FF2B5EF4-FFF2-40B4-BE49-F238E27FC236}">
                  <a16:creationId xmlns:a16="http://schemas.microsoft.com/office/drawing/2014/main" id="{F1A09725-6632-4C7A-B6C2-E32F531F9A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71047" y="4199484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0158" name="Rectangle 22">
              <a:extLst>
                <a:ext uri="{FF2B5EF4-FFF2-40B4-BE49-F238E27FC236}">
                  <a16:creationId xmlns:a16="http://schemas.microsoft.com/office/drawing/2014/main" id="{A6032654-99F2-4E4E-9BE2-D90AF9F9DD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838" y="5408824"/>
              <a:ext cx="800100" cy="1301539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159" name="Rectangle 23">
              <a:extLst>
                <a:ext uri="{FF2B5EF4-FFF2-40B4-BE49-F238E27FC236}">
                  <a16:creationId xmlns:a16="http://schemas.microsoft.com/office/drawing/2014/main" id="{42668DFD-F50E-4E55-8C8D-77709407C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5050" y="4747083"/>
              <a:ext cx="295275" cy="2904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160" name="Rectangle 24">
              <a:extLst>
                <a:ext uri="{FF2B5EF4-FFF2-40B4-BE49-F238E27FC236}">
                  <a16:creationId xmlns:a16="http://schemas.microsoft.com/office/drawing/2014/main" id="{A808E782-998C-452F-9504-AE2B783D4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7213" y="5635800"/>
              <a:ext cx="295275" cy="2904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D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161" name="Rectangle 25">
              <a:extLst>
                <a:ext uri="{FF2B5EF4-FFF2-40B4-BE49-F238E27FC236}">
                  <a16:creationId xmlns:a16="http://schemas.microsoft.com/office/drawing/2014/main" id="{113241DD-E90E-42CC-87CD-D5AC1584B5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3463" y="5627863"/>
              <a:ext cx="295275" cy="2904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162" name="Line 26">
              <a:extLst>
                <a:ext uri="{FF2B5EF4-FFF2-40B4-BE49-F238E27FC236}">
                  <a16:creationId xmlns:a16="http://schemas.microsoft.com/office/drawing/2014/main" id="{A41A2A44-3D1A-4858-B081-327D63BDD7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29338" y="6277046"/>
              <a:ext cx="11430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0163" name="Freeform 27">
              <a:extLst>
                <a:ext uri="{FF2B5EF4-FFF2-40B4-BE49-F238E27FC236}">
                  <a16:creationId xmlns:a16="http://schemas.microsoft.com/office/drawing/2014/main" id="{75AD107C-93F0-4B29-9193-F647B17ED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7838" y="6299268"/>
              <a:ext cx="160337" cy="160311"/>
            </a:xfrm>
            <a:custGeom>
              <a:avLst/>
              <a:gdLst>
                <a:gd name="T0" fmla="*/ 0 w 202"/>
                <a:gd name="T1" fmla="*/ 2147483646 h 201"/>
                <a:gd name="T2" fmla="*/ 2147483646 w 202"/>
                <a:gd name="T3" fmla="*/ 2147483646 h 201"/>
                <a:gd name="T4" fmla="*/ 0 w 202"/>
                <a:gd name="T5" fmla="*/ 0 h 201"/>
                <a:gd name="T6" fmla="*/ 0 60000 65536"/>
                <a:gd name="T7" fmla="*/ 0 60000 65536"/>
                <a:gd name="T8" fmla="*/ 0 60000 65536"/>
                <a:gd name="T9" fmla="*/ 0 w 202"/>
                <a:gd name="T10" fmla="*/ 0 h 201"/>
                <a:gd name="T11" fmla="*/ 202 w 202"/>
                <a:gd name="T12" fmla="*/ 201 h 20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2" h="201">
                  <a:moveTo>
                    <a:pt x="0" y="201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0164" name="Rectangle 32">
              <a:extLst>
                <a:ext uri="{FF2B5EF4-FFF2-40B4-BE49-F238E27FC236}">
                  <a16:creationId xmlns:a16="http://schemas.microsoft.com/office/drawing/2014/main" id="{0A4705F1-3803-48A9-B2A1-E2F9155FD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5050" y="6281807"/>
              <a:ext cx="295275" cy="2904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165" name="Rectangle 33">
              <a:extLst>
                <a:ext uri="{FF2B5EF4-FFF2-40B4-BE49-F238E27FC236}">
                  <a16:creationId xmlns:a16="http://schemas.microsoft.com/office/drawing/2014/main" id="{E162DF4B-A40B-40A9-A62B-C2FAFF5DB9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7150" y="3866163"/>
              <a:ext cx="260350" cy="2888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166" name="Rectangle 34">
              <a:extLst>
                <a:ext uri="{FF2B5EF4-FFF2-40B4-BE49-F238E27FC236}">
                  <a16:creationId xmlns:a16="http://schemas.microsoft.com/office/drawing/2014/main" id="{0AA43BEC-653D-40DE-A865-F0BE9D5BA3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450" y="3953461"/>
              <a:ext cx="206375" cy="2428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167" name="Rectangle 35">
              <a:extLst>
                <a:ext uri="{FF2B5EF4-FFF2-40B4-BE49-F238E27FC236}">
                  <a16:creationId xmlns:a16="http://schemas.microsoft.com/office/drawing/2014/main" id="{62896CB3-9686-40BE-97E9-84EC04A67F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7150" y="5400888"/>
              <a:ext cx="260350" cy="2888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168" name="Rectangle 36">
              <a:extLst>
                <a:ext uri="{FF2B5EF4-FFF2-40B4-BE49-F238E27FC236}">
                  <a16:creationId xmlns:a16="http://schemas.microsoft.com/office/drawing/2014/main" id="{4AE73884-FE64-40D0-9121-4907A3E669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450" y="5486599"/>
              <a:ext cx="206375" cy="2428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169" name="Rectangle 40">
              <a:extLst>
                <a:ext uri="{FF2B5EF4-FFF2-40B4-BE49-F238E27FC236}">
                  <a16:creationId xmlns:a16="http://schemas.microsoft.com/office/drawing/2014/main" id="{4B74ED14-59FE-4E42-BD44-A4642EE419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7813" y="5400888"/>
              <a:ext cx="236537" cy="2888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170" name="Rectangle 41">
              <a:extLst>
                <a:ext uri="{FF2B5EF4-FFF2-40B4-BE49-F238E27FC236}">
                  <a16:creationId xmlns:a16="http://schemas.microsoft.com/office/drawing/2014/main" id="{26056F3D-2A20-4E04-A66C-A154BD436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9888" y="5486599"/>
              <a:ext cx="206375" cy="2428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171" name="Rectangle 42">
              <a:extLst>
                <a:ext uri="{FF2B5EF4-FFF2-40B4-BE49-F238E27FC236}">
                  <a16:creationId xmlns:a16="http://schemas.microsoft.com/office/drawing/2014/main" id="{2E947710-09C1-427A-B7DF-618AD4A52E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7813" y="3866163"/>
              <a:ext cx="236537" cy="2888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172" name="Rectangle 43">
              <a:extLst>
                <a:ext uri="{FF2B5EF4-FFF2-40B4-BE49-F238E27FC236}">
                  <a16:creationId xmlns:a16="http://schemas.microsoft.com/office/drawing/2014/main" id="{D1FBCD06-7429-49B7-B1B2-3CBD964BB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9888" y="3953461"/>
              <a:ext cx="206375" cy="2428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173" name="Line 46">
              <a:extLst>
                <a:ext uri="{FF2B5EF4-FFF2-40B4-BE49-F238E27FC236}">
                  <a16:creationId xmlns:a16="http://schemas.microsoft.com/office/drawing/2014/main" id="{68002ACB-03D3-471B-A2A7-A6CA57BE46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8075" y="6391328"/>
              <a:ext cx="6397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0174" name="Freeform 48">
              <a:extLst>
                <a:ext uri="{FF2B5EF4-FFF2-40B4-BE49-F238E27FC236}">
                  <a16:creationId xmlns:a16="http://schemas.microsoft.com/office/drawing/2014/main" id="{5CE51C27-EFF2-435D-838C-7E82DBF3D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8625" y="6356408"/>
              <a:ext cx="75088" cy="44443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0175" name="Line 20">
              <a:extLst>
                <a:ext uri="{FF2B5EF4-FFF2-40B4-BE49-F238E27FC236}">
                  <a16:creationId xmlns:a16="http://schemas.microsoft.com/office/drawing/2014/main" id="{A5881FF2-B352-49B7-A279-20D0265CF0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53524" y="5759852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0176" name="Line 20">
              <a:extLst>
                <a:ext uri="{FF2B5EF4-FFF2-40B4-BE49-F238E27FC236}">
                  <a16:creationId xmlns:a16="http://schemas.microsoft.com/office/drawing/2014/main" id="{1B206FC6-D56F-4943-A9B5-DF34D3428E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69755" y="5738073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0177" name="Line 20">
              <a:extLst>
                <a:ext uri="{FF2B5EF4-FFF2-40B4-BE49-F238E27FC236}">
                  <a16:creationId xmlns:a16="http://schemas.microsoft.com/office/drawing/2014/main" id="{F8DF35DD-35EB-411F-AC64-33C706FE59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8575" y="6423762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0178" name="Line 20">
              <a:extLst>
                <a:ext uri="{FF2B5EF4-FFF2-40B4-BE49-F238E27FC236}">
                  <a16:creationId xmlns:a16="http://schemas.microsoft.com/office/drawing/2014/main" id="{54B7BD38-1818-44D5-B5B4-C100454E32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8575" y="4861364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0179" name="Line 20">
              <a:extLst>
                <a:ext uri="{FF2B5EF4-FFF2-40B4-BE49-F238E27FC236}">
                  <a16:creationId xmlns:a16="http://schemas.microsoft.com/office/drawing/2014/main" id="{C45B1BFC-03E5-4878-BAE8-F14B057512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57938" y="4205573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0180" name="Rectangle 13">
              <a:extLst>
                <a:ext uri="{FF2B5EF4-FFF2-40B4-BE49-F238E27FC236}">
                  <a16:creationId xmlns:a16="http://schemas.microsoft.com/office/drawing/2014/main" id="{CA495BE0-2078-450A-A7D2-AFF9F32FD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9118" y="2435256"/>
              <a:ext cx="800100" cy="1303126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181" name="Rectangle 14">
              <a:extLst>
                <a:ext uri="{FF2B5EF4-FFF2-40B4-BE49-F238E27FC236}">
                  <a16:creationId xmlns:a16="http://schemas.microsoft.com/office/drawing/2014/main" id="{D3FD9B02-A55B-4A83-BEF5-9FAC8DE0D2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8493" y="2659057"/>
              <a:ext cx="295275" cy="2904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D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182" name="Rectangle 15">
              <a:extLst>
                <a:ext uri="{FF2B5EF4-FFF2-40B4-BE49-F238E27FC236}">
                  <a16:creationId xmlns:a16="http://schemas.microsoft.com/office/drawing/2014/main" id="{E951D84E-BD0D-4CCA-A3AC-ED77A82F2B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4743" y="2651121"/>
              <a:ext cx="295275" cy="2904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183" name="Line 16">
              <a:extLst>
                <a:ext uri="{FF2B5EF4-FFF2-40B4-BE49-F238E27FC236}">
                  <a16:creationId xmlns:a16="http://schemas.microsoft.com/office/drawing/2014/main" id="{2D7D571D-62D8-4230-AD76-1133653683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40618" y="3281256"/>
              <a:ext cx="1143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0184" name="Freeform 17">
              <a:extLst>
                <a:ext uri="{FF2B5EF4-FFF2-40B4-BE49-F238E27FC236}">
                  <a16:creationId xmlns:a16="http://schemas.microsoft.com/office/drawing/2014/main" id="{2033E442-0062-46ED-9FB5-E3F3366F9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9118" y="3327287"/>
              <a:ext cx="160337" cy="158724"/>
            </a:xfrm>
            <a:custGeom>
              <a:avLst/>
              <a:gdLst>
                <a:gd name="T0" fmla="*/ 0 w 202"/>
                <a:gd name="T1" fmla="*/ 2147483646 h 202"/>
                <a:gd name="T2" fmla="*/ 2147483646 w 202"/>
                <a:gd name="T3" fmla="*/ 2147483646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  <a:gd name="T9" fmla="*/ 0 w 202"/>
                <a:gd name="T10" fmla="*/ 0 h 202"/>
                <a:gd name="T11" fmla="*/ 202 w 202"/>
                <a:gd name="T12" fmla="*/ 202 h 20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0185" name="Line 20">
              <a:extLst>
                <a:ext uri="{FF2B5EF4-FFF2-40B4-BE49-F238E27FC236}">
                  <a16:creationId xmlns:a16="http://schemas.microsoft.com/office/drawing/2014/main" id="{31DA4594-6FCF-42CC-AFF9-373056985C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82327" y="2755879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0186" name="Rectangle 23">
              <a:extLst>
                <a:ext uri="{FF2B5EF4-FFF2-40B4-BE49-F238E27FC236}">
                  <a16:creationId xmlns:a16="http://schemas.microsoft.com/office/drawing/2014/main" id="{6383C982-E5A3-427B-B419-F52C894FB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330" y="3303477"/>
              <a:ext cx="295275" cy="2904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187" name="Rectangle 33">
              <a:extLst>
                <a:ext uri="{FF2B5EF4-FFF2-40B4-BE49-F238E27FC236}">
                  <a16:creationId xmlns:a16="http://schemas.microsoft.com/office/drawing/2014/main" id="{2604CF6D-2AB6-48B5-8CEE-57D230ECC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8430" y="2422558"/>
              <a:ext cx="260350" cy="2888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188" name="Rectangle 34">
              <a:extLst>
                <a:ext uri="{FF2B5EF4-FFF2-40B4-BE49-F238E27FC236}">
                  <a16:creationId xmlns:a16="http://schemas.microsoft.com/office/drawing/2014/main" id="{E414756D-565F-4683-A77A-CB171E20B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2730" y="2509856"/>
              <a:ext cx="83356" cy="2000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189" name="Rectangle 42">
              <a:extLst>
                <a:ext uri="{FF2B5EF4-FFF2-40B4-BE49-F238E27FC236}">
                  <a16:creationId xmlns:a16="http://schemas.microsoft.com/office/drawing/2014/main" id="{C9B59243-5807-4545-AB90-B5787B991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9093" y="2422558"/>
              <a:ext cx="236537" cy="2888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190" name="Rectangle 43">
              <a:extLst>
                <a:ext uri="{FF2B5EF4-FFF2-40B4-BE49-F238E27FC236}">
                  <a16:creationId xmlns:a16="http://schemas.microsoft.com/office/drawing/2014/main" id="{25A4AA0E-7814-48E7-A769-BAD97D7012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1168" y="2509856"/>
              <a:ext cx="83356" cy="2000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191" name="Line 20">
              <a:extLst>
                <a:ext uri="{FF2B5EF4-FFF2-40B4-BE49-F238E27FC236}">
                  <a16:creationId xmlns:a16="http://schemas.microsoft.com/office/drawing/2014/main" id="{B62998A9-6502-43F4-A2D5-B5A451E319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89855" y="3417759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0192" name="Line 20">
              <a:extLst>
                <a:ext uri="{FF2B5EF4-FFF2-40B4-BE49-F238E27FC236}">
                  <a16:creationId xmlns:a16="http://schemas.microsoft.com/office/drawing/2014/main" id="{6F31000F-A403-4EE9-934F-9528552200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69218" y="2761968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0193" name="Rectangle 13">
              <a:extLst>
                <a:ext uri="{FF2B5EF4-FFF2-40B4-BE49-F238E27FC236}">
                  <a16:creationId xmlns:a16="http://schemas.microsoft.com/office/drawing/2014/main" id="{1799C1F1-2CF9-4370-B62D-9AF3434A39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0398" y="965198"/>
              <a:ext cx="800100" cy="1303126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194" name="Rectangle 14">
              <a:extLst>
                <a:ext uri="{FF2B5EF4-FFF2-40B4-BE49-F238E27FC236}">
                  <a16:creationId xmlns:a16="http://schemas.microsoft.com/office/drawing/2014/main" id="{1EABB7E1-CE5F-48B7-9A86-36F25C3947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9773" y="1188999"/>
              <a:ext cx="295275" cy="2904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D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195" name="Rectangle 15">
              <a:extLst>
                <a:ext uri="{FF2B5EF4-FFF2-40B4-BE49-F238E27FC236}">
                  <a16:creationId xmlns:a16="http://schemas.microsoft.com/office/drawing/2014/main" id="{E295FEBD-8089-4780-9D6A-9821891E8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6023" y="1181063"/>
              <a:ext cx="295275" cy="2904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196" name="Line 16">
              <a:extLst>
                <a:ext uri="{FF2B5EF4-FFF2-40B4-BE49-F238E27FC236}">
                  <a16:creationId xmlns:a16="http://schemas.microsoft.com/office/drawing/2014/main" id="{A61787D1-EED5-438A-A696-2C2E58DA89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51898" y="1811198"/>
              <a:ext cx="1143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0197" name="Freeform 17">
              <a:extLst>
                <a:ext uri="{FF2B5EF4-FFF2-40B4-BE49-F238E27FC236}">
                  <a16:creationId xmlns:a16="http://schemas.microsoft.com/office/drawing/2014/main" id="{D6736582-525C-49AE-8493-66F640F8B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0398" y="1857229"/>
              <a:ext cx="160337" cy="158724"/>
            </a:xfrm>
            <a:custGeom>
              <a:avLst/>
              <a:gdLst>
                <a:gd name="T0" fmla="*/ 0 w 202"/>
                <a:gd name="T1" fmla="*/ 2147483646 h 202"/>
                <a:gd name="T2" fmla="*/ 2147483646 w 202"/>
                <a:gd name="T3" fmla="*/ 2147483646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  <a:gd name="T9" fmla="*/ 0 w 202"/>
                <a:gd name="T10" fmla="*/ 0 h 202"/>
                <a:gd name="T11" fmla="*/ 202 w 202"/>
                <a:gd name="T12" fmla="*/ 202 h 20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0198" name="Line 20">
              <a:extLst>
                <a:ext uri="{FF2B5EF4-FFF2-40B4-BE49-F238E27FC236}">
                  <a16:creationId xmlns:a16="http://schemas.microsoft.com/office/drawing/2014/main" id="{39865F29-F8A8-41B2-9E22-831FA33ACD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93607" y="1285821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0199" name="Rectangle 23">
              <a:extLst>
                <a:ext uri="{FF2B5EF4-FFF2-40B4-BE49-F238E27FC236}">
                  <a16:creationId xmlns:a16="http://schemas.microsoft.com/office/drawing/2014/main" id="{B4B5087D-CF7C-4261-889C-D5B8569DA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7610" y="1833419"/>
              <a:ext cx="295275" cy="2904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200" name="Rectangle 33">
              <a:extLst>
                <a:ext uri="{FF2B5EF4-FFF2-40B4-BE49-F238E27FC236}">
                  <a16:creationId xmlns:a16="http://schemas.microsoft.com/office/drawing/2014/main" id="{477692AD-008C-4DA0-AB8F-3272F3E58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9710" y="952500"/>
              <a:ext cx="260350" cy="2888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201" name="Rectangle 34">
              <a:extLst>
                <a:ext uri="{FF2B5EF4-FFF2-40B4-BE49-F238E27FC236}">
                  <a16:creationId xmlns:a16="http://schemas.microsoft.com/office/drawing/2014/main" id="{865B48EF-7C86-4EE0-8A8D-2F6B1BC3CA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4010" y="1039798"/>
              <a:ext cx="83356" cy="2000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202" name="Rectangle 42">
              <a:extLst>
                <a:ext uri="{FF2B5EF4-FFF2-40B4-BE49-F238E27FC236}">
                  <a16:creationId xmlns:a16="http://schemas.microsoft.com/office/drawing/2014/main" id="{298D30EA-CC65-40DA-A8C6-D1246BFAF1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50373" y="952500"/>
              <a:ext cx="236537" cy="2888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203" name="Rectangle 43">
              <a:extLst>
                <a:ext uri="{FF2B5EF4-FFF2-40B4-BE49-F238E27FC236}">
                  <a16:creationId xmlns:a16="http://schemas.microsoft.com/office/drawing/2014/main" id="{18FD3BB3-F7F8-40DA-81AF-A8B5438991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2448" y="1039798"/>
              <a:ext cx="83356" cy="2000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204" name="Line 20">
              <a:extLst>
                <a:ext uri="{FF2B5EF4-FFF2-40B4-BE49-F238E27FC236}">
                  <a16:creationId xmlns:a16="http://schemas.microsoft.com/office/drawing/2014/main" id="{459B0934-EA57-4CBE-92EC-1D554532A2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401135" y="1947701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0205" name="Line 20">
              <a:extLst>
                <a:ext uri="{FF2B5EF4-FFF2-40B4-BE49-F238E27FC236}">
                  <a16:creationId xmlns:a16="http://schemas.microsoft.com/office/drawing/2014/main" id="{2878F91F-AB39-4ACD-BAD0-53A1D61E9A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80498" y="1291910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0206" name="Line 20">
              <a:extLst>
                <a:ext uri="{FF2B5EF4-FFF2-40B4-BE49-F238E27FC236}">
                  <a16:creationId xmlns:a16="http://schemas.microsoft.com/office/drawing/2014/main" id="{5939C0AC-AFE1-4244-992F-416CA4A046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40299" y="1942790"/>
              <a:ext cx="6400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0207" name="Line 20">
              <a:extLst>
                <a:ext uri="{FF2B5EF4-FFF2-40B4-BE49-F238E27FC236}">
                  <a16:creationId xmlns:a16="http://schemas.microsoft.com/office/drawing/2014/main" id="{C4845CC1-FFBB-4EF8-8BC3-98C0F397D8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40299" y="3414592"/>
              <a:ext cx="633863" cy="47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0208" name="Line 20">
              <a:extLst>
                <a:ext uri="{FF2B5EF4-FFF2-40B4-BE49-F238E27FC236}">
                  <a16:creationId xmlns:a16="http://schemas.microsoft.com/office/drawing/2014/main" id="{DEC12E01-8DA5-48AC-B16F-574C0C1B13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18074" y="1942789"/>
              <a:ext cx="22225" cy="29185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0209" name="Freeform 48">
              <a:extLst>
                <a:ext uri="{FF2B5EF4-FFF2-40B4-BE49-F238E27FC236}">
                  <a16:creationId xmlns:a16="http://schemas.microsoft.com/office/drawing/2014/main" id="{14C5B0DF-C68F-48A5-8E55-7D507736F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8725" y="4833445"/>
              <a:ext cx="75088" cy="44443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0210" name="Freeform 48">
              <a:extLst>
                <a:ext uri="{FF2B5EF4-FFF2-40B4-BE49-F238E27FC236}">
                  <a16:creationId xmlns:a16="http://schemas.microsoft.com/office/drawing/2014/main" id="{353E047C-3141-40A5-8EC8-76428030E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185" y="3407475"/>
              <a:ext cx="75088" cy="44443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0211" name="Rectangle 37">
              <a:extLst>
                <a:ext uri="{FF2B5EF4-FFF2-40B4-BE49-F238E27FC236}">
                  <a16:creationId xmlns:a16="http://schemas.microsoft.com/office/drawing/2014/main" id="{46FDE470-298D-4C99-9DCC-5CB6DD752B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1648" y="5918741"/>
              <a:ext cx="284162" cy="2888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212" name="Rectangle 38">
              <a:extLst>
                <a:ext uri="{FF2B5EF4-FFF2-40B4-BE49-F238E27FC236}">
                  <a16:creationId xmlns:a16="http://schemas.microsoft.com/office/drawing/2014/main" id="{2A86C193-5080-4D87-9838-19F4A29196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7368" y="6270250"/>
              <a:ext cx="646113" cy="2888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Clock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213" name="Freeform 45">
              <a:extLst>
                <a:ext uri="{FF2B5EF4-FFF2-40B4-BE49-F238E27FC236}">
                  <a16:creationId xmlns:a16="http://schemas.microsoft.com/office/drawing/2014/main" id="{E2742D57-FCB2-4700-A19B-B3964C980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191" y="4861363"/>
              <a:ext cx="3082647" cy="1540673"/>
            </a:xfrm>
            <a:custGeom>
              <a:avLst/>
              <a:gdLst>
                <a:gd name="T0" fmla="*/ 0 w 11935"/>
                <a:gd name="T1" fmla="*/ 235717308 h 10070"/>
                <a:gd name="T2" fmla="*/ 630893734 w 11935"/>
                <a:gd name="T3" fmla="*/ 234078717 h 10070"/>
                <a:gd name="T4" fmla="*/ 630893734 w 11935"/>
                <a:gd name="T5" fmla="*/ 0 h 10070"/>
                <a:gd name="T6" fmla="*/ 796205490 w 11935"/>
                <a:gd name="T7" fmla="*/ 0 h 100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935" h="10070">
                  <a:moveTo>
                    <a:pt x="0" y="10070"/>
                  </a:moveTo>
                  <a:lnTo>
                    <a:pt x="9457" y="10000"/>
                  </a:lnTo>
                  <a:lnTo>
                    <a:pt x="9457" y="0"/>
                  </a:lnTo>
                  <a:lnTo>
                    <a:pt x="11935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0214" name="Line 20">
              <a:extLst>
                <a:ext uri="{FF2B5EF4-FFF2-40B4-BE49-F238E27FC236}">
                  <a16:creationId xmlns:a16="http://schemas.microsoft.com/office/drawing/2014/main" id="{0725C3A8-897F-45F6-8432-3818495F01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00263" y="6059593"/>
              <a:ext cx="4873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B5536C61-8C50-9644-9E44-552C57D87F6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4763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/>
              <a:t>Let's Complete the Circuit Diagram</a:t>
            </a:r>
            <a:endParaRPr lang="en-US" dirty="0">
              <a:ea typeface="+mj-ea"/>
              <a:cs typeface="+mj-cs"/>
            </a:endParaRPr>
          </a:p>
        </p:txBody>
      </p:sp>
      <p:grpSp>
        <p:nvGrpSpPr>
          <p:cNvPr id="392194" name="Group 3">
            <a:extLst>
              <a:ext uri="{FF2B5EF4-FFF2-40B4-BE49-F238E27FC236}">
                <a16:creationId xmlns:a16="http://schemas.microsoft.com/office/drawing/2014/main" id="{CEFEAF6A-2896-4843-B91A-872B2B9E52F2}"/>
              </a:ext>
            </a:extLst>
          </p:cNvPr>
          <p:cNvGrpSpPr>
            <a:grpSpLocks/>
          </p:cNvGrpSpPr>
          <p:nvPr/>
        </p:nvGrpSpPr>
        <p:grpSpPr bwMode="auto">
          <a:xfrm>
            <a:off x="0" y="771525"/>
            <a:ext cx="2741613" cy="1243013"/>
            <a:chOff x="6044966" y="5489499"/>
            <a:chExt cx="2741195" cy="1242883"/>
          </a:xfrm>
        </p:grpSpPr>
        <p:sp>
          <p:nvSpPr>
            <p:cNvPr id="392290" name="TextBox 4">
              <a:extLst>
                <a:ext uri="{FF2B5EF4-FFF2-40B4-BE49-F238E27FC236}">
                  <a16:creationId xmlns:a16="http://schemas.microsoft.com/office/drawing/2014/main" id="{D7D820A0-4038-4F69-AE0B-4D257BB66A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44966" y="5489499"/>
              <a:ext cx="183565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R1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out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R2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in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3</a:t>
              </a:r>
            </a:p>
          </p:txBody>
        </p:sp>
        <p:sp>
          <p:nvSpPr>
            <p:cNvPr id="392291" name="TextBox 6">
              <a:extLst>
                <a:ext uri="{FF2B5EF4-FFF2-40B4-BE49-F238E27FC236}">
                  <a16:creationId xmlns:a16="http://schemas.microsoft.com/office/drawing/2014/main" id="{9CD04B17-6B55-4A26-A21C-32BBDFE15B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73300" y="6363050"/>
              <a:ext cx="183565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R2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out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R3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in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</a:t>
              </a:r>
            </a:p>
          </p:txBody>
        </p:sp>
        <p:sp>
          <p:nvSpPr>
            <p:cNvPr id="392292" name="TextBox 9">
              <a:extLst>
                <a:ext uri="{FF2B5EF4-FFF2-40B4-BE49-F238E27FC236}">
                  <a16:creationId xmlns:a16="http://schemas.microsoft.com/office/drawing/2014/main" id="{9EFD7B9A-D907-4AF7-902A-A61EBB7790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35601" y="5959926"/>
              <a:ext cx="265056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R1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in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R3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out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Done = 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</a:t>
              </a:r>
            </a:p>
          </p:txBody>
        </p:sp>
      </p:grpSp>
      <p:sp>
        <p:nvSpPr>
          <p:cNvPr id="392195" name="TextBox 1">
            <a:extLst>
              <a:ext uri="{FF2B5EF4-FFF2-40B4-BE49-F238E27FC236}">
                <a16:creationId xmlns:a16="http://schemas.microsoft.com/office/drawing/2014/main" id="{8CDC3471-91A5-4133-B45B-7177D3773C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963" y="5673725"/>
            <a:ext cx="11620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Y</a:t>
            </a:r>
            <a:r>
              <a:rPr kumimoji="0" lang="en-US" altLang="en-US" sz="1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2</a:t>
            </a: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 = w y</a:t>
            </a:r>
            <a:r>
              <a:rPr kumimoji="0" lang="en-US" altLang="en-US" sz="1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1</a:t>
            </a:r>
          </a:p>
        </p:txBody>
      </p:sp>
      <p:sp>
        <p:nvSpPr>
          <p:cNvPr id="392196" name="TextBox 65">
            <a:extLst>
              <a:ext uri="{FF2B5EF4-FFF2-40B4-BE49-F238E27FC236}">
                <a16:creationId xmlns:a16="http://schemas.microsoft.com/office/drawing/2014/main" id="{A729E822-8960-4D47-A4FE-8A1820253E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138" y="6002338"/>
            <a:ext cx="930275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Y</a:t>
            </a:r>
            <a:r>
              <a:rPr kumimoji="0" lang="en-US" altLang="en-US" sz="1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3</a:t>
            </a: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 = y</a:t>
            </a:r>
            <a:r>
              <a:rPr kumimoji="0" lang="en-US" altLang="en-US" sz="1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2</a:t>
            </a:r>
          </a:p>
        </p:txBody>
      </p:sp>
      <p:sp>
        <p:nvSpPr>
          <p:cNvPr id="392197" name="TextBox 68">
            <a:extLst>
              <a:ext uri="{FF2B5EF4-FFF2-40B4-BE49-F238E27FC236}">
                <a16:creationId xmlns:a16="http://schemas.microsoft.com/office/drawing/2014/main" id="{79E86722-2E32-466F-B587-DCF5370D7A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250" y="6367463"/>
            <a:ext cx="930275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Y</a:t>
            </a:r>
            <a:r>
              <a:rPr kumimoji="0" lang="en-US" altLang="en-US" sz="1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4</a:t>
            </a: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 = y</a:t>
            </a:r>
            <a:r>
              <a:rPr kumimoji="0" lang="en-US" altLang="en-US" sz="1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3</a:t>
            </a:r>
          </a:p>
        </p:txBody>
      </p:sp>
      <p:grpSp>
        <p:nvGrpSpPr>
          <p:cNvPr id="392198" name="Group 2">
            <a:extLst>
              <a:ext uri="{FF2B5EF4-FFF2-40B4-BE49-F238E27FC236}">
                <a16:creationId xmlns:a16="http://schemas.microsoft.com/office/drawing/2014/main" id="{42CC9340-F67D-4036-8B87-1C4BD07328A0}"/>
              </a:ext>
            </a:extLst>
          </p:cNvPr>
          <p:cNvGrpSpPr>
            <a:grpSpLocks/>
          </p:cNvGrpSpPr>
          <p:nvPr/>
        </p:nvGrpSpPr>
        <p:grpSpPr bwMode="auto">
          <a:xfrm>
            <a:off x="73025" y="5287963"/>
            <a:ext cx="1603375" cy="368300"/>
            <a:chOff x="72925" y="5287195"/>
            <a:chExt cx="1603972" cy="369332"/>
          </a:xfrm>
        </p:grpSpPr>
        <p:sp>
          <p:nvSpPr>
            <p:cNvPr id="392288" name="TextBox 70">
              <a:extLst>
                <a:ext uri="{FF2B5EF4-FFF2-40B4-BE49-F238E27FC236}">
                  <a16:creationId xmlns:a16="http://schemas.microsoft.com/office/drawing/2014/main" id="{1606ACFA-5897-4A73-A278-4749879E49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925" y="5287195"/>
              <a:ext cx="160397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w 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+ 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</a:t>
              </a:r>
            </a:p>
          </p:txBody>
        </p:sp>
        <p:cxnSp>
          <p:nvCxnSpPr>
            <p:cNvPr id="392289" name="Shape 3478">
              <a:extLst>
                <a:ext uri="{FF2B5EF4-FFF2-40B4-BE49-F238E27FC236}">
                  <a16:creationId xmlns:a16="http://schemas.microsoft.com/office/drawing/2014/main" id="{6CAF5909-08C5-41A6-810D-6D5E03B9B8C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99194" y="5363042"/>
              <a:ext cx="144491" cy="1587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92199" name="Group 1">
            <a:extLst>
              <a:ext uri="{FF2B5EF4-FFF2-40B4-BE49-F238E27FC236}">
                <a16:creationId xmlns:a16="http://schemas.microsoft.com/office/drawing/2014/main" id="{6D0376BA-D85D-4322-BA6A-66EC556EDDC8}"/>
              </a:ext>
            </a:extLst>
          </p:cNvPr>
          <p:cNvGrpSpPr>
            <a:grpSpLocks/>
          </p:cNvGrpSpPr>
          <p:nvPr/>
        </p:nvGrpSpPr>
        <p:grpSpPr bwMode="auto">
          <a:xfrm>
            <a:off x="1806575" y="823913"/>
            <a:ext cx="7226300" cy="5886450"/>
            <a:chOff x="1807368" y="823913"/>
            <a:chExt cx="7225507" cy="5886450"/>
          </a:xfrm>
        </p:grpSpPr>
        <p:sp>
          <p:nvSpPr>
            <p:cNvPr id="392200" name="Rectangle 13">
              <a:extLst>
                <a:ext uri="{FF2B5EF4-FFF2-40B4-BE49-F238E27FC236}">
                  <a16:creationId xmlns:a16="http://schemas.microsoft.com/office/drawing/2014/main" id="{4C919D9A-C991-45DF-B34D-5511125B71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838" y="3878861"/>
              <a:ext cx="800100" cy="1303126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201" name="Rectangle 14">
              <a:extLst>
                <a:ext uri="{FF2B5EF4-FFF2-40B4-BE49-F238E27FC236}">
                  <a16:creationId xmlns:a16="http://schemas.microsoft.com/office/drawing/2014/main" id="{79B43D48-B57B-4E28-B942-F8E8582B17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7213" y="4102662"/>
              <a:ext cx="295275" cy="2904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D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202" name="Rectangle 15">
              <a:extLst>
                <a:ext uri="{FF2B5EF4-FFF2-40B4-BE49-F238E27FC236}">
                  <a16:creationId xmlns:a16="http://schemas.microsoft.com/office/drawing/2014/main" id="{17AC38F4-DED6-469E-ACBA-655795BCB3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3463" y="4094726"/>
              <a:ext cx="295275" cy="2904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203" name="Line 16">
              <a:extLst>
                <a:ext uri="{FF2B5EF4-FFF2-40B4-BE49-F238E27FC236}">
                  <a16:creationId xmlns:a16="http://schemas.microsoft.com/office/drawing/2014/main" id="{2AF94314-B0C0-4177-9361-2EDA8B61B1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29338" y="4724861"/>
              <a:ext cx="1143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2204" name="Freeform 17">
              <a:extLst>
                <a:ext uri="{FF2B5EF4-FFF2-40B4-BE49-F238E27FC236}">
                  <a16:creationId xmlns:a16="http://schemas.microsoft.com/office/drawing/2014/main" id="{7E744E30-26D3-4953-B6D1-C09990EF1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7838" y="4770892"/>
              <a:ext cx="160337" cy="158724"/>
            </a:xfrm>
            <a:custGeom>
              <a:avLst/>
              <a:gdLst>
                <a:gd name="T0" fmla="*/ 0 w 202"/>
                <a:gd name="T1" fmla="*/ 2147483646 h 202"/>
                <a:gd name="T2" fmla="*/ 2147483646 w 202"/>
                <a:gd name="T3" fmla="*/ 2147483646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  <a:gd name="T9" fmla="*/ 0 w 202"/>
                <a:gd name="T10" fmla="*/ 0 h 202"/>
                <a:gd name="T11" fmla="*/ 202 w 202"/>
                <a:gd name="T12" fmla="*/ 202 h 20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2205" name="Line 20">
              <a:extLst>
                <a:ext uri="{FF2B5EF4-FFF2-40B4-BE49-F238E27FC236}">
                  <a16:creationId xmlns:a16="http://schemas.microsoft.com/office/drawing/2014/main" id="{9491080B-FC15-46C2-A077-522CAA7442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71047" y="4199484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2206" name="Rectangle 22">
              <a:extLst>
                <a:ext uri="{FF2B5EF4-FFF2-40B4-BE49-F238E27FC236}">
                  <a16:creationId xmlns:a16="http://schemas.microsoft.com/office/drawing/2014/main" id="{05B1A025-05F6-4BA8-8D2D-68FCC3847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838" y="5408824"/>
              <a:ext cx="800100" cy="1301539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207" name="Rectangle 23">
              <a:extLst>
                <a:ext uri="{FF2B5EF4-FFF2-40B4-BE49-F238E27FC236}">
                  <a16:creationId xmlns:a16="http://schemas.microsoft.com/office/drawing/2014/main" id="{A43A4812-541D-4CA3-8E6C-2FD328BD3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5050" y="4747083"/>
              <a:ext cx="295275" cy="2904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208" name="Rectangle 24">
              <a:extLst>
                <a:ext uri="{FF2B5EF4-FFF2-40B4-BE49-F238E27FC236}">
                  <a16:creationId xmlns:a16="http://schemas.microsoft.com/office/drawing/2014/main" id="{26A396B7-51B4-4C4B-925C-8C7C35B713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7213" y="5635800"/>
              <a:ext cx="295275" cy="2904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D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209" name="Rectangle 25">
              <a:extLst>
                <a:ext uri="{FF2B5EF4-FFF2-40B4-BE49-F238E27FC236}">
                  <a16:creationId xmlns:a16="http://schemas.microsoft.com/office/drawing/2014/main" id="{BC92BBB4-9272-4505-82EB-FBD4CCD17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3463" y="5627863"/>
              <a:ext cx="295275" cy="2904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210" name="Line 26">
              <a:extLst>
                <a:ext uri="{FF2B5EF4-FFF2-40B4-BE49-F238E27FC236}">
                  <a16:creationId xmlns:a16="http://schemas.microsoft.com/office/drawing/2014/main" id="{6A3D2B3A-FE21-40FF-BF09-B7926B204D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29338" y="6277046"/>
              <a:ext cx="11430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2211" name="Freeform 27">
              <a:extLst>
                <a:ext uri="{FF2B5EF4-FFF2-40B4-BE49-F238E27FC236}">
                  <a16:creationId xmlns:a16="http://schemas.microsoft.com/office/drawing/2014/main" id="{D17B82C7-CBE7-4102-9F4A-D93A1324F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7838" y="6299268"/>
              <a:ext cx="160337" cy="160311"/>
            </a:xfrm>
            <a:custGeom>
              <a:avLst/>
              <a:gdLst>
                <a:gd name="T0" fmla="*/ 0 w 202"/>
                <a:gd name="T1" fmla="*/ 2147483646 h 201"/>
                <a:gd name="T2" fmla="*/ 2147483646 w 202"/>
                <a:gd name="T3" fmla="*/ 2147483646 h 201"/>
                <a:gd name="T4" fmla="*/ 0 w 202"/>
                <a:gd name="T5" fmla="*/ 0 h 201"/>
                <a:gd name="T6" fmla="*/ 0 60000 65536"/>
                <a:gd name="T7" fmla="*/ 0 60000 65536"/>
                <a:gd name="T8" fmla="*/ 0 60000 65536"/>
                <a:gd name="T9" fmla="*/ 0 w 202"/>
                <a:gd name="T10" fmla="*/ 0 h 201"/>
                <a:gd name="T11" fmla="*/ 202 w 202"/>
                <a:gd name="T12" fmla="*/ 201 h 20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2" h="201">
                  <a:moveTo>
                    <a:pt x="0" y="201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2212" name="Rectangle 32">
              <a:extLst>
                <a:ext uri="{FF2B5EF4-FFF2-40B4-BE49-F238E27FC236}">
                  <a16:creationId xmlns:a16="http://schemas.microsoft.com/office/drawing/2014/main" id="{3A83BD13-9615-4176-93DF-B2E45C03A7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5050" y="6281807"/>
              <a:ext cx="295275" cy="2904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213" name="Rectangle 33">
              <a:extLst>
                <a:ext uri="{FF2B5EF4-FFF2-40B4-BE49-F238E27FC236}">
                  <a16:creationId xmlns:a16="http://schemas.microsoft.com/office/drawing/2014/main" id="{C891E7BC-5928-4BA6-8C83-C2D1CD952B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7150" y="3866163"/>
              <a:ext cx="260350" cy="2888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214" name="Rectangle 34">
              <a:extLst>
                <a:ext uri="{FF2B5EF4-FFF2-40B4-BE49-F238E27FC236}">
                  <a16:creationId xmlns:a16="http://schemas.microsoft.com/office/drawing/2014/main" id="{BEBC82CF-EF42-45CA-9971-EF14265F4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450" y="3953461"/>
              <a:ext cx="206375" cy="2428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215" name="Rectangle 35">
              <a:extLst>
                <a:ext uri="{FF2B5EF4-FFF2-40B4-BE49-F238E27FC236}">
                  <a16:creationId xmlns:a16="http://schemas.microsoft.com/office/drawing/2014/main" id="{4BC3EA50-FA6F-4BA1-9C4F-2F40D3299A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7150" y="5400888"/>
              <a:ext cx="260350" cy="2888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216" name="Rectangle 36">
              <a:extLst>
                <a:ext uri="{FF2B5EF4-FFF2-40B4-BE49-F238E27FC236}">
                  <a16:creationId xmlns:a16="http://schemas.microsoft.com/office/drawing/2014/main" id="{2EE045CD-625A-4402-93AD-EF9CB921D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450" y="5486599"/>
              <a:ext cx="206375" cy="2428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217" name="Rectangle 40">
              <a:extLst>
                <a:ext uri="{FF2B5EF4-FFF2-40B4-BE49-F238E27FC236}">
                  <a16:creationId xmlns:a16="http://schemas.microsoft.com/office/drawing/2014/main" id="{9AD26599-D9C1-4A2C-B403-E551502053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7813" y="5400888"/>
              <a:ext cx="236537" cy="2888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218" name="Rectangle 41">
              <a:extLst>
                <a:ext uri="{FF2B5EF4-FFF2-40B4-BE49-F238E27FC236}">
                  <a16:creationId xmlns:a16="http://schemas.microsoft.com/office/drawing/2014/main" id="{6BF332F1-F51B-4F2F-AEB7-EF436A1155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9888" y="5486599"/>
              <a:ext cx="206375" cy="2428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219" name="Rectangle 42">
              <a:extLst>
                <a:ext uri="{FF2B5EF4-FFF2-40B4-BE49-F238E27FC236}">
                  <a16:creationId xmlns:a16="http://schemas.microsoft.com/office/drawing/2014/main" id="{E97E883D-4942-4372-82ED-20095265D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7813" y="3866163"/>
              <a:ext cx="236537" cy="2888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220" name="Rectangle 43">
              <a:extLst>
                <a:ext uri="{FF2B5EF4-FFF2-40B4-BE49-F238E27FC236}">
                  <a16:creationId xmlns:a16="http://schemas.microsoft.com/office/drawing/2014/main" id="{DE4B79B6-5CBD-4BEA-9919-134E0A4D1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9888" y="3953461"/>
              <a:ext cx="206375" cy="2428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221" name="Line 46">
              <a:extLst>
                <a:ext uri="{FF2B5EF4-FFF2-40B4-BE49-F238E27FC236}">
                  <a16:creationId xmlns:a16="http://schemas.microsoft.com/office/drawing/2014/main" id="{19C755DD-7A98-4E40-BF23-68BD39F708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8075" y="6391328"/>
              <a:ext cx="6397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2222" name="Freeform 48">
              <a:extLst>
                <a:ext uri="{FF2B5EF4-FFF2-40B4-BE49-F238E27FC236}">
                  <a16:creationId xmlns:a16="http://schemas.microsoft.com/office/drawing/2014/main" id="{1113F9E7-7466-43AB-95B8-79BAA6FA1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8625" y="6356408"/>
              <a:ext cx="75088" cy="44443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2223" name="Line 20">
              <a:extLst>
                <a:ext uri="{FF2B5EF4-FFF2-40B4-BE49-F238E27FC236}">
                  <a16:creationId xmlns:a16="http://schemas.microsoft.com/office/drawing/2014/main" id="{A2F830D9-72BB-4EDD-B6A7-08AC2327C9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53524" y="5759852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2224" name="Line 20">
              <a:extLst>
                <a:ext uri="{FF2B5EF4-FFF2-40B4-BE49-F238E27FC236}">
                  <a16:creationId xmlns:a16="http://schemas.microsoft.com/office/drawing/2014/main" id="{06DF60A8-0650-4F5F-8951-08627E6153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69755" y="5738073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2225" name="Line 20">
              <a:extLst>
                <a:ext uri="{FF2B5EF4-FFF2-40B4-BE49-F238E27FC236}">
                  <a16:creationId xmlns:a16="http://schemas.microsoft.com/office/drawing/2014/main" id="{FDA3C8A2-17A5-41EC-AAEC-C5C9F9E871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8575" y="6423762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2226" name="Line 20">
              <a:extLst>
                <a:ext uri="{FF2B5EF4-FFF2-40B4-BE49-F238E27FC236}">
                  <a16:creationId xmlns:a16="http://schemas.microsoft.com/office/drawing/2014/main" id="{BB386D9A-02E3-4086-884F-8DC7F6E551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8575" y="4861364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2227" name="Line 20">
              <a:extLst>
                <a:ext uri="{FF2B5EF4-FFF2-40B4-BE49-F238E27FC236}">
                  <a16:creationId xmlns:a16="http://schemas.microsoft.com/office/drawing/2014/main" id="{1634EF4D-C051-47D4-AFD9-CC4E3F46DC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57938" y="4205573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2228" name="Rectangle 13">
              <a:extLst>
                <a:ext uri="{FF2B5EF4-FFF2-40B4-BE49-F238E27FC236}">
                  <a16:creationId xmlns:a16="http://schemas.microsoft.com/office/drawing/2014/main" id="{938247B8-BCC9-42FF-BF1F-72E4AA8AC4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9118" y="2435256"/>
              <a:ext cx="800100" cy="1303126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229" name="Rectangle 14">
              <a:extLst>
                <a:ext uri="{FF2B5EF4-FFF2-40B4-BE49-F238E27FC236}">
                  <a16:creationId xmlns:a16="http://schemas.microsoft.com/office/drawing/2014/main" id="{B0D7CB0F-A8A1-49A1-9199-369BEDD6C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8493" y="2659057"/>
              <a:ext cx="295275" cy="2904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D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230" name="Rectangle 15">
              <a:extLst>
                <a:ext uri="{FF2B5EF4-FFF2-40B4-BE49-F238E27FC236}">
                  <a16:creationId xmlns:a16="http://schemas.microsoft.com/office/drawing/2014/main" id="{F3A1EB3B-0183-4410-A836-DA34DC95F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4743" y="2651121"/>
              <a:ext cx="295275" cy="2904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231" name="Line 16">
              <a:extLst>
                <a:ext uri="{FF2B5EF4-FFF2-40B4-BE49-F238E27FC236}">
                  <a16:creationId xmlns:a16="http://schemas.microsoft.com/office/drawing/2014/main" id="{B2F92D6F-2EAF-4F83-88F8-62969D1AE7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40618" y="3281256"/>
              <a:ext cx="1143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2232" name="Freeform 17">
              <a:extLst>
                <a:ext uri="{FF2B5EF4-FFF2-40B4-BE49-F238E27FC236}">
                  <a16:creationId xmlns:a16="http://schemas.microsoft.com/office/drawing/2014/main" id="{2E3C26CC-205E-4704-8F62-FE3740245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9118" y="3327287"/>
              <a:ext cx="160337" cy="158724"/>
            </a:xfrm>
            <a:custGeom>
              <a:avLst/>
              <a:gdLst>
                <a:gd name="T0" fmla="*/ 0 w 202"/>
                <a:gd name="T1" fmla="*/ 2147483646 h 202"/>
                <a:gd name="T2" fmla="*/ 2147483646 w 202"/>
                <a:gd name="T3" fmla="*/ 2147483646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  <a:gd name="T9" fmla="*/ 0 w 202"/>
                <a:gd name="T10" fmla="*/ 0 h 202"/>
                <a:gd name="T11" fmla="*/ 202 w 202"/>
                <a:gd name="T12" fmla="*/ 202 h 20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2233" name="Line 20">
              <a:extLst>
                <a:ext uri="{FF2B5EF4-FFF2-40B4-BE49-F238E27FC236}">
                  <a16:creationId xmlns:a16="http://schemas.microsoft.com/office/drawing/2014/main" id="{7EE65A75-BED8-46AF-A8F1-47D2C3F4D1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82327" y="2755879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2234" name="Rectangle 23">
              <a:extLst>
                <a:ext uri="{FF2B5EF4-FFF2-40B4-BE49-F238E27FC236}">
                  <a16:creationId xmlns:a16="http://schemas.microsoft.com/office/drawing/2014/main" id="{51B5D4DC-27CD-462A-80D9-BFE23E11CC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330" y="3303477"/>
              <a:ext cx="295275" cy="2904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235" name="Rectangle 33">
              <a:extLst>
                <a:ext uri="{FF2B5EF4-FFF2-40B4-BE49-F238E27FC236}">
                  <a16:creationId xmlns:a16="http://schemas.microsoft.com/office/drawing/2014/main" id="{A8A91E9A-9396-4637-B84C-0ECC81FDB0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8430" y="2422558"/>
              <a:ext cx="260350" cy="2888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236" name="Rectangle 34">
              <a:extLst>
                <a:ext uri="{FF2B5EF4-FFF2-40B4-BE49-F238E27FC236}">
                  <a16:creationId xmlns:a16="http://schemas.microsoft.com/office/drawing/2014/main" id="{9F99E4B9-87B2-4757-A4BC-FA1560F518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2730" y="2509856"/>
              <a:ext cx="83356" cy="2000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237" name="Rectangle 42">
              <a:extLst>
                <a:ext uri="{FF2B5EF4-FFF2-40B4-BE49-F238E27FC236}">
                  <a16:creationId xmlns:a16="http://schemas.microsoft.com/office/drawing/2014/main" id="{DD7BCE9A-1829-4662-A043-7F668DE15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9093" y="2422558"/>
              <a:ext cx="236537" cy="2888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238" name="Rectangle 43">
              <a:extLst>
                <a:ext uri="{FF2B5EF4-FFF2-40B4-BE49-F238E27FC236}">
                  <a16:creationId xmlns:a16="http://schemas.microsoft.com/office/drawing/2014/main" id="{0EFB4554-3C3B-4F3A-B95A-5E6B67B1F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1168" y="2509856"/>
              <a:ext cx="83356" cy="2000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239" name="Line 20">
              <a:extLst>
                <a:ext uri="{FF2B5EF4-FFF2-40B4-BE49-F238E27FC236}">
                  <a16:creationId xmlns:a16="http://schemas.microsoft.com/office/drawing/2014/main" id="{CB4B2AFD-7F12-4F53-ABDA-4830402F5E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89855" y="3417759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2240" name="Line 20">
              <a:extLst>
                <a:ext uri="{FF2B5EF4-FFF2-40B4-BE49-F238E27FC236}">
                  <a16:creationId xmlns:a16="http://schemas.microsoft.com/office/drawing/2014/main" id="{975D6E5B-D86F-4F0C-B5B1-0505668226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69218" y="2761968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2241" name="Rectangle 13">
              <a:extLst>
                <a:ext uri="{FF2B5EF4-FFF2-40B4-BE49-F238E27FC236}">
                  <a16:creationId xmlns:a16="http://schemas.microsoft.com/office/drawing/2014/main" id="{BA0CD382-2085-494C-A0C9-F848115867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0398" y="965198"/>
              <a:ext cx="800100" cy="1303126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242" name="Rectangle 14">
              <a:extLst>
                <a:ext uri="{FF2B5EF4-FFF2-40B4-BE49-F238E27FC236}">
                  <a16:creationId xmlns:a16="http://schemas.microsoft.com/office/drawing/2014/main" id="{89E8E158-7470-48C4-B0B0-88968C4309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9773" y="1188999"/>
              <a:ext cx="295275" cy="2904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D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243" name="Rectangle 15">
              <a:extLst>
                <a:ext uri="{FF2B5EF4-FFF2-40B4-BE49-F238E27FC236}">
                  <a16:creationId xmlns:a16="http://schemas.microsoft.com/office/drawing/2014/main" id="{AE30EC7C-136A-4ADD-A6C9-474B6A2B8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6023" y="1181063"/>
              <a:ext cx="295275" cy="2904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244" name="Line 16">
              <a:extLst>
                <a:ext uri="{FF2B5EF4-FFF2-40B4-BE49-F238E27FC236}">
                  <a16:creationId xmlns:a16="http://schemas.microsoft.com/office/drawing/2014/main" id="{02D2565E-8D6A-4F86-BED6-59786A87D7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51898" y="1811198"/>
              <a:ext cx="1143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2245" name="Freeform 17">
              <a:extLst>
                <a:ext uri="{FF2B5EF4-FFF2-40B4-BE49-F238E27FC236}">
                  <a16:creationId xmlns:a16="http://schemas.microsoft.com/office/drawing/2014/main" id="{9FBB2165-F740-4946-8532-5687534A0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0398" y="1857229"/>
              <a:ext cx="160337" cy="158724"/>
            </a:xfrm>
            <a:custGeom>
              <a:avLst/>
              <a:gdLst>
                <a:gd name="T0" fmla="*/ 0 w 202"/>
                <a:gd name="T1" fmla="*/ 2147483646 h 202"/>
                <a:gd name="T2" fmla="*/ 2147483646 w 202"/>
                <a:gd name="T3" fmla="*/ 2147483646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  <a:gd name="T9" fmla="*/ 0 w 202"/>
                <a:gd name="T10" fmla="*/ 0 h 202"/>
                <a:gd name="T11" fmla="*/ 202 w 202"/>
                <a:gd name="T12" fmla="*/ 202 h 20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2246" name="Line 20">
              <a:extLst>
                <a:ext uri="{FF2B5EF4-FFF2-40B4-BE49-F238E27FC236}">
                  <a16:creationId xmlns:a16="http://schemas.microsoft.com/office/drawing/2014/main" id="{6591E7AD-38DD-4445-A540-FC1F7BB83D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93607" y="1285821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2247" name="Rectangle 23">
              <a:extLst>
                <a:ext uri="{FF2B5EF4-FFF2-40B4-BE49-F238E27FC236}">
                  <a16:creationId xmlns:a16="http://schemas.microsoft.com/office/drawing/2014/main" id="{48E4A8AD-869A-4570-9EA4-66A90A9016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7610" y="1833419"/>
              <a:ext cx="295275" cy="2904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248" name="Rectangle 33">
              <a:extLst>
                <a:ext uri="{FF2B5EF4-FFF2-40B4-BE49-F238E27FC236}">
                  <a16:creationId xmlns:a16="http://schemas.microsoft.com/office/drawing/2014/main" id="{2A9F50A2-2A56-49F6-96DF-6369B93EAF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9710" y="952500"/>
              <a:ext cx="260350" cy="2888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249" name="Rectangle 34">
              <a:extLst>
                <a:ext uri="{FF2B5EF4-FFF2-40B4-BE49-F238E27FC236}">
                  <a16:creationId xmlns:a16="http://schemas.microsoft.com/office/drawing/2014/main" id="{B4B5E8E2-449A-450B-B662-DF1AE2C926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4010" y="1039798"/>
              <a:ext cx="83356" cy="2000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250" name="Rectangle 42">
              <a:extLst>
                <a:ext uri="{FF2B5EF4-FFF2-40B4-BE49-F238E27FC236}">
                  <a16:creationId xmlns:a16="http://schemas.microsoft.com/office/drawing/2014/main" id="{3A7AF5F2-B4BF-41A9-9932-72D99E46DA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50373" y="952500"/>
              <a:ext cx="236537" cy="2888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251" name="Rectangle 43">
              <a:extLst>
                <a:ext uri="{FF2B5EF4-FFF2-40B4-BE49-F238E27FC236}">
                  <a16:creationId xmlns:a16="http://schemas.microsoft.com/office/drawing/2014/main" id="{70AD67DC-A3EF-4465-A731-B5292837F5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2448" y="1039798"/>
              <a:ext cx="83356" cy="2000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252" name="Line 20">
              <a:extLst>
                <a:ext uri="{FF2B5EF4-FFF2-40B4-BE49-F238E27FC236}">
                  <a16:creationId xmlns:a16="http://schemas.microsoft.com/office/drawing/2014/main" id="{0A9BB73A-30C8-4D50-A033-8C97870DCA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401135" y="1947701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2253" name="Line 20">
              <a:extLst>
                <a:ext uri="{FF2B5EF4-FFF2-40B4-BE49-F238E27FC236}">
                  <a16:creationId xmlns:a16="http://schemas.microsoft.com/office/drawing/2014/main" id="{EF60FCC4-87F8-40BB-9E4A-EC58CE1D62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80498" y="1291910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2254" name="Line 20">
              <a:extLst>
                <a:ext uri="{FF2B5EF4-FFF2-40B4-BE49-F238E27FC236}">
                  <a16:creationId xmlns:a16="http://schemas.microsoft.com/office/drawing/2014/main" id="{6C414B9B-80A3-4E41-A01D-AEBD6FE8B4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40299" y="1942790"/>
              <a:ext cx="6400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2255" name="Line 20">
              <a:extLst>
                <a:ext uri="{FF2B5EF4-FFF2-40B4-BE49-F238E27FC236}">
                  <a16:creationId xmlns:a16="http://schemas.microsoft.com/office/drawing/2014/main" id="{9148B8B1-0C2D-4E3F-A9EC-51359818DC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40299" y="3414592"/>
              <a:ext cx="633863" cy="47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2256" name="Line 20">
              <a:extLst>
                <a:ext uri="{FF2B5EF4-FFF2-40B4-BE49-F238E27FC236}">
                  <a16:creationId xmlns:a16="http://schemas.microsoft.com/office/drawing/2014/main" id="{E71F1191-EDB2-4919-B64F-D9CDD04273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18074" y="1942789"/>
              <a:ext cx="22225" cy="29185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2257" name="Freeform 48">
              <a:extLst>
                <a:ext uri="{FF2B5EF4-FFF2-40B4-BE49-F238E27FC236}">
                  <a16:creationId xmlns:a16="http://schemas.microsoft.com/office/drawing/2014/main" id="{293EA8E4-668C-43EE-9D24-E181801E9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8725" y="4833445"/>
              <a:ext cx="75088" cy="44443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2258" name="Freeform 48">
              <a:extLst>
                <a:ext uri="{FF2B5EF4-FFF2-40B4-BE49-F238E27FC236}">
                  <a16:creationId xmlns:a16="http://schemas.microsoft.com/office/drawing/2014/main" id="{8E39DBAD-4770-4F6A-B33B-FA813F4B7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185" y="3407475"/>
              <a:ext cx="75088" cy="44443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92259" name="Group 4">
              <a:extLst>
                <a:ext uri="{FF2B5EF4-FFF2-40B4-BE49-F238E27FC236}">
                  <a16:creationId xmlns:a16="http://schemas.microsoft.com/office/drawing/2014/main" id="{F3FD2850-E0F7-4A8A-B7FE-C73E17259D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45300" y="3768725"/>
              <a:ext cx="2152650" cy="750888"/>
              <a:chOff x="6844728" y="3768775"/>
              <a:chExt cx="2153201" cy="750332"/>
            </a:xfrm>
          </p:grpSpPr>
          <p:cxnSp>
            <p:nvCxnSpPr>
              <p:cNvPr id="3" name="Straight Connector 2">
                <a:extLst>
                  <a:ext uri="{FF2B5EF4-FFF2-40B4-BE49-F238E27FC236}">
                    <a16:creationId xmlns:a16="http://schemas.microsoft.com/office/drawing/2014/main" id="{6E7B8FB3-A46A-9D4E-A47B-17721FBE8F43}"/>
                  </a:ext>
                </a:extLst>
              </p:cNvPr>
              <p:cNvCxnSpPr>
                <a:stCxn id="392227" idx="0"/>
              </p:cNvCxnSpPr>
              <p:nvPr/>
            </p:nvCxnSpPr>
            <p:spPr>
              <a:xfrm>
                <a:off x="6844968" y="4205015"/>
                <a:ext cx="916122" cy="1586"/>
              </a:xfrm>
              <a:prstGeom prst="line">
                <a:avLst/>
              </a:prstGeom>
              <a:ln w="31750">
                <a:solidFill>
                  <a:srgbClr val="0000FF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Straight Connector 80">
                <a:extLst>
                  <a:ext uri="{FF2B5EF4-FFF2-40B4-BE49-F238E27FC236}">
                    <a16:creationId xmlns:a16="http://schemas.microsoft.com/office/drawing/2014/main" id="{07ABB7E3-1E6A-AF41-B645-BB2CA0DD8B24}"/>
                  </a:ext>
                </a:extLst>
              </p:cNvPr>
              <p:cNvCxnSpPr/>
              <p:nvPr/>
            </p:nvCxnSpPr>
            <p:spPr>
              <a:xfrm>
                <a:off x="7745213" y="4076522"/>
                <a:ext cx="565233" cy="1587"/>
              </a:xfrm>
              <a:prstGeom prst="line">
                <a:avLst/>
              </a:prstGeom>
              <a:ln w="31750">
                <a:solidFill>
                  <a:srgbClr val="0000FF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Straight Connector 81">
                <a:extLst>
                  <a:ext uri="{FF2B5EF4-FFF2-40B4-BE49-F238E27FC236}">
                    <a16:creationId xmlns:a16="http://schemas.microsoft.com/office/drawing/2014/main" id="{155AAE0A-2EB1-C844-A541-00002C1B21FD}"/>
                  </a:ext>
                </a:extLst>
              </p:cNvPr>
              <p:cNvCxnSpPr/>
              <p:nvPr/>
            </p:nvCxnSpPr>
            <p:spPr>
              <a:xfrm>
                <a:off x="7740449" y="4328748"/>
                <a:ext cx="565233" cy="1586"/>
              </a:xfrm>
              <a:prstGeom prst="line">
                <a:avLst/>
              </a:prstGeom>
              <a:ln w="31750">
                <a:solidFill>
                  <a:srgbClr val="0000FF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Straight Connector 82">
                <a:extLst>
                  <a:ext uri="{FF2B5EF4-FFF2-40B4-BE49-F238E27FC236}">
                    <a16:creationId xmlns:a16="http://schemas.microsoft.com/office/drawing/2014/main" id="{1254463D-ABDC-F941-962B-27D82356A955}"/>
                  </a:ext>
                </a:extLst>
              </p:cNvPr>
              <p:cNvCxnSpPr/>
              <p:nvPr/>
            </p:nvCxnSpPr>
            <p:spPr>
              <a:xfrm flipH="1" flipV="1">
                <a:off x="7749975" y="4062246"/>
                <a:ext cx="3175" cy="283952"/>
              </a:xfrm>
              <a:prstGeom prst="line">
                <a:avLst/>
              </a:prstGeom>
              <a:ln w="31750">
                <a:solidFill>
                  <a:srgbClr val="0000FF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2285" name="TextBox 6">
                <a:extLst>
                  <a:ext uri="{FF2B5EF4-FFF2-40B4-BE49-F238E27FC236}">
                    <a16:creationId xmlns:a16="http://schemas.microsoft.com/office/drawing/2014/main" id="{535AD4C6-0593-40F1-A273-FB8944D6B7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76877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392286" name="TextBox 6">
                <a:extLst>
                  <a:ext uri="{FF2B5EF4-FFF2-40B4-BE49-F238E27FC236}">
                    <a16:creationId xmlns:a16="http://schemas.microsoft.com/office/drawing/2014/main" id="{A08483E9-EA44-41DE-8CD1-3B6FB0451A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149775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2287" name="Freeform 48">
                <a:extLst>
                  <a:ext uri="{FF2B5EF4-FFF2-40B4-BE49-F238E27FC236}">
                    <a16:creationId xmlns:a16="http://schemas.microsoft.com/office/drawing/2014/main" id="{6489E3E7-B19A-4AF6-93B5-BFF67F4BB5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H="1">
                <a:off x="7708850" y="4183966"/>
                <a:ext cx="77241" cy="45719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1700FF"/>
              </a:solidFill>
              <a:ln w="19050">
                <a:solidFill>
                  <a:srgbClr val="1700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392260" name="Group 88">
              <a:extLst>
                <a:ext uri="{FF2B5EF4-FFF2-40B4-BE49-F238E27FC236}">
                  <a16:creationId xmlns:a16="http://schemas.microsoft.com/office/drawing/2014/main" id="{028CC856-7415-4ED5-BAA9-19F9EFF2C7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56413" y="2324100"/>
              <a:ext cx="2152650" cy="749300"/>
              <a:chOff x="6844728" y="3768775"/>
              <a:chExt cx="2153201" cy="750332"/>
            </a:xfrm>
          </p:grpSpPr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06116094-A3DF-C843-BB57-A84DA88546EA}"/>
                  </a:ext>
                </a:extLst>
              </p:cNvPr>
              <p:cNvCxnSpPr/>
              <p:nvPr/>
            </p:nvCxnSpPr>
            <p:spPr>
              <a:xfrm>
                <a:off x="6844967" y="4205939"/>
                <a:ext cx="916121" cy="0"/>
              </a:xfrm>
              <a:prstGeom prst="line">
                <a:avLst/>
              </a:prstGeom>
              <a:ln w="31750">
                <a:solidFill>
                  <a:srgbClr val="00B05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32875CFC-FDDF-8E4B-A8AA-9FE9B0833131}"/>
                  </a:ext>
                </a:extLst>
              </p:cNvPr>
              <p:cNvCxnSpPr/>
              <p:nvPr/>
            </p:nvCxnSpPr>
            <p:spPr>
              <a:xfrm>
                <a:off x="7745211" y="4070815"/>
                <a:ext cx="565233" cy="1590"/>
              </a:xfrm>
              <a:prstGeom prst="line">
                <a:avLst/>
              </a:prstGeom>
              <a:ln w="31750">
                <a:solidFill>
                  <a:srgbClr val="00B05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E6E70C34-5E4B-8049-9045-892CC3EB24B1}"/>
                  </a:ext>
                </a:extLst>
              </p:cNvPr>
              <p:cNvCxnSpPr/>
              <p:nvPr/>
            </p:nvCxnSpPr>
            <p:spPr>
              <a:xfrm>
                <a:off x="7740448" y="4323576"/>
                <a:ext cx="565233" cy="1589"/>
              </a:xfrm>
              <a:prstGeom prst="line">
                <a:avLst/>
              </a:prstGeom>
              <a:ln w="31750">
                <a:solidFill>
                  <a:srgbClr val="00B05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1D4A5B50-D16A-0348-B009-66E84CC27BD2}"/>
                  </a:ext>
                </a:extLst>
              </p:cNvPr>
              <p:cNvCxnSpPr/>
              <p:nvPr/>
            </p:nvCxnSpPr>
            <p:spPr>
              <a:xfrm flipH="1" flipV="1">
                <a:off x="7749974" y="4056509"/>
                <a:ext cx="3175" cy="284553"/>
              </a:xfrm>
              <a:prstGeom prst="line">
                <a:avLst/>
              </a:prstGeom>
              <a:solidFill>
                <a:srgbClr val="00B050"/>
              </a:solidFill>
              <a:ln w="31750">
                <a:solidFill>
                  <a:srgbClr val="00B05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2278" name="TextBox 93">
                <a:extLst>
                  <a:ext uri="{FF2B5EF4-FFF2-40B4-BE49-F238E27FC236}">
                    <a16:creationId xmlns:a16="http://schemas.microsoft.com/office/drawing/2014/main" id="{0A50524B-22A8-4561-B6C3-3523E5CA7B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76877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B05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B05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392279" name="TextBox 6">
                <a:extLst>
                  <a:ext uri="{FF2B5EF4-FFF2-40B4-BE49-F238E27FC236}">
                    <a16:creationId xmlns:a16="http://schemas.microsoft.com/office/drawing/2014/main" id="{75E2B0B5-DC31-464D-9163-DA61687196C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149775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B05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B05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2280" name="Freeform 48">
                <a:extLst>
                  <a:ext uri="{FF2B5EF4-FFF2-40B4-BE49-F238E27FC236}">
                    <a16:creationId xmlns:a16="http://schemas.microsoft.com/office/drawing/2014/main" id="{4F7BFFF2-7A3A-463F-861B-3C3BCD95B4A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H="1">
                <a:off x="7708850" y="4183966"/>
                <a:ext cx="77241" cy="45719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B050"/>
              </a:solidFill>
              <a:ln w="19050">
                <a:solidFill>
                  <a:srgbClr val="00B05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392261" name="Group 8">
              <a:extLst>
                <a:ext uri="{FF2B5EF4-FFF2-40B4-BE49-F238E27FC236}">
                  <a16:creationId xmlns:a16="http://schemas.microsoft.com/office/drawing/2014/main" id="{9B35C22A-3D9D-4A1D-B075-F26E079AC6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40538" y="823913"/>
              <a:ext cx="2192337" cy="914400"/>
              <a:chOff x="6840409" y="823310"/>
              <a:chExt cx="2192128" cy="915796"/>
            </a:xfrm>
          </p:grpSpPr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9CDDCA6A-48BA-7748-B48B-67B82C24CF9C}"/>
                  </a:ext>
                </a:extLst>
              </p:cNvPr>
              <p:cNvCxnSpPr/>
              <p:nvPr/>
            </p:nvCxnSpPr>
            <p:spPr>
              <a:xfrm>
                <a:off x="6840650" y="1289157"/>
                <a:ext cx="1450677" cy="0"/>
              </a:xfrm>
              <a:prstGeom prst="line">
                <a:avLst/>
              </a:prstGeom>
              <a:ln w="31750">
                <a:solidFill>
                  <a:srgbClr val="FF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4E947DF6-4A5B-5340-86EA-F753D823E158}"/>
                  </a:ext>
                </a:extLst>
              </p:cNvPr>
              <p:cNvCxnSpPr/>
              <p:nvPr/>
            </p:nvCxnSpPr>
            <p:spPr>
              <a:xfrm>
                <a:off x="7732642" y="1036360"/>
                <a:ext cx="565034" cy="1589"/>
              </a:xfrm>
              <a:prstGeom prst="line">
                <a:avLst/>
              </a:prstGeom>
              <a:ln w="31750">
                <a:solidFill>
                  <a:srgbClr val="FF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Straight Connector 99">
                <a:extLst>
                  <a:ext uri="{FF2B5EF4-FFF2-40B4-BE49-F238E27FC236}">
                    <a16:creationId xmlns:a16="http://schemas.microsoft.com/office/drawing/2014/main" id="{B6834CAE-C44D-DA48-B092-3C60BCA70D19}"/>
                  </a:ext>
                </a:extLst>
              </p:cNvPr>
              <p:cNvCxnSpPr/>
              <p:nvPr/>
            </p:nvCxnSpPr>
            <p:spPr>
              <a:xfrm>
                <a:off x="7727880" y="1521286"/>
                <a:ext cx="565034" cy="1590"/>
              </a:xfrm>
              <a:prstGeom prst="line">
                <a:avLst/>
              </a:prstGeom>
              <a:ln w="31750">
                <a:solidFill>
                  <a:srgbClr val="FF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37DA7ABA-C5C5-C44B-91CC-AC618E2A4939}"/>
                  </a:ext>
                </a:extLst>
              </p:cNvPr>
              <p:cNvCxnSpPr/>
              <p:nvPr/>
            </p:nvCxnSpPr>
            <p:spPr>
              <a:xfrm flipH="1" flipV="1">
                <a:off x="7745339" y="1018870"/>
                <a:ext cx="3174" cy="505596"/>
              </a:xfrm>
              <a:prstGeom prst="line">
                <a:avLst/>
              </a:prstGeom>
              <a:solidFill>
                <a:srgbClr val="00B050"/>
              </a:solidFill>
              <a:ln w="31750">
                <a:solidFill>
                  <a:srgbClr val="FF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2270" name="TextBox 101">
                <a:extLst>
                  <a:ext uri="{FF2B5EF4-FFF2-40B4-BE49-F238E27FC236}">
                    <a16:creationId xmlns:a16="http://schemas.microsoft.com/office/drawing/2014/main" id="{8B2DD1F9-D5CC-4F0A-A41E-CACCF3995E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0792" y="108674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392271" name="TextBox 6">
                <a:extLst>
                  <a:ext uri="{FF2B5EF4-FFF2-40B4-BE49-F238E27FC236}">
                    <a16:creationId xmlns:a16="http://schemas.microsoft.com/office/drawing/2014/main" id="{AEB3517E-C6B1-4157-AE4C-D571FF7B78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16032" y="823310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2272" name="Freeform 48">
                <a:extLst>
                  <a:ext uri="{FF2B5EF4-FFF2-40B4-BE49-F238E27FC236}">
                    <a16:creationId xmlns:a16="http://schemas.microsoft.com/office/drawing/2014/main" id="{9C732553-1164-4ADA-B115-32AC6218D6B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H="1">
                <a:off x="7704531" y="1266803"/>
                <a:ext cx="77241" cy="45719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FF0000"/>
              </a:solidFill>
              <a:ln w="1905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92273" name="TextBox 107">
                <a:extLst>
                  <a:ext uri="{FF2B5EF4-FFF2-40B4-BE49-F238E27FC236}">
                    <a16:creationId xmlns:a16="http://schemas.microsoft.com/office/drawing/2014/main" id="{2D3798FC-1A3F-49BA-A8C2-A3238CA8D2F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96438" y="1369774"/>
                <a:ext cx="736099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Done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sp>
          <p:nvSpPr>
            <p:cNvPr id="392262" name="Rectangle 37">
              <a:extLst>
                <a:ext uri="{FF2B5EF4-FFF2-40B4-BE49-F238E27FC236}">
                  <a16:creationId xmlns:a16="http://schemas.microsoft.com/office/drawing/2014/main" id="{8CD42F52-9735-484C-98CF-664C6434F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1648" y="5918741"/>
              <a:ext cx="284162" cy="2888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263" name="Rectangle 38">
              <a:extLst>
                <a:ext uri="{FF2B5EF4-FFF2-40B4-BE49-F238E27FC236}">
                  <a16:creationId xmlns:a16="http://schemas.microsoft.com/office/drawing/2014/main" id="{B1753D76-A371-436D-BE08-74DF3ED53A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7368" y="6270250"/>
              <a:ext cx="646113" cy="2888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Clock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264" name="Freeform 45">
              <a:extLst>
                <a:ext uri="{FF2B5EF4-FFF2-40B4-BE49-F238E27FC236}">
                  <a16:creationId xmlns:a16="http://schemas.microsoft.com/office/drawing/2014/main" id="{133CFF3D-F036-44C5-B821-B66E82EC6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191" y="4861363"/>
              <a:ext cx="3082647" cy="1540673"/>
            </a:xfrm>
            <a:custGeom>
              <a:avLst/>
              <a:gdLst>
                <a:gd name="T0" fmla="*/ 0 w 11935"/>
                <a:gd name="T1" fmla="*/ 235717308 h 10070"/>
                <a:gd name="T2" fmla="*/ 630893734 w 11935"/>
                <a:gd name="T3" fmla="*/ 234078717 h 10070"/>
                <a:gd name="T4" fmla="*/ 630893734 w 11935"/>
                <a:gd name="T5" fmla="*/ 0 h 10070"/>
                <a:gd name="T6" fmla="*/ 796205490 w 11935"/>
                <a:gd name="T7" fmla="*/ 0 h 100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935" h="10070">
                  <a:moveTo>
                    <a:pt x="0" y="10070"/>
                  </a:moveTo>
                  <a:lnTo>
                    <a:pt x="9457" y="10000"/>
                  </a:lnTo>
                  <a:lnTo>
                    <a:pt x="9457" y="0"/>
                  </a:lnTo>
                  <a:lnTo>
                    <a:pt x="11935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2265" name="Line 20">
              <a:extLst>
                <a:ext uri="{FF2B5EF4-FFF2-40B4-BE49-F238E27FC236}">
                  <a16:creationId xmlns:a16="http://schemas.microsoft.com/office/drawing/2014/main" id="{03702C18-EE42-4B32-B129-607B18A641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00263" y="6059593"/>
              <a:ext cx="4873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000C531C-62B2-7C40-AAA7-B9B5A889225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4763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/>
              <a:t>Let's Complete the Circuit Diagram</a:t>
            </a:r>
            <a:endParaRPr lang="en-US" dirty="0">
              <a:ea typeface="+mj-ea"/>
              <a:cs typeface="+mj-cs"/>
            </a:endParaRPr>
          </a:p>
        </p:txBody>
      </p:sp>
      <p:grpSp>
        <p:nvGrpSpPr>
          <p:cNvPr id="393218" name="Group 3">
            <a:extLst>
              <a:ext uri="{FF2B5EF4-FFF2-40B4-BE49-F238E27FC236}">
                <a16:creationId xmlns:a16="http://schemas.microsoft.com/office/drawing/2014/main" id="{A124DA6D-4799-46C6-A631-0455AA291E01}"/>
              </a:ext>
            </a:extLst>
          </p:cNvPr>
          <p:cNvGrpSpPr>
            <a:grpSpLocks/>
          </p:cNvGrpSpPr>
          <p:nvPr/>
        </p:nvGrpSpPr>
        <p:grpSpPr bwMode="auto">
          <a:xfrm>
            <a:off x="0" y="771525"/>
            <a:ext cx="2741613" cy="1243013"/>
            <a:chOff x="6044966" y="5489499"/>
            <a:chExt cx="2741195" cy="1242883"/>
          </a:xfrm>
        </p:grpSpPr>
        <p:sp>
          <p:nvSpPr>
            <p:cNvPr id="393340" name="TextBox 4">
              <a:extLst>
                <a:ext uri="{FF2B5EF4-FFF2-40B4-BE49-F238E27FC236}">
                  <a16:creationId xmlns:a16="http://schemas.microsoft.com/office/drawing/2014/main" id="{55B5648E-0A16-4566-AD2D-339CDCA0B1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44966" y="5489499"/>
              <a:ext cx="183565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R1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out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R2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in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3</a:t>
              </a:r>
            </a:p>
          </p:txBody>
        </p:sp>
        <p:sp>
          <p:nvSpPr>
            <p:cNvPr id="393341" name="TextBox 6">
              <a:extLst>
                <a:ext uri="{FF2B5EF4-FFF2-40B4-BE49-F238E27FC236}">
                  <a16:creationId xmlns:a16="http://schemas.microsoft.com/office/drawing/2014/main" id="{B91138A8-5491-4078-AA93-25491D2584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73300" y="6363050"/>
              <a:ext cx="183565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R2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out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R3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in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</a:t>
              </a:r>
            </a:p>
          </p:txBody>
        </p:sp>
        <p:sp>
          <p:nvSpPr>
            <p:cNvPr id="393342" name="TextBox 9">
              <a:extLst>
                <a:ext uri="{FF2B5EF4-FFF2-40B4-BE49-F238E27FC236}">
                  <a16:creationId xmlns:a16="http://schemas.microsoft.com/office/drawing/2014/main" id="{2B9F15AA-81DF-47ED-860B-1069230083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35601" y="5959926"/>
              <a:ext cx="265056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R1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in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R3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out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Done = 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</a:t>
              </a:r>
            </a:p>
          </p:txBody>
        </p:sp>
      </p:grpSp>
      <p:sp>
        <p:nvSpPr>
          <p:cNvPr id="393219" name="TextBox 1">
            <a:extLst>
              <a:ext uri="{FF2B5EF4-FFF2-40B4-BE49-F238E27FC236}">
                <a16:creationId xmlns:a16="http://schemas.microsoft.com/office/drawing/2014/main" id="{6776E96F-538C-4085-857B-7408B15AB1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963" y="5673725"/>
            <a:ext cx="11620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Y</a:t>
            </a:r>
            <a:r>
              <a:rPr kumimoji="0" lang="en-US" altLang="en-US" sz="1800" b="0" i="1" u="none" strike="noStrike" kern="1200" cap="none" spc="0" normalizeH="0" baseline="-2500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2</a:t>
            </a: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 = w y</a:t>
            </a:r>
            <a:r>
              <a:rPr kumimoji="0" lang="en-US" altLang="en-US" sz="1800" b="0" i="1" u="none" strike="noStrike" kern="1200" cap="none" spc="0" normalizeH="0" baseline="-2500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1</a:t>
            </a:r>
          </a:p>
        </p:txBody>
      </p:sp>
      <p:sp>
        <p:nvSpPr>
          <p:cNvPr id="393220" name="TextBox 65">
            <a:extLst>
              <a:ext uri="{FF2B5EF4-FFF2-40B4-BE49-F238E27FC236}">
                <a16:creationId xmlns:a16="http://schemas.microsoft.com/office/drawing/2014/main" id="{97C72A49-4521-4211-8A87-C2C42980DA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138" y="6002338"/>
            <a:ext cx="887412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Y</a:t>
            </a:r>
            <a:r>
              <a:rPr kumimoji="0" lang="en-US" altLang="en-US" sz="1800" b="0" i="1" u="none" strike="noStrike" kern="1200" cap="none" spc="0" normalizeH="0" baseline="-2500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3</a:t>
            </a: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 = y</a:t>
            </a:r>
            <a:r>
              <a:rPr kumimoji="0" lang="en-US" altLang="en-US" sz="1800" b="0" i="1" u="none" strike="noStrike" kern="1200" cap="none" spc="0" normalizeH="0" baseline="-2500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2</a:t>
            </a:r>
          </a:p>
        </p:txBody>
      </p:sp>
      <p:sp>
        <p:nvSpPr>
          <p:cNvPr id="393221" name="TextBox 68">
            <a:extLst>
              <a:ext uri="{FF2B5EF4-FFF2-40B4-BE49-F238E27FC236}">
                <a16:creationId xmlns:a16="http://schemas.microsoft.com/office/drawing/2014/main" id="{34438BF9-C779-4A2A-823D-4178316970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250" y="6367463"/>
            <a:ext cx="887413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Y</a:t>
            </a:r>
            <a:r>
              <a:rPr kumimoji="0" lang="en-US" altLang="en-US" sz="18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4</a:t>
            </a: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 = y</a:t>
            </a:r>
            <a:r>
              <a:rPr kumimoji="0" lang="en-US" altLang="en-US" sz="1800" b="0" i="1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3</a:t>
            </a:r>
          </a:p>
        </p:txBody>
      </p:sp>
      <p:grpSp>
        <p:nvGrpSpPr>
          <p:cNvPr id="393222" name="Group 2">
            <a:extLst>
              <a:ext uri="{FF2B5EF4-FFF2-40B4-BE49-F238E27FC236}">
                <a16:creationId xmlns:a16="http://schemas.microsoft.com/office/drawing/2014/main" id="{D20F8FC5-1610-41F0-A6F4-E8B1979E7737}"/>
              </a:ext>
            </a:extLst>
          </p:cNvPr>
          <p:cNvGrpSpPr>
            <a:grpSpLocks/>
          </p:cNvGrpSpPr>
          <p:nvPr/>
        </p:nvGrpSpPr>
        <p:grpSpPr bwMode="auto">
          <a:xfrm>
            <a:off x="73025" y="5287963"/>
            <a:ext cx="1603375" cy="368300"/>
            <a:chOff x="72925" y="5287195"/>
            <a:chExt cx="1603972" cy="369332"/>
          </a:xfrm>
        </p:grpSpPr>
        <p:sp>
          <p:nvSpPr>
            <p:cNvPr id="393338" name="TextBox 70">
              <a:extLst>
                <a:ext uri="{FF2B5EF4-FFF2-40B4-BE49-F238E27FC236}">
                  <a16:creationId xmlns:a16="http://schemas.microsoft.com/office/drawing/2014/main" id="{7A5995D2-634C-49BF-8DC3-4799E8E9D7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925" y="5287195"/>
              <a:ext cx="160397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w 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+ 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</a:t>
              </a:r>
            </a:p>
          </p:txBody>
        </p:sp>
        <p:cxnSp>
          <p:nvCxnSpPr>
            <p:cNvPr id="393339" name="Shape 3478">
              <a:extLst>
                <a:ext uri="{FF2B5EF4-FFF2-40B4-BE49-F238E27FC236}">
                  <a16:creationId xmlns:a16="http://schemas.microsoft.com/office/drawing/2014/main" id="{D5EEF604-E236-419F-919C-FE1D6A4BC66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99194" y="5363042"/>
              <a:ext cx="144491" cy="1587"/>
            </a:xfrm>
            <a:prstGeom prst="straightConnector1">
              <a:avLst/>
            </a:prstGeom>
            <a:noFill/>
            <a:ln w="22225" cap="rnd">
              <a:solidFill>
                <a:srgbClr val="7030A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93223" name="Group 1">
            <a:extLst>
              <a:ext uri="{FF2B5EF4-FFF2-40B4-BE49-F238E27FC236}">
                <a16:creationId xmlns:a16="http://schemas.microsoft.com/office/drawing/2014/main" id="{51C40A7F-D346-4B8C-AF5D-BE59671588B3}"/>
              </a:ext>
            </a:extLst>
          </p:cNvPr>
          <p:cNvGrpSpPr>
            <a:grpSpLocks/>
          </p:cNvGrpSpPr>
          <p:nvPr/>
        </p:nvGrpSpPr>
        <p:grpSpPr bwMode="auto">
          <a:xfrm>
            <a:off x="1806575" y="781050"/>
            <a:ext cx="7226300" cy="5929313"/>
            <a:chOff x="1807368" y="781050"/>
            <a:chExt cx="7225507" cy="5929313"/>
          </a:xfrm>
        </p:grpSpPr>
        <p:sp>
          <p:nvSpPr>
            <p:cNvPr id="393224" name="Rectangle 13">
              <a:extLst>
                <a:ext uri="{FF2B5EF4-FFF2-40B4-BE49-F238E27FC236}">
                  <a16:creationId xmlns:a16="http://schemas.microsoft.com/office/drawing/2014/main" id="{FF2ADA2C-DD9E-4709-95C5-92E9F06126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838" y="3878861"/>
              <a:ext cx="800100" cy="1303126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225" name="Rectangle 14">
              <a:extLst>
                <a:ext uri="{FF2B5EF4-FFF2-40B4-BE49-F238E27FC236}">
                  <a16:creationId xmlns:a16="http://schemas.microsoft.com/office/drawing/2014/main" id="{B890A51B-07C8-4FC2-A79D-04F239BF2B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7213" y="4102662"/>
              <a:ext cx="295275" cy="2904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D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226" name="Rectangle 15">
              <a:extLst>
                <a:ext uri="{FF2B5EF4-FFF2-40B4-BE49-F238E27FC236}">
                  <a16:creationId xmlns:a16="http://schemas.microsoft.com/office/drawing/2014/main" id="{F3FE08C3-8187-4FA3-8B2A-AE5BF67486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3463" y="4094726"/>
              <a:ext cx="295275" cy="2904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227" name="Line 16">
              <a:extLst>
                <a:ext uri="{FF2B5EF4-FFF2-40B4-BE49-F238E27FC236}">
                  <a16:creationId xmlns:a16="http://schemas.microsoft.com/office/drawing/2014/main" id="{2C0DBDF4-2826-4C54-A87B-EA2CCBFAB3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29338" y="4724861"/>
              <a:ext cx="1143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228" name="Freeform 17">
              <a:extLst>
                <a:ext uri="{FF2B5EF4-FFF2-40B4-BE49-F238E27FC236}">
                  <a16:creationId xmlns:a16="http://schemas.microsoft.com/office/drawing/2014/main" id="{AEAEEC91-6763-4554-95EA-7A61CFD8B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7838" y="4770892"/>
              <a:ext cx="160337" cy="158724"/>
            </a:xfrm>
            <a:custGeom>
              <a:avLst/>
              <a:gdLst>
                <a:gd name="T0" fmla="*/ 0 w 202"/>
                <a:gd name="T1" fmla="*/ 2147483646 h 202"/>
                <a:gd name="T2" fmla="*/ 2147483646 w 202"/>
                <a:gd name="T3" fmla="*/ 2147483646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  <a:gd name="T9" fmla="*/ 0 w 202"/>
                <a:gd name="T10" fmla="*/ 0 h 202"/>
                <a:gd name="T11" fmla="*/ 202 w 202"/>
                <a:gd name="T12" fmla="*/ 202 h 20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229" name="Line 20">
              <a:extLst>
                <a:ext uri="{FF2B5EF4-FFF2-40B4-BE49-F238E27FC236}">
                  <a16:creationId xmlns:a16="http://schemas.microsoft.com/office/drawing/2014/main" id="{64FEFFBD-D6DF-4745-952C-495F737C6E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52311" y="4199485"/>
              <a:ext cx="8055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230" name="Rectangle 22">
              <a:extLst>
                <a:ext uri="{FF2B5EF4-FFF2-40B4-BE49-F238E27FC236}">
                  <a16:creationId xmlns:a16="http://schemas.microsoft.com/office/drawing/2014/main" id="{83BA5603-6C52-4792-A777-F4E5E9786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838" y="5408824"/>
              <a:ext cx="800100" cy="1301539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231" name="Rectangle 23">
              <a:extLst>
                <a:ext uri="{FF2B5EF4-FFF2-40B4-BE49-F238E27FC236}">
                  <a16:creationId xmlns:a16="http://schemas.microsoft.com/office/drawing/2014/main" id="{2685CB64-C0B5-4DAA-B0C8-C01FBA2903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5050" y="4747083"/>
              <a:ext cx="295275" cy="2904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232" name="Rectangle 24">
              <a:extLst>
                <a:ext uri="{FF2B5EF4-FFF2-40B4-BE49-F238E27FC236}">
                  <a16:creationId xmlns:a16="http://schemas.microsoft.com/office/drawing/2014/main" id="{80B31B66-018C-4783-A462-0EB7DF1B95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7213" y="5635800"/>
              <a:ext cx="295275" cy="2904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D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233" name="Rectangle 25">
              <a:extLst>
                <a:ext uri="{FF2B5EF4-FFF2-40B4-BE49-F238E27FC236}">
                  <a16:creationId xmlns:a16="http://schemas.microsoft.com/office/drawing/2014/main" id="{C7379BB3-29BC-418A-9FC2-83DEFBD0B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3463" y="5627863"/>
              <a:ext cx="295275" cy="2904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234" name="Line 26">
              <a:extLst>
                <a:ext uri="{FF2B5EF4-FFF2-40B4-BE49-F238E27FC236}">
                  <a16:creationId xmlns:a16="http://schemas.microsoft.com/office/drawing/2014/main" id="{1E6DDEF0-AD33-48B5-97C0-192CDF6BA0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29338" y="6277046"/>
              <a:ext cx="11430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235" name="Freeform 27">
              <a:extLst>
                <a:ext uri="{FF2B5EF4-FFF2-40B4-BE49-F238E27FC236}">
                  <a16:creationId xmlns:a16="http://schemas.microsoft.com/office/drawing/2014/main" id="{F3AD6582-4554-4FD4-B384-B6CECBCD7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7838" y="6299268"/>
              <a:ext cx="160337" cy="160311"/>
            </a:xfrm>
            <a:custGeom>
              <a:avLst/>
              <a:gdLst>
                <a:gd name="T0" fmla="*/ 0 w 202"/>
                <a:gd name="T1" fmla="*/ 2147483646 h 201"/>
                <a:gd name="T2" fmla="*/ 2147483646 w 202"/>
                <a:gd name="T3" fmla="*/ 2147483646 h 201"/>
                <a:gd name="T4" fmla="*/ 0 w 202"/>
                <a:gd name="T5" fmla="*/ 0 h 201"/>
                <a:gd name="T6" fmla="*/ 0 60000 65536"/>
                <a:gd name="T7" fmla="*/ 0 60000 65536"/>
                <a:gd name="T8" fmla="*/ 0 60000 65536"/>
                <a:gd name="T9" fmla="*/ 0 w 202"/>
                <a:gd name="T10" fmla="*/ 0 h 201"/>
                <a:gd name="T11" fmla="*/ 202 w 202"/>
                <a:gd name="T12" fmla="*/ 201 h 20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2" h="201">
                  <a:moveTo>
                    <a:pt x="0" y="201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236" name="Rectangle 32">
              <a:extLst>
                <a:ext uri="{FF2B5EF4-FFF2-40B4-BE49-F238E27FC236}">
                  <a16:creationId xmlns:a16="http://schemas.microsoft.com/office/drawing/2014/main" id="{1A626901-406A-494F-8A42-B643646A5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5050" y="6281807"/>
              <a:ext cx="295275" cy="2904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237" name="Rectangle 33">
              <a:extLst>
                <a:ext uri="{FF2B5EF4-FFF2-40B4-BE49-F238E27FC236}">
                  <a16:creationId xmlns:a16="http://schemas.microsoft.com/office/drawing/2014/main" id="{44D7C6CD-890C-404A-8E51-FB04CDE398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7150" y="3866163"/>
              <a:ext cx="260350" cy="2888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238" name="Rectangle 34">
              <a:extLst>
                <a:ext uri="{FF2B5EF4-FFF2-40B4-BE49-F238E27FC236}">
                  <a16:creationId xmlns:a16="http://schemas.microsoft.com/office/drawing/2014/main" id="{C22BC042-EBF0-4F59-B450-C2E224EDCA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450" y="3953461"/>
              <a:ext cx="206375" cy="2428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239" name="Rectangle 35">
              <a:extLst>
                <a:ext uri="{FF2B5EF4-FFF2-40B4-BE49-F238E27FC236}">
                  <a16:creationId xmlns:a16="http://schemas.microsoft.com/office/drawing/2014/main" id="{AA4375EF-2DB0-4633-A229-95640762C8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7150" y="5400888"/>
              <a:ext cx="260350" cy="2888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240" name="Rectangle 36">
              <a:extLst>
                <a:ext uri="{FF2B5EF4-FFF2-40B4-BE49-F238E27FC236}">
                  <a16:creationId xmlns:a16="http://schemas.microsoft.com/office/drawing/2014/main" id="{4F5CE4AB-F1A0-43C4-BD19-99E674E7FB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450" y="5486599"/>
              <a:ext cx="206375" cy="2428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241" name="Rectangle 37">
              <a:extLst>
                <a:ext uri="{FF2B5EF4-FFF2-40B4-BE49-F238E27FC236}">
                  <a16:creationId xmlns:a16="http://schemas.microsoft.com/office/drawing/2014/main" id="{B70FC861-F4F5-48D2-B61C-B3562BC58B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1648" y="5918741"/>
              <a:ext cx="284162" cy="2888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242" name="Rectangle 38">
              <a:extLst>
                <a:ext uri="{FF2B5EF4-FFF2-40B4-BE49-F238E27FC236}">
                  <a16:creationId xmlns:a16="http://schemas.microsoft.com/office/drawing/2014/main" id="{3BEBC0DC-45D5-420C-8526-DA737D7372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7368" y="6270250"/>
              <a:ext cx="646113" cy="2888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Clock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243" name="Rectangle 40">
              <a:extLst>
                <a:ext uri="{FF2B5EF4-FFF2-40B4-BE49-F238E27FC236}">
                  <a16:creationId xmlns:a16="http://schemas.microsoft.com/office/drawing/2014/main" id="{796C6591-F797-473B-A8C0-C8F5C6264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7813" y="5400888"/>
              <a:ext cx="236537" cy="2888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244" name="Rectangle 41">
              <a:extLst>
                <a:ext uri="{FF2B5EF4-FFF2-40B4-BE49-F238E27FC236}">
                  <a16:creationId xmlns:a16="http://schemas.microsoft.com/office/drawing/2014/main" id="{E8C3AB84-7BBF-47AE-B138-81A4577EF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9888" y="548659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245" name="Rectangle 42">
              <a:extLst>
                <a:ext uri="{FF2B5EF4-FFF2-40B4-BE49-F238E27FC236}">
                  <a16:creationId xmlns:a16="http://schemas.microsoft.com/office/drawing/2014/main" id="{FB034021-1149-44E2-8EA8-91F60B4B45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7813" y="3866163"/>
              <a:ext cx="236537" cy="2888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246" name="Rectangle 43">
              <a:extLst>
                <a:ext uri="{FF2B5EF4-FFF2-40B4-BE49-F238E27FC236}">
                  <a16:creationId xmlns:a16="http://schemas.microsoft.com/office/drawing/2014/main" id="{2FB6B970-BE82-4A0D-AA11-2FEA5E06B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9888" y="395346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247" name="Freeform 45">
              <a:extLst>
                <a:ext uri="{FF2B5EF4-FFF2-40B4-BE49-F238E27FC236}">
                  <a16:creationId xmlns:a16="http://schemas.microsoft.com/office/drawing/2014/main" id="{DF6031FC-CBC1-4BA8-AF56-109E5AA95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191" y="4861363"/>
              <a:ext cx="3082647" cy="1540673"/>
            </a:xfrm>
            <a:custGeom>
              <a:avLst/>
              <a:gdLst>
                <a:gd name="T0" fmla="*/ 0 w 11935"/>
                <a:gd name="T1" fmla="*/ 235717308 h 10070"/>
                <a:gd name="T2" fmla="*/ 630893734 w 11935"/>
                <a:gd name="T3" fmla="*/ 234078717 h 10070"/>
                <a:gd name="T4" fmla="*/ 630893734 w 11935"/>
                <a:gd name="T5" fmla="*/ 0 h 10070"/>
                <a:gd name="T6" fmla="*/ 796205490 w 11935"/>
                <a:gd name="T7" fmla="*/ 0 h 100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935" h="10070">
                  <a:moveTo>
                    <a:pt x="0" y="10070"/>
                  </a:moveTo>
                  <a:lnTo>
                    <a:pt x="9457" y="10000"/>
                  </a:lnTo>
                  <a:lnTo>
                    <a:pt x="9457" y="0"/>
                  </a:lnTo>
                  <a:lnTo>
                    <a:pt x="11935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248" name="Line 46">
              <a:extLst>
                <a:ext uri="{FF2B5EF4-FFF2-40B4-BE49-F238E27FC236}">
                  <a16:creationId xmlns:a16="http://schemas.microsoft.com/office/drawing/2014/main" id="{F4535E04-C345-4C85-8734-7D16316D5A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8075" y="6391328"/>
              <a:ext cx="6397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249" name="Freeform 48">
              <a:extLst>
                <a:ext uri="{FF2B5EF4-FFF2-40B4-BE49-F238E27FC236}">
                  <a16:creationId xmlns:a16="http://schemas.microsoft.com/office/drawing/2014/main" id="{BCB9B868-B6AC-468E-A6A8-A449E337E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8625" y="6356408"/>
              <a:ext cx="75088" cy="44443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250" name="Line 20">
              <a:extLst>
                <a:ext uri="{FF2B5EF4-FFF2-40B4-BE49-F238E27FC236}">
                  <a16:creationId xmlns:a16="http://schemas.microsoft.com/office/drawing/2014/main" id="{52312B3A-ED9A-4B3C-B8E7-9D5B4FBFE5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53524" y="5759852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251" name="Line 20">
              <a:extLst>
                <a:ext uri="{FF2B5EF4-FFF2-40B4-BE49-F238E27FC236}">
                  <a16:creationId xmlns:a16="http://schemas.microsoft.com/office/drawing/2014/main" id="{7933751B-CEA0-4760-8FBF-9BD6DC544C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69755" y="5738073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252" name="Line 20">
              <a:extLst>
                <a:ext uri="{FF2B5EF4-FFF2-40B4-BE49-F238E27FC236}">
                  <a16:creationId xmlns:a16="http://schemas.microsoft.com/office/drawing/2014/main" id="{94BAF55A-F78A-4B6C-830C-ABBF8272F6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8575" y="6423762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253" name="Line 20">
              <a:extLst>
                <a:ext uri="{FF2B5EF4-FFF2-40B4-BE49-F238E27FC236}">
                  <a16:creationId xmlns:a16="http://schemas.microsoft.com/office/drawing/2014/main" id="{90724305-05E4-4283-BB89-F7011D97AA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8575" y="4861364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254" name="Line 20">
              <a:extLst>
                <a:ext uri="{FF2B5EF4-FFF2-40B4-BE49-F238E27FC236}">
                  <a16:creationId xmlns:a16="http://schemas.microsoft.com/office/drawing/2014/main" id="{A8A0C781-D600-47C9-BD54-4CCF8A442A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57938" y="4205573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255" name="Line 20">
              <a:extLst>
                <a:ext uri="{FF2B5EF4-FFF2-40B4-BE49-F238E27FC236}">
                  <a16:creationId xmlns:a16="http://schemas.microsoft.com/office/drawing/2014/main" id="{72782D8A-F1F5-4B97-AC55-A5AE2895BB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35914" y="5910133"/>
              <a:ext cx="486790" cy="1587"/>
            </a:xfrm>
            <a:prstGeom prst="line">
              <a:avLst/>
            </a:prstGeom>
            <a:noFill/>
            <a:ln w="19050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256" name="Rectangle 13">
              <a:extLst>
                <a:ext uri="{FF2B5EF4-FFF2-40B4-BE49-F238E27FC236}">
                  <a16:creationId xmlns:a16="http://schemas.microsoft.com/office/drawing/2014/main" id="{9AC53E03-D229-4CB4-BDC4-17F97ADCF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9118" y="2435256"/>
              <a:ext cx="800100" cy="1303126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257" name="Rectangle 14">
              <a:extLst>
                <a:ext uri="{FF2B5EF4-FFF2-40B4-BE49-F238E27FC236}">
                  <a16:creationId xmlns:a16="http://schemas.microsoft.com/office/drawing/2014/main" id="{5D4CFC22-164E-413F-9DC3-811D3373F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8493" y="2659057"/>
              <a:ext cx="295275" cy="2904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D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258" name="Rectangle 15">
              <a:extLst>
                <a:ext uri="{FF2B5EF4-FFF2-40B4-BE49-F238E27FC236}">
                  <a16:creationId xmlns:a16="http://schemas.microsoft.com/office/drawing/2014/main" id="{B58C407C-BB15-42EF-9A96-62E1A4FB6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4743" y="2651121"/>
              <a:ext cx="295275" cy="2904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259" name="Line 16">
              <a:extLst>
                <a:ext uri="{FF2B5EF4-FFF2-40B4-BE49-F238E27FC236}">
                  <a16:creationId xmlns:a16="http://schemas.microsoft.com/office/drawing/2014/main" id="{C4FC56C9-2100-439A-843A-FD4A1B24EB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40618" y="3281256"/>
              <a:ext cx="1143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260" name="Freeform 17">
              <a:extLst>
                <a:ext uri="{FF2B5EF4-FFF2-40B4-BE49-F238E27FC236}">
                  <a16:creationId xmlns:a16="http://schemas.microsoft.com/office/drawing/2014/main" id="{3F45F045-41A8-476E-B648-294B35AF1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9118" y="3327287"/>
              <a:ext cx="160337" cy="158724"/>
            </a:xfrm>
            <a:custGeom>
              <a:avLst/>
              <a:gdLst>
                <a:gd name="T0" fmla="*/ 0 w 202"/>
                <a:gd name="T1" fmla="*/ 2147483646 h 202"/>
                <a:gd name="T2" fmla="*/ 2147483646 w 202"/>
                <a:gd name="T3" fmla="*/ 2147483646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  <a:gd name="T9" fmla="*/ 0 w 202"/>
                <a:gd name="T10" fmla="*/ 0 h 202"/>
                <a:gd name="T11" fmla="*/ 202 w 202"/>
                <a:gd name="T12" fmla="*/ 202 h 20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261" name="Line 20">
              <a:extLst>
                <a:ext uri="{FF2B5EF4-FFF2-40B4-BE49-F238E27FC236}">
                  <a16:creationId xmlns:a16="http://schemas.microsoft.com/office/drawing/2014/main" id="{021EE821-2F28-4142-94C0-A507DA154C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82327" y="2755879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262" name="Rectangle 23">
              <a:extLst>
                <a:ext uri="{FF2B5EF4-FFF2-40B4-BE49-F238E27FC236}">
                  <a16:creationId xmlns:a16="http://schemas.microsoft.com/office/drawing/2014/main" id="{BB76F469-F044-436C-B067-F19DB9F9C6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330" y="3303477"/>
              <a:ext cx="295275" cy="2904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263" name="Rectangle 33">
              <a:extLst>
                <a:ext uri="{FF2B5EF4-FFF2-40B4-BE49-F238E27FC236}">
                  <a16:creationId xmlns:a16="http://schemas.microsoft.com/office/drawing/2014/main" id="{9D6A3C66-B5B4-4128-85D6-1FFB32EBD8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8430" y="2422558"/>
              <a:ext cx="260350" cy="2888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264" name="Rectangle 34">
              <a:extLst>
                <a:ext uri="{FF2B5EF4-FFF2-40B4-BE49-F238E27FC236}">
                  <a16:creationId xmlns:a16="http://schemas.microsoft.com/office/drawing/2014/main" id="{94A00385-0C2E-4B51-B1C0-7B4BF7CA75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2730" y="2509856"/>
              <a:ext cx="83356" cy="2000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265" name="Rectangle 42">
              <a:extLst>
                <a:ext uri="{FF2B5EF4-FFF2-40B4-BE49-F238E27FC236}">
                  <a16:creationId xmlns:a16="http://schemas.microsoft.com/office/drawing/2014/main" id="{001D281E-9189-459C-B392-D640FCE98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9093" y="2422558"/>
              <a:ext cx="236537" cy="2888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266" name="Rectangle 43">
              <a:extLst>
                <a:ext uri="{FF2B5EF4-FFF2-40B4-BE49-F238E27FC236}">
                  <a16:creationId xmlns:a16="http://schemas.microsoft.com/office/drawing/2014/main" id="{02F4519A-F7DA-42E8-8418-F403A0871A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1168" y="250985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267" name="Line 20">
              <a:extLst>
                <a:ext uri="{FF2B5EF4-FFF2-40B4-BE49-F238E27FC236}">
                  <a16:creationId xmlns:a16="http://schemas.microsoft.com/office/drawing/2014/main" id="{5EFCE3C8-7F4C-41ED-BDA7-516AC58A91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89855" y="3417759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268" name="Line 20">
              <a:extLst>
                <a:ext uri="{FF2B5EF4-FFF2-40B4-BE49-F238E27FC236}">
                  <a16:creationId xmlns:a16="http://schemas.microsoft.com/office/drawing/2014/main" id="{7182370D-CD57-4188-9D10-B051DFB7FD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69218" y="2761968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269" name="Rectangle 13">
              <a:extLst>
                <a:ext uri="{FF2B5EF4-FFF2-40B4-BE49-F238E27FC236}">
                  <a16:creationId xmlns:a16="http://schemas.microsoft.com/office/drawing/2014/main" id="{B4284C6C-AD8D-4281-9F17-81359EF86D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0398" y="965198"/>
              <a:ext cx="800100" cy="1303126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270" name="Rectangle 14">
              <a:extLst>
                <a:ext uri="{FF2B5EF4-FFF2-40B4-BE49-F238E27FC236}">
                  <a16:creationId xmlns:a16="http://schemas.microsoft.com/office/drawing/2014/main" id="{C46F62D9-3A73-4430-A274-D612F03457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9773" y="1188999"/>
              <a:ext cx="295275" cy="2904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D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271" name="Rectangle 15">
              <a:extLst>
                <a:ext uri="{FF2B5EF4-FFF2-40B4-BE49-F238E27FC236}">
                  <a16:creationId xmlns:a16="http://schemas.microsoft.com/office/drawing/2014/main" id="{29D1EFDB-75EB-45D9-A818-0F8E4A420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6023" y="1181063"/>
              <a:ext cx="295275" cy="2904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272" name="Line 16">
              <a:extLst>
                <a:ext uri="{FF2B5EF4-FFF2-40B4-BE49-F238E27FC236}">
                  <a16:creationId xmlns:a16="http://schemas.microsoft.com/office/drawing/2014/main" id="{340D6505-A55E-4CE4-BFE2-11C893EF1A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51898" y="1811198"/>
              <a:ext cx="1143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273" name="Freeform 17">
              <a:extLst>
                <a:ext uri="{FF2B5EF4-FFF2-40B4-BE49-F238E27FC236}">
                  <a16:creationId xmlns:a16="http://schemas.microsoft.com/office/drawing/2014/main" id="{A5FE023C-9129-46A8-8546-302F42878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0398" y="1857229"/>
              <a:ext cx="160337" cy="158724"/>
            </a:xfrm>
            <a:custGeom>
              <a:avLst/>
              <a:gdLst>
                <a:gd name="T0" fmla="*/ 0 w 202"/>
                <a:gd name="T1" fmla="*/ 2147483646 h 202"/>
                <a:gd name="T2" fmla="*/ 2147483646 w 202"/>
                <a:gd name="T3" fmla="*/ 2147483646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  <a:gd name="T9" fmla="*/ 0 w 202"/>
                <a:gd name="T10" fmla="*/ 0 h 202"/>
                <a:gd name="T11" fmla="*/ 202 w 202"/>
                <a:gd name="T12" fmla="*/ 202 h 20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274" name="Line 20">
              <a:extLst>
                <a:ext uri="{FF2B5EF4-FFF2-40B4-BE49-F238E27FC236}">
                  <a16:creationId xmlns:a16="http://schemas.microsoft.com/office/drawing/2014/main" id="{809FF361-C6E0-4F4B-AB29-0B5635E31D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93607" y="1285821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275" name="Rectangle 23">
              <a:extLst>
                <a:ext uri="{FF2B5EF4-FFF2-40B4-BE49-F238E27FC236}">
                  <a16:creationId xmlns:a16="http://schemas.microsoft.com/office/drawing/2014/main" id="{9D392C86-E618-4A77-858B-86037EA5D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7610" y="1833419"/>
              <a:ext cx="295275" cy="2904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276" name="Rectangle 33">
              <a:extLst>
                <a:ext uri="{FF2B5EF4-FFF2-40B4-BE49-F238E27FC236}">
                  <a16:creationId xmlns:a16="http://schemas.microsoft.com/office/drawing/2014/main" id="{B56EC906-7291-42E3-8ACA-7BC969DF6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9710" y="952500"/>
              <a:ext cx="260350" cy="2888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277" name="Rectangle 34">
              <a:extLst>
                <a:ext uri="{FF2B5EF4-FFF2-40B4-BE49-F238E27FC236}">
                  <a16:creationId xmlns:a16="http://schemas.microsoft.com/office/drawing/2014/main" id="{051595DE-F961-419B-A8F7-1BE917D69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4010" y="1039798"/>
              <a:ext cx="83356" cy="2000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278" name="Rectangle 42">
              <a:extLst>
                <a:ext uri="{FF2B5EF4-FFF2-40B4-BE49-F238E27FC236}">
                  <a16:creationId xmlns:a16="http://schemas.microsoft.com/office/drawing/2014/main" id="{BC44381E-4669-4BA4-8E21-A9D8BD984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50373" y="952500"/>
              <a:ext cx="236537" cy="2888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279" name="Rectangle 43">
              <a:extLst>
                <a:ext uri="{FF2B5EF4-FFF2-40B4-BE49-F238E27FC236}">
                  <a16:creationId xmlns:a16="http://schemas.microsoft.com/office/drawing/2014/main" id="{0ECA1BBC-F665-4390-A243-7AF5BF728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2448" y="1039798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280" name="Line 20">
              <a:extLst>
                <a:ext uri="{FF2B5EF4-FFF2-40B4-BE49-F238E27FC236}">
                  <a16:creationId xmlns:a16="http://schemas.microsoft.com/office/drawing/2014/main" id="{BFB98649-6EBA-4D36-A771-7AF9D22964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401135" y="1947701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281" name="Line 20">
              <a:extLst>
                <a:ext uri="{FF2B5EF4-FFF2-40B4-BE49-F238E27FC236}">
                  <a16:creationId xmlns:a16="http://schemas.microsoft.com/office/drawing/2014/main" id="{7E96294C-8465-4E3B-806E-DEACDE0EE7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80498" y="1291910"/>
              <a:ext cx="48679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282" name="Line 20">
              <a:extLst>
                <a:ext uri="{FF2B5EF4-FFF2-40B4-BE49-F238E27FC236}">
                  <a16:creationId xmlns:a16="http://schemas.microsoft.com/office/drawing/2014/main" id="{88CBB489-205D-41CB-9787-B571A1052C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40299" y="1942790"/>
              <a:ext cx="6400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283" name="Line 20">
              <a:extLst>
                <a:ext uri="{FF2B5EF4-FFF2-40B4-BE49-F238E27FC236}">
                  <a16:creationId xmlns:a16="http://schemas.microsoft.com/office/drawing/2014/main" id="{71B19B05-F80E-488F-AFE7-54BE3066B9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40299" y="3414592"/>
              <a:ext cx="633863" cy="47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284" name="Line 20">
              <a:extLst>
                <a:ext uri="{FF2B5EF4-FFF2-40B4-BE49-F238E27FC236}">
                  <a16:creationId xmlns:a16="http://schemas.microsoft.com/office/drawing/2014/main" id="{D2EFBB40-C21F-4403-A215-3DE2B9DF5B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18074" y="1942789"/>
              <a:ext cx="22225" cy="29185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285" name="Freeform 48">
              <a:extLst>
                <a:ext uri="{FF2B5EF4-FFF2-40B4-BE49-F238E27FC236}">
                  <a16:creationId xmlns:a16="http://schemas.microsoft.com/office/drawing/2014/main" id="{57F7C4BE-A6A0-4862-A93F-1EDCB24F7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8725" y="4833445"/>
              <a:ext cx="75088" cy="44443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286" name="Freeform 48">
              <a:extLst>
                <a:ext uri="{FF2B5EF4-FFF2-40B4-BE49-F238E27FC236}">
                  <a16:creationId xmlns:a16="http://schemas.microsoft.com/office/drawing/2014/main" id="{2EA1A85E-B71F-409E-8A3E-760108EE1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185" y="3407475"/>
              <a:ext cx="75088" cy="44443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93287" name="Group 4">
              <a:extLst>
                <a:ext uri="{FF2B5EF4-FFF2-40B4-BE49-F238E27FC236}">
                  <a16:creationId xmlns:a16="http://schemas.microsoft.com/office/drawing/2014/main" id="{57A28CD0-76A4-40E5-A59B-8222309E3F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45300" y="3768725"/>
              <a:ext cx="2152650" cy="750888"/>
              <a:chOff x="6844728" y="3768775"/>
              <a:chExt cx="2153201" cy="750332"/>
            </a:xfrm>
          </p:grpSpPr>
          <p:cxnSp>
            <p:nvCxnSpPr>
              <p:cNvPr id="3" name="Straight Connector 2">
                <a:extLst>
                  <a:ext uri="{FF2B5EF4-FFF2-40B4-BE49-F238E27FC236}">
                    <a16:creationId xmlns:a16="http://schemas.microsoft.com/office/drawing/2014/main" id="{1481FFC5-DFAE-7345-AAD5-E2D949D2A5B7}"/>
                  </a:ext>
                </a:extLst>
              </p:cNvPr>
              <p:cNvCxnSpPr>
                <a:stCxn id="393254" idx="0"/>
              </p:cNvCxnSpPr>
              <p:nvPr/>
            </p:nvCxnSpPr>
            <p:spPr>
              <a:xfrm>
                <a:off x="6844968" y="4205015"/>
                <a:ext cx="916122" cy="1586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Straight Connector 80">
                <a:extLst>
                  <a:ext uri="{FF2B5EF4-FFF2-40B4-BE49-F238E27FC236}">
                    <a16:creationId xmlns:a16="http://schemas.microsoft.com/office/drawing/2014/main" id="{685D2558-1B03-2C4E-BA35-2533E79CEB9D}"/>
                  </a:ext>
                </a:extLst>
              </p:cNvPr>
              <p:cNvCxnSpPr/>
              <p:nvPr/>
            </p:nvCxnSpPr>
            <p:spPr>
              <a:xfrm>
                <a:off x="7745213" y="4076522"/>
                <a:ext cx="565233" cy="158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Straight Connector 81">
                <a:extLst>
                  <a:ext uri="{FF2B5EF4-FFF2-40B4-BE49-F238E27FC236}">
                    <a16:creationId xmlns:a16="http://schemas.microsoft.com/office/drawing/2014/main" id="{62AD518D-7E01-3049-8985-895784094457}"/>
                  </a:ext>
                </a:extLst>
              </p:cNvPr>
              <p:cNvCxnSpPr/>
              <p:nvPr/>
            </p:nvCxnSpPr>
            <p:spPr>
              <a:xfrm>
                <a:off x="7740449" y="4328748"/>
                <a:ext cx="565233" cy="1586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Straight Connector 82">
                <a:extLst>
                  <a:ext uri="{FF2B5EF4-FFF2-40B4-BE49-F238E27FC236}">
                    <a16:creationId xmlns:a16="http://schemas.microsoft.com/office/drawing/2014/main" id="{095D025A-F0CB-9844-A1B2-57B01FE59ACD}"/>
                  </a:ext>
                </a:extLst>
              </p:cNvPr>
              <p:cNvCxnSpPr/>
              <p:nvPr/>
            </p:nvCxnSpPr>
            <p:spPr>
              <a:xfrm flipH="1" flipV="1">
                <a:off x="7749975" y="4062246"/>
                <a:ext cx="3175" cy="283952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3335" name="TextBox 6">
                <a:extLst>
                  <a:ext uri="{FF2B5EF4-FFF2-40B4-BE49-F238E27FC236}">
                    <a16:creationId xmlns:a16="http://schemas.microsoft.com/office/drawing/2014/main" id="{9B5E2502-A964-4867-981D-C1922A29AD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76877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393336" name="TextBox 6">
                <a:extLst>
                  <a:ext uri="{FF2B5EF4-FFF2-40B4-BE49-F238E27FC236}">
                    <a16:creationId xmlns:a16="http://schemas.microsoft.com/office/drawing/2014/main" id="{C4A069EA-77A0-4E00-A9CF-F0306D67AA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149775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3337" name="Freeform 48">
                <a:extLst>
                  <a:ext uri="{FF2B5EF4-FFF2-40B4-BE49-F238E27FC236}">
                    <a16:creationId xmlns:a16="http://schemas.microsoft.com/office/drawing/2014/main" id="{27D6F264-A8A3-4C65-87DB-E22E7D05DF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H="1">
                <a:off x="7708850" y="4183966"/>
                <a:ext cx="77241" cy="45719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393288" name="Group 88">
              <a:extLst>
                <a:ext uri="{FF2B5EF4-FFF2-40B4-BE49-F238E27FC236}">
                  <a16:creationId xmlns:a16="http://schemas.microsoft.com/office/drawing/2014/main" id="{82804AE3-9456-4412-A3AC-43EA2FDF54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56413" y="2324100"/>
              <a:ext cx="2152650" cy="749300"/>
              <a:chOff x="6844728" y="3768775"/>
              <a:chExt cx="2153201" cy="750332"/>
            </a:xfrm>
          </p:grpSpPr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7FEFD4D8-990F-0F45-AB88-6BB2DD417BFA}"/>
                  </a:ext>
                </a:extLst>
              </p:cNvPr>
              <p:cNvCxnSpPr/>
              <p:nvPr/>
            </p:nvCxnSpPr>
            <p:spPr>
              <a:xfrm>
                <a:off x="6844967" y="4205939"/>
                <a:ext cx="916121" cy="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8BFCD1B3-155A-1D46-8C66-0472A3BA243C}"/>
                  </a:ext>
                </a:extLst>
              </p:cNvPr>
              <p:cNvCxnSpPr/>
              <p:nvPr/>
            </p:nvCxnSpPr>
            <p:spPr>
              <a:xfrm>
                <a:off x="7745211" y="4070815"/>
                <a:ext cx="565233" cy="159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FCB02DB7-5B07-9842-B791-E9AE50BE7127}"/>
                  </a:ext>
                </a:extLst>
              </p:cNvPr>
              <p:cNvCxnSpPr/>
              <p:nvPr/>
            </p:nvCxnSpPr>
            <p:spPr>
              <a:xfrm>
                <a:off x="7740448" y="4323576"/>
                <a:ext cx="565233" cy="158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A6F93D5F-8C1C-0749-A082-0BB03E53FB83}"/>
                  </a:ext>
                </a:extLst>
              </p:cNvPr>
              <p:cNvCxnSpPr/>
              <p:nvPr/>
            </p:nvCxnSpPr>
            <p:spPr>
              <a:xfrm flipH="1" flipV="1">
                <a:off x="7749974" y="4056509"/>
                <a:ext cx="3175" cy="284553"/>
              </a:xfrm>
              <a:prstGeom prst="line">
                <a:avLst/>
              </a:prstGeom>
              <a:solidFill>
                <a:srgbClr val="00B050"/>
              </a:solidFill>
              <a:ln w="317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3328" name="TextBox 93">
                <a:extLst>
                  <a:ext uri="{FF2B5EF4-FFF2-40B4-BE49-F238E27FC236}">
                    <a16:creationId xmlns:a16="http://schemas.microsoft.com/office/drawing/2014/main" id="{21613C4F-8CA5-4417-9617-20A5B540486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76877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393329" name="TextBox 6">
                <a:extLst>
                  <a:ext uri="{FF2B5EF4-FFF2-40B4-BE49-F238E27FC236}">
                    <a16:creationId xmlns:a16="http://schemas.microsoft.com/office/drawing/2014/main" id="{3779A339-07BB-4E4B-A46B-1F05ADA811C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149775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3330" name="Freeform 48">
                <a:extLst>
                  <a:ext uri="{FF2B5EF4-FFF2-40B4-BE49-F238E27FC236}">
                    <a16:creationId xmlns:a16="http://schemas.microsoft.com/office/drawing/2014/main" id="{5723EB74-F093-4046-8B2E-215BB2C3EC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H="1">
                <a:off x="7708850" y="4183966"/>
                <a:ext cx="77241" cy="45719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393289" name="Group 8">
              <a:extLst>
                <a:ext uri="{FF2B5EF4-FFF2-40B4-BE49-F238E27FC236}">
                  <a16:creationId xmlns:a16="http://schemas.microsoft.com/office/drawing/2014/main" id="{BED642CE-5780-427F-89A7-9E38281896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40538" y="823913"/>
              <a:ext cx="2192337" cy="914400"/>
              <a:chOff x="6840409" y="823310"/>
              <a:chExt cx="2192128" cy="915796"/>
            </a:xfrm>
          </p:grpSpPr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5B4033F2-2D8B-CB41-931C-0BC3BDE33FAD}"/>
                  </a:ext>
                </a:extLst>
              </p:cNvPr>
              <p:cNvCxnSpPr/>
              <p:nvPr/>
            </p:nvCxnSpPr>
            <p:spPr>
              <a:xfrm>
                <a:off x="6840650" y="1289157"/>
                <a:ext cx="1450677" cy="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3E242C53-D256-5240-9CC4-25E7F5705D06}"/>
                  </a:ext>
                </a:extLst>
              </p:cNvPr>
              <p:cNvCxnSpPr/>
              <p:nvPr/>
            </p:nvCxnSpPr>
            <p:spPr>
              <a:xfrm>
                <a:off x="7732642" y="1036360"/>
                <a:ext cx="565034" cy="158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Straight Connector 99">
                <a:extLst>
                  <a:ext uri="{FF2B5EF4-FFF2-40B4-BE49-F238E27FC236}">
                    <a16:creationId xmlns:a16="http://schemas.microsoft.com/office/drawing/2014/main" id="{DCA4F4DA-C816-DF47-A2B0-D3F478797AD8}"/>
                  </a:ext>
                </a:extLst>
              </p:cNvPr>
              <p:cNvCxnSpPr/>
              <p:nvPr/>
            </p:nvCxnSpPr>
            <p:spPr>
              <a:xfrm>
                <a:off x="7727880" y="1521286"/>
                <a:ext cx="565034" cy="159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D6FC6B7F-DC19-DA49-95E1-5F384ADE22F8}"/>
                  </a:ext>
                </a:extLst>
              </p:cNvPr>
              <p:cNvCxnSpPr/>
              <p:nvPr/>
            </p:nvCxnSpPr>
            <p:spPr>
              <a:xfrm flipH="1" flipV="1">
                <a:off x="7745339" y="1018870"/>
                <a:ext cx="3174" cy="505596"/>
              </a:xfrm>
              <a:prstGeom prst="line">
                <a:avLst/>
              </a:prstGeom>
              <a:solidFill>
                <a:srgbClr val="00B050"/>
              </a:solidFill>
              <a:ln w="317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3320" name="TextBox 101">
                <a:extLst>
                  <a:ext uri="{FF2B5EF4-FFF2-40B4-BE49-F238E27FC236}">
                    <a16:creationId xmlns:a16="http://schemas.microsoft.com/office/drawing/2014/main" id="{E59522CB-CB05-45BC-A165-BDE7254ABC9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0792" y="108674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393321" name="TextBox 6">
                <a:extLst>
                  <a:ext uri="{FF2B5EF4-FFF2-40B4-BE49-F238E27FC236}">
                    <a16:creationId xmlns:a16="http://schemas.microsoft.com/office/drawing/2014/main" id="{8B9AFD93-F39A-4386-9FE0-B6CCB77DB3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16032" y="823310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3322" name="Freeform 48">
                <a:extLst>
                  <a:ext uri="{FF2B5EF4-FFF2-40B4-BE49-F238E27FC236}">
                    <a16:creationId xmlns:a16="http://schemas.microsoft.com/office/drawing/2014/main" id="{E8626384-E9C4-4709-9379-51667007BA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H="1">
                <a:off x="7704531" y="1266803"/>
                <a:ext cx="77241" cy="45719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93323" name="TextBox 107">
                <a:extLst>
                  <a:ext uri="{FF2B5EF4-FFF2-40B4-BE49-F238E27FC236}">
                    <a16:creationId xmlns:a16="http://schemas.microsoft.com/office/drawing/2014/main" id="{3921955F-5305-4311-B428-FBDF735508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96438" y="1369774"/>
                <a:ext cx="736099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Done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sp>
          <p:nvSpPr>
            <p:cNvPr id="393290" name="Freeform 45">
              <a:extLst>
                <a:ext uri="{FF2B5EF4-FFF2-40B4-BE49-F238E27FC236}">
                  <a16:creationId xmlns:a16="http://schemas.microsoft.com/office/drawing/2014/main" id="{94E8026C-1DFE-478D-A883-0E4C4F584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213" y="1289050"/>
              <a:ext cx="1957387" cy="1504950"/>
            </a:xfrm>
            <a:custGeom>
              <a:avLst/>
              <a:gdLst>
                <a:gd name="T0" fmla="*/ 2147483646 w 10604"/>
                <a:gd name="T1" fmla="*/ 2147483646 h 14865"/>
                <a:gd name="T2" fmla="*/ 2147483646 w 10604"/>
                <a:gd name="T3" fmla="*/ 2147483646 h 14865"/>
                <a:gd name="T4" fmla="*/ 0 w 10604"/>
                <a:gd name="T5" fmla="*/ 2147483646 h 14865"/>
                <a:gd name="T6" fmla="*/ 358519130 w 10604"/>
                <a:gd name="T7" fmla="*/ 0 h 14865"/>
                <a:gd name="T8" fmla="*/ 2147483646 w 10604"/>
                <a:gd name="T9" fmla="*/ 0 h 148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04" h="14865">
                  <a:moveTo>
                    <a:pt x="10600" y="14865"/>
                  </a:moveTo>
                  <a:cubicBezTo>
                    <a:pt x="10581" y="13276"/>
                    <a:pt x="10618" y="12108"/>
                    <a:pt x="10599" y="10519"/>
                  </a:cubicBezTo>
                  <a:lnTo>
                    <a:pt x="0" y="10630"/>
                  </a:lnTo>
                  <a:cubicBezTo>
                    <a:pt x="19" y="6982"/>
                    <a:pt x="38" y="3648"/>
                    <a:pt x="57" y="0"/>
                  </a:cubicBezTo>
                  <a:lnTo>
                    <a:pt x="2535" y="0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291" name="Freeform 45">
              <a:extLst>
                <a:ext uri="{FF2B5EF4-FFF2-40B4-BE49-F238E27FC236}">
                  <a16:creationId xmlns:a16="http://schemas.microsoft.com/office/drawing/2014/main" id="{7965A109-1DB8-4318-8CB9-6996D5847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138" y="2749550"/>
              <a:ext cx="1956833" cy="1469919"/>
            </a:xfrm>
            <a:custGeom>
              <a:avLst/>
              <a:gdLst>
                <a:gd name="T0" fmla="*/ 359200408 w 10601"/>
                <a:gd name="T1" fmla="*/ 148509304 h 14549"/>
                <a:gd name="T2" fmla="*/ 361142658 w 10601"/>
                <a:gd name="T3" fmla="*/ 107372991 h 14549"/>
                <a:gd name="T4" fmla="*/ 0 w 10601"/>
                <a:gd name="T5" fmla="*/ 108505967 h 14549"/>
                <a:gd name="T6" fmla="*/ 1942250 w 10601"/>
                <a:gd name="T7" fmla="*/ 0 h 14549"/>
                <a:gd name="T8" fmla="*/ 86375690 w 10601"/>
                <a:gd name="T9" fmla="*/ 0 h 145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01" h="14549">
                  <a:moveTo>
                    <a:pt x="10542" y="14549"/>
                  </a:moveTo>
                  <a:cubicBezTo>
                    <a:pt x="10523" y="12960"/>
                    <a:pt x="10618" y="12108"/>
                    <a:pt x="10599" y="10519"/>
                  </a:cubicBezTo>
                  <a:lnTo>
                    <a:pt x="0" y="10630"/>
                  </a:lnTo>
                  <a:cubicBezTo>
                    <a:pt x="19" y="6982"/>
                    <a:pt x="38" y="3648"/>
                    <a:pt x="57" y="0"/>
                  </a:cubicBezTo>
                  <a:lnTo>
                    <a:pt x="2535" y="0"/>
                  </a:lnTo>
                </a:path>
              </a:pathLst>
            </a:custGeom>
            <a:noFill/>
            <a:ln w="19050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292" name="Freeform 45">
              <a:extLst>
                <a:ext uri="{FF2B5EF4-FFF2-40B4-BE49-F238E27FC236}">
                  <a16:creationId xmlns:a16="http://schemas.microsoft.com/office/drawing/2014/main" id="{48F7ACAD-7BBA-4A69-89A8-724F6D6AA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198" y="4307123"/>
              <a:ext cx="3507702" cy="1437761"/>
            </a:xfrm>
            <a:custGeom>
              <a:avLst/>
              <a:gdLst>
                <a:gd name="T0" fmla="*/ 1165590227 w 10552"/>
                <a:gd name="T1" fmla="*/ 139062004 h 14865"/>
                <a:gd name="T2" fmla="*/ 1165479864 w 10552"/>
                <a:gd name="T3" fmla="*/ 98405238 h 14865"/>
                <a:gd name="T4" fmla="*/ 1326026 w 10552"/>
                <a:gd name="T5" fmla="*/ 100472654 h 14865"/>
                <a:gd name="T6" fmla="*/ 552483 w 10552"/>
                <a:gd name="T7" fmla="*/ 0 h 14865"/>
                <a:gd name="T8" fmla="*/ 383999626 w 10552"/>
                <a:gd name="T9" fmla="*/ 0 h 148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52" h="14865">
                  <a:moveTo>
                    <a:pt x="10548" y="14865"/>
                  </a:moveTo>
                  <a:cubicBezTo>
                    <a:pt x="10529" y="13276"/>
                    <a:pt x="10566" y="12108"/>
                    <a:pt x="10547" y="10519"/>
                  </a:cubicBezTo>
                  <a:lnTo>
                    <a:pt x="12" y="10740"/>
                  </a:lnTo>
                  <a:cubicBezTo>
                    <a:pt x="31" y="7197"/>
                    <a:pt x="-14" y="3543"/>
                    <a:pt x="5" y="0"/>
                  </a:cubicBezTo>
                  <a:lnTo>
                    <a:pt x="3475" y="0"/>
                  </a:lnTo>
                </a:path>
              </a:pathLst>
            </a:custGeom>
            <a:noFill/>
            <a:ln w="1905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293" name="Freeform 45">
              <a:extLst>
                <a:ext uri="{FF2B5EF4-FFF2-40B4-BE49-F238E27FC236}">
                  <a16:creationId xmlns:a16="http://schemas.microsoft.com/office/drawing/2014/main" id="{681A8860-F216-439C-8249-27CA59FE5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060" y="4093295"/>
              <a:ext cx="1830987" cy="1963456"/>
            </a:xfrm>
            <a:custGeom>
              <a:avLst/>
              <a:gdLst>
                <a:gd name="T0" fmla="*/ 439255523 w 9985"/>
                <a:gd name="T1" fmla="*/ 2147483646 h 10000"/>
                <a:gd name="T2" fmla="*/ 0 w 9985"/>
                <a:gd name="T3" fmla="*/ 0 h 10000"/>
                <a:gd name="T4" fmla="*/ 2147483646 w 9985"/>
                <a:gd name="T5" fmla="*/ 0 h 100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85" h="10000">
                  <a:moveTo>
                    <a:pt x="90" y="10000"/>
                  </a:moveTo>
                  <a:cubicBezTo>
                    <a:pt x="60" y="6667"/>
                    <a:pt x="30" y="3333"/>
                    <a:pt x="0" y="0"/>
                  </a:cubicBezTo>
                  <a:lnTo>
                    <a:pt x="9985" y="0"/>
                  </a:lnTo>
                </a:path>
              </a:pathLst>
            </a:custGeom>
            <a:noFill/>
            <a:ln w="1905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294" name="AutoShape 57">
              <a:extLst>
                <a:ext uri="{FF2B5EF4-FFF2-40B4-BE49-F238E27FC236}">
                  <a16:creationId xmlns:a16="http://schemas.microsoft.com/office/drawing/2014/main" id="{B4D41564-8622-4D85-B33D-F986FE9B66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0706" y="5684096"/>
              <a:ext cx="554038" cy="47148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grpSp>
          <p:nvGrpSpPr>
            <p:cNvPr id="393295" name="Group 1">
              <a:extLst>
                <a:ext uri="{FF2B5EF4-FFF2-40B4-BE49-F238E27FC236}">
                  <a16:creationId xmlns:a16="http://schemas.microsoft.com/office/drawing/2014/main" id="{2B158170-399C-4BF4-B7B7-80116F90C1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87626" y="5891212"/>
              <a:ext cx="444500" cy="320675"/>
              <a:chOff x="3736975" y="3216275"/>
              <a:chExt cx="444500" cy="320675"/>
            </a:xfrm>
          </p:grpSpPr>
          <p:sp>
            <p:nvSpPr>
              <p:cNvPr id="393314" name="Freeform 5">
                <a:extLst>
                  <a:ext uri="{FF2B5EF4-FFF2-40B4-BE49-F238E27FC236}">
                    <a16:creationId xmlns:a16="http://schemas.microsoft.com/office/drawing/2014/main" id="{864E45C8-D7A6-4AB8-A41F-CA68CC141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975" y="3216275"/>
                <a:ext cx="319088" cy="320675"/>
              </a:xfrm>
              <a:custGeom>
                <a:avLst/>
                <a:gdLst>
                  <a:gd name="T0" fmla="*/ 2147483646 w 403"/>
                  <a:gd name="T1" fmla="*/ 2147483646 h 402"/>
                  <a:gd name="T2" fmla="*/ 0 w 403"/>
                  <a:gd name="T3" fmla="*/ 2147483646 h 402"/>
                  <a:gd name="T4" fmla="*/ 0 w 403"/>
                  <a:gd name="T5" fmla="*/ 0 h 402"/>
                  <a:gd name="T6" fmla="*/ 2147483646 w 403"/>
                  <a:gd name="T7" fmla="*/ 2147483646 h 40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03"/>
                  <a:gd name="T13" fmla="*/ 0 h 402"/>
                  <a:gd name="T14" fmla="*/ 403 w 403"/>
                  <a:gd name="T15" fmla="*/ 402 h 40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03" h="402">
                    <a:moveTo>
                      <a:pt x="403" y="201"/>
                    </a:moveTo>
                    <a:lnTo>
                      <a:pt x="0" y="402"/>
                    </a:lnTo>
                    <a:lnTo>
                      <a:pt x="0" y="0"/>
                    </a:lnTo>
                    <a:lnTo>
                      <a:pt x="403" y="201"/>
                    </a:lnTo>
                    <a:close/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93315" name="Freeform 7">
                <a:extLst>
                  <a:ext uri="{FF2B5EF4-FFF2-40B4-BE49-F238E27FC236}">
                    <a16:creationId xmlns:a16="http://schemas.microsoft.com/office/drawing/2014/main" id="{F08D21F2-5A9A-4E86-B25B-417EE3D8F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700" y="332263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93296" name="Line 20">
              <a:extLst>
                <a:ext uri="{FF2B5EF4-FFF2-40B4-BE49-F238E27FC236}">
                  <a16:creationId xmlns:a16="http://schemas.microsoft.com/office/drawing/2014/main" id="{9050EA79-9F19-4A79-8F30-BD4D9E6B1D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030278" y="6049926"/>
              <a:ext cx="283794" cy="1624"/>
            </a:xfrm>
            <a:prstGeom prst="line">
              <a:avLst/>
            </a:prstGeom>
            <a:noFill/>
            <a:ln w="19050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93297" name="Group 3">
              <a:extLst>
                <a:ext uri="{FF2B5EF4-FFF2-40B4-BE49-F238E27FC236}">
                  <a16:creationId xmlns:a16="http://schemas.microsoft.com/office/drawing/2014/main" id="{06A0EDE7-2C86-4EF8-B90E-A44A0716E8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64013" y="5495298"/>
              <a:ext cx="636587" cy="536575"/>
              <a:chOff x="3164620" y="2964719"/>
              <a:chExt cx="636609" cy="536796"/>
            </a:xfrm>
          </p:grpSpPr>
          <p:sp>
            <p:nvSpPr>
              <p:cNvPr id="393309" name="Rectangle 75">
                <a:extLst>
                  <a:ext uri="{FF2B5EF4-FFF2-40B4-BE49-F238E27FC236}">
                    <a16:creationId xmlns:a16="http://schemas.microsoft.com/office/drawing/2014/main" id="{16E2EA0F-4282-44AE-8818-429CF7AC0B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2656" y="2964719"/>
                <a:ext cx="358710" cy="53679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3310" name="Freeform 86">
                <a:extLst>
                  <a:ext uri="{FF2B5EF4-FFF2-40B4-BE49-F238E27FC236}">
                    <a16:creationId xmlns:a16="http://schemas.microsoft.com/office/drawing/2014/main" id="{DBB579DD-6CDC-4286-83A3-430FD7828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970" y="2975327"/>
                <a:ext cx="630259" cy="249340"/>
              </a:xfrm>
              <a:custGeom>
                <a:avLst/>
                <a:gdLst>
                  <a:gd name="T0" fmla="*/ 2147483646 w 794"/>
                  <a:gd name="T1" fmla="*/ 0 h 315"/>
                  <a:gd name="T2" fmla="*/ 2147483646 w 794"/>
                  <a:gd name="T3" fmla="*/ 0 h 315"/>
                  <a:gd name="T4" fmla="*/ 2147483646 w 794"/>
                  <a:gd name="T5" fmla="*/ 0 h 315"/>
                  <a:gd name="T6" fmla="*/ 2147483646 w 794"/>
                  <a:gd name="T7" fmla="*/ 0 h 315"/>
                  <a:gd name="T8" fmla="*/ 2147483646 w 794"/>
                  <a:gd name="T9" fmla="*/ 0 h 315"/>
                  <a:gd name="T10" fmla="*/ 2147483646 w 794"/>
                  <a:gd name="T11" fmla="*/ 0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0"/>
                    </a:moveTo>
                    <a:lnTo>
                      <a:pt x="31" y="0"/>
                    </a:lnTo>
                    <a:lnTo>
                      <a:pt x="60" y="0"/>
                    </a:lnTo>
                    <a:lnTo>
                      <a:pt x="86" y="0"/>
                    </a:lnTo>
                    <a:lnTo>
                      <a:pt x="110" y="0"/>
                    </a:lnTo>
                    <a:lnTo>
                      <a:pt x="134" y="0"/>
                    </a:lnTo>
                    <a:lnTo>
                      <a:pt x="155" y="0"/>
                    </a:lnTo>
                    <a:lnTo>
                      <a:pt x="175" y="0"/>
                    </a:lnTo>
                    <a:lnTo>
                      <a:pt x="194" y="0"/>
                    </a:lnTo>
                    <a:lnTo>
                      <a:pt x="211" y="0"/>
                    </a:lnTo>
                    <a:lnTo>
                      <a:pt x="227" y="0"/>
                    </a:lnTo>
                    <a:lnTo>
                      <a:pt x="240" y="0"/>
                    </a:lnTo>
                    <a:lnTo>
                      <a:pt x="254" y="0"/>
                    </a:lnTo>
                    <a:lnTo>
                      <a:pt x="265" y="0"/>
                    </a:lnTo>
                    <a:lnTo>
                      <a:pt x="276" y="0"/>
                    </a:lnTo>
                    <a:lnTo>
                      <a:pt x="287" y="0"/>
                    </a:lnTo>
                    <a:lnTo>
                      <a:pt x="296" y="0"/>
                    </a:lnTo>
                    <a:lnTo>
                      <a:pt x="303" y="0"/>
                    </a:lnTo>
                    <a:lnTo>
                      <a:pt x="311" y="0"/>
                    </a:lnTo>
                    <a:lnTo>
                      <a:pt x="317" y="0"/>
                    </a:lnTo>
                    <a:lnTo>
                      <a:pt x="323" y="0"/>
                    </a:lnTo>
                    <a:lnTo>
                      <a:pt x="328" y="0"/>
                    </a:lnTo>
                    <a:lnTo>
                      <a:pt x="332" y="0"/>
                    </a:lnTo>
                    <a:lnTo>
                      <a:pt x="336" y="1"/>
                    </a:lnTo>
                    <a:lnTo>
                      <a:pt x="338" y="1"/>
                    </a:lnTo>
                    <a:lnTo>
                      <a:pt x="342" y="1"/>
                    </a:lnTo>
                    <a:lnTo>
                      <a:pt x="345" y="1"/>
                    </a:lnTo>
                    <a:lnTo>
                      <a:pt x="348" y="1"/>
                    </a:lnTo>
                    <a:lnTo>
                      <a:pt x="349" y="1"/>
                    </a:lnTo>
                    <a:lnTo>
                      <a:pt x="352" y="1"/>
                    </a:lnTo>
                    <a:lnTo>
                      <a:pt x="353" y="1"/>
                    </a:lnTo>
                    <a:lnTo>
                      <a:pt x="356" y="1"/>
                    </a:lnTo>
                    <a:lnTo>
                      <a:pt x="358" y="1"/>
                    </a:lnTo>
                    <a:lnTo>
                      <a:pt x="360" y="1"/>
                    </a:lnTo>
                    <a:lnTo>
                      <a:pt x="362" y="3"/>
                    </a:lnTo>
                    <a:lnTo>
                      <a:pt x="364" y="3"/>
                    </a:lnTo>
                    <a:lnTo>
                      <a:pt x="366" y="3"/>
                    </a:lnTo>
                    <a:lnTo>
                      <a:pt x="368" y="3"/>
                    </a:lnTo>
                    <a:lnTo>
                      <a:pt x="369" y="3"/>
                    </a:lnTo>
                    <a:lnTo>
                      <a:pt x="370" y="3"/>
                    </a:lnTo>
                    <a:lnTo>
                      <a:pt x="372" y="3"/>
                    </a:lnTo>
                    <a:lnTo>
                      <a:pt x="374" y="3"/>
                    </a:lnTo>
                    <a:lnTo>
                      <a:pt x="376" y="3"/>
                    </a:lnTo>
                    <a:lnTo>
                      <a:pt x="377" y="3"/>
                    </a:lnTo>
                    <a:lnTo>
                      <a:pt x="378" y="3"/>
                    </a:lnTo>
                    <a:lnTo>
                      <a:pt x="380" y="4"/>
                    </a:lnTo>
                    <a:lnTo>
                      <a:pt x="381" y="4"/>
                    </a:lnTo>
                    <a:lnTo>
                      <a:pt x="382" y="4"/>
                    </a:lnTo>
                    <a:lnTo>
                      <a:pt x="384" y="4"/>
                    </a:lnTo>
                    <a:lnTo>
                      <a:pt x="385" y="4"/>
                    </a:lnTo>
                    <a:lnTo>
                      <a:pt x="386" y="4"/>
                    </a:lnTo>
                    <a:lnTo>
                      <a:pt x="388" y="4"/>
                    </a:lnTo>
                    <a:lnTo>
                      <a:pt x="389" y="4"/>
                    </a:lnTo>
                    <a:lnTo>
                      <a:pt x="390" y="4"/>
                    </a:lnTo>
                    <a:lnTo>
                      <a:pt x="392" y="5"/>
                    </a:lnTo>
                    <a:lnTo>
                      <a:pt x="393" y="5"/>
                    </a:lnTo>
                    <a:lnTo>
                      <a:pt x="394" y="5"/>
                    </a:lnTo>
                    <a:lnTo>
                      <a:pt x="396" y="5"/>
                    </a:lnTo>
                    <a:lnTo>
                      <a:pt x="398" y="5"/>
                    </a:lnTo>
                    <a:lnTo>
                      <a:pt x="400" y="5"/>
                    </a:lnTo>
                    <a:lnTo>
                      <a:pt x="401" y="7"/>
                    </a:lnTo>
                    <a:lnTo>
                      <a:pt x="403" y="7"/>
                    </a:lnTo>
                    <a:lnTo>
                      <a:pt x="405" y="7"/>
                    </a:lnTo>
                    <a:lnTo>
                      <a:pt x="407" y="7"/>
                    </a:lnTo>
                    <a:lnTo>
                      <a:pt x="409" y="8"/>
                    </a:lnTo>
                    <a:lnTo>
                      <a:pt x="411" y="8"/>
                    </a:lnTo>
                    <a:lnTo>
                      <a:pt x="413" y="8"/>
                    </a:lnTo>
                    <a:lnTo>
                      <a:pt x="414" y="8"/>
                    </a:lnTo>
                    <a:lnTo>
                      <a:pt x="417" y="8"/>
                    </a:lnTo>
                    <a:lnTo>
                      <a:pt x="418" y="8"/>
                    </a:lnTo>
                    <a:lnTo>
                      <a:pt x="419" y="9"/>
                    </a:lnTo>
                    <a:lnTo>
                      <a:pt x="421" y="9"/>
                    </a:lnTo>
                    <a:lnTo>
                      <a:pt x="422" y="9"/>
                    </a:lnTo>
                    <a:lnTo>
                      <a:pt x="423" y="9"/>
                    </a:lnTo>
                    <a:lnTo>
                      <a:pt x="425" y="9"/>
                    </a:lnTo>
                    <a:lnTo>
                      <a:pt x="426" y="9"/>
                    </a:lnTo>
                    <a:lnTo>
                      <a:pt x="426" y="11"/>
                    </a:lnTo>
                    <a:lnTo>
                      <a:pt x="427" y="11"/>
                    </a:lnTo>
                    <a:lnTo>
                      <a:pt x="429" y="11"/>
                    </a:lnTo>
                    <a:lnTo>
                      <a:pt x="430" y="11"/>
                    </a:lnTo>
                    <a:lnTo>
                      <a:pt x="431" y="11"/>
                    </a:lnTo>
                    <a:lnTo>
                      <a:pt x="433" y="12"/>
                    </a:lnTo>
                    <a:lnTo>
                      <a:pt x="434" y="12"/>
                    </a:lnTo>
                    <a:lnTo>
                      <a:pt x="435" y="12"/>
                    </a:lnTo>
                    <a:lnTo>
                      <a:pt x="437" y="13"/>
                    </a:lnTo>
                    <a:lnTo>
                      <a:pt x="438" y="13"/>
                    </a:lnTo>
                    <a:lnTo>
                      <a:pt x="439" y="13"/>
                    </a:lnTo>
                    <a:lnTo>
                      <a:pt x="441" y="15"/>
                    </a:lnTo>
                    <a:lnTo>
                      <a:pt x="443" y="15"/>
                    </a:lnTo>
                    <a:lnTo>
                      <a:pt x="445" y="15"/>
                    </a:lnTo>
                    <a:lnTo>
                      <a:pt x="446" y="16"/>
                    </a:lnTo>
                    <a:lnTo>
                      <a:pt x="449" y="16"/>
                    </a:lnTo>
                    <a:lnTo>
                      <a:pt x="450" y="17"/>
                    </a:lnTo>
                    <a:lnTo>
                      <a:pt x="453" y="17"/>
                    </a:lnTo>
                    <a:lnTo>
                      <a:pt x="455" y="19"/>
                    </a:lnTo>
                    <a:lnTo>
                      <a:pt x="458" y="19"/>
                    </a:lnTo>
                    <a:lnTo>
                      <a:pt x="459" y="20"/>
                    </a:lnTo>
                    <a:lnTo>
                      <a:pt x="462" y="20"/>
                    </a:lnTo>
                    <a:lnTo>
                      <a:pt x="465" y="21"/>
                    </a:lnTo>
                    <a:lnTo>
                      <a:pt x="466" y="21"/>
                    </a:lnTo>
                    <a:lnTo>
                      <a:pt x="467" y="23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4"/>
                    </a:lnTo>
                    <a:lnTo>
                      <a:pt x="474" y="24"/>
                    </a:lnTo>
                    <a:lnTo>
                      <a:pt x="475" y="25"/>
                    </a:lnTo>
                    <a:lnTo>
                      <a:pt x="476" y="25"/>
                    </a:lnTo>
                    <a:lnTo>
                      <a:pt x="478" y="25"/>
                    </a:lnTo>
                    <a:lnTo>
                      <a:pt x="479" y="27"/>
                    </a:lnTo>
                    <a:lnTo>
                      <a:pt x="480" y="27"/>
                    </a:lnTo>
                    <a:lnTo>
                      <a:pt x="482" y="27"/>
                    </a:lnTo>
                    <a:lnTo>
                      <a:pt x="482" y="28"/>
                    </a:lnTo>
                    <a:lnTo>
                      <a:pt x="483" y="28"/>
                    </a:lnTo>
                    <a:lnTo>
                      <a:pt x="484" y="29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31"/>
                    </a:lnTo>
                    <a:lnTo>
                      <a:pt x="490" y="31"/>
                    </a:lnTo>
                    <a:lnTo>
                      <a:pt x="491" y="32"/>
                    </a:lnTo>
                    <a:lnTo>
                      <a:pt x="492" y="32"/>
                    </a:lnTo>
                    <a:lnTo>
                      <a:pt x="494" y="33"/>
                    </a:lnTo>
                    <a:lnTo>
                      <a:pt x="495" y="33"/>
                    </a:lnTo>
                    <a:lnTo>
                      <a:pt x="498" y="35"/>
                    </a:lnTo>
                    <a:lnTo>
                      <a:pt x="499" y="36"/>
                    </a:lnTo>
                    <a:lnTo>
                      <a:pt x="500" y="36"/>
                    </a:lnTo>
                    <a:lnTo>
                      <a:pt x="503" y="37"/>
                    </a:lnTo>
                    <a:lnTo>
                      <a:pt x="504" y="39"/>
                    </a:lnTo>
                    <a:lnTo>
                      <a:pt x="507" y="40"/>
                    </a:lnTo>
                    <a:lnTo>
                      <a:pt x="508" y="40"/>
                    </a:lnTo>
                    <a:lnTo>
                      <a:pt x="511" y="41"/>
                    </a:lnTo>
                    <a:lnTo>
                      <a:pt x="512" y="43"/>
                    </a:lnTo>
                    <a:lnTo>
                      <a:pt x="514" y="43"/>
                    </a:lnTo>
                    <a:lnTo>
                      <a:pt x="516" y="44"/>
                    </a:lnTo>
                    <a:lnTo>
                      <a:pt x="518" y="44"/>
                    </a:lnTo>
                    <a:lnTo>
                      <a:pt x="519" y="45"/>
                    </a:lnTo>
                    <a:lnTo>
                      <a:pt x="520" y="45"/>
                    </a:lnTo>
                    <a:lnTo>
                      <a:pt x="522" y="47"/>
                    </a:lnTo>
                    <a:lnTo>
                      <a:pt x="523" y="47"/>
                    </a:lnTo>
                    <a:lnTo>
                      <a:pt x="523" y="48"/>
                    </a:lnTo>
                    <a:lnTo>
                      <a:pt x="524" y="48"/>
                    </a:lnTo>
                    <a:lnTo>
                      <a:pt x="526" y="49"/>
                    </a:lnTo>
                    <a:lnTo>
                      <a:pt x="527" y="49"/>
                    </a:lnTo>
                    <a:lnTo>
                      <a:pt x="528" y="51"/>
                    </a:lnTo>
                    <a:lnTo>
                      <a:pt x="530" y="51"/>
                    </a:lnTo>
                    <a:lnTo>
                      <a:pt x="531" y="52"/>
                    </a:lnTo>
                    <a:lnTo>
                      <a:pt x="532" y="52"/>
                    </a:lnTo>
                    <a:lnTo>
                      <a:pt x="534" y="53"/>
                    </a:lnTo>
                    <a:lnTo>
                      <a:pt x="535" y="55"/>
                    </a:lnTo>
                    <a:lnTo>
                      <a:pt x="536" y="55"/>
                    </a:lnTo>
                    <a:lnTo>
                      <a:pt x="538" y="56"/>
                    </a:lnTo>
                    <a:lnTo>
                      <a:pt x="539" y="56"/>
                    </a:lnTo>
                    <a:lnTo>
                      <a:pt x="540" y="57"/>
                    </a:lnTo>
                    <a:lnTo>
                      <a:pt x="542" y="57"/>
                    </a:lnTo>
                    <a:lnTo>
                      <a:pt x="543" y="58"/>
                    </a:lnTo>
                    <a:lnTo>
                      <a:pt x="546" y="60"/>
                    </a:lnTo>
                    <a:lnTo>
                      <a:pt x="547" y="60"/>
                    </a:lnTo>
                    <a:lnTo>
                      <a:pt x="548" y="61"/>
                    </a:lnTo>
                    <a:lnTo>
                      <a:pt x="551" y="62"/>
                    </a:lnTo>
                    <a:lnTo>
                      <a:pt x="552" y="64"/>
                    </a:lnTo>
                    <a:lnTo>
                      <a:pt x="553" y="65"/>
                    </a:lnTo>
                    <a:lnTo>
                      <a:pt x="556" y="65"/>
                    </a:lnTo>
                    <a:lnTo>
                      <a:pt x="557" y="66"/>
                    </a:lnTo>
                    <a:lnTo>
                      <a:pt x="559" y="66"/>
                    </a:lnTo>
                    <a:lnTo>
                      <a:pt x="560" y="68"/>
                    </a:lnTo>
                    <a:lnTo>
                      <a:pt x="561" y="69"/>
                    </a:lnTo>
                    <a:lnTo>
                      <a:pt x="563" y="69"/>
                    </a:lnTo>
                    <a:lnTo>
                      <a:pt x="564" y="70"/>
                    </a:lnTo>
                    <a:lnTo>
                      <a:pt x="565" y="70"/>
                    </a:lnTo>
                    <a:lnTo>
                      <a:pt x="567" y="72"/>
                    </a:lnTo>
                    <a:lnTo>
                      <a:pt x="568" y="73"/>
                    </a:lnTo>
                    <a:lnTo>
                      <a:pt x="569" y="73"/>
                    </a:lnTo>
                    <a:lnTo>
                      <a:pt x="571" y="74"/>
                    </a:lnTo>
                    <a:lnTo>
                      <a:pt x="572" y="74"/>
                    </a:lnTo>
                    <a:lnTo>
                      <a:pt x="572" y="76"/>
                    </a:lnTo>
                    <a:lnTo>
                      <a:pt x="573" y="76"/>
                    </a:lnTo>
                    <a:lnTo>
                      <a:pt x="575" y="76"/>
                    </a:lnTo>
                    <a:lnTo>
                      <a:pt x="575" y="77"/>
                    </a:lnTo>
                    <a:lnTo>
                      <a:pt x="576" y="77"/>
                    </a:lnTo>
                    <a:lnTo>
                      <a:pt x="577" y="78"/>
                    </a:lnTo>
                    <a:lnTo>
                      <a:pt x="579" y="78"/>
                    </a:lnTo>
                    <a:lnTo>
                      <a:pt x="580" y="80"/>
                    </a:lnTo>
                    <a:lnTo>
                      <a:pt x="581" y="80"/>
                    </a:lnTo>
                    <a:lnTo>
                      <a:pt x="581" y="81"/>
                    </a:lnTo>
                    <a:lnTo>
                      <a:pt x="583" y="82"/>
                    </a:lnTo>
                    <a:lnTo>
                      <a:pt x="585" y="82"/>
                    </a:lnTo>
                    <a:lnTo>
                      <a:pt x="587" y="84"/>
                    </a:lnTo>
                    <a:lnTo>
                      <a:pt x="588" y="85"/>
                    </a:lnTo>
                    <a:lnTo>
                      <a:pt x="589" y="86"/>
                    </a:lnTo>
                    <a:lnTo>
                      <a:pt x="591" y="86"/>
                    </a:lnTo>
                    <a:lnTo>
                      <a:pt x="592" y="88"/>
                    </a:lnTo>
                    <a:lnTo>
                      <a:pt x="593" y="88"/>
                    </a:lnTo>
                    <a:lnTo>
                      <a:pt x="593" y="89"/>
                    </a:lnTo>
                    <a:lnTo>
                      <a:pt x="595" y="89"/>
                    </a:lnTo>
                    <a:lnTo>
                      <a:pt x="596" y="90"/>
                    </a:lnTo>
                    <a:lnTo>
                      <a:pt x="597" y="90"/>
                    </a:lnTo>
                    <a:lnTo>
                      <a:pt x="597" y="92"/>
                    </a:lnTo>
                    <a:lnTo>
                      <a:pt x="599" y="92"/>
                    </a:lnTo>
                    <a:lnTo>
                      <a:pt x="600" y="93"/>
                    </a:lnTo>
                    <a:lnTo>
                      <a:pt x="601" y="93"/>
                    </a:lnTo>
                    <a:lnTo>
                      <a:pt x="601" y="94"/>
                    </a:lnTo>
                    <a:lnTo>
                      <a:pt x="603" y="94"/>
                    </a:lnTo>
                    <a:lnTo>
                      <a:pt x="604" y="96"/>
                    </a:lnTo>
                    <a:lnTo>
                      <a:pt x="605" y="97"/>
                    </a:lnTo>
                    <a:lnTo>
                      <a:pt x="607" y="97"/>
                    </a:lnTo>
                    <a:lnTo>
                      <a:pt x="607" y="98"/>
                    </a:lnTo>
                    <a:lnTo>
                      <a:pt x="608" y="98"/>
                    </a:lnTo>
                    <a:lnTo>
                      <a:pt x="609" y="100"/>
                    </a:lnTo>
                    <a:lnTo>
                      <a:pt x="611" y="101"/>
                    </a:lnTo>
                    <a:lnTo>
                      <a:pt x="612" y="101"/>
                    </a:lnTo>
                    <a:lnTo>
                      <a:pt x="612" y="102"/>
                    </a:lnTo>
                    <a:lnTo>
                      <a:pt x="613" y="102"/>
                    </a:lnTo>
                    <a:lnTo>
                      <a:pt x="615" y="104"/>
                    </a:lnTo>
                    <a:lnTo>
                      <a:pt x="616" y="105"/>
                    </a:lnTo>
                    <a:lnTo>
                      <a:pt x="617" y="106"/>
                    </a:lnTo>
                    <a:lnTo>
                      <a:pt x="619" y="106"/>
                    </a:lnTo>
                    <a:lnTo>
                      <a:pt x="619" y="108"/>
                    </a:lnTo>
                    <a:lnTo>
                      <a:pt x="620" y="108"/>
                    </a:lnTo>
                    <a:lnTo>
                      <a:pt x="621" y="109"/>
                    </a:lnTo>
                    <a:lnTo>
                      <a:pt x="622" y="110"/>
                    </a:lnTo>
                    <a:lnTo>
                      <a:pt x="624" y="110"/>
                    </a:lnTo>
                    <a:lnTo>
                      <a:pt x="624" y="112"/>
                    </a:lnTo>
                    <a:lnTo>
                      <a:pt x="625" y="112"/>
                    </a:lnTo>
                    <a:lnTo>
                      <a:pt x="625" y="113"/>
                    </a:lnTo>
                    <a:lnTo>
                      <a:pt x="626" y="113"/>
                    </a:lnTo>
                    <a:lnTo>
                      <a:pt x="628" y="114"/>
                    </a:lnTo>
                    <a:lnTo>
                      <a:pt x="629" y="114"/>
                    </a:lnTo>
                    <a:lnTo>
                      <a:pt x="629" y="116"/>
                    </a:lnTo>
                    <a:lnTo>
                      <a:pt x="630" y="116"/>
                    </a:lnTo>
                    <a:lnTo>
                      <a:pt x="632" y="117"/>
                    </a:lnTo>
                    <a:lnTo>
                      <a:pt x="633" y="118"/>
                    </a:lnTo>
                    <a:lnTo>
                      <a:pt x="634" y="118"/>
                    </a:lnTo>
                    <a:lnTo>
                      <a:pt x="634" y="120"/>
                    </a:lnTo>
                    <a:lnTo>
                      <a:pt x="636" y="120"/>
                    </a:lnTo>
                    <a:lnTo>
                      <a:pt x="637" y="121"/>
                    </a:lnTo>
                    <a:lnTo>
                      <a:pt x="638" y="121"/>
                    </a:lnTo>
                    <a:lnTo>
                      <a:pt x="640" y="122"/>
                    </a:lnTo>
                    <a:lnTo>
                      <a:pt x="641" y="124"/>
                    </a:lnTo>
                    <a:lnTo>
                      <a:pt x="642" y="125"/>
                    </a:lnTo>
                    <a:lnTo>
                      <a:pt x="644" y="125"/>
                    </a:lnTo>
                    <a:lnTo>
                      <a:pt x="645" y="126"/>
                    </a:lnTo>
                    <a:lnTo>
                      <a:pt x="646" y="128"/>
                    </a:lnTo>
                    <a:lnTo>
                      <a:pt x="648" y="128"/>
                    </a:lnTo>
                    <a:lnTo>
                      <a:pt x="648" y="129"/>
                    </a:lnTo>
                    <a:lnTo>
                      <a:pt x="649" y="129"/>
                    </a:lnTo>
                    <a:lnTo>
                      <a:pt x="650" y="130"/>
                    </a:lnTo>
                    <a:lnTo>
                      <a:pt x="652" y="131"/>
                    </a:lnTo>
                    <a:lnTo>
                      <a:pt x="653" y="131"/>
                    </a:lnTo>
                    <a:lnTo>
                      <a:pt x="653" y="133"/>
                    </a:lnTo>
                    <a:lnTo>
                      <a:pt x="654" y="133"/>
                    </a:lnTo>
                    <a:lnTo>
                      <a:pt x="654" y="134"/>
                    </a:lnTo>
                    <a:lnTo>
                      <a:pt x="656" y="134"/>
                    </a:lnTo>
                    <a:lnTo>
                      <a:pt x="656" y="135"/>
                    </a:lnTo>
                    <a:lnTo>
                      <a:pt x="657" y="135"/>
                    </a:lnTo>
                    <a:lnTo>
                      <a:pt x="657" y="137"/>
                    </a:lnTo>
                    <a:lnTo>
                      <a:pt x="658" y="138"/>
                    </a:lnTo>
                    <a:lnTo>
                      <a:pt x="660" y="138"/>
                    </a:lnTo>
                    <a:lnTo>
                      <a:pt x="660" y="139"/>
                    </a:lnTo>
                    <a:lnTo>
                      <a:pt x="661" y="141"/>
                    </a:lnTo>
                    <a:lnTo>
                      <a:pt x="662" y="141"/>
                    </a:lnTo>
                    <a:lnTo>
                      <a:pt x="664" y="142"/>
                    </a:lnTo>
                    <a:lnTo>
                      <a:pt x="664" y="143"/>
                    </a:lnTo>
                    <a:lnTo>
                      <a:pt x="665" y="145"/>
                    </a:lnTo>
                    <a:lnTo>
                      <a:pt x="666" y="146"/>
                    </a:lnTo>
                    <a:lnTo>
                      <a:pt x="668" y="147"/>
                    </a:lnTo>
                    <a:lnTo>
                      <a:pt x="669" y="149"/>
                    </a:lnTo>
                    <a:lnTo>
                      <a:pt x="670" y="150"/>
                    </a:lnTo>
                    <a:lnTo>
                      <a:pt x="672" y="151"/>
                    </a:lnTo>
                    <a:lnTo>
                      <a:pt x="673" y="153"/>
                    </a:lnTo>
                    <a:lnTo>
                      <a:pt x="674" y="154"/>
                    </a:lnTo>
                    <a:lnTo>
                      <a:pt x="676" y="155"/>
                    </a:lnTo>
                    <a:lnTo>
                      <a:pt x="677" y="157"/>
                    </a:lnTo>
                    <a:lnTo>
                      <a:pt x="677" y="158"/>
                    </a:lnTo>
                    <a:lnTo>
                      <a:pt x="678" y="158"/>
                    </a:lnTo>
                    <a:lnTo>
                      <a:pt x="680" y="159"/>
                    </a:lnTo>
                    <a:lnTo>
                      <a:pt x="680" y="161"/>
                    </a:lnTo>
                    <a:lnTo>
                      <a:pt x="681" y="161"/>
                    </a:lnTo>
                    <a:lnTo>
                      <a:pt x="681" y="162"/>
                    </a:lnTo>
                    <a:lnTo>
                      <a:pt x="682" y="162"/>
                    </a:lnTo>
                    <a:lnTo>
                      <a:pt x="682" y="163"/>
                    </a:lnTo>
                    <a:lnTo>
                      <a:pt x="684" y="165"/>
                    </a:lnTo>
                    <a:lnTo>
                      <a:pt x="685" y="166"/>
                    </a:lnTo>
                    <a:lnTo>
                      <a:pt x="686" y="167"/>
                    </a:lnTo>
                    <a:lnTo>
                      <a:pt x="686" y="169"/>
                    </a:lnTo>
                    <a:lnTo>
                      <a:pt x="688" y="169"/>
                    </a:lnTo>
                    <a:lnTo>
                      <a:pt x="689" y="170"/>
                    </a:lnTo>
                    <a:lnTo>
                      <a:pt x="689" y="171"/>
                    </a:lnTo>
                    <a:lnTo>
                      <a:pt x="690" y="173"/>
                    </a:lnTo>
                    <a:lnTo>
                      <a:pt x="692" y="174"/>
                    </a:lnTo>
                    <a:lnTo>
                      <a:pt x="693" y="175"/>
                    </a:lnTo>
                    <a:lnTo>
                      <a:pt x="694" y="178"/>
                    </a:lnTo>
                    <a:lnTo>
                      <a:pt x="695" y="179"/>
                    </a:lnTo>
                    <a:lnTo>
                      <a:pt x="697" y="181"/>
                    </a:lnTo>
                    <a:lnTo>
                      <a:pt x="698" y="183"/>
                    </a:lnTo>
                    <a:lnTo>
                      <a:pt x="701" y="185"/>
                    </a:lnTo>
                    <a:lnTo>
                      <a:pt x="702" y="186"/>
                    </a:lnTo>
                    <a:lnTo>
                      <a:pt x="702" y="187"/>
                    </a:lnTo>
                    <a:lnTo>
                      <a:pt x="703" y="189"/>
                    </a:lnTo>
                    <a:lnTo>
                      <a:pt x="705" y="190"/>
                    </a:lnTo>
                    <a:lnTo>
                      <a:pt x="706" y="191"/>
                    </a:lnTo>
                    <a:lnTo>
                      <a:pt x="707" y="193"/>
                    </a:lnTo>
                    <a:lnTo>
                      <a:pt x="707" y="194"/>
                    </a:lnTo>
                    <a:lnTo>
                      <a:pt x="709" y="195"/>
                    </a:lnTo>
                    <a:lnTo>
                      <a:pt x="710" y="197"/>
                    </a:lnTo>
                    <a:lnTo>
                      <a:pt x="710" y="198"/>
                    </a:lnTo>
                    <a:lnTo>
                      <a:pt x="711" y="198"/>
                    </a:lnTo>
                    <a:lnTo>
                      <a:pt x="713" y="199"/>
                    </a:lnTo>
                    <a:lnTo>
                      <a:pt x="713" y="201"/>
                    </a:lnTo>
                    <a:lnTo>
                      <a:pt x="714" y="202"/>
                    </a:lnTo>
                    <a:lnTo>
                      <a:pt x="715" y="203"/>
                    </a:lnTo>
                    <a:lnTo>
                      <a:pt x="717" y="205"/>
                    </a:lnTo>
                    <a:lnTo>
                      <a:pt x="717" y="206"/>
                    </a:lnTo>
                    <a:lnTo>
                      <a:pt x="718" y="207"/>
                    </a:lnTo>
                    <a:lnTo>
                      <a:pt x="719" y="208"/>
                    </a:lnTo>
                    <a:lnTo>
                      <a:pt x="721" y="210"/>
                    </a:lnTo>
                    <a:lnTo>
                      <a:pt x="722" y="212"/>
                    </a:lnTo>
                    <a:lnTo>
                      <a:pt x="722" y="214"/>
                    </a:lnTo>
                    <a:lnTo>
                      <a:pt x="723" y="215"/>
                    </a:lnTo>
                    <a:lnTo>
                      <a:pt x="725" y="216"/>
                    </a:lnTo>
                    <a:lnTo>
                      <a:pt x="726" y="218"/>
                    </a:lnTo>
                    <a:lnTo>
                      <a:pt x="727" y="220"/>
                    </a:lnTo>
                    <a:lnTo>
                      <a:pt x="729" y="222"/>
                    </a:lnTo>
                    <a:lnTo>
                      <a:pt x="730" y="224"/>
                    </a:lnTo>
                    <a:lnTo>
                      <a:pt x="731" y="226"/>
                    </a:lnTo>
                    <a:lnTo>
                      <a:pt x="734" y="228"/>
                    </a:lnTo>
                    <a:lnTo>
                      <a:pt x="735" y="230"/>
                    </a:lnTo>
                    <a:lnTo>
                      <a:pt x="735" y="232"/>
                    </a:lnTo>
                    <a:lnTo>
                      <a:pt x="737" y="234"/>
                    </a:lnTo>
                    <a:lnTo>
                      <a:pt x="738" y="235"/>
                    </a:lnTo>
                    <a:lnTo>
                      <a:pt x="739" y="236"/>
                    </a:lnTo>
                    <a:lnTo>
                      <a:pt x="741" y="238"/>
                    </a:lnTo>
                    <a:lnTo>
                      <a:pt x="742" y="239"/>
                    </a:lnTo>
                    <a:lnTo>
                      <a:pt x="742" y="240"/>
                    </a:lnTo>
                    <a:lnTo>
                      <a:pt x="743" y="242"/>
                    </a:lnTo>
                    <a:lnTo>
                      <a:pt x="745" y="243"/>
                    </a:lnTo>
                    <a:lnTo>
                      <a:pt x="745" y="244"/>
                    </a:lnTo>
                    <a:lnTo>
                      <a:pt x="746" y="246"/>
                    </a:lnTo>
                    <a:lnTo>
                      <a:pt x="746" y="247"/>
                    </a:lnTo>
                    <a:lnTo>
                      <a:pt x="747" y="247"/>
                    </a:lnTo>
                    <a:lnTo>
                      <a:pt x="749" y="248"/>
                    </a:lnTo>
                    <a:lnTo>
                      <a:pt x="749" y="250"/>
                    </a:lnTo>
                    <a:lnTo>
                      <a:pt x="750" y="251"/>
                    </a:lnTo>
                    <a:lnTo>
                      <a:pt x="750" y="252"/>
                    </a:lnTo>
                    <a:lnTo>
                      <a:pt x="751" y="254"/>
                    </a:lnTo>
                    <a:lnTo>
                      <a:pt x="753" y="255"/>
                    </a:lnTo>
                    <a:lnTo>
                      <a:pt x="754" y="256"/>
                    </a:lnTo>
                    <a:lnTo>
                      <a:pt x="754" y="258"/>
                    </a:lnTo>
                    <a:lnTo>
                      <a:pt x="755" y="259"/>
                    </a:lnTo>
                    <a:lnTo>
                      <a:pt x="757" y="260"/>
                    </a:lnTo>
                    <a:lnTo>
                      <a:pt x="758" y="262"/>
                    </a:lnTo>
                    <a:lnTo>
                      <a:pt x="759" y="263"/>
                    </a:lnTo>
                    <a:lnTo>
                      <a:pt x="761" y="266"/>
                    </a:lnTo>
                    <a:lnTo>
                      <a:pt x="762" y="267"/>
                    </a:lnTo>
                    <a:lnTo>
                      <a:pt x="763" y="270"/>
                    </a:lnTo>
                    <a:lnTo>
                      <a:pt x="765" y="271"/>
                    </a:lnTo>
                    <a:lnTo>
                      <a:pt x="766" y="274"/>
                    </a:lnTo>
                    <a:lnTo>
                      <a:pt x="767" y="276"/>
                    </a:lnTo>
                    <a:lnTo>
                      <a:pt x="769" y="278"/>
                    </a:lnTo>
                    <a:lnTo>
                      <a:pt x="770" y="279"/>
                    </a:lnTo>
                    <a:lnTo>
                      <a:pt x="771" y="281"/>
                    </a:lnTo>
                    <a:lnTo>
                      <a:pt x="772" y="283"/>
                    </a:lnTo>
                    <a:lnTo>
                      <a:pt x="774" y="284"/>
                    </a:lnTo>
                    <a:lnTo>
                      <a:pt x="775" y="285"/>
                    </a:lnTo>
                    <a:lnTo>
                      <a:pt x="775" y="287"/>
                    </a:lnTo>
                    <a:lnTo>
                      <a:pt x="776" y="288"/>
                    </a:lnTo>
                    <a:lnTo>
                      <a:pt x="778" y="289"/>
                    </a:lnTo>
                    <a:lnTo>
                      <a:pt x="778" y="291"/>
                    </a:lnTo>
                    <a:lnTo>
                      <a:pt x="779" y="292"/>
                    </a:lnTo>
                    <a:lnTo>
                      <a:pt x="780" y="293"/>
                    </a:lnTo>
                    <a:lnTo>
                      <a:pt x="782" y="295"/>
                    </a:lnTo>
                    <a:lnTo>
                      <a:pt x="782" y="296"/>
                    </a:lnTo>
                    <a:lnTo>
                      <a:pt x="783" y="297"/>
                    </a:lnTo>
                    <a:lnTo>
                      <a:pt x="784" y="299"/>
                    </a:lnTo>
                    <a:lnTo>
                      <a:pt x="784" y="300"/>
                    </a:lnTo>
                    <a:lnTo>
                      <a:pt x="786" y="301"/>
                    </a:lnTo>
                    <a:lnTo>
                      <a:pt x="786" y="303"/>
                    </a:lnTo>
                    <a:lnTo>
                      <a:pt x="787" y="304"/>
                    </a:lnTo>
                    <a:lnTo>
                      <a:pt x="788" y="305"/>
                    </a:lnTo>
                    <a:lnTo>
                      <a:pt x="788" y="307"/>
                    </a:lnTo>
                    <a:lnTo>
                      <a:pt x="790" y="309"/>
                    </a:lnTo>
                    <a:lnTo>
                      <a:pt x="791" y="311"/>
                    </a:lnTo>
                    <a:lnTo>
                      <a:pt x="791" y="312"/>
                    </a:lnTo>
                    <a:lnTo>
                      <a:pt x="792" y="313"/>
                    </a:lnTo>
                    <a:lnTo>
                      <a:pt x="794" y="315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93311" name="Freeform 87">
                <a:extLst>
                  <a:ext uri="{FF2B5EF4-FFF2-40B4-BE49-F238E27FC236}">
                    <a16:creationId xmlns:a16="http://schemas.microsoft.com/office/drawing/2014/main" id="{3F5BA45D-DCCB-4AB8-80E7-5926958BE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970" y="3227843"/>
                <a:ext cx="630259" cy="249341"/>
              </a:xfrm>
              <a:custGeom>
                <a:avLst/>
                <a:gdLst>
                  <a:gd name="T0" fmla="*/ 2147483646 w 794"/>
                  <a:gd name="T1" fmla="*/ 2147483646 h 315"/>
                  <a:gd name="T2" fmla="*/ 2147483646 w 794"/>
                  <a:gd name="T3" fmla="*/ 2147483646 h 315"/>
                  <a:gd name="T4" fmla="*/ 2147483646 w 794"/>
                  <a:gd name="T5" fmla="*/ 2147483646 h 315"/>
                  <a:gd name="T6" fmla="*/ 2147483646 w 794"/>
                  <a:gd name="T7" fmla="*/ 2147483646 h 315"/>
                  <a:gd name="T8" fmla="*/ 2147483646 w 794"/>
                  <a:gd name="T9" fmla="*/ 2147483646 h 315"/>
                  <a:gd name="T10" fmla="*/ 2147483646 w 794"/>
                  <a:gd name="T11" fmla="*/ 2147483646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315"/>
                    </a:moveTo>
                    <a:lnTo>
                      <a:pt x="31" y="315"/>
                    </a:lnTo>
                    <a:lnTo>
                      <a:pt x="60" y="315"/>
                    </a:lnTo>
                    <a:lnTo>
                      <a:pt x="86" y="315"/>
                    </a:lnTo>
                    <a:lnTo>
                      <a:pt x="110" y="315"/>
                    </a:lnTo>
                    <a:lnTo>
                      <a:pt x="134" y="315"/>
                    </a:lnTo>
                    <a:lnTo>
                      <a:pt x="155" y="315"/>
                    </a:lnTo>
                    <a:lnTo>
                      <a:pt x="175" y="315"/>
                    </a:lnTo>
                    <a:lnTo>
                      <a:pt x="194" y="315"/>
                    </a:lnTo>
                    <a:lnTo>
                      <a:pt x="211" y="315"/>
                    </a:lnTo>
                    <a:lnTo>
                      <a:pt x="227" y="315"/>
                    </a:lnTo>
                    <a:lnTo>
                      <a:pt x="240" y="315"/>
                    </a:lnTo>
                    <a:lnTo>
                      <a:pt x="254" y="315"/>
                    </a:lnTo>
                    <a:lnTo>
                      <a:pt x="265" y="315"/>
                    </a:lnTo>
                    <a:lnTo>
                      <a:pt x="276" y="315"/>
                    </a:lnTo>
                    <a:lnTo>
                      <a:pt x="287" y="315"/>
                    </a:lnTo>
                    <a:lnTo>
                      <a:pt x="296" y="315"/>
                    </a:lnTo>
                    <a:lnTo>
                      <a:pt x="303" y="315"/>
                    </a:lnTo>
                    <a:lnTo>
                      <a:pt x="311" y="315"/>
                    </a:lnTo>
                    <a:lnTo>
                      <a:pt x="317" y="315"/>
                    </a:lnTo>
                    <a:lnTo>
                      <a:pt x="323" y="315"/>
                    </a:lnTo>
                    <a:lnTo>
                      <a:pt x="328" y="315"/>
                    </a:lnTo>
                    <a:lnTo>
                      <a:pt x="332" y="315"/>
                    </a:lnTo>
                    <a:lnTo>
                      <a:pt x="336" y="315"/>
                    </a:lnTo>
                    <a:lnTo>
                      <a:pt x="338" y="315"/>
                    </a:lnTo>
                    <a:lnTo>
                      <a:pt x="342" y="315"/>
                    </a:lnTo>
                    <a:lnTo>
                      <a:pt x="345" y="315"/>
                    </a:lnTo>
                    <a:lnTo>
                      <a:pt x="348" y="315"/>
                    </a:lnTo>
                    <a:lnTo>
                      <a:pt x="349" y="314"/>
                    </a:lnTo>
                    <a:lnTo>
                      <a:pt x="352" y="314"/>
                    </a:lnTo>
                    <a:lnTo>
                      <a:pt x="353" y="314"/>
                    </a:lnTo>
                    <a:lnTo>
                      <a:pt x="356" y="314"/>
                    </a:lnTo>
                    <a:lnTo>
                      <a:pt x="358" y="314"/>
                    </a:lnTo>
                    <a:lnTo>
                      <a:pt x="360" y="314"/>
                    </a:lnTo>
                    <a:lnTo>
                      <a:pt x="362" y="314"/>
                    </a:lnTo>
                    <a:lnTo>
                      <a:pt x="364" y="314"/>
                    </a:lnTo>
                    <a:lnTo>
                      <a:pt x="366" y="314"/>
                    </a:lnTo>
                    <a:lnTo>
                      <a:pt x="368" y="314"/>
                    </a:lnTo>
                    <a:lnTo>
                      <a:pt x="369" y="314"/>
                    </a:lnTo>
                    <a:lnTo>
                      <a:pt x="370" y="312"/>
                    </a:lnTo>
                    <a:lnTo>
                      <a:pt x="372" y="312"/>
                    </a:lnTo>
                    <a:lnTo>
                      <a:pt x="374" y="312"/>
                    </a:lnTo>
                    <a:lnTo>
                      <a:pt x="376" y="312"/>
                    </a:lnTo>
                    <a:lnTo>
                      <a:pt x="377" y="312"/>
                    </a:lnTo>
                    <a:lnTo>
                      <a:pt x="378" y="312"/>
                    </a:lnTo>
                    <a:lnTo>
                      <a:pt x="380" y="312"/>
                    </a:lnTo>
                    <a:lnTo>
                      <a:pt x="381" y="312"/>
                    </a:lnTo>
                    <a:lnTo>
                      <a:pt x="382" y="312"/>
                    </a:lnTo>
                    <a:lnTo>
                      <a:pt x="384" y="312"/>
                    </a:lnTo>
                    <a:lnTo>
                      <a:pt x="385" y="311"/>
                    </a:lnTo>
                    <a:lnTo>
                      <a:pt x="386" y="311"/>
                    </a:lnTo>
                    <a:lnTo>
                      <a:pt x="388" y="311"/>
                    </a:lnTo>
                    <a:lnTo>
                      <a:pt x="389" y="311"/>
                    </a:lnTo>
                    <a:lnTo>
                      <a:pt x="390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4" y="311"/>
                    </a:lnTo>
                    <a:lnTo>
                      <a:pt x="396" y="310"/>
                    </a:lnTo>
                    <a:lnTo>
                      <a:pt x="398" y="310"/>
                    </a:lnTo>
                    <a:lnTo>
                      <a:pt x="400" y="310"/>
                    </a:lnTo>
                    <a:lnTo>
                      <a:pt x="401" y="310"/>
                    </a:lnTo>
                    <a:lnTo>
                      <a:pt x="403" y="310"/>
                    </a:lnTo>
                    <a:lnTo>
                      <a:pt x="405" y="308"/>
                    </a:lnTo>
                    <a:lnTo>
                      <a:pt x="407" y="308"/>
                    </a:lnTo>
                    <a:lnTo>
                      <a:pt x="409" y="308"/>
                    </a:lnTo>
                    <a:lnTo>
                      <a:pt x="411" y="308"/>
                    </a:lnTo>
                    <a:lnTo>
                      <a:pt x="413" y="307"/>
                    </a:lnTo>
                    <a:lnTo>
                      <a:pt x="414" y="307"/>
                    </a:lnTo>
                    <a:lnTo>
                      <a:pt x="417" y="307"/>
                    </a:lnTo>
                    <a:lnTo>
                      <a:pt x="418" y="307"/>
                    </a:lnTo>
                    <a:lnTo>
                      <a:pt x="419" y="307"/>
                    </a:lnTo>
                    <a:lnTo>
                      <a:pt x="421" y="307"/>
                    </a:lnTo>
                    <a:lnTo>
                      <a:pt x="422" y="306"/>
                    </a:lnTo>
                    <a:lnTo>
                      <a:pt x="423" y="306"/>
                    </a:lnTo>
                    <a:lnTo>
                      <a:pt x="425" y="306"/>
                    </a:lnTo>
                    <a:lnTo>
                      <a:pt x="426" y="306"/>
                    </a:lnTo>
                    <a:lnTo>
                      <a:pt x="427" y="306"/>
                    </a:lnTo>
                    <a:lnTo>
                      <a:pt x="429" y="304"/>
                    </a:lnTo>
                    <a:lnTo>
                      <a:pt x="430" y="304"/>
                    </a:lnTo>
                    <a:lnTo>
                      <a:pt x="431" y="304"/>
                    </a:lnTo>
                    <a:lnTo>
                      <a:pt x="433" y="304"/>
                    </a:lnTo>
                    <a:lnTo>
                      <a:pt x="434" y="303"/>
                    </a:lnTo>
                    <a:lnTo>
                      <a:pt x="435" y="303"/>
                    </a:lnTo>
                    <a:lnTo>
                      <a:pt x="437" y="303"/>
                    </a:lnTo>
                    <a:lnTo>
                      <a:pt x="438" y="303"/>
                    </a:lnTo>
                    <a:lnTo>
                      <a:pt x="439" y="302"/>
                    </a:lnTo>
                    <a:lnTo>
                      <a:pt x="441" y="302"/>
                    </a:lnTo>
                    <a:lnTo>
                      <a:pt x="443" y="300"/>
                    </a:lnTo>
                    <a:lnTo>
                      <a:pt x="445" y="300"/>
                    </a:lnTo>
                    <a:lnTo>
                      <a:pt x="446" y="300"/>
                    </a:lnTo>
                    <a:lnTo>
                      <a:pt x="449" y="299"/>
                    </a:lnTo>
                    <a:lnTo>
                      <a:pt x="450" y="299"/>
                    </a:lnTo>
                    <a:lnTo>
                      <a:pt x="453" y="298"/>
                    </a:lnTo>
                    <a:lnTo>
                      <a:pt x="455" y="296"/>
                    </a:lnTo>
                    <a:lnTo>
                      <a:pt x="458" y="296"/>
                    </a:lnTo>
                    <a:lnTo>
                      <a:pt x="459" y="295"/>
                    </a:lnTo>
                    <a:lnTo>
                      <a:pt x="462" y="295"/>
                    </a:lnTo>
                    <a:lnTo>
                      <a:pt x="465" y="294"/>
                    </a:lnTo>
                    <a:lnTo>
                      <a:pt x="466" y="294"/>
                    </a:lnTo>
                    <a:lnTo>
                      <a:pt x="467" y="294"/>
                    </a:lnTo>
                    <a:lnTo>
                      <a:pt x="470" y="292"/>
                    </a:lnTo>
                    <a:lnTo>
                      <a:pt x="471" y="292"/>
                    </a:lnTo>
                    <a:lnTo>
                      <a:pt x="473" y="291"/>
                    </a:lnTo>
                    <a:lnTo>
                      <a:pt x="474" y="291"/>
                    </a:lnTo>
                    <a:lnTo>
                      <a:pt x="475" y="291"/>
                    </a:lnTo>
                    <a:lnTo>
                      <a:pt x="476" y="290"/>
                    </a:lnTo>
                    <a:lnTo>
                      <a:pt x="478" y="290"/>
                    </a:lnTo>
                    <a:lnTo>
                      <a:pt x="479" y="290"/>
                    </a:lnTo>
                    <a:lnTo>
                      <a:pt x="480" y="288"/>
                    </a:lnTo>
                    <a:lnTo>
                      <a:pt x="482" y="288"/>
                    </a:lnTo>
                    <a:lnTo>
                      <a:pt x="483" y="287"/>
                    </a:lnTo>
                    <a:lnTo>
                      <a:pt x="484" y="287"/>
                    </a:lnTo>
                    <a:lnTo>
                      <a:pt x="486" y="286"/>
                    </a:lnTo>
                    <a:lnTo>
                      <a:pt x="487" y="286"/>
                    </a:lnTo>
                    <a:lnTo>
                      <a:pt x="488" y="286"/>
                    </a:lnTo>
                    <a:lnTo>
                      <a:pt x="490" y="284"/>
                    </a:lnTo>
                    <a:lnTo>
                      <a:pt x="491" y="284"/>
                    </a:lnTo>
                    <a:lnTo>
                      <a:pt x="492" y="283"/>
                    </a:lnTo>
                    <a:lnTo>
                      <a:pt x="494" y="283"/>
                    </a:lnTo>
                    <a:lnTo>
                      <a:pt x="495" y="282"/>
                    </a:lnTo>
                    <a:lnTo>
                      <a:pt x="498" y="280"/>
                    </a:lnTo>
                    <a:lnTo>
                      <a:pt x="499" y="280"/>
                    </a:lnTo>
                    <a:lnTo>
                      <a:pt x="500" y="279"/>
                    </a:lnTo>
                    <a:lnTo>
                      <a:pt x="503" y="278"/>
                    </a:lnTo>
                    <a:lnTo>
                      <a:pt x="504" y="276"/>
                    </a:lnTo>
                    <a:lnTo>
                      <a:pt x="507" y="276"/>
                    </a:lnTo>
                    <a:lnTo>
                      <a:pt x="508" y="275"/>
                    </a:lnTo>
                    <a:lnTo>
                      <a:pt x="511" y="274"/>
                    </a:lnTo>
                    <a:lnTo>
                      <a:pt x="512" y="274"/>
                    </a:lnTo>
                    <a:lnTo>
                      <a:pt x="514" y="272"/>
                    </a:lnTo>
                    <a:lnTo>
                      <a:pt x="516" y="271"/>
                    </a:lnTo>
                    <a:lnTo>
                      <a:pt x="518" y="271"/>
                    </a:lnTo>
                    <a:lnTo>
                      <a:pt x="519" y="270"/>
                    </a:lnTo>
                    <a:lnTo>
                      <a:pt x="520" y="270"/>
                    </a:lnTo>
                    <a:lnTo>
                      <a:pt x="522" y="268"/>
                    </a:lnTo>
                    <a:lnTo>
                      <a:pt x="523" y="268"/>
                    </a:lnTo>
                    <a:lnTo>
                      <a:pt x="524" y="267"/>
                    </a:lnTo>
                    <a:lnTo>
                      <a:pt x="526" y="267"/>
                    </a:lnTo>
                    <a:lnTo>
                      <a:pt x="527" y="266"/>
                    </a:lnTo>
                    <a:lnTo>
                      <a:pt x="528" y="266"/>
                    </a:lnTo>
                    <a:lnTo>
                      <a:pt x="528" y="264"/>
                    </a:lnTo>
                    <a:lnTo>
                      <a:pt x="530" y="264"/>
                    </a:lnTo>
                    <a:lnTo>
                      <a:pt x="531" y="264"/>
                    </a:lnTo>
                    <a:lnTo>
                      <a:pt x="532" y="263"/>
                    </a:lnTo>
                    <a:lnTo>
                      <a:pt x="534" y="263"/>
                    </a:lnTo>
                    <a:lnTo>
                      <a:pt x="534" y="262"/>
                    </a:lnTo>
                    <a:lnTo>
                      <a:pt x="535" y="262"/>
                    </a:lnTo>
                    <a:lnTo>
                      <a:pt x="536" y="261"/>
                    </a:lnTo>
                    <a:lnTo>
                      <a:pt x="538" y="261"/>
                    </a:lnTo>
                    <a:lnTo>
                      <a:pt x="539" y="259"/>
                    </a:lnTo>
                    <a:lnTo>
                      <a:pt x="540" y="259"/>
                    </a:lnTo>
                    <a:lnTo>
                      <a:pt x="542" y="258"/>
                    </a:lnTo>
                    <a:lnTo>
                      <a:pt x="543" y="257"/>
                    </a:lnTo>
                    <a:lnTo>
                      <a:pt x="546" y="257"/>
                    </a:lnTo>
                    <a:lnTo>
                      <a:pt x="547" y="255"/>
                    </a:lnTo>
                    <a:lnTo>
                      <a:pt x="548" y="254"/>
                    </a:lnTo>
                    <a:lnTo>
                      <a:pt x="551" y="253"/>
                    </a:lnTo>
                    <a:lnTo>
                      <a:pt x="552" y="253"/>
                    </a:lnTo>
                    <a:lnTo>
                      <a:pt x="553" y="251"/>
                    </a:lnTo>
                    <a:lnTo>
                      <a:pt x="556" y="250"/>
                    </a:lnTo>
                    <a:lnTo>
                      <a:pt x="557" y="250"/>
                    </a:lnTo>
                    <a:lnTo>
                      <a:pt x="559" y="249"/>
                    </a:lnTo>
                    <a:lnTo>
                      <a:pt x="560" y="247"/>
                    </a:lnTo>
                    <a:lnTo>
                      <a:pt x="561" y="247"/>
                    </a:lnTo>
                    <a:lnTo>
                      <a:pt x="563" y="246"/>
                    </a:lnTo>
                    <a:lnTo>
                      <a:pt x="564" y="245"/>
                    </a:lnTo>
                    <a:lnTo>
                      <a:pt x="565" y="245"/>
                    </a:lnTo>
                    <a:lnTo>
                      <a:pt x="567" y="245"/>
                    </a:lnTo>
                    <a:lnTo>
                      <a:pt x="567" y="243"/>
                    </a:lnTo>
                    <a:lnTo>
                      <a:pt x="568" y="243"/>
                    </a:lnTo>
                    <a:lnTo>
                      <a:pt x="569" y="242"/>
                    </a:lnTo>
                    <a:lnTo>
                      <a:pt x="571" y="242"/>
                    </a:lnTo>
                    <a:lnTo>
                      <a:pt x="572" y="241"/>
                    </a:lnTo>
                    <a:lnTo>
                      <a:pt x="573" y="239"/>
                    </a:lnTo>
                    <a:lnTo>
                      <a:pt x="575" y="239"/>
                    </a:lnTo>
                    <a:lnTo>
                      <a:pt x="575" y="238"/>
                    </a:lnTo>
                    <a:lnTo>
                      <a:pt x="576" y="238"/>
                    </a:lnTo>
                    <a:lnTo>
                      <a:pt x="577" y="237"/>
                    </a:lnTo>
                    <a:lnTo>
                      <a:pt x="579" y="237"/>
                    </a:lnTo>
                    <a:lnTo>
                      <a:pt x="580" y="235"/>
                    </a:lnTo>
                    <a:lnTo>
                      <a:pt x="581" y="235"/>
                    </a:lnTo>
                    <a:lnTo>
                      <a:pt x="581" y="234"/>
                    </a:lnTo>
                    <a:lnTo>
                      <a:pt x="583" y="234"/>
                    </a:lnTo>
                    <a:lnTo>
                      <a:pt x="585" y="233"/>
                    </a:lnTo>
                    <a:lnTo>
                      <a:pt x="587" y="231"/>
                    </a:lnTo>
                    <a:lnTo>
                      <a:pt x="588" y="230"/>
                    </a:lnTo>
                    <a:lnTo>
                      <a:pt x="589" y="230"/>
                    </a:lnTo>
                    <a:lnTo>
                      <a:pt x="591" y="229"/>
                    </a:lnTo>
                    <a:lnTo>
                      <a:pt x="592" y="227"/>
                    </a:lnTo>
                    <a:lnTo>
                      <a:pt x="593" y="227"/>
                    </a:lnTo>
                    <a:lnTo>
                      <a:pt x="593" y="226"/>
                    </a:lnTo>
                    <a:lnTo>
                      <a:pt x="595" y="226"/>
                    </a:lnTo>
                    <a:lnTo>
                      <a:pt x="596" y="225"/>
                    </a:lnTo>
                    <a:lnTo>
                      <a:pt x="597" y="225"/>
                    </a:lnTo>
                    <a:lnTo>
                      <a:pt x="597" y="223"/>
                    </a:lnTo>
                    <a:lnTo>
                      <a:pt x="599" y="223"/>
                    </a:lnTo>
                    <a:lnTo>
                      <a:pt x="600" y="223"/>
                    </a:lnTo>
                    <a:lnTo>
                      <a:pt x="600" y="222"/>
                    </a:lnTo>
                    <a:lnTo>
                      <a:pt x="601" y="222"/>
                    </a:lnTo>
                    <a:lnTo>
                      <a:pt x="603" y="221"/>
                    </a:lnTo>
                    <a:lnTo>
                      <a:pt x="604" y="221"/>
                    </a:lnTo>
                    <a:lnTo>
                      <a:pt x="604" y="219"/>
                    </a:lnTo>
                    <a:lnTo>
                      <a:pt x="605" y="219"/>
                    </a:lnTo>
                    <a:lnTo>
                      <a:pt x="605" y="218"/>
                    </a:lnTo>
                    <a:lnTo>
                      <a:pt x="607" y="218"/>
                    </a:lnTo>
                    <a:lnTo>
                      <a:pt x="608" y="217"/>
                    </a:lnTo>
                    <a:lnTo>
                      <a:pt x="609" y="215"/>
                    </a:lnTo>
                    <a:lnTo>
                      <a:pt x="611" y="214"/>
                    </a:lnTo>
                    <a:lnTo>
                      <a:pt x="612" y="214"/>
                    </a:lnTo>
                    <a:lnTo>
                      <a:pt x="612" y="213"/>
                    </a:lnTo>
                    <a:lnTo>
                      <a:pt x="613" y="213"/>
                    </a:lnTo>
                    <a:lnTo>
                      <a:pt x="615" y="211"/>
                    </a:lnTo>
                    <a:lnTo>
                      <a:pt x="616" y="210"/>
                    </a:lnTo>
                    <a:lnTo>
                      <a:pt x="617" y="209"/>
                    </a:lnTo>
                    <a:lnTo>
                      <a:pt x="619" y="209"/>
                    </a:lnTo>
                    <a:lnTo>
                      <a:pt x="619" y="207"/>
                    </a:lnTo>
                    <a:lnTo>
                      <a:pt x="620" y="207"/>
                    </a:lnTo>
                    <a:lnTo>
                      <a:pt x="621" y="206"/>
                    </a:lnTo>
                    <a:lnTo>
                      <a:pt x="622" y="206"/>
                    </a:lnTo>
                    <a:lnTo>
                      <a:pt x="622" y="205"/>
                    </a:lnTo>
                    <a:lnTo>
                      <a:pt x="624" y="205"/>
                    </a:lnTo>
                    <a:lnTo>
                      <a:pt x="625" y="203"/>
                    </a:lnTo>
                    <a:lnTo>
                      <a:pt x="626" y="202"/>
                    </a:lnTo>
                    <a:lnTo>
                      <a:pt x="628" y="202"/>
                    </a:lnTo>
                    <a:lnTo>
                      <a:pt x="628" y="201"/>
                    </a:lnTo>
                    <a:lnTo>
                      <a:pt x="629" y="201"/>
                    </a:lnTo>
                    <a:lnTo>
                      <a:pt x="630" y="199"/>
                    </a:lnTo>
                    <a:lnTo>
                      <a:pt x="632" y="199"/>
                    </a:lnTo>
                    <a:lnTo>
                      <a:pt x="632" y="198"/>
                    </a:lnTo>
                    <a:lnTo>
                      <a:pt x="633" y="198"/>
                    </a:lnTo>
                    <a:lnTo>
                      <a:pt x="634" y="197"/>
                    </a:lnTo>
                    <a:lnTo>
                      <a:pt x="636" y="195"/>
                    </a:lnTo>
                    <a:lnTo>
                      <a:pt x="637" y="195"/>
                    </a:lnTo>
                    <a:lnTo>
                      <a:pt x="638" y="194"/>
                    </a:lnTo>
                    <a:lnTo>
                      <a:pt x="640" y="193"/>
                    </a:lnTo>
                    <a:lnTo>
                      <a:pt x="641" y="193"/>
                    </a:lnTo>
                    <a:lnTo>
                      <a:pt x="641" y="191"/>
                    </a:lnTo>
                    <a:lnTo>
                      <a:pt x="642" y="191"/>
                    </a:lnTo>
                    <a:lnTo>
                      <a:pt x="644" y="190"/>
                    </a:lnTo>
                    <a:lnTo>
                      <a:pt x="645" y="190"/>
                    </a:lnTo>
                    <a:lnTo>
                      <a:pt x="645" y="189"/>
                    </a:lnTo>
                    <a:lnTo>
                      <a:pt x="646" y="189"/>
                    </a:lnTo>
                    <a:lnTo>
                      <a:pt x="648" y="188"/>
                    </a:lnTo>
                    <a:lnTo>
                      <a:pt x="649" y="186"/>
                    </a:lnTo>
                    <a:lnTo>
                      <a:pt x="650" y="186"/>
                    </a:lnTo>
                    <a:lnTo>
                      <a:pt x="650" y="185"/>
                    </a:lnTo>
                    <a:lnTo>
                      <a:pt x="652" y="185"/>
                    </a:lnTo>
                    <a:lnTo>
                      <a:pt x="652" y="184"/>
                    </a:lnTo>
                    <a:lnTo>
                      <a:pt x="653" y="184"/>
                    </a:lnTo>
                    <a:lnTo>
                      <a:pt x="654" y="182"/>
                    </a:lnTo>
                    <a:lnTo>
                      <a:pt x="656" y="181"/>
                    </a:lnTo>
                    <a:lnTo>
                      <a:pt x="657" y="180"/>
                    </a:lnTo>
                    <a:lnTo>
                      <a:pt x="657" y="178"/>
                    </a:lnTo>
                    <a:lnTo>
                      <a:pt x="658" y="178"/>
                    </a:lnTo>
                    <a:lnTo>
                      <a:pt x="660" y="177"/>
                    </a:lnTo>
                    <a:lnTo>
                      <a:pt x="661" y="176"/>
                    </a:lnTo>
                    <a:lnTo>
                      <a:pt x="662" y="174"/>
                    </a:lnTo>
                    <a:lnTo>
                      <a:pt x="664" y="173"/>
                    </a:lnTo>
                    <a:lnTo>
                      <a:pt x="664" y="172"/>
                    </a:lnTo>
                    <a:lnTo>
                      <a:pt x="665" y="170"/>
                    </a:lnTo>
                    <a:lnTo>
                      <a:pt x="666" y="169"/>
                    </a:lnTo>
                    <a:lnTo>
                      <a:pt x="668" y="168"/>
                    </a:lnTo>
                    <a:lnTo>
                      <a:pt x="669" y="166"/>
                    </a:lnTo>
                    <a:lnTo>
                      <a:pt x="670" y="165"/>
                    </a:lnTo>
                    <a:lnTo>
                      <a:pt x="672" y="165"/>
                    </a:lnTo>
                    <a:lnTo>
                      <a:pt x="673" y="164"/>
                    </a:lnTo>
                    <a:lnTo>
                      <a:pt x="673" y="162"/>
                    </a:lnTo>
                    <a:lnTo>
                      <a:pt x="674" y="161"/>
                    </a:lnTo>
                    <a:lnTo>
                      <a:pt x="676" y="161"/>
                    </a:lnTo>
                    <a:lnTo>
                      <a:pt x="676" y="160"/>
                    </a:lnTo>
                    <a:lnTo>
                      <a:pt x="677" y="158"/>
                    </a:lnTo>
                    <a:lnTo>
                      <a:pt x="678" y="157"/>
                    </a:lnTo>
                    <a:lnTo>
                      <a:pt x="680" y="156"/>
                    </a:lnTo>
                    <a:lnTo>
                      <a:pt x="681" y="154"/>
                    </a:lnTo>
                    <a:lnTo>
                      <a:pt x="682" y="153"/>
                    </a:lnTo>
                    <a:lnTo>
                      <a:pt x="682" y="152"/>
                    </a:lnTo>
                    <a:lnTo>
                      <a:pt x="684" y="152"/>
                    </a:lnTo>
                    <a:lnTo>
                      <a:pt x="684" y="150"/>
                    </a:lnTo>
                    <a:lnTo>
                      <a:pt x="685" y="149"/>
                    </a:lnTo>
                    <a:lnTo>
                      <a:pt x="686" y="149"/>
                    </a:lnTo>
                    <a:lnTo>
                      <a:pt x="686" y="148"/>
                    </a:lnTo>
                    <a:lnTo>
                      <a:pt x="688" y="146"/>
                    </a:lnTo>
                    <a:lnTo>
                      <a:pt x="689" y="145"/>
                    </a:lnTo>
                    <a:lnTo>
                      <a:pt x="689" y="144"/>
                    </a:lnTo>
                    <a:lnTo>
                      <a:pt x="690" y="142"/>
                    </a:lnTo>
                    <a:lnTo>
                      <a:pt x="692" y="141"/>
                    </a:lnTo>
                    <a:lnTo>
                      <a:pt x="693" y="140"/>
                    </a:lnTo>
                    <a:lnTo>
                      <a:pt x="694" y="138"/>
                    </a:lnTo>
                    <a:lnTo>
                      <a:pt x="695" y="136"/>
                    </a:lnTo>
                    <a:lnTo>
                      <a:pt x="697" y="134"/>
                    </a:lnTo>
                    <a:lnTo>
                      <a:pt x="698" y="133"/>
                    </a:lnTo>
                    <a:lnTo>
                      <a:pt x="701" y="130"/>
                    </a:lnTo>
                    <a:lnTo>
                      <a:pt x="702" y="129"/>
                    </a:lnTo>
                    <a:lnTo>
                      <a:pt x="702" y="128"/>
                    </a:lnTo>
                    <a:lnTo>
                      <a:pt x="703" y="126"/>
                    </a:lnTo>
                    <a:lnTo>
                      <a:pt x="705" y="125"/>
                    </a:lnTo>
                    <a:lnTo>
                      <a:pt x="706" y="124"/>
                    </a:lnTo>
                    <a:lnTo>
                      <a:pt x="707" y="122"/>
                    </a:lnTo>
                    <a:lnTo>
                      <a:pt x="707" y="121"/>
                    </a:lnTo>
                    <a:lnTo>
                      <a:pt x="709" y="120"/>
                    </a:lnTo>
                    <a:lnTo>
                      <a:pt x="710" y="120"/>
                    </a:lnTo>
                    <a:lnTo>
                      <a:pt x="710" y="118"/>
                    </a:lnTo>
                    <a:lnTo>
                      <a:pt x="711" y="117"/>
                    </a:lnTo>
                    <a:lnTo>
                      <a:pt x="713" y="116"/>
                    </a:lnTo>
                    <a:lnTo>
                      <a:pt x="714" y="114"/>
                    </a:lnTo>
                    <a:lnTo>
                      <a:pt x="714" y="113"/>
                    </a:lnTo>
                    <a:lnTo>
                      <a:pt x="715" y="112"/>
                    </a:lnTo>
                    <a:lnTo>
                      <a:pt x="717" y="111"/>
                    </a:lnTo>
                    <a:lnTo>
                      <a:pt x="718" y="109"/>
                    </a:lnTo>
                    <a:lnTo>
                      <a:pt x="719" y="108"/>
                    </a:lnTo>
                    <a:lnTo>
                      <a:pt x="719" y="107"/>
                    </a:lnTo>
                    <a:lnTo>
                      <a:pt x="721" y="105"/>
                    </a:lnTo>
                    <a:lnTo>
                      <a:pt x="722" y="104"/>
                    </a:lnTo>
                    <a:lnTo>
                      <a:pt x="722" y="103"/>
                    </a:lnTo>
                    <a:lnTo>
                      <a:pt x="723" y="101"/>
                    </a:lnTo>
                    <a:lnTo>
                      <a:pt x="725" y="99"/>
                    </a:lnTo>
                    <a:lnTo>
                      <a:pt x="726" y="97"/>
                    </a:lnTo>
                    <a:lnTo>
                      <a:pt x="727" y="96"/>
                    </a:lnTo>
                    <a:lnTo>
                      <a:pt x="729" y="93"/>
                    </a:lnTo>
                    <a:lnTo>
                      <a:pt x="730" y="91"/>
                    </a:lnTo>
                    <a:lnTo>
                      <a:pt x="731" y="89"/>
                    </a:lnTo>
                    <a:lnTo>
                      <a:pt x="734" y="87"/>
                    </a:lnTo>
                    <a:lnTo>
                      <a:pt x="735" y="85"/>
                    </a:lnTo>
                    <a:lnTo>
                      <a:pt x="735" y="84"/>
                    </a:lnTo>
                    <a:lnTo>
                      <a:pt x="737" y="81"/>
                    </a:lnTo>
                    <a:lnTo>
                      <a:pt x="738" y="80"/>
                    </a:lnTo>
                    <a:lnTo>
                      <a:pt x="739" y="79"/>
                    </a:lnTo>
                    <a:lnTo>
                      <a:pt x="741" y="77"/>
                    </a:lnTo>
                    <a:lnTo>
                      <a:pt x="742" y="76"/>
                    </a:lnTo>
                    <a:lnTo>
                      <a:pt x="742" y="75"/>
                    </a:lnTo>
                    <a:lnTo>
                      <a:pt x="743" y="73"/>
                    </a:lnTo>
                    <a:lnTo>
                      <a:pt x="745" y="72"/>
                    </a:lnTo>
                    <a:lnTo>
                      <a:pt x="746" y="71"/>
                    </a:lnTo>
                    <a:lnTo>
                      <a:pt x="746" y="69"/>
                    </a:lnTo>
                    <a:lnTo>
                      <a:pt x="747" y="68"/>
                    </a:lnTo>
                    <a:lnTo>
                      <a:pt x="749" y="67"/>
                    </a:lnTo>
                    <a:lnTo>
                      <a:pt x="749" y="65"/>
                    </a:lnTo>
                    <a:lnTo>
                      <a:pt x="750" y="64"/>
                    </a:lnTo>
                    <a:lnTo>
                      <a:pt x="751" y="63"/>
                    </a:lnTo>
                    <a:lnTo>
                      <a:pt x="753" y="61"/>
                    </a:lnTo>
                    <a:lnTo>
                      <a:pt x="754" y="60"/>
                    </a:lnTo>
                    <a:lnTo>
                      <a:pt x="754" y="59"/>
                    </a:lnTo>
                    <a:lnTo>
                      <a:pt x="755" y="57"/>
                    </a:lnTo>
                    <a:lnTo>
                      <a:pt x="757" y="55"/>
                    </a:lnTo>
                    <a:lnTo>
                      <a:pt x="758" y="53"/>
                    </a:lnTo>
                    <a:lnTo>
                      <a:pt x="759" y="52"/>
                    </a:lnTo>
                    <a:lnTo>
                      <a:pt x="761" y="51"/>
                    </a:lnTo>
                    <a:lnTo>
                      <a:pt x="762" y="48"/>
                    </a:lnTo>
                    <a:lnTo>
                      <a:pt x="763" y="47"/>
                    </a:lnTo>
                    <a:lnTo>
                      <a:pt x="765" y="44"/>
                    </a:lnTo>
                    <a:lnTo>
                      <a:pt x="766" y="41"/>
                    </a:lnTo>
                    <a:lnTo>
                      <a:pt x="767" y="40"/>
                    </a:lnTo>
                    <a:lnTo>
                      <a:pt x="769" y="38"/>
                    </a:lnTo>
                    <a:lnTo>
                      <a:pt x="770" y="36"/>
                    </a:lnTo>
                    <a:lnTo>
                      <a:pt x="771" y="35"/>
                    </a:lnTo>
                    <a:lnTo>
                      <a:pt x="772" y="32"/>
                    </a:lnTo>
                    <a:lnTo>
                      <a:pt x="774" y="31"/>
                    </a:lnTo>
                    <a:lnTo>
                      <a:pt x="775" y="30"/>
                    </a:lnTo>
                    <a:lnTo>
                      <a:pt x="775" y="28"/>
                    </a:lnTo>
                    <a:lnTo>
                      <a:pt x="776" y="27"/>
                    </a:lnTo>
                    <a:lnTo>
                      <a:pt x="778" y="26"/>
                    </a:lnTo>
                    <a:lnTo>
                      <a:pt x="778" y="24"/>
                    </a:lnTo>
                    <a:lnTo>
                      <a:pt x="779" y="24"/>
                    </a:lnTo>
                    <a:lnTo>
                      <a:pt x="780" y="23"/>
                    </a:lnTo>
                    <a:lnTo>
                      <a:pt x="780" y="22"/>
                    </a:lnTo>
                    <a:lnTo>
                      <a:pt x="782" y="20"/>
                    </a:lnTo>
                    <a:lnTo>
                      <a:pt x="783" y="19"/>
                    </a:lnTo>
                    <a:lnTo>
                      <a:pt x="783" y="18"/>
                    </a:lnTo>
                    <a:lnTo>
                      <a:pt x="784" y="16"/>
                    </a:lnTo>
                    <a:lnTo>
                      <a:pt x="784" y="15"/>
                    </a:lnTo>
                    <a:lnTo>
                      <a:pt x="786" y="15"/>
                    </a:lnTo>
                    <a:lnTo>
                      <a:pt x="786" y="14"/>
                    </a:lnTo>
                    <a:lnTo>
                      <a:pt x="787" y="12"/>
                    </a:lnTo>
                    <a:lnTo>
                      <a:pt x="787" y="11"/>
                    </a:lnTo>
                    <a:lnTo>
                      <a:pt x="788" y="10"/>
                    </a:lnTo>
                    <a:lnTo>
                      <a:pt x="788" y="8"/>
                    </a:lnTo>
                    <a:lnTo>
                      <a:pt x="790" y="7"/>
                    </a:lnTo>
                    <a:lnTo>
                      <a:pt x="791" y="6"/>
                    </a:lnTo>
                    <a:lnTo>
                      <a:pt x="791" y="4"/>
                    </a:lnTo>
                    <a:lnTo>
                      <a:pt x="792" y="2"/>
                    </a:lnTo>
                    <a:lnTo>
                      <a:pt x="794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93312" name="Freeform 88">
                <a:extLst>
                  <a:ext uri="{FF2B5EF4-FFF2-40B4-BE49-F238E27FC236}">
                    <a16:creationId xmlns:a16="http://schemas.microsoft.com/office/drawing/2014/main" id="{CE255305-4438-40EF-AFC7-71F44B3FC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620" y="2975327"/>
                <a:ext cx="74615" cy="252516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0"/>
                    </a:moveTo>
                    <a:lnTo>
                      <a:pt x="3" y="4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7" y="13"/>
                    </a:lnTo>
                    <a:lnTo>
                      <a:pt x="9" y="16"/>
                    </a:lnTo>
                    <a:lnTo>
                      <a:pt x="11" y="19"/>
                    </a:lnTo>
                    <a:lnTo>
                      <a:pt x="12" y="20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9" y="33"/>
                    </a:lnTo>
                    <a:lnTo>
                      <a:pt x="20" y="35"/>
                    </a:lnTo>
                    <a:lnTo>
                      <a:pt x="20" y="36"/>
                    </a:lnTo>
                    <a:lnTo>
                      <a:pt x="21" y="37"/>
                    </a:lnTo>
                    <a:lnTo>
                      <a:pt x="21" y="39"/>
                    </a:lnTo>
                    <a:lnTo>
                      <a:pt x="23" y="40"/>
                    </a:lnTo>
                    <a:lnTo>
                      <a:pt x="23" y="41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4" y="45"/>
                    </a:lnTo>
                    <a:lnTo>
                      <a:pt x="25" y="47"/>
                    </a:lnTo>
                    <a:lnTo>
                      <a:pt x="25" y="48"/>
                    </a:lnTo>
                    <a:lnTo>
                      <a:pt x="27" y="49"/>
                    </a:lnTo>
                    <a:lnTo>
                      <a:pt x="27" y="51"/>
                    </a:lnTo>
                    <a:lnTo>
                      <a:pt x="28" y="52"/>
                    </a:lnTo>
                    <a:lnTo>
                      <a:pt x="28" y="53"/>
                    </a:lnTo>
                    <a:lnTo>
                      <a:pt x="29" y="55"/>
                    </a:lnTo>
                    <a:lnTo>
                      <a:pt x="29" y="57"/>
                    </a:lnTo>
                    <a:lnTo>
                      <a:pt x="31" y="58"/>
                    </a:lnTo>
                    <a:lnTo>
                      <a:pt x="31" y="60"/>
                    </a:lnTo>
                    <a:lnTo>
                      <a:pt x="32" y="62"/>
                    </a:lnTo>
                    <a:lnTo>
                      <a:pt x="32" y="64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5" y="70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7" y="74"/>
                    </a:lnTo>
                    <a:lnTo>
                      <a:pt x="37" y="76"/>
                    </a:lnTo>
                    <a:lnTo>
                      <a:pt x="37" y="77"/>
                    </a:lnTo>
                    <a:lnTo>
                      <a:pt x="39" y="78"/>
                    </a:lnTo>
                    <a:lnTo>
                      <a:pt x="39" y="80"/>
                    </a:lnTo>
                    <a:lnTo>
                      <a:pt x="40" y="81"/>
                    </a:lnTo>
                    <a:lnTo>
                      <a:pt x="40" y="82"/>
                    </a:lnTo>
                    <a:lnTo>
                      <a:pt x="41" y="84"/>
                    </a:lnTo>
                    <a:lnTo>
                      <a:pt x="41" y="85"/>
                    </a:lnTo>
                    <a:lnTo>
                      <a:pt x="41" y="86"/>
                    </a:lnTo>
                    <a:lnTo>
                      <a:pt x="42" y="88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4" y="93"/>
                    </a:lnTo>
                    <a:lnTo>
                      <a:pt x="44" y="94"/>
                    </a:lnTo>
                    <a:lnTo>
                      <a:pt x="45" y="96"/>
                    </a:lnTo>
                    <a:lnTo>
                      <a:pt x="45" y="98"/>
                    </a:lnTo>
                    <a:lnTo>
                      <a:pt x="46" y="100"/>
                    </a:lnTo>
                    <a:lnTo>
                      <a:pt x="48" y="102"/>
                    </a:lnTo>
                    <a:lnTo>
                      <a:pt x="48" y="105"/>
                    </a:lnTo>
                    <a:lnTo>
                      <a:pt x="49" y="106"/>
                    </a:lnTo>
                    <a:lnTo>
                      <a:pt x="49" y="109"/>
                    </a:lnTo>
                    <a:lnTo>
                      <a:pt x="50" y="110"/>
                    </a:lnTo>
                    <a:lnTo>
                      <a:pt x="52" y="112"/>
                    </a:lnTo>
                    <a:lnTo>
                      <a:pt x="52" y="113"/>
                    </a:lnTo>
                    <a:lnTo>
                      <a:pt x="52" y="116"/>
                    </a:lnTo>
                    <a:lnTo>
                      <a:pt x="53" y="117"/>
                    </a:lnTo>
                    <a:lnTo>
                      <a:pt x="53" y="118"/>
                    </a:lnTo>
                    <a:lnTo>
                      <a:pt x="54" y="120"/>
                    </a:lnTo>
                    <a:lnTo>
                      <a:pt x="54" y="121"/>
                    </a:lnTo>
                    <a:lnTo>
                      <a:pt x="54" y="122"/>
                    </a:lnTo>
                    <a:lnTo>
                      <a:pt x="56" y="122"/>
                    </a:lnTo>
                    <a:lnTo>
                      <a:pt x="56" y="124"/>
                    </a:lnTo>
                    <a:lnTo>
                      <a:pt x="56" y="125"/>
                    </a:lnTo>
                    <a:lnTo>
                      <a:pt x="57" y="126"/>
                    </a:lnTo>
                    <a:lnTo>
                      <a:pt x="57" y="128"/>
                    </a:lnTo>
                    <a:lnTo>
                      <a:pt x="57" y="129"/>
                    </a:lnTo>
                    <a:lnTo>
                      <a:pt x="57" y="130"/>
                    </a:lnTo>
                    <a:lnTo>
                      <a:pt x="58" y="131"/>
                    </a:lnTo>
                    <a:lnTo>
                      <a:pt x="58" y="133"/>
                    </a:lnTo>
                    <a:lnTo>
                      <a:pt x="60" y="134"/>
                    </a:lnTo>
                    <a:lnTo>
                      <a:pt x="60" y="135"/>
                    </a:lnTo>
                    <a:lnTo>
                      <a:pt x="60" y="137"/>
                    </a:lnTo>
                    <a:lnTo>
                      <a:pt x="61" y="139"/>
                    </a:lnTo>
                    <a:lnTo>
                      <a:pt x="61" y="141"/>
                    </a:lnTo>
                    <a:lnTo>
                      <a:pt x="61" y="142"/>
                    </a:lnTo>
                    <a:lnTo>
                      <a:pt x="62" y="143"/>
                    </a:lnTo>
                    <a:lnTo>
                      <a:pt x="62" y="146"/>
                    </a:lnTo>
                    <a:lnTo>
                      <a:pt x="64" y="147"/>
                    </a:lnTo>
                    <a:lnTo>
                      <a:pt x="64" y="150"/>
                    </a:lnTo>
                    <a:lnTo>
                      <a:pt x="65" y="153"/>
                    </a:lnTo>
                    <a:lnTo>
                      <a:pt x="65" y="154"/>
                    </a:lnTo>
                    <a:lnTo>
                      <a:pt x="66" y="157"/>
                    </a:lnTo>
                    <a:lnTo>
                      <a:pt x="66" y="158"/>
                    </a:lnTo>
                    <a:lnTo>
                      <a:pt x="68" y="159"/>
                    </a:lnTo>
                    <a:lnTo>
                      <a:pt x="68" y="162"/>
                    </a:lnTo>
                    <a:lnTo>
                      <a:pt x="68" y="163"/>
                    </a:lnTo>
                    <a:lnTo>
                      <a:pt x="69" y="165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0" y="170"/>
                    </a:lnTo>
                    <a:lnTo>
                      <a:pt x="70" y="171"/>
                    </a:lnTo>
                    <a:lnTo>
                      <a:pt x="70" y="173"/>
                    </a:lnTo>
                    <a:lnTo>
                      <a:pt x="72" y="173"/>
                    </a:lnTo>
                    <a:lnTo>
                      <a:pt x="72" y="174"/>
                    </a:lnTo>
                    <a:lnTo>
                      <a:pt x="72" y="175"/>
                    </a:lnTo>
                    <a:lnTo>
                      <a:pt x="72" y="177"/>
                    </a:lnTo>
                    <a:lnTo>
                      <a:pt x="73" y="178"/>
                    </a:lnTo>
                    <a:lnTo>
                      <a:pt x="73" y="179"/>
                    </a:lnTo>
                    <a:lnTo>
                      <a:pt x="73" y="181"/>
                    </a:lnTo>
                    <a:lnTo>
                      <a:pt x="74" y="182"/>
                    </a:lnTo>
                    <a:lnTo>
                      <a:pt x="74" y="183"/>
                    </a:lnTo>
                    <a:lnTo>
                      <a:pt x="74" y="185"/>
                    </a:lnTo>
                    <a:lnTo>
                      <a:pt x="76" y="186"/>
                    </a:lnTo>
                    <a:lnTo>
                      <a:pt x="76" y="187"/>
                    </a:lnTo>
                    <a:lnTo>
                      <a:pt x="76" y="189"/>
                    </a:lnTo>
                    <a:lnTo>
                      <a:pt x="77" y="190"/>
                    </a:lnTo>
                    <a:lnTo>
                      <a:pt x="77" y="193"/>
                    </a:lnTo>
                    <a:lnTo>
                      <a:pt x="78" y="194"/>
                    </a:lnTo>
                    <a:lnTo>
                      <a:pt x="78" y="197"/>
                    </a:lnTo>
                    <a:lnTo>
                      <a:pt x="78" y="198"/>
                    </a:lnTo>
                    <a:lnTo>
                      <a:pt x="80" y="201"/>
                    </a:lnTo>
                    <a:lnTo>
                      <a:pt x="80" y="203"/>
                    </a:lnTo>
                    <a:lnTo>
                      <a:pt x="81" y="205"/>
                    </a:lnTo>
                    <a:lnTo>
                      <a:pt x="81" y="206"/>
                    </a:lnTo>
                    <a:lnTo>
                      <a:pt x="82" y="208"/>
                    </a:lnTo>
                    <a:lnTo>
                      <a:pt x="82" y="210"/>
                    </a:lnTo>
                    <a:lnTo>
                      <a:pt x="82" y="211"/>
                    </a:lnTo>
                    <a:lnTo>
                      <a:pt x="84" y="212"/>
                    </a:lnTo>
                    <a:lnTo>
                      <a:pt x="84" y="214"/>
                    </a:lnTo>
                    <a:lnTo>
                      <a:pt x="84" y="215"/>
                    </a:lnTo>
                    <a:lnTo>
                      <a:pt x="85" y="216"/>
                    </a:lnTo>
                    <a:lnTo>
                      <a:pt x="85" y="218"/>
                    </a:lnTo>
                    <a:lnTo>
                      <a:pt x="85" y="219"/>
                    </a:lnTo>
                    <a:lnTo>
                      <a:pt x="85" y="220"/>
                    </a:lnTo>
                    <a:lnTo>
                      <a:pt x="86" y="222"/>
                    </a:lnTo>
                    <a:lnTo>
                      <a:pt x="86" y="223"/>
                    </a:lnTo>
                    <a:lnTo>
                      <a:pt x="86" y="224"/>
                    </a:lnTo>
                    <a:lnTo>
                      <a:pt x="86" y="226"/>
                    </a:lnTo>
                    <a:lnTo>
                      <a:pt x="86" y="227"/>
                    </a:lnTo>
                    <a:lnTo>
                      <a:pt x="86" y="228"/>
                    </a:lnTo>
                    <a:lnTo>
                      <a:pt x="86" y="230"/>
                    </a:lnTo>
                    <a:lnTo>
                      <a:pt x="88" y="231"/>
                    </a:lnTo>
                    <a:lnTo>
                      <a:pt x="88" y="232"/>
                    </a:lnTo>
                    <a:lnTo>
                      <a:pt x="88" y="234"/>
                    </a:lnTo>
                    <a:lnTo>
                      <a:pt x="88" y="235"/>
                    </a:lnTo>
                    <a:lnTo>
                      <a:pt x="88" y="236"/>
                    </a:lnTo>
                    <a:lnTo>
                      <a:pt x="88" y="238"/>
                    </a:lnTo>
                    <a:lnTo>
                      <a:pt x="88" y="239"/>
                    </a:lnTo>
                    <a:lnTo>
                      <a:pt x="88" y="242"/>
                    </a:lnTo>
                    <a:lnTo>
                      <a:pt x="88" y="243"/>
                    </a:lnTo>
                    <a:lnTo>
                      <a:pt x="88" y="246"/>
                    </a:lnTo>
                    <a:lnTo>
                      <a:pt x="89" y="247"/>
                    </a:lnTo>
                    <a:lnTo>
                      <a:pt x="89" y="248"/>
                    </a:lnTo>
                    <a:lnTo>
                      <a:pt x="89" y="250"/>
                    </a:lnTo>
                    <a:lnTo>
                      <a:pt x="89" y="251"/>
                    </a:lnTo>
                    <a:lnTo>
                      <a:pt x="89" y="252"/>
                    </a:lnTo>
                    <a:lnTo>
                      <a:pt x="89" y="254"/>
                    </a:lnTo>
                    <a:lnTo>
                      <a:pt x="89" y="255"/>
                    </a:lnTo>
                    <a:lnTo>
                      <a:pt x="89" y="256"/>
                    </a:lnTo>
                    <a:lnTo>
                      <a:pt x="89" y="258"/>
                    </a:lnTo>
                    <a:lnTo>
                      <a:pt x="89" y="259"/>
                    </a:lnTo>
                    <a:lnTo>
                      <a:pt x="89" y="260"/>
                    </a:lnTo>
                    <a:lnTo>
                      <a:pt x="90" y="260"/>
                    </a:lnTo>
                    <a:lnTo>
                      <a:pt x="90" y="262"/>
                    </a:lnTo>
                    <a:lnTo>
                      <a:pt x="90" y="263"/>
                    </a:lnTo>
                    <a:lnTo>
                      <a:pt x="90" y="264"/>
                    </a:lnTo>
                    <a:lnTo>
                      <a:pt x="90" y="266"/>
                    </a:lnTo>
                    <a:lnTo>
                      <a:pt x="90" y="267"/>
                    </a:lnTo>
                    <a:lnTo>
                      <a:pt x="90" y="268"/>
                    </a:lnTo>
                    <a:lnTo>
                      <a:pt x="90" y="270"/>
                    </a:lnTo>
                    <a:lnTo>
                      <a:pt x="92" y="270"/>
                    </a:lnTo>
                    <a:lnTo>
                      <a:pt x="92" y="271"/>
                    </a:lnTo>
                    <a:lnTo>
                      <a:pt x="92" y="272"/>
                    </a:lnTo>
                    <a:lnTo>
                      <a:pt x="92" y="274"/>
                    </a:lnTo>
                    <a:lnTo>
                      <a:pt x="92" y="275"/>
                    </a:lnTo>
                    <a:lnTo>
                      <a:pt x="92" y="276"/>
                    </a:lnTo>
                    <a:lnTo>
                      <a:pt x="93" y="278"/>
                    </a:lnTo>
                    <a:lnTo>
                      <a:pt x="93" y="279"/>
                    </a:lnTo>
                    <a:lnTo>
                      <a:pt x="93" y="280"/>
                    </a:lnTo>
                    <a:lnTo>
                      <a:pt x="93" y="281"/>
                    </a:lnTo>
                    <a:lnTo>
                      <a:pt x="93" y="283"/>
                    </a:lnTo>
                    <a:lnTo>
                      <a:pt x="94" y="284"/>
                    </a:lnTo>
                    <a:lnTo>
                      <a:pt x="94" y="285"/>
                    </a:lnTo>
                    <a:lnTo>
                      <a:pt x="94" y="287"/>
                    </a:lnTo>
                    <a:lnTo>
                      <a:pt x="94" y="288"/>
                    </a:lnTo>
                    <a:lnTo>
                      <a:pt x="94" y="289"/>
                    </a:lnTo>
                    <a:lnTo>
                      <a:pt x="94" y="291"/>
                    </a:lnTo>
                    <a:lnTo>
                      <a:pt x="94" y="292"/>
                    </a:lnTo>
                    <a:lnTo>
                      <a:pt x="94" y="293"/>
                    </a:lnTo>
                    <a:lnTo>
                      <a:pt x="94" y="295"/>
                    </a:lnTo>
                    <a:lnTo>
                      <a:pt x="94" y="296"/>
                    </a:lnTo>
                    <a:lnTo>
                      <a:pt x="94" y="297"/>
                    </a:lnTo>
                    <a:lnTo>
                      <a:pt x="94" y="299"/>
                    </a:lnTo>
                    <a:lnTo>
                      <a:pt x="94" y="300"/>
                    </a:lnTo>
                    <a:lnTo>
                      <a:pt x="94" y="303"/>
                    </a:lnTo>
                    <a:lnTo>
                      <a:pt x="94" y="304"/>
                    </a:lnTo>
                    <a:lnTo>
                      <a:pt x="94" y="305"/>
                    </a:lnTo>
                    <a:lnTo>
                      <a:pt x="93" y="308"/>
                    </a:lnTo>
                    <a:lnTo>
                      <a:pt x="93" y="309"/>
                    </a:lnTo>
                    <a:lnTo>
                      <a:pt x="93" y="312"/>
                    </a:lnTo>
                    <a:lnTo>
                      <a:pt x="93" y="315"/>
                    </a:lnTo>
                    <a:lnTo>
                      <a:pt x="93" y="317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93313" name="Freeform 89">
                <a:extLst>
                  <a:ext uri="{FF2B5EF4-FFF2-40B4-BE49-F238E27FC236}">
                    <a16:creationId xmlns:a16="http://schemas.microsoft.com/office/drawing/2014/main" id="{833C4940-715E-4616-B9BA-D34079BDE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620" y="3224666"/>
                <a:ext cx="74615" cy="252517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317"/>
                    </a:moveTo>
                    <a:lnTo>
                      <a:pt x="3" y="314"/>
                    </a:lnTo>
                    <a:lnTo>
                      <a:pt x="4" y="310"/>
                    </a:lnTo>
                    <a:lnTo>
                      <a:pt x="5" y="308"/>
                    </a:lnTo>
                    <a:lnTo>
                      <a:pt x="7" y="305"/>
                    </a:lnTo>
                    <a:lnTo>
                      <a:pt x="9" y="302"/>
                    </a:lnTo>
                    <a:lnTo>
                      <a:pt x="11" y="300"/>
                    </a:lnTo>
                    <a:lnTo>
                      <a:pt x="12" y="297"/>
                    </a:lnTo>
                    <a:lnTo>
                      <a:pt x="13" y="294"/>
                    </a:lnTo>
                    <a:lnTo>
                      <a:pt x="13" y="293"/>
                    </a:lnTo>
                    <a:lnTo>
                      <a:pt x="15" y="290"/>
                    </a:lnTo>
                    <a:lnTo>
                      <a:pt x="16" y="289"/>
                    </a:lnTo>
                    <a:lnTo>
                      <a:pt x="17" y="288"/>
                    </a:lnTo>
                    <a:lnTo>
                      <a:pt x="17" y="286"/>
                    </a:lnTo>
                    <a:lnTo>
                      <a:pt x="19" y="284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21" y="280"/>
                    </a:lnTo>
                    <a:lnTo>
                      <a:pt x="21" y="278"/>
                    </a:lnTo>
                    <a:lnTo>
                      <a:pt x="23" y="277"/>
                    </a:lnTo>
                    <a:lnTo>
                      <a:pt x="23" y="276"/>
                    </a:lnTo>
                    <a:lnTo>
                      <a:pt x="23" y="274"/>
                    </a:lnTo>
                    <a:lnTo>
                      <a:pt x="24" y="274"/>
                    </a:lnTo>
                    <a:lnTo>
                      <a:pt x="24" y="273"/>
                    </a:lnTo>
                    <a:lnTo>
                      <a:pt x="25" y="272"/>
                    </a:lnTo>
                    <a:lnTo>
                      <a:pt x="25" y="270"/>
                    </a:lnTo>
                    <a:lnTo>
                      <a:pt x="27" y="269"/>
                    </a:lnTo>
                    <a:lnTo>
                      <a:pt x="27" y="268"/>
                    </a:lnTo>
                    <a:lnTo>
                      <a:pt x="28" y="266"/>
                    </a:lnTo>
                    <a:lnTo>
                      <a:pt x="28" y="264"/>
                    </a:lnTo>
                    <a:lnTo>
                      <a:pt x="29" y="263"/>
                    </a:lnTo>
                    <a:lnTo>
                      <a:pt x="29" y="261"/>
                    </a:lnTo>
                    <a:lnTo>
                      <a:pt x="31" y="259"/>
                    </a:lnTo>
                    <a:lnTo>
                      <a:pt x="31" y="257"/>
                    </a:lnTo>
                    <a:lnTo>
                      <a:pt x="32" y="256"/>
                    </a:lnTo>
                    <a:lnTo>
                      <a:pt x="32" y="255"/>
                    </a:lnTo>
                    <a:lnTo>
                      <a:pt x="33" y="253"/>
                    </a:lnTo>
                    <a:lnTo>
                      <a:pt x="33" y="251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6" y="247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7" y="243"/>
                    </a:lnTo>
                    <a:lnTo>
                      <a:pt x="37" y="241"/>
                    </a:lnTo>
                    <a:lnTo>
                      <a:pt x="39" y="240"/>
                    </a:lnTo>
                    <a:lnTo>
                      <a:pt x="39" y="239"/>
                    </a:lnTo>
                    <a:lnTo>
                      <a:pt x="39" y="237"/>
                    </a:lnTo>
                    <a:lnTo>
                      <a:pt x="40" y="237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2" y="229"/>
                    </a:lnTo>
                    <a:lnTo>
                      <a:pt x="42" y="228"/>
                    </a:lnTo>
                    <a:lnTo>
                      <a:pt x="42" y="227"/>
                    </a:lnTo>
                    <a:lnTo>
                      <a:pt x="44" y="225"/>
                    </a:lnTo>
                    <a:lnTo>
                      <a:pt x="44" y="223"/>
                    </a:lnTo>
                    <a:lnTo>
                      <a:pt x="45" y="221"/>
                    </a:lnTo>
                    <a:lnTo>
                      <a:pt x="45" y="220"/>
                    </a:lnTo>
                    <a:lnTo>
                      <a:pt x="46" y="217"/>
                    </a:lnTo>
                    <a:lnTo>
                      <a:pt x="48" y="215"/>
                    </a:lnTo>
                    <a:lnTo>
                      <a:pt x="48" y="213"/>
                    </a:lnTo>
                    <a:lnTo>
                      <a:pt x="49" y="211"/>
                    </a:lnTo>
                    <a:lnTo>
                      <a:pt x="49" y="209"/>
                    </a:lnTo>
                    <a:lnTo>
                      <a:pt x="50" y="207"/>
                    </a:lnTo>
                    <a:lnTo>
                      <a:pt x="52" y="205"/>
                    </a:lnTo>
                    <a:lnTo>
                      <a:pt x="52" y="204"/>
                    </a:lnTo>
                    <a:lnTo>
                      <a:pt x="52" y="203"/>
                    </a:lnTo>
                    <a:lnTo>
                      <a:pt x="53" y="201"/>
                    </a:lnTo>
                    <a:lnTo>
                      <a:pt x="53" y="200"/>
                    </a:lnTo>
                    <a:lnTo>
                      <a:pt x="54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6" y="195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7" y="191"/>
                    </a:lnTo>
                    <a:lnTo>
                      <a:pt x="57" y="190"/>
                    </a:lnTo>
                    <a:lnTo>
                      <a:pt x="57" y="188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4"/>
                    </a:lnTo>
                    <a:lnTo>
                      <a:pt x="60" y="183"/>
                    </a:lnTo>
                    <a:lnTo>
                      <a:pt x="60" y="182"/>
                    </a:lnTo>
                    <a:lnTo>
                      <a:pt x="60" y="180"/>
                    </a:lnTo>
                    <a:lnTo>
                      <a:pt x="61" y="179"/>
                    </a:lnTo>
                    <a:lnTo>
                      <a:pt x="61" y="176"/>
                    </a:lnTo>
                    <a:lnTo>
                      <a:pt x="61" y="175"/>
                    </a:lnTo>
                    <a:lnTo>
                      <a:pt x="62" y="174"/>
                    </a:lnTo>
                    <a:lnTo>
                      <a:pt x="62" y="171"/>
                    </a:lnTo>
                    <a:lnTo>
                      <a:pt x="64" y="170"/>
                    </a:lnTo>
                    <a:lnTo>
                      <a:pt x="64" y="167"/>
                    </a:lnTo>
                    <a:lnTo>
                      <a:pt x="65" y="164"/>
                    </a:lnTo>
                    <a:lnTo>
                      <a:pt x="65" y="163"/>
                    </a:lnTo>
                    <a:lnTo>
                      <a:pt x="66" y="160"/>
                    </a:lnTo>
                    <a:lnTo>
                      <a:pt x="66" y="159"/>
                    </a:lnTo>
                    <a:lnTo>
                      <a:pt x="68" y="158"/>
                    </a:lnTo>
                    <a:lnTo>
                      <a:pt x="68" y="156"/>
                    </a:lnTo>
                    <a:lnTo>
                      <a:pt x="68" y="154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0" y="148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72" y="144"/>
                    </a:lnTo>
                    <a:lnTo>
                      <a:pt x="72" y="143"/>
                    </a:lnTo>
                    <a:lnTo>
                      <a:pt x="72" y="142"/>
                    </a:lnTo>
                    <a:lnTo>
                      <a:pt x="72" y="140"/>
                    </a:lnTo>
                    <a:lnTo>
                      <a:pt x="73" y="139"/>
                    </a:lnTo>
                    <a:lnTo>
                      <a:pt x="73" y="138"/>
                    </a:lnTo>
                    <a:lnTo>
                      <a:pt x="74" y="136"/>
                    </a:lnTo>
                    <a:lnTo>
                      <a:pt x="74" y="135"/>
                    </a:lnTo>
                    <a:lnTo>
                      <a:pt x="74" y="134"/>
                    </a:lnTo>
                    <a:lnTo>
                      <a:pt x="76" y="132"/>
                    </a:lnTo>
                    <a:lnTo>
                      <a:pt x="76" y="130"/>
                    </a:lnTo>
                    <a:lnTo>
                      <a:pt x="76" y="128"/>
                    </a:lnTo>
                    <a:lnTo>
                      <a:pt x="77" y="127"/>
                    </a:lnTo>
                    <a:lnTo>
                      <a:pt x="77" y="126"/>
                    </a:lnTo>
                    <a:lnTo>
                      <a:pt x="78" y="123"/>
                    </a:lnTo>
                    <a:lnTo>
                      <a:pt x="78" y="122"/>
                    </a:lnTo>
                    <a:lnTo>
                      <a:pt x="78" y="119"/>
                    </a:lnTo>
                    <a:lnTo>
                      <a:pt x="80" y="116"/>
                    </a:lnTo>
                    <a:lnTo>
                      <a:pt x="80" y="115"/>
                    </a:lnTo>
                    <a:lnTo>
                      <a:pt x="81" y="113"/>
                    </a:lnTo>
                    <a:lnTo>
                      <a:pt x="81" y="111"/>
                    </a:lnTo>
                    <a:lnTo>
                      <a:pt x="82" y="110"/>
                    </a:lnTo>
                    <a:lnTo>
                      <a:pt x="82" y="107"/>
                    </a:lnTo>
                    <a:lnTo>
                      <a:pt x="82" y="106"/>
                    </a:lnTo>
                    <a:lnTo>
                      <a:pt x="84" y="105"/>
                    </a:lnTo>
                    <a:lnTo>
                      <a:pt x="84" y="103"/>
                    </a:lnTo>
                    <a:lnTo>
                      <a:pt x="84" y="102"/>
                    </a:lnTo>
                    <a:lnTo>
                      <a:pt x="85" y="101"/>
                    </a:lnTo>
                    <a:lnTo>
                      <a:pt x="85" y="99"/>
                    </a:lnTo>
                    <a:lnTo>
                      <a:pt x="85" y="98"/>
                    </a:lnTo>
                    <a:lnTo>
                      <a:pt x="85" y="97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3"/>
                    </a:lnTo>
                    <a:lnTo>
                      <a:pt x="86" y="91"/>
                    </a:lnTo>
                    <a:lnTo>
                      <a:pt x="86" y="90"/>
                    </a:lnTo>
                    <a:lnTo>
                      <a:pt x="86" y="89"/>
                    </a:lnTo>
                    <a:lnTo>
                      <a:pt x="86" y="87"/>
                    </a:lnTo>
                    <a:lnTo>
                      <a:pt x="88" y="87"/>
                    </a:lnTo>
                    <a:lnTo>
                      <a:pt x="88" y="86"/>
                    </a:lnTo>
                    <a:lnTo>
                      <a:pt x="88" y="85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8" y="79"/>
                    </a:lnTo>
                    <a:lnTo>
                      <a:pt x="88" y="78"/>
                    </a:lnTo>
                    <a:lnTo>
                      <a:pt x="88" y="77"/>
                    </a:lnTo>
                    <a:lnTo>
                      <a:pt x="88" y="74"/>
                    </a:lnTo>
                    <a:lnTo>
                      <a:pt x="88" y="73"/>
                    </a:lnTo>
                    <a:lnTo>
                      <a:pt x="89" y="70"/>
                    </a:lnTo>
                    <a:lnTo>
                      <a:pt x="89" y="69"/>
                    </a:lnTo>
                    <a:lnTo>
                      <a:pt x="89" y="67"/>
                    </a:lnTo>
                    <a:lnTo>
                      <a:pt x="89" y="66"/>
                    </a:lnTo>
                    <a:lnTo>
                      <a:pt x="89" y="65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89" y="61"/>
                    </a:lnTo>
                    <a:lnTo>
                      <a:pt x="89" y="59"/>
                    </a:lnTo>
                    <a:lnTo>
                      <a:pt x="89" y="58"/>
                    </a:lnTo>
                    <a:lnTo>
                      <a:pt x="90" y="57"/>
                    </a:lnTo>
                    <a:lnTo>
                      <a:pt x="90" y="55"/>
                    </a:lnTo>
                    <a:lnTo>
                      <a:pt x="90" y="54"/>
                    </a:lnTo>
                    <a:lnTo>
                      <a:pt x="90" y="53"/>
                    </a:lnTo>
                    <a:lnTo>
                      <a:pt x="90" y="51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2" y="47"/>
                    </a:lnTo>
                    <a:lnTo>
                      <a:pt x="92" y="46"/>
                    </a:lnTo>
                    <a:lnTo>
                      <a:pt x="92" y="45"/>
                    </a:lnTo>
                    <a:lnTo>
                      <a:pt x="92" y="43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3" y="40"/>
                    </a:lnTo>
                    <a:lnTo>
                      <a:pt x="93" y="38"/>
                    </a:lnTo>
                    <a:lnTo>
                      <a:pt x="93" y="37"/>
                    </a:lnTo>
                    <a:lnTo>
                      <a:pt x="93" y="36"/>
                    </a:lnTo>
                    <a:lnTo>
                      <a:pt x="93" y="34"/>
                    </a:lnTo>
                    <a:lnTo>
                      <a:pt x="94" y="33"/>
                    </a:lnTo>
                    <a:lnTo>
                      <a:pt x="94" y="32"/>
                    </a:lnTo>
                    <a:lnTo>
                      <a:pt x="94" y="30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4" y="24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0"/>
                    </a:lnTo>
                    <a:lnTo>
                      <a:pt x="94" y="18"/>
                    </a:lnTo>
                    <a:lnTo>
                      <a:pt x="94" y="17"/>
                    </a:lnTo>
                    <a:lnTo>
                      <a:pt x="94" y="16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3" y="10"/>
                    </a:lnTo>
                    <a:lnTo>
                      <a:pt x="93" y="8"/>
                    </a:lnTo>
                    <a:lnTo>
                      <a:pt x="93" y="5"/>
                    </a:lnTo>
                    <a:lnTo>
                      <a:pt x="93" y="2"/>
                    </a:lnTo>
                    <a:lnTo>
                      <a:pt x="93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93298" name="Freeform 45">
              <a:extLst>
                <a:ext uri="{FF2B5EF4-FFF2-40B4-BE49-F238E27FC236}">
                  <a16:creationId xmlns:a16="http://schemas.microsoft.com/office/drawing/2014/main" id="{56E5AE72-DB5D-4950-9806-70F8EAE28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676" y="781050"/>
              <a:ext cx="2688957" cy="4852988"/>
            </a:xfrm>
            <a:custGeom>
              <a:avLst/>
              <a:gdLst>
                <a:gd name="T0" fmla="*/ 672791453 w 10747"/>
                <a:gd name="T1" fmla="*/ 123916981 h 21003"/>
                <a:gd name="T2" fmla="*/ 670099494 w 10747"/>
                <a:gd name="T3" fmla="*/ 0 h 21003"/>
                <a:gd name="T4" fmla="*/ 1252028 w 10747"/>
                <a:gd name="T5" fmla="*/ 3470315 h 21003"/>
                <a:gd name="T6" fmla="*/ 0 w 10747"/>
                <a:gd name="T7" fmla="*/ 1121339453 h 21003"/>
                <a:gd name="T8" fmla="*/ 77189104 w 10747"/>
                <a:gd name="T9" fmla="*/ 1120965826 h 210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47" h="21003">
                  <a:moveTo>
                    <a:pt x="10747" y="2321"/>
                  </a:moveTo>
                  <a:cubicBezTo>
                    <a:pt x="10728" y="732"/>
                    <a:pt x="10723" y="1589"/>
                    <a:pt x="10704" y="0"/>
                  </a:cubicBez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1233" y="20996"/>
                  </a:lnTo>
                </a:path>
              </a:pathLst>
            </a:custGeom>
            <a:noFill/>
            <a:ln w="19050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299" name="Line 20">
              <a:extLst>
                <a:ext uri="{FF2B5EF4-FFF2-40B4-BE49-F238E27FC236}">
                  <a16:creationId xmlns:a16="http://schemas.microsoft.com/office/drawing/2014/main" id="{17F99CC7-2425-4581-A30F-E28C3F0E8A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00263" y="6059593"/>
              <a:ext cx="4873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300" name="AutoShape 57">
              <a:extLst>
                <a:ext uri="{FF2B5EF4-FFF2-40B4-BE49-F238E27FC236}">
                  <a16:creationId xmlns:a16="http://schemas.microsoft.com/office/drawing/2014/main" id="{635706C5-F1D5-48B9-A4E0-676B834AE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5125" y="3965575"/>
              <a:ext cx="554038" cy="473075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301" name="Freeform 45">
              <a:extLst>
                <a:ext uri="{FF2B5EF4-FFF2-40B4-BE49-F238E27FC236}">
                  <a16:creationId xmlns:a16="http://schemas.microsoft.com/office/drawing/2014/main" id="{555D86C4-98D0-4E24-BE21-6A2A6E54C146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3065469" y="5351758"/>
              <a:ext cx="241257" cy="506782"/>
            </a:xfrm>
            <a:custGeom>
              <a:avLst/>
              <a:gdLst>
                <a:gd name="T0" fmla="*/ 7626162 w 9985"/>
                <a:gd name="T1" fmla="*/ 2147483646 h 10000"/>
                <a:gd name="T2" fmla="*/ 0 w 9985"/>
                <a:gd name="T3" fmla="*/ 0 h 10000"/>
                <a:gd name="T4" fmla="*/ 846066142 w 9985"/>
                <a:gd name="T5" fmla="*/ 0 h 100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85" h="10000">
                  <a:moveTo>
                    <a:pt x="90" y="10000"/>
                  </a:moveTo>
                  <a:cubicBezTo>
                    <a:pt x="60" y="6667"/>
                    <a:pt x="30" y="3333"/>
                    <a:pt x="0" y="0"/>
                  </a:cubicBezTo>
                  <a:lnTo>
                    <a:pt x="9985" y="0"/>
                  </a:lnTo>
                </a:path>
              </a:pathLst>
            </a:custGeom>
            <a:noFill/>
            <a:ln w="19050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302" name="Line 20">
              <a:extLst>
                <a:ext uri="{FF2B5EF4-FFF2-40B4-BE49-F238E27FC236}">
                  <a16:creationId xmlns:a16="http://schemas.microsoft.com/office/drawing/2014/main" id="{B30220A0-051B-4566-A4E3-5535F40BD6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16320" y="5760431"/>
              <a:ext cx="365732" cy="1587"/>
            </a:xfrm>
            <a:prstGeom prst="line">
              <a:avLst/>
            </a:prstGeom>
            <a:noFill/>
            <a:ln w="25400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303" name="Freeform 48">
              <a:extLst>
                <a:ext uri="{FF2B5EF4-FFF2-40B4-BE49-F238E27FC236}">
                  <a16:creationId xmlns:a16="http://schemas.microsoft.com/office/drawing/2014/main" id="{101582BF-508A-4FF9-BA3B-A82E5CD44040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6521899" y="5712398"/>
              <a:ext cx="77221" cy="45753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1700FF"/>
            </a:solidFill>
            <a:ln w="19050">
              <a:solidFill>
                <a:srgbClr val="1700FF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304" name="Freeform 48">
              <a:extLst>
                <a:ext uri="{FF2B5EF4-FFF2-40B4-BE49-F238E27FC236}">
                  <a16:creationId xmlns:a16="http://schemas.microsoft.com/office/drawing/2014/main" id="{05D5EB08-5359-416A-8D49-021A7ABC0245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3044323" y="5323234"/>
              <a:ext cx="77221" cy="45753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1700FF"/>
            </a:solidFill>
            <a:ln w="19050">
              <a:solidFill>
                <a:srgbClr val="1700FF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305" name="Freeform 48">
              <a:extLst>
                <a:ext uri="{FF2B5EF4-FFF2-40B4-BE49-F238E27FC236}">
                  <a16:creationId xmlns:a16="http://schemas.microsoft.com/office/drawing/2014/main" id="{36A03BF5-341C-4798-9D69-8D71646446D5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2342144" y="6031110"/>
              <a:ext cx="77221" cy="45753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1700FF"/>
            </a:solidFill>
            <a:ln w="19050">
              <a:solidFill>
                <a:srgbClr val="1700FF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306" name="Freeform 48">
              <a:extLst>
                <a:ext uri="{FF2B5EF4-FFF2-40B4-BE49-F238E27FC236}">
                  <a16:creationId xmlns:a16="http://schemas.microsoft.com/office/drawing/2014/main" id="{AE855F9D-A207-49A5-B433-3F3BF223730F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6570887" y="4183795"/>
              <a:ext cx="77221" cy="45753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B050"/>
            </a:solidFill>
            <a:ln w="1905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307" name="Freeform 48">
              <a:extLst>
                <a:ext uri="{FF2B5EF4-FFF2-40B4-BE49-F238E27FC236}">
                  <a16:creationId xmlns:a16="http://schemas.microsoft.com/office/drawing/2014/main" id="{8A192616-F421-4425-AA6E-49F410BB4CC8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6543825" y="2746677"/>
              <a:ext cx="77221" cy="45753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FF0000"/>
            </a:solidFill>
            <a:ln w="1905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3308" name="Freeform 48">
              <a:extLst>
                <a:ext uri="{FF2B5EF4-FFF2-40B4-BE49-F238E27FC236}">
                  <a16:creationId xmlns:a16="http://schemas.microsoft.com/office/drawing/2014/main" id="{663B5265-970D-4828-A447-EF28967787E8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6550947" y="1275376"/>
              <a:ext cx="77221" cy="45753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7030A0"/>
            </a:solidFill>
            <a:ln w="19050">
              <a:solidFill>
                <a:srgbClr val="7030A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B511193A-CA9C-4791-93F9-FA7084254B56}"/>
                  </a:ext>
                </a:extLst>
              </p14:cNvPr>
              <p14:cNvContentPartPr/>
              <p14:nvPr/>
            </p14:nvContentPartPr>
            <p14:xfrm>
              <a:off x="2367000" y="5354280"/>
              <a:ext cx="2483280" cy="103392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B511193A-CA9C-4791-93F9-FA7084254B5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7640" y="5344920"/>
                <a:ext cx="2502000" cy="105264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2C58F24-E716-4D35-9CB5-3CF712DF5BB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 one-hot encoding?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993DA58-01BF-4002-8B14-5B2B4E031C8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A97966BF-D65F-4E28-A407-653B2DF03F01}" type="slidenum">
              <a:rPr lang="en-US" altLang="zh-CN" smtClean="0"/>
              <a:pPr>
                <a:defRPr/>
              </a:pPr>
              <a:t>74</a:t>
            </a:fld>
            <a:endParaRPr lang="en-US" altLang="zh-CN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84FC66D-782B-415B-BC71-AD56367B7DA9}"/>
              </a:ext>
            </a:extLst>
          </p:cNvPr>
          <p:cNvSpPr txBox="1"/>
          <p:nvPr/>
        </p:nvSpPr>
        <p:spPr>
          <a:xfrm>
            <a:off x="76200" y="609600"/>
            <a:ext cx="8991600" cy="415498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 algn="just">
              <a:buFont typeface="Arial" panose="020B0604020202020204" pitchFamily="34" charset="0"/>
              <a:buChar char="•"/>
            </a:pPr>
            <a:r>
              <a:rPr lang="en-US" dirty="0"/>
              <a:t>An important feature of the one-hot state assignment is that it often leads to </a:t>
            </a:r>
            <a:r>
              <a:rPr lang="en-US" dirty="0">
                <a:solidFill>
                  <a:srgbClr val="0000FF"/>
                </a:solidFill>
              </a:rPr>
              <a:t>simpler output expressions </a:t>
            </a:r>
            <a:r>
              <a:rPr lang="en-US" dirty="0"/>
              <a:t>than do assignments with the minimal number of state variables. </a:t>
            </a:r>
          </a:p>
          <a:p>
            <a:pPr marL="342900" indent="-342900" algn="just">
              <a:buFont typeface="Arial" panose="020B0604020202020204" pitchFamily="34" charset="0"/>
              <a:buChar char="•"/>
            </a:pPr>
            <a:endParaRPr lang="en-US" dirty="0"/>
          </a:p>
          <a:p>
            <a:pPr marL="342900" indent="-342900" algn="just">
              <a:buFont typeface="Arial" panose="020B0604020202020204" pitchFamily="34" charset="0"/>
              <a:buChar char="•"/>
            </a:pPr>
            <a:r>
              <a:rPr lang="en-US" dirty="0"/>
              <a:t>Simpler output expressions may </a:t>
            </a:r>
            <a:r>
              <a:rPr lang="en-US" dirty="0">
                <a:solidFill>
                  <a:srgbClr val="0000FF"/>
                </a:solidFill>
              </a:rPr>
              <a:t>lead to a faster circuit</a:t>
            </a:r>
            <a:r>
              <a:rPr lang="en-US" dirty="0"/>
              <a:t>. For instance, if the outputs of the sequential circuit are just the outputs of the flip-flops, as is the case in our example, then these output signals are valid as soon as the flip-flops change their states. If more complex output expressions are involved, then the propagation delay through the gates that implement these expressions must be taken into account. </a:t>
            </a:r>
          </a:p>
        </p:txBody>
      </p:sp>
    </p:spTree>
    <p:extLst>
      <p:ext uri="{BB962C8B-B14F-4D97-AF65-F5344CB8AC3E}">
        <p14:creationId xmlns:p14="http://schemas.microsoft.com/office/powerpoint/2010/main" val="592662646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5265" name="Rectangle 2">
            <a:extLst>
              <a:ext uri="{FF2B5EF4-FFF2-40B4-BE49-F238E27FC236}">
                <a16:creationId xmlns:a16="http://schemas.microsoft.com/office/drawing/2014/main" id="{DDF51732-3F89-44D9-AFC4-A89CE800EE8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0" y="1524000"/>
            <a:ext cx="9144000" cy="2786062"/>
          </a:xfrm>
        </p:spPr>
        <p:txBody>
          <a:bodyPr/>
          <a:lstStyle/>
          <a:p>
            <a:pPr eaLnBrk="1" hangingPunct="1">
              <a:spcBef>
                <a:spcPct val="0"/>
              </a:spcBef>
              <a:spcAft>
                <a:spcPct val="0"/>
              </a:spcAft>
            </a:pPr>
            <a:r>
              <a:rPr lang="en-US" altLang="en-US" sz="370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Encoding #3 : Alternate implementation</a:t>
            </a:r>
            <a:br>
              <a:rPr lang="en-US" altLang="en-US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</a:br>
            <a:r>
              <a:rPr lang="en-US" altLang="en-US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A=0001, B=0010, C=0100, D=1000</a:t>
            </a:r>
            <a:br>
              <a:rPr lang="en-US" altLang="en-US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</a:br>
            <a:br>
              <a:rPr lang="en-US" altLang="en-US" sz="280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</a:br>
            <a:r>
              <a:rPr lang="en-US" altLang="en-US" sz="280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(same as before, but shows an alternative implementation with a 4-bit ring counter)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3CB43E9E-21A4-475E-BF3A-7FD8784521B5}"/>
                  </a:ext>
                </a:extLst>
              </p14:cNvPr>
              <p14:cNvContentPartPr/>
              <p14:nvPr/>
            </p14:nvContentPartPr>
            <p14:xfrm>
              <a:off x="5024520" y="2953800"/>
              <a:ext cx="3613680" cy="130752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3CB43E9E-21A4-475E-BF3A-7FD8784521B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015160" y="2944440"/>
                <a:ext cx="3632400" cy="132624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6289" name="Shape 1957">
            <a:extLst>
              <a:ext uri="{FF2B5EF4-FFF2-40B4-BE49-F238E27FC236}">
                <a16:creationId xmlns:a16="http://schemas.microsoft.com/office/drawing/2014/main" id="{8951A388-9B18-46EC-9C93-F1A218F812B9}"/>
              </a:ext>
            </a:extLst>
          </p:cNvPr>
          <p:cNvGrpSpPr>
            <a:grpSpLocks/>
          </p:cNvGrpSpPr>
          <p:nvPr/>
        </p:nvGrpSpPr>
        <p:grpSpPr bwMode="auto">
          <a:xfrm>
            <a:off x="2027238" y="1212850"/>
            <a:ext cx="5495925" cy="5207000"/>
            <a:chOff x="2103425" y="538162"/>
            <a:chExt cx="5495799" cy="5206993"/>
          </a:xfrm>
        </p:grpSpPr>
        <p:sp>
          <p:nvSpPr>
            <p:cNvPr id="396294" name="Shape 1958">
              <a:extLst>
                <a:ext uri="{FF2B5EF4-FFF2-40B4-BE49-F238E27FC236}">
                  <a16:creationId xmlns:a16="http://schemas.microsoft.com/office/drawing/2014/main" id="{745A582F-3A59-4992-9065-4097E1563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737" y="1055687"/>
              <a:ext cx="114300" cy="138111"/>
            </a:xfrm>
            <a:custGeom>
              <a:avLst/>
              <a:gdLst>
                <a:gd name="T0" fmla="*/ 2147483646 w 144"/>
                <a:gd name="T1" fmla="*/ 0 h 173"/>
                <a:gd name="T2" fmla="*/ 0 w 144"/>
                <a:gd name="T3" fmla="*/ 2147483646 h 173"/>
                <a:gd name="T4" fmla="*/ 2147483646 w 144"/>
                <a:gd name="T5" fmla="*/ 2147483646 h 173"/>
                <a:gd name="T6" fmla="*/ 2147483646 w 144"/>
                <a:gd name="T7" fmla="*/ 2147483646 h 173"/>
                <a:gd name="T8" fmla="*/ 2147483646 w 144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73"/>
                <a:gd name="T17" fmla="*/ 144 w 144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73" extrusionOk="0">
                  <a:moveTo>
                    <a:pt x="86" y="0"/>
                  </a:moveTo>
                  <a:lnTo>
                    <a:pt x="0" y="173"/>
                  </a:lnTo>
                  <a:lnTo>
                    <a:pt x="144" y="57"/>
                  </a:lnTo>
                  <a:lnTo>
                    <a:pt x="115" y="29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6295" name="Shape 1959">
              <a:extLst>
                <a:ext uri="{FF2B5EF4-FFF2-40B4-BE49-F238E27FC236}">
                  <a16:creationId xmlns:a16="http://schemas.microsoft.com/office/drawing/2014/main" id="{785BA70D-392B-4C8F-9D86-E565B817E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500" y="598487"/>
              <a:ext cx="639762" cy="641349"/>
            </a:xfrm>
            <a:custGeom>
              <a:avLst/>
              <a:gdLst>
                <a:gd name="T0" fmla="*/ 2147483646 w 808"/>
                <a:gd name="T1" fmla="*/ 2147483646 h 807"/>
                <a:gd name="T2" fmla="*/ 2147483646 w 808"/>
                <a:gd name="T3" fmla="*/ 2147483646 h 807"/>
                <a:gd name="T4" fmla="*/ 2147483646 w 808"/>
                <a:gd name="T5" fmla="*/ 2147483646 h 807"/>
                <a:gd name="T6" fmla="*/ 2147483646 w 808"/>
                <a:gd name="T7" fmla="*/ 2147483646 h 807"/>
                <a:gd name="T8" fmla="*/ 2147483646 w 808"/>
                <a:gd name="T9" fmla="*/ 2147483646 h 807"/>
                <a:gd name="T10" fmla="*/ 2147483646 w 808"/>
                <a:gd name="T11" fmla="*/ 2147483646 h 807"/>
                <a:gd name="T12" fmla="*/ 2147483646 w 808"/>
                <a:gd name="T13" fmla="*/ 2147483646 h 807"/>
                <a:gd name="T14" fmla="*/ 2147483646 w 808"/>
                <a:gd name="T15" fmla="*/ 2147483646 h 807"/>
                <a:gd name="T16" fmla="*/ 2147483646 w 808"/>
                <a:gd name="T17" fmla="*/ 2147483646 h 807"/>
                <a:gd name="T18" fmla="*/ 2147483646 w 808"/>
                <a:gd name="T19" fmla="*/ 2147483646 h 807"/>
                <a:gd name="T20" fmla="*/ 2147483646 w 808"/>
                <a:gd name="T21" fmla="*/ 0 h 807"/>
                <a:gd name="T22" fmla="*/ 2147483646 w 808"/>
                <a:gd name="T23" fmla="*/ 0 h 807"/>
                <a:gd name="T24" fmla="*/ 2147483646 w 808"/>
                <a:gd name="T25" fmla="*/ 2147483646 h 807"/>
                <a:gd name="T26" fmla="*/ 2147483646 w 808"/>
                <a:gd name="T27" fmla="*/ 2147483646 h 807"/>
                <a:gd name="T28" fmla="*/ 2147483646 w 808"/>
                <a:gd name="T29" fmla="*/ 2147483646 h 807"/>
                <a:gd name="T30" fmla="*/ 2147483646 w 808"/>
                <a:gd name="T31" fmla="*/ 2147483646 h 807"/>
                <a:gd name="T32" fmla="*/ 2147483646 w 808"/>
                <a:gd name="T33" fmla="*/ 2147483646 h 807"/>
                <a:gd name="T34" fmla="*/ 2147483646 w 808"/>
                <a:gd name="T35" fmla="*/ 2147483646 h 807"/>
                <a:gd name="T36" fmla="*/ 2147483646 w 808"/>
                <a:gd name="T37" fmla="*/ 2147483646 h 807"/>
                <a:gd name="T38" fmla="*/ 2147483646 w 808"/>
                <a:gd name="T39" fmla="*/ 2147483646 h 807"/>
                <a:gd name="T40" fmla="*/ 2147483646 w 808"/>
                <a:gd name="T41" fmla="*/ 2147483646 h 807"/>
                <a:gd name="T42" fmla="*/ 2147483646 w 808"/>
                <a:gd name="T43" fmla="*/ 2147483646 h 807"/>
                <a:gd name="T44" fmla="*/ 2147483646 w 808"/>
                <a:gd name="T45" fmla="*/ 2147483646 h 807"/>
                <a:gd name="T46" fmla="*/ 2147483646 w 808"/>
                <a:gd name="T47" fmla="*/ 2147483646 h 807"/>
                <a:gd name="T48" fmla="*/ 2147483646 w 808"/>
                <a:gd name="T49" fmla="*/ 2147483646 h 807"/>
                <a:gd name="T50" fmla="*/ 2147483646 w 808"/>
                <a:gd name="T51" fmla="*/ 2147483646 h 807"/>
                <a:gd name="T52" fmla="*/ 2147483646 w 808"/>
                <a:gd name="T53" fmla="*/ 2147483646 h 807"/>
                <a:gd name="T54" fmla="*/ 2147483646 w 808"/>
                <a:gd name="T55" fmla="*/ 2147483646 h 807"/>
                <a:gd name="T56" fmla="*/ 2147483646 w 808"/>
                <a:gd name="T57" fmla="*/ 2147483646 h 807"/>
                <a:gd name="T58" fmla="*/ 2147483646 w 808"/>
                <a:gd name="T59" fmla="*/ 2147483646 h 807"/>
                <a:gd name="T60" fmla="*/ 2147483646 w 808"/>
                <a:gd name="T61" fmla="*/ 2147483646 h 807"/>
                <a:gd name="T62" fmla="*/ 2147483646 w 808"/>
                <a:gd name="T63" fmla="*/ 2147483646 h 807"/>
                <a:gd name="T64" fmla="*/ 2147483646 w 808"/>
                <a:gd name="T65" fmla="*/ 2147483646 h 807"/>
                <a:gd name="T66" fmla="*/ 2147483646 w 808"/>
                <a:gd name="T67" fmla="*/ 2147483646 h 807"/>
                <a:gd name="T68" fmla="*/ 2147483646 w 808"/>
                <a:gd name="T69" fmla="*/ 2147483646 h 807"/>
                <a:gd name="T70" fmla="*/ 2147483646 w 808"/>
                <a:gd name="T71" fmla="*/ 2147483646 h 807"/>
                <a:gd name="T72" fmla="*/ 2147483646 w 808"/>
                <a:gd name="T73" fmla="*/ 2147483646 h 807"/>
                <a:gd name="T74" fmla="*/ 2147483646 w 808"/>
                <a:gd name="T75" fmla="*/ 2147483646 h 807"/>
                <a:gd name="T76" fmla="*/ 2147483646 w 808"/>
                <a:gd name="T77" fmla="*/ 2147483646 h 807"/>
                <a:gd name="T78" fmla="*/ 2147483646 w 808"/>
                <a:gd name="T79" fmla="*/ 2147483646 h 807"/>
                <a:gd name="T80" fmla="*/ 2147483646 w 808"/>
                <a:gd name="T81" fmla="*/ 2147483646 h 807"/>
                <a:gd name="T82" fmla="*/ 2147483646 w 808"/>
                <a:gd name="T83" fmla="*/ 2147483646 h 807"/>
                <a:gd name="T84" fmla="*/ 2147483646 w 808"/>
                <a:gd name="T85" fmla="*/ 2147483646 h 807"/>
                <a:gd name="T86" fmla="*/ 2147483646 w 808"/>
                <a:gd name="T87" fmla="*/ 2147483646 h 80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08"/>
                <a:gd name="T133" fmla="*/ 0 h 807"/>
                <a:gd name="T134" fmla="*/ 808 w 808"/>
                <a:gd name="T135" fmla="*/ 807 h 80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08" h="807" extrusionOk="0">
                  <a:moveTo>
                    <a:pt x="0" y="400"/>
                  </a:moveTo>
                  <a:lnTo>
                    <a:pt x="0" y="408"/>
                  </a:lnTo>
                  <a:lnTo>
                    <a:pt x="2" y="388"/>
                  </a:lnTo>
                  <a:lnTo>
                    <a:pt x="3" y="366"/>
                  </a:lnTo>
                  <a:lnTo>
                    <a:pt x="6" y="346"/>
                  </a:lnTo>
                  <a:lnTo>
                    <a:pt x="9" y="326"/>
                  </a:lnTo>
                  <a:lnTo>
                    <a:pt x="13" y="307"/>
                  </a:lnTo>
                  <a:lnTo>
                    <a:pt x="19" y="287"/>
                  </a:lnTo>
                  <a:lnTo>
                    <a:pt x="26" y="268"/>
                  </a:lnTo>
                  <a:lnTo>
                    <a:pt x="34" y="250"/>
                  </a:lnTo>
                  <a:lnTo>
                    <a:pt x="41" y="232"/>
                  </a:lnTo>
                  <a:lnTo>
                    <a:pt x="51" y="214"/>
                  </a:lnTo>
                  <a:lnTo>
                    <a:pt x="61" y="196"/>
                  </a:lnTo>
                  <a:lnTo>
                    <a:pt x="71" y="180"/>
                  </a:lnTo>
                  <a:lnTo>
                    <a:pt x="83" y="165"/>
                  </a:lnTo>
                  <a:lnTo>
                    <a:pt x="94" y="149"/>
                  </a:lnTo>
                  <a:lnTo>
                    <a:pt x="107" y="134"/>
                  </a:lnTo>
                  <a:lnTo>
                    <a:pt x="122" y="120"/>
                  </a:lnTo>
                  <a:lnTo>
                    <a:pt x="135" y="107"/>
                  </a:lnTo>
                  <a:lnTo>
                    <a:pt x="150" y="94"/>
                  </a:lnTo>
                  <a:lnTo>
                    <a:pt x="165" y="81"/>
                  </a:lnTo>
                  <a:lnTo>
                    <a:pt x="181" y="69"/>
                  </a:lnTo>
                  <a:lnTo>
                    <a:pt x="198" y="59"/>
                  </a:lnTo>
                  <a:lnTo>
                    <a:pt x="215" y="49"/>
                  </a:lnTo>
                  <a:lnTo>
                    <a:pt x="233" y="41"/>
                  </a:lnTo>
                  <a:lnTo>
                    <a:pt x="251" y="32"/>
                  </a:lnTo>
                  <a:lnTo>
                    <a:pt x="269" y="25"/>
                  </a:lnTo>
                  <a:lnTo>
                    <a:pt x="289" y="19"/>
                  </a:lnTo>
                  <a:lnTo>
                    <a:pt x="307" y="13"/>
                  </a:lnTo>
                  <a:lnTo>
                    <a:pt x="328" y="9"/>
                  </a:lnTo>
                  <a:lnTo>
                    <a:pt x="348" y="5"/>
                  </a:lnTo>
                  <a:lnTo>
                    <a:pt x="368" y="2"/>
                  </a:lnTo>
                  <a:lnTo>
                    <a:pt x="388" y="0"/>
                  </a:lnTo>
                  <a:lnTo>
                    <a:pt x="410" y="0"/>
                  </a:lnTo>
                  <a:lnTo>
                    <a:pt x="400" y="0"/>
                  </a:lnTo>
                  <a:lnTo>
                    <a:pt x="421" y="0"/>
                  </a:lnTo>
                  <a:lnTo>
                    <a:pt x="442" y="2"/>
                  </a:lnTo>
                  <a:lnTo>
                    <a:pt x="462" y="5"/>
                  </a:lnTo>
                  <a:lnTo>
                    <a:pt x="482" y="9"/>
                  </a:lnTo>
                  <a:lnTo>
                    <a:pt x="502" y="13"/>
                  </a:lnTo>
                  <a:lnTo>
                    <a:pt x="521" y="19"/>
                  </a:lnTo>
                  <a:lnTo>
                    <a:pt x="541" y="25"/>
                  </a:lnTo>
                  <a:lnTo>
                    <a:pt x="558" y="32"/>
                  </a:lnTo>
                  <a:lnTo>
                    <a:pt x="577" y="41"/>
                  </a:lnTo>
                  <a:lnTo>
                    <a:pt x="594" y="49"/>
                  </a:lnTo>
                  <a:lnTo>
                    <a:pt x="612" y="59"/>
                  </a:lnTo>
                  <a:lnTo>
                    <a:pt x="629" y="69"/>
                  </a:lnTo>
                  <a:lnTo>
                    <a:pt x="645" y="81"/>
                  </a:lnTo>
                  <a:lnTo>
                    <a:pt x="659" y="94"/>
                  </a:lnTo>
                  <a:lnTo>
                    <a:pt x="675" y="107"/>
                  </a:lnTo>
                  <a:lnTo>
                    <a:pt x="688" y="120"/>
                  </a:lnTo>
                  <a:lnTo>
                    <a:pt x="702" y="134"/>
                  </a:lnTo>
                  <a:lnTo>
                    <a:pt x="715" y="149"/>
                  </a:lnTo>
                  <a:lnTo>
                    <a:pt x="727" y="165"/>
                  </a:lnTo>
                  <a:lnTo>
                    <a:pt x="738" y="180"/>
                  </a:lnTo>
                  <a:lnTo>
                    <a:pt x="749" y="196"/>
                  </a:lnTo>
                  <a:lnTo>
                    <a:pt x="759" y="214"/>
                  </a:lnTo>
                  <a:lnTo>
                    <a:pt x="769" y="232"/>
                  </a:lnTo>
                  <a:lnTo>
                    <a:pt x="776" y="250"/>
                  </a:lnTo>
                  <a:lnTo>
                    <a:pt x="783" y="268"/>
                  </a:lnTo>
                  <a:lnTo>
                    <a:pt x="790" y="287"/>
                  </a:lnTo>
                  <a:lnTo>
                    <a:pt x="796" y="307"/>
                  </a:lnTo>
                  <a:lnTo>
                    <a:pt x="800" y="326"/>
                  </a:lnTo>
                  <a:lnTo>
                    <a:pt x="803" y="346"/>
                  </a:lnTo>
                  <a:lnTo>
                    <a:pt x="806" y="366"/>
                  </a:lnTo>
                  <a:lnTo>
                    <a:pt x="808" y="388"/>
                  </a:lnTo>
                  <a:lnTo>
                    <a:pt x="808" y="408"/>
                  </a:lnTo>
                  <a:lnTo>
                    <a:pt x="808" y="400"/>
                  </a:lnTo>
                  <a:lnTo>
                    <a:pt x="808" y="420"/>
                  </a:lnTo>
                  <a:lnTo>
                    <a:pt x="806" y="441"/>
                  </a:lnTo>
                  <a:lnTo>
                    <a:pt x="803" y="461"/>
                  </a:lnTo>
                  <a:lnTo>
                    <a:pt x="800" y="482"/>
                  </a:lnTo>
                  <a:lnTo>
                    <a:pt x="796" y="500"/>
                  </a:lnTo>
                  <a:lnTo>
                    <a:pt x="790" y="521"/>
                  </a:lnTo>
                  <a:lnTo>
                    <a:pt x="783" y="539"/>
                  </a:lnTo>
                  <a:lnTo>
                    <a:pt x="776" y="558"/>
                  </a:lnTo>
                  <a:lnTo>
                    <a:pt x="769" y="575"/>
                  </a:lnTo>
                  <a:lnTo>
                    <a:pt x="759" y="594"/>
                  </a:lnTo>
                  <a:lnTo>
                    <a:pt x="749" y="611"/>
                  </a:lnTo>
                  <a:lnTo>
                    <a:pt x="738" y="627"/>
                  </a:lnTo>
                  <a:lnTo>
                    <a:pt x="727" y="643"/>
                  </a:lnTo>
                  <a:lnTo>
                    <a:pt x="715" y="659"/>
                  </a:lnTo>
                  <a:lnTo>
                    <a:pt x="702" y="673"/>
                  </a:lnTo>
                  <a:lnTo>
                    <a:pt x="688" y="688"/>
                  </a:lnTo>
                  <a:lnTo>
                    <a:pt x="675" y="701"/>
                  </a:lnTo>
                  <a:lnTo>
                    <a:pt x="659" y="714"/>
                  </a:lnTo>
                  <a:lnTo>
                    <a:pt x="645" y="727"/>
                  </a:lnTo>
                  <a:lnTo>
                    <a:pt x="629" y="738"/>
                  </a:lnTo>
                  <a:lnTo>
                    <a:pt x="612" y="748"/>
                  </a:lnTo>
                  <a:lnTo>
                    <a:pt x="594" y="758"/>
                  </a:lnTo>
                  <a:lnTo>
                    <a:pt x="577" y="767"/>
                  </a:lnTo>
                  <a:lnTo>
                    <a:pt x="558" y="776"/>
                  </a:lnTo>
                  <a:lnTo>
                    <a:pt x="541" y="783"/>
                  </a:lnTo>
                  <a:lnTo>
                    <a:pt x="521" y="789"/>
                  </a:lnTo>
                  <a:lnTo>
                    <a:pt x="502" y="794"/>
                  </a:lnTo>
                  <a:lnTo>
                    <a:pt x="482" y="799"/>
                  </a:lnTo>
                  <a:lnTo>
                    <a:pt x="462" y="803"/>
                  </a:lnTo>
                  <a:lnTo>
                    <a:pt x="442" y="806"/>
                  </a:lnTo>
                  <a:lnTo>
                    <a:pt x="421" y="807"/>
                  </a:lnTo>
                  <a:lnTo>
                    <a:pt x="400" y="807"/>
                  </a:lnTo>
                  <a:lnTo>
                    <a:pt x="410" y="807"/>
                  </a:lnTo>
                  <a:lnTo>
                    <a:pt x="388" y="807"/>
                  </a:lnTo>
                  <a:lnTo>
                    <a:pt x="368" y="806"/>
                  </a:lnTo>
                  <a:lnTo>
                    <a:pt x="348" y="803"/>
                  </a:lnTo>
                  <a:lnTo>
                    <a:pt x="328" y="799"/>
                  </a:lnTo>
                  <a:lnTo>
                    <a:pt x="307" y="794"/>
                  </a:lnTo>
                  <a:lnTo>
                    <a:pt x="289" y="789"/>
                  </a:lnTo>
                  <a:lnTo>
                    <a:pt x="269" y="783"/>
                  </a:lnTo>
                  <a:lnTo>
                    <a:pt x="251" y="776"/>
                  </a:lnTo>
                  <a:lnTo>
                    <a:pt x="233" y="767"/>
                  </a:lnTo>
                  <a:lnTo>
                    <a:pt x="215" y="758"/>
                  </a:lnTo>
                  <a:lnTo>
                    <a:pt x="198" y="748"/>
                  </a:lnTo>
                  <a:lnTo>
                    <a:pt x="181" y="738"/>
                  </a:lnTo>
                  <a:lnTo>
                    <a:pt x="165" y="727"/>
                  </a:lnTo>
                  <a:lnTo>
                    <a:pt x="150" y="714"/>
                  </a:lnTo>
                  <a:lnTo>
                    <a:pt x="135" y="701"/>
                  </a:lnTo>
                  <a:lnTo>
                    <a:pt x="122" y="688"/>
                  </a:lnTo>
                  <a:lnTo>
                    <a:pt x="107" y="673"/>
                  </a:lnTo>
                  <a:lnTo>
                    <a:pt x="94" y="659"/>
                  </a:lnTo>
                  <a:lnTo>
                    <a:pt x="83" y="643"/>
                  </a:lnTo>
                  <a:lnTo>
                    <a:pt x="71" y="627"/>
                  </a:lnTo>
                  <a:lnTo>
                    <a:pt x="61" y="611"/>
                  </a:lnTo>
                  <a:lnTo>
                    <a:pt x="51" y="594"/>
                  </a:lnTo>
                  <a:lnTo>
                    <a:pt x="41" y="575"/>
                  </a:lnTo>
                  <a:lnTo>
                    <a:pt x="34" y="558"/>
                  </a:lnTo>
                  <a:lnTo>
                    <a:pt x="26" y="539"/>
                  </a:lnTo>
                  <a:lnTo>
                    <a:pt x="19" y="521"/>
                  </a:lnTo>
                  <a:lnTo>
                    <a:pt x="13" y="500"/>
                  </a:lnTo>
                  <a:lnTo>
                    <a:pt x="9" y="482"/>
                  </a:lnTo>
                  <a:lnTo>
                    <a:pt x="6" y="461"/>
                  </a:lnTo>
                  <a:lnTo>
                    <a:pt x="3" y="441"/>
                  </a:lnTo>
                  <a:lnTo>
                    <a:pt x="2" y="420"/>
                  </a:lnTo>
                  <a:lnTo>
                    <a:pt x="0" y="400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6296" name="Shape 1960">
              <a:extLst>
                <a:ext uri="{FF2B5EF4-FFF2-40B4-BE49-F238E27FC236}">
                  <a16:creationId xmlns:a16="http://schemas.microsoft.com/office/drawing/2014/main" id="{7597D0CB-904A-4B92-BC62-1C2341104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575" y="4602162"/>
              <a:ext cx="3249612" cy="481012"/>
            </a:xfrm>
            <a:custGeom>
              <a:avLst/>
              <a:gdLst>
                <a:gd name="T0" fmla="*/ 2147483646 w 4094"/>
                <a:gd name="T1" fmla="*/ 2147483646 h 606"/>
                <a:gd name="T2" fmla="*/ 2147483646 w 4094"/>
                <a:gd name="T3" fmla="*/ 2147483646 h 606"/>
                <a:gd name="T4" fmla="*/ 2147483646 w 4094"/>
                <a:gd name="T5" fmla="*/ 2147483646 h 606"/>
                <a:gd name="T6" fmla="*/ 2147483646 w 4094"/>
                <a:gd name="T7" fmla="*/ 2147483646 h 606"/>
                <a:gd name="T8" fmla="*/ 2147483646 w 4094"/>
                <a:gd name="T9" fmla="*/ 2147483646 h 606"/>
                <a:gd name="T10" fmla="*/ 2147483646 w 4094"/>
                <a:gd name="T11" fmla="*/ 2147483646 h 606"/>
                <a:gd name="T12" fmla="*/ 2147483646 w 4094"/>
                <a:gd name="T13" fmla="*/ 2147483646 h 606"/>
                <a:gd name="T14" fmla="*/ 2147483646 w 4094"/>
                <a:gd name="T15" fmla="*/ 2147483646 h 606"/>
                <a:gd name="T16" fmla="*/ 2147483646 w 4094"/>
                <a:gd name="T17" fmla="*/ 2147483646 h 606"/>
                <a:gd name="T18" fmla="*/ 2147483646 w 4094"/>
                <a:gd name="T19" fmla="*/ 2147483646 h 606"/>
                <a:gd name="T20" fmla="*/ 2147483646 w 4094"/>
                <a:gd name="T21" fmla="*/ 0 h 606"/>
                <a:gd name="T22" fmla="*/ 2147483646 w 4094"/>
                <a:gd name="T23" fmla="*/ 0 h 606"/>
                <a:gd name="T24" fmla="*/ 2147483646 w 4094"/>
                <a:gd name="T25" fmla="*/ 2147483646 h 606"/>
                <a:gd name="T26" fmla="*/ 2147483646 w 4094"/>
                <a:gd name="T27" fmla="*/ 2147483646 h 606"/>
                <a:gd name="T28" fmla="*/ 2147483646 w 4094"/>
                <a:gd name="T29" fmla="*/ 2147483646 h 606"/>
                <a:gd name="T30" fmla="*/ 2147483646 w 4094"/>
                <a:gd name="T31" fmla="*/ 2147483646 h 606"/>
                <a:gd name="T32" fmla="*/ 2147483646 w 4094"/>
                <a:gd name="T33" fmla="*/ 2147483646 h 606"/>
                <a:gd name="T34" fmla="*/ 2147483646 w 4094"/>
                <a:gd name="T35" fmla="*/ 2147483646 h 606"/>
                <a:gd name="T36" fmla="*/ 2147483646 w 4094"/>
                <a:gd name="T37" fmla="*/ 2147483646 h 606"/>
                <a:gd name="T38" fmla="*/ 2147483646 w 4094"/>
                <a:gd name="T39" fmla="*/ 2147483646 h 606"/>
                <a:gd name="T40" fmla="*/ 2147483646 w 4094"/>
                <a:gd name="T41" fmla="*/ 2147483646 h 606"/>
                <a:gd name="T42" fmla="*/ 2147483646 w 4094"/>
                <a:gd name="T43" fmla="*/ 2147483646 h 606"/>
                <a:gd name="T44" fmla="*/ 2147483646 w 4094"/>
                <a:gd name="T45" fmla="*/ 2147483646 h 606"/>
                <a:gd name="T46" fmla="*/ 2147483646 w 4094"/>
                <a:gd name="T47" fmla="*/ 2147483646 h 606"/>
                <a:gd name="T48" fmla="*/ 2147483646 w 4094"/>
                <a:gd name="T49" fmla="*/ 2147483646 h 606"/>
                <a:gd name="T50" fmla="*/ 2147483646 w 4094"/>
                <a:gd name="T51" fmla="*/ 2147483646 h 606"/>
                <a:gd name="T52" fmla="*/ 2147483646 w 4094"/>
                <a:gd name="T53" fmla="*/ 2147483646 h 606"/>
                <a:gd name="T54" fmla="*/ 2147483646 w 4094"/>
                <a:gd name="T55" fmla="*/ 2147483646 h 606"/>
                <a:gd name="T56" fmla="*/ 2147483646 w 4094"/>
                <a:gd name="T57" fmla="*/ 2147483646 h 606"/>
                <a:gd name="T58" fmla="*/ 2147483646 w 4094"/>
                <a:gd name="T59" fmla="*/ 2147483646 h 606"/>
                <a:gd name="T60" fmla="*/ 2147483646 w 4094"/>
                <a:gd name="T61" fmla="*/ 2147483646 h 606"/>
                <a:gd name="T62" fmla="*/ 2147483646 w 4094"/>
                <a:gd name="T63" fmla="*/ 2147483646 h 606"/>
                <a:gd name="T64" fmla="*/ 2147483646 w 4094"/>
                <a:gd name="T65" fmla="*/ 2147483646 h 606"/>
                <a:gd name="T66" fmla="*/ 2147483646 w 4094"/>
                <a:gd name="T67" fmla="*/ 2147483646 h 606"/>
                <a:gd name="T68" fmla="*/ 2147483646 w 4094"/>
                <a:gd name="T69" fmla="*/ 2147483646 h 606"/>
                <a:gd name="T70" fmla="*/ 2147483646 w 4094"/>
                <a:gd name="T71" fmla="*/ 2147483646 h 606"/>
                <a:gd name="T72" fmla="*/ 2147483646 w 4094"/>
                <a:gd name="T73" fmla="*/ 2147483646 h 606"/>
                <a:gd name="T74" fmla="*/ 2147483646 w 4094"/>
                <a:gd name="T75" fmla="*/ 2147483646 h 606"/>
                <a:gd name="T76" fmla="*/ 2147483646 w 4094"/>
                <a:gd name="T77" fmla="*/ 2147483646 h 606"/>
                <a:gd name="T78" fmla="*/ 2147483646 w 4094"/>
                <a:gd name="T79" fmla="*/ 2147483646 h 606"/>
                <a:gd name="T80" fmla="*/ 2147483646 w 4094"/>
                <a:gd name="T81" fmla="*/ 2147483646 h 606"/>
                <a:gd name="T82" fmla="*/ 2147483646 w 4094"/>
                <a:gd name="T83" fmla="*/ 2147483646 h 606"/>
                <a:gd name="T84" fmla="*/ 2147483646 w 4094"/>
                <a:gd name="T85" fmla="*/ 2147483646 h 606"/>
                <a:gd name="T86" fmla="*/ 2147483646 w 4094"/>
                <a:gd name="T87" fmla="*/ 2147483646 h 60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94"/>
                <a:gd name="T133" fmla="*/ 0 h 606"/>
                <a:gd name="T134" fmla="*/ 4094 w 4094"/>
                <a:gd name="T135" fmla="*/ 606 h 60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94" h="606" extrusionOk="0">
                  <a:moveTo>
                    <a:pt x="0" y="299"/>
                  </a:moveTo>
                  <a:lnTo>
                    <a:pt x="0" y="307"/>
                  </a:lnTo>
                  <a:lnTo>
                    <a:pt x="2" y="292"/>
                  </a:lnTo>
                  <a:lnTo>
                    <a:pt x="3" y="276"/>
                  </a:lnTo>
                  <a:lnTo>
                    <a:pt x="5" y="260"/>
                  </a:lnTo>
                  <a:lnTo>
                    <a:pt x="8" y="245"/>
                  </a:lnTo>
                  <a:lnTo>
                    <a:pt x="11" y="230"/>
                  </a:lnTo>
                  <a:lnTo>
                    <a:pt x="15" y="215"/>
                  </a:lnTo>
                  <a:lnTo>
                    <a:pt x="19" y="202"/>
                  </a:lnTo>
                  <a:lnTo>
                    <a:pt x="25" y="188"/>
                  </a:lnTo>
                  <a:lnTo>
                    <a:pt x="31" y="173"/>
                  </a:lnTo>
                  <a:lnTo>
                    <a:pt x="38" y="160"/>
                  </a:lnTo>
                  <a:lnTo>
                    <a:pt x="45" y="147"/>
                  </a:lnTo>
                  <a:lnTo>
                    <a:pt x="54" y="136"/>
                  </a:lnTo>
                  <a:lnTo>
                    <a:pt x="62" y="123"/>
                  </a:lnTo>
                  <a:lnTo>
                    <a:pt x="71" y="111"/>
                  </a:lnTo>
                  <a:lnTo>
                    <a:pt x="81" y="101"/>
                  </a:lnTo>
                  <a:lnTo>
                    <a:pt x="91" y="90"/>
                  </a:lnTo>
                  <a:lnTo>
                    <a:pt x="101" y="80"/>
                  </a:lnTo>
                  <a:lnTo>
                    <a:pt x="113" y="71"/>
                  </a:lnTo>
                  <a:lnTo>
                    <a:pt x="124" y="61"/>
                  </a:lnTo>
                  <a:lnTo>
                    <a:pt x="136" y="52"/>
                  </a:lnTo>
                  <a:lnTo>
                    <a:pt x="149" y="45"/>
                  </a:lnTo>
                  <a:lnTo>
                    <a:pt x="162" y="38"/>
                  </a:lnTo>
                  <a:lnTo>
                    <a:pt x="175" y="31"/>
                  </a:lnTo>
                  <a:lnTo>
                    <a:pt x="188" y="25"/>
                  </a:lnTo>
                  <a:lnTo>
                    <a:pt x="202" y="19"/>
                  </a:lnTo>
                  <a:lnTo>
                    <a:pt x="217" y="15"/>
                  </a:lnTo>
                  <a:lnTo>
                    <a:pt x="231" y="11"/>
                  </a:lnTo>
                  <a:lnTo>
                    <a:pt x="245" y="6"/>
                  </a:lnTo>
                  <a:lnTo>
                    <a:pt x="261" y="3"/>
                  </a:lnTo>
                  <a:lnTo>
                    <a:pt x="276" y="2"/>
                  </a:lnTo>
                  <a:lnTo>
                    <a:pt x="292" y="0"/>
                  </a:lnTo>
                  <a:lnTo>
                    <a:pt x="307" y="0"/>
                  </a:lnTo>
                  <a:lnTo>
                    <a:pt x="3788" y="0"/>
                  </a:lnTo>
                  <a:lnTo>
                    <a:pt x="3804" y="0"/>
                  </a:lnTo>
                  <a:lnTo>
                    <a:pt x="3820" y="2"/>
                  </a:lnTo>
                  <a:lnTo>
                    <a:pt x="3834" y="3"/>
                  </a:lnTo>
                  <a:lnTo>
                    <a:pt x="3850" y="6"/>
                  </a:lnTo>
                  <a:lnTo>
                    <a:pt x="3864" y="11"/>
                  </a:lnTo>
                  <a:lnTo>
                    <a:pt x="3879" y="15"/>
                  </a:lnTo>
                  <a:lnTo>
                    <a:pt x="3893" y="19"/>
                  </a:lnTo>
                  <a:lnTo>
                    <a:pt x="3908" y="25"/>
                  </a:lnTo>
                  <a:lnTo>
                    <a:pt x="3921" y="31"/>
                  </a:lnTo>
                  <a:lnTo>
                    <a:pt x="3934" y="38"/>
                  </a:lnTo>
                  <a:lnTo>
                    <a:pt x="3947" y="45"/>
                  </a:lnTo>
                  <a:lnTo>
                    <a:pt x="3960" y="52"/>
                  </a:lnTo>
                  <a:lnTo>
                    <a:pt x="3971" y="61"/>
                  </a:lnTo>
                  <a:lnTo>
                    <a:pt x="3983" y="71"/>
                  </a:lnTo>
                  <a:lnTo>
                    <a:pt x="3994" y="80"/>
                  </a:lnTo>
                  <a:lnTo>
                    <a:pt x="4004" y="90"/>
                  </a:lnTo>
                  <a:lnTo>
                    <a:pt x="4014" y="101"/>
                  </a:lnTo>
                  <a:lnTo>
                    <a:pt x="4024" y="111"/>
                  </a:lnTo>
                  <a:lnTo>
                    <a:pt x="4033" y="123"/>
                  </a:lnTo>
                  <a:lnTo>
                    <a:pt x="4042" y="136"/>
                  </a:lnTo>
                  <a:lnTo>
                    <a:pt x="4050" y="147"/>
                  </a:lnTo>
                  <a:lnTo>
                    <a:pt x="4058" y="160"/>
                  </a:lnTo>
                  <a:lnTo>
                    <a:pt x="4065" y="173"/>
                  </a:lnTo>
                  <a:lnTo>
                    <a:pt x="4071" y="188"/>
                  </a:lnTo>
                  <a:lnTo>
                    <a:pt x="4076" y="202"/>
                  </a:lnTo>
                  <a:lnTo>
                    <a:pt x="4081" y="215"/>
                  </a:lnTo>
                  <a:lnTo>
                    <a:pt x="4085" y="230"/>
                  </a:lnTo>
                  <a:lnTo>
                    <a:pt x="4088" y="245"/>
                  </a:lnTo>
                  <a:lnTo>
                    <a:pt x="4091" y="260"/>
                  </a:lnTo>
                  <a:lnTo>
                    <a:pt x="4092" y="276"/>
                  </a:lnTo>
                  <a:lnTo>
                    <a:pt x="4094" y="292"/>
                  </a:lnTo>
                  <a:lnTo>
                    <a:pt x="4094" y="307"/>
                  </a:lnTo>
                  <a:lnTo>
                    <a:pt x="4094" y="299"/>
                  </a:lnTo>
                  <a:lnTo>
                    <a:pt x="4094" y="315"/>
                  </a:lnTo>
                  <a:lnTo>
                    <a:pt x="4092" y="330"/>
                  </a:lnTo>
                  <a:lnTo>
                    <a:pt x="4091" y="346"/>
                  </a:lnTo>
                  <a:lnTo>
                    <a:pt x="4088" y="361"/>
                  </a:lnTo>
                  <a:lnTo>
                    <a:pt x="4085" y="377"/>
                  </a:lnTo>
                  <a:lnTo>
                    <a:pt x="4081" y="391"/>
                  </a:lnTo>
                  <a:lnTo>
                    <a:pt x="4076" y="405"/>
                  </a:lnTo>
                  <a:lnTo>
                    <a:pt x="4071" y="418"/>
                  </a:lnTo>
                  <a:lnTo>
                    <a:pt x="4065" y="433"/>
                  </a:lnTo>
                  <a:lnTo>
                    <a:pt x="4058" y="446"/>
                  </a:lnTo>
                  <a:lnTo>
                    <a:pt x="4050" y="459"/>
                  </a:lnTo>
                  <a:lnTo>
                    <a:pt x="4042" y="470"/>
                  </a:lnTo>
                  <a:lnTo>
                    <a:pt x="4033" y="483"/>
                  </a:lnTo>
                  <a:lnTo>
                    <a:pt x="4024" y="495"/>
                  </a:lnTo>
                  <a:lnTo>
                    <a:pt x="4014" y="505"/>
                  </a:lnTo>
                  <a:lnTo>
                    <a:pt x="4004" y="516"/>
                  </a:lnTo>
                  <a:lnTo>
                    <a:pt x="3994" y="526"/>
                  </a:lnTo>
                  <a:lnTo>
                    <a:pt x="3983" y="535"/>
                  </a:lnTo>
                  <a:lnTo>
                    <a:pt x="3971" y="545"/>
                  </a:lnTo>
                  <a:lnTo>
                    <a:pt x="3960" y="554"/>
                  </a:lnTo>
                  <a:lnTo>
                    <a:pt x="3947" y="561"/>
                  </a:lnTo>
                  <a:lnTo>
                    <a:pt x="3934" y="568"/>
                  </a:lnTo>
                  <a:lnTo>
                    <a:pt x="3921" y="575"/>
                  </a:lnTo>
                  <a:lnTo>
                    <a:pt x="3908" y="581"/>
                  </a:lnTo>
                  <a:lnTo>
                    <a:pt x="3893" y="587"/>
                  </a:lnTo>
                  <a:lnTo>
                    <a:pt x="3879" y="591"/>
                  </a:lnTo>
                  <a:lnTo>
                    <a:pt x="3864" y="596"/>
                  </a:lnTo>
                  <a:lnTo>
                    <a:pt x="3850" y="600"/>
                  </a:lnTo>
                  <a:lnTo>
                    <a:pt x="3834" y="603"/>
                  </a:lnTo>
                  <a:lnTo>
                    <a:pt x="3820" y="604"/>
                  </a:lnTo>
                  <a:lnTo>
                    <a:pt x="3804" y="606"/>
                  </a:lnTo>
                  <a:lnTo>
                    <a:pt x="3788" y="606"/>
                  </a:lnTo>
                  <a:lnTo>
                    <a:pt x="307" y="606"/>
                  </a:lnTo>
                  <a:lnTo>
                    <a:pt x="292" y="606"/>
                  </a:lnTo>
                  <a:lnTo>
                    <a:pt x="276" y="604"/>
                  </a:lnTo>
                  <a:lnTo>
                    <a:pt x="261" y="603"/>
                  </a:lnTo>
                  <a:lnTo>
                    <a:pt x="245" y="600"/>
                  </a:lnTo>
                  <a:lnTo>
                    <a:pt x="231" y="596"/>
                  </a:lnTo>
                  <a:lnTo>
                    <a:pt x="217" y="591"/>
                  </a:lnTo>
                  <a:lnTo>
                    <a:pt x="202" y="587"/>
                  </a:lnTo>
                  <a:lnTo>
                    <a:pt x="188" y="581"/>
                  </a:lnTo>
                  <a:lnTo>
                    <a:pt x="175" y="575"/>
                  </a:lnTo>
                  <a:lnTo>
                    <a:pt x="162" y="568"/>
                  </a:lnTo>
                  <a:lnTo>
                    <a:pt x="149" y="561"/>
                  </a:lnTo>
                  <a:lnTo>
                    <a:pt x="136" y="554"/>
                  </a:lnTo>
                  <a:lnTo>
                    <a:pt x="124" y="545"/>
                  </a:lnTo>
                  <a:lnTo>
                    <a:pt x="113" y="535"/>
                  </a:lnTo>
                  <a:lnTo>
                    <a:pt x="101" y="526"/>
                  </a:lnTo>
                  <a:lnTo>
                    <a:pt x="91" y="516"/>
                  </a:lnTo>
                  <a:lnTo>
                    <a:pt x="81" y="505"/>
                  </a:lnTo>
                  <a:lnTo>
                    <a:pt x="71" y="495"/>
                  </a:lnTo>
                  <a:lnTo>
                    <a:pt x="62" y="483"/>
                  </a:lnTo>
                  <a:lnTo>
                    <a:pt x="54" y="470"/>
                  </a:lnTo>
                  <a:lnTo>
                    <a:pt x="45" y="459"/>
                  </a:lnTo>
                  <a:lnTo>
                    <a:pt x="38" y="446"/>
                  </a:lnTo>
                  <a:lnTo>
                    <a:pt x="31" y="433"/>
                  </a:lnTo>
                  <a:lnTo>
                    <a:pt x="25" y="418"/>
                  </a:lnTo>
                  <a:lnTo>
                    <a:pt x="19" y="405"/>
                  </a:lnTo>
                  <a:lnTo>
                    <a:pt x="15" y="391"/>
                  </a:lnTo>
                  <a:lnTo>
                    <a:pt x="11" y="377"/>
                  </a:lnTo>
                  <a:lnTo>
                    <a:pt x="8" y="361"/>
                  </a:lnTo>
                  <a:lnTo>
                    <a:pt x="5" y="346"/>
                  </a:lnTo>
                  <a:lnTo>
                    <a:pt x="3" y="330"/>
                  </a:lnTo>
                  <a:lnTo>
                    <a:pt x="2" y="315"/>
                  </a:lnTo>
                  <a:lnTo>
                    <a:pt x="0" y="299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6297" name="Shape 1961">
              <a:extLst>
                <a:ext uri="{FF2B5EF4-FFF2-40B4-BE49-F238E27FC236}">
                  <a16:creationId xmlns:a16="http://schemas.microsoft.com/office/drawing/2014/main" id="{CF4F686D-41F7-418D-9EF0-8974E67515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27369" y="4733925"/>
              <a:ext cx="2523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: </a:t>
              </a:r>
            </a:p>
          </p:txBody>
        </p:sp>
        <p:sp>
          <p:nvSpPr>
            <p:cNvPr id="396298" name="Shape 1962">
              <a:extLst>
                <a:ext uri="{FF2B5EF4-FFF2-40B4-BE49-F238E27FC236}">
                  <a16:creationId xmlns:a16="http://schemas.microsoft.com/office/drawing/2014/main" id="{56A94A06-7D55-4AA1-8C3A-439D5A8E21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312" y="4733925"/>
              <a:ext cx="174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396299" name="Shape 1963">
              <a:extLst>
                <a:ext uri="{FF2B5EF4-FFF2-40B4-BE49-F238E27FC236}">
                  <a16:creationId xmlns:a16="http://schemas.microsoft.com/office/drawing/2014/main" id="{EC5C113B-3B9C-4DA0-BEDA-02CF59DA9A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4425" y="47339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 </a:t>
              </a:r>
            </a:p>
          </p:txBody>
        </p:sp>
        <p:sp>
          <p:nvSpPr>
            <p:cNvPr id="396300" name="Shape 1964">
              <a:extLst>
                <a:ext uri="{FF2B5EF4-FFF2-40B4-BE49-F238E27FC236}">
                  <a16:creationId xmlns:a16="http://schemas.microsoft.com/office/drawing/2014/main" id="{9F67FDEC-45B6-4A2A-B3F8-6178F02DB5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5550" y="4838700"/>
              <a:ext cx="252300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 </a:t>
              </a:r>
            </a:p>
          </p:txBody>
        </p:sp>
        <p:sp>
          <p:nvSpPr>
            <p:cNvPr id="396301" name="Shape 1965">
              <a:extLst>
                <a:ext uri="{FF2B5EF4-FFF2-40B4-BE49-F238E27FC236}">
                  <a16:creationId xmlns:a16="http://schemas.microsoft.com/office/drawing/2014/main" id="{E7F5ADC8-DFC4-49D0-8794-6AFC92942F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1325" y="47339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96302" name="Shape 1966">
              <a:extLst>
                <a:ext uri="{FF2B5EF4-FFF2-40B4-BE49-F238E27FC236}">
                  <a16:creationId xmlns:a16="http://schemas.microsoft.com/office/drawing/2014/main" id="{4068FD7A-0782-49CC-95D9-9E544CB681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67175" y="473392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396303" name="Shape 1967">
              <a:extLst>
                <a:ext uri="{FF2B5EF4-FFF2-40B4-BE49-F238E27FC236}">
                  <a16:creationId xmlns:a16="http://schemas.microsoft.com/office/drawing/2014/main" id="{44E87F89-220B-48E9-96CD-350BEF92C3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59287" y="4733925"/>
              <a:ext cx="174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396304" name="Shape 1968">
              <a:extLst>
                <a:ext uri="{FF2B5EF4-FFF2-40B4-BE49-F238E27FC236}">
                  <a16:creationId xmlns:a16="http://schemas.microsoft.com/office/drawing/2014/main" id="{520D1F36-83ED-4BA9-BA2C-47CBEDD2CF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7400" y="47339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96305" name="Shape 1969">
              <a:extLst>
                <a:ext uri="{FF2B5EF4-FFF2-40B4-BE49-F238E27FC236}">
                  <a16:creationId xmlns:a16="http://schemas.microsoft.com/office/drawing/2014/main" id="{8F1AB03F-4D16-4AD6-8AC4-761FFAA324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08525" y="4838700"/>
              <a:ext cx="164999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96306" name="Shape 1970">
              <a:extLst>
                <a:ext uri="{FF2B5EF4-FFF2-40B4-BE49-F238E27FC236}">
                  <a16:creationId xmlns:a16="http://schemas.microsoft.com/office/drawing/2014/main" id="{73E4A7EA-1E3E-4089-8A3B-A2668B7FAB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9050" y="47339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96307" name="Shape 1971">
              <a:extLst>
                <a:ext uri="{FF2B5EF4-FFF2-40B4-BE49-F238E27FC236}">
                  <a16:creationId xmlns:a16="http://schemas.microsoft.com/office/drawing/2014/main" id="{931C5236-664A-4DE6-83C4-4D0C492F32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13312" y="473392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396308" name="Shape 1972">
              <a:extLst>
                <a:ext uri="{FF2B5EF4-FFF2-40B4-BE49-F238E27FC236}">
                  <a16:creationId xmlns:a16="http://schemas.microsoft.com/office/drawing/2014/main" id="{2E7AFCAD-0FC0-4299-9631-C95868F8DC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5425" y="4733925"/>
              <a:ext cx="5507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Done</a:t>
              </a:r>
            </a:p>
          </p:txBody>
        </p:sp>
        <p:sp>
          <p:nvSpPr>
            <p:cNvPr id="396309" name="Shape 1973">
              <a:extLst>
                <a:ext uri="{FF2B5EF4-FFF2-40B4-BE49-F238E27FC236}">
                  <a16:creationId xmlns:a16="http://schemas.microsoft.com/office/drawing/2014/main" id="{BBF8BAC1-6AFE-47A2-B35F-6BDCEA383B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40437" y="47339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96310" name="Shape 1974">
              <a:extLst>
                <a:ext uri="{FF2B5EF4-FFF2-40B4-BE49-F238E27FC236}">
                  <a16:creationId xmlns:a16="http://schemas.microsoft.com/office/drawing/2014/main" id="{EC138172-7C71-4DE7-992B-CC1BE15095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56287" y="473392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396311" name="Shape 1975">
              <a:extLst>
                <a:ext uri="{FF2B5EF4-FFF2-40B4-BE49-F238E27FC236}">
                  <a16:creationId xmlns:a16="http://schemas.microsoft.com/office/drawing/2014/main" id="{D1EFCB5A-A9FE-4FC6-9A2E-320FECAA98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2925" y="4727575"/>
              <a:ext cx="107999" cy="258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Noto Symbol" charset="0"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Noto Symbol" charset="0"/>
                  <a:ea typeface="ＭＳ Ｐゴシック" panose="020B0600070205080204" pitchFamily="34" charset="-128"/>
                  <a:cs typeface="Arial" panose="020B0604020202020204" pitchFamily="34" charset="0"/>
                  <a:sym typeface="Noto Symbol" charset="0"/>
                </a:rPr>
                <a:t>, </a:t>
              </a:r>
            </a:p>
          </p:txBody>
        </p:sp>
        <p:sp>
          <p:nvSpPr>
            <p:cNvPr id="396312" name="Shape 1976">
              <a:extLst>
                <a:ext uri="{FF2B5EF4-FFF2-40B4-BE49-F238E27FC236}">
                  <a16:creationId xmlns:a16="http://schemas.microsoft.com/office/drawing/2014/main" id="{3CBACB9E-66EB-45D0-ABBA-02FBBC66C9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00650" y="4727575"/>
              <a:ext cx="107999" cy="258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Noto Symbol" charset="0"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Noto Symbol" charset="0"/>
                  <a:ea typeface="ＭＳ Ｐゴシック" panose="020B0600070205080204" pitchFamily="34" charset="-128"/>
                  <a:cs typeface="Arial" panose="020B0604020202020204" pitchFamily="34" charset="0"/>
                  <a:sym typeface="Noto Symbol" charset="0"/>
                </a:rPr>
                <a:t>, </a:t>
              </a:r>
            </a:p>
          </p:txBody>
        </p:sp>
        <p:sp>
          <p:nvSpPr>
            <p:cNvPr id="396313" name="Shape 1977">
              <a:extLst>
                <a:ext uri="{FF2B5EF4-FFF2-40B4-BE49-F238E27FC236}">
                  <a16:creationId xmlns:a16="http://schemas.microsoft.com/office/drawing/2014/main" id="{929DA58F-38E7-45AF-89FD-CA9ED9B07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575" y="3481387"/>
              <a:ext cx="3249612" cy="481011"/>
            </a:xfrm>
            <a:custGeom>
              <a:avLst/>
              <a:gdLst>
                <a:gd name="T0" fmla="*/ 2147483646 w 4094"/>
                <a:gd name="T1" fmla="*/ 2147483646 h 605"/>
                <a:gd name="T2" fmla="*/ 2147483646 w 4094"/>
                <a:gd name="T3" fmla="*/ 2147483646 h 605"/>
                <a:gd name="T4" fmla="*/ 2147483646 w 4094"/>
                <a:gd name="T5" fmla="*/ 2147483646 h 605"/>
                <a:gd name="T6" fmla="*/ 2147483646 w 4094"/>
                <a:gd name="T7" fmla="*/ 2147483646 h 605"/>
                <a:gd name="T8" fmla="*/ 2147483646 w 4094"/>
                <a:gd name="T9" fmla="*/ 2147483646 h 605"/>
                <a:gd name="T10" fmla="*/ 2147483646 w 4094"/>
                <a:gd name="T11" fmla="*/ 2147483646 h 605"/>
                <a:gd name="T12" fmla="*/ 2147483646 w 4094"/>
                <a:gd name="T13" fmla="*/ 2147483646 h 605"/>
                <a:gd name="T14" fmla="*/ 2147483646 w 4094"/>
                <a:gd name="T15" fmla="*/ 2147483646 h 605"/>
                <a:gd name="T16" fmla="*/ 2147483646 w 4094"/>
                <a:gd name="T17" fmla="*/ 2147483646 h 605"/>
                <a:gd name="T18" fmla="*/ 2147483646 w 4094"/>
                <a:gd name="T19" fmla="*/ 2147483646 h 605"/>
                <a:gd name="T20" fmla="*/ 2147483646 w 4094"/>
                <a:gd name="T21" fmla="*/ 0 h 605"/>
                <a:gd name="T22" fmla="*/ 2147483646 w 4094"/>
                <a:gd name="T23" fmla="*/ 0 h 605"/>
                <a:gd name="T24" fmla="*/ 2147483646 w 4094"/>
                <a:gd name="T25" fmla="*/ 2147483646 h 605"/>
                <a:gd name="T26" fmla="*/ 2147483646 w 4094"/>
                <a:gd name="T27" fmla="*/ 2147483646 h 605"/>
                <a:gd name="T28" fmla="*/ 2147483646 w 4094"/>
                <a:gd name="T29" fmla="*/ 2147483646 h 605"/>
                <a:gd name="T30" fmla="*/ 2147483646 w 4094"/>
                <a:gd name="T31" fmla="*/ 2147483646 h 605"/>
                <a:gd name="T32" fmla="*/ 2147483646 w 4094"/>
                <a:gd name="T33" fmla="*/ 2147483646 h 605"/>
                <a:gd name="T34" fmla="*/ 2147483646 w 4094"/>
                <a:gd name="T35" fmla="*/ 2147483646 h 605"/>
                <a:gd name="T36" fmla="*/ 2147483646 w 4094"/>
                <a:gd name="T37" fmla="*/ 2147483646 h 605"/>
                <a:gd name="T38" fmla="*/ 2147483646 w 4094"/>
                <a:gd name="T39" fmla="*/ 2147483646 h 605"/>
                <a:gd name="T40" fmla="*/ 2147483646 w 4094"/>
                <a:gd name="T41" fmla="*/ 2147483646 h 605"/>
                <a:gd name="T42" fmla="*/ 2147483646 w 4094"/>
                <a:gd name="T43" fmla="*/ 2147483646 h 605"/>
                <a:gd name="T44" fmla="*/ 2147483646 w 4094"/>
                <a:gd name="T45" fmla="*/ 2147483646 h 605"/>
                <a:gd name="T46" fmla="*/ 2147483646 w 4094"/>
                <a:gd name="T47" fmla="*/ 2147483646 h 605"/>
                <a:gd name="T48" fmla="*/ 2147483646 w 4094"/>
                <a:gd name="T49" fmla="*/ 2147483646 h 605"/>
                <a:gd name="T50" fmla="*/ 2147483646 w 4094"/>
                <a:gd name="T51" fmla="*/ 2147483646 h 605"/>
                <a:gd name="T52" fmla="*/ 2147483646 w 4094"/>
                <a:gd name="T53" fmla="*/ 2147483646 h 605"/>
                <a:gd name="T54" fmla="*/ 2147483646 w 4094"/>
                <a:gd name="T55" fmla="*/ 2147483646 h 605"/>
                <a:gd name="T56" fmla="*/ 2147483646 w 4094"/>
                <a:gd name="T57" fmla="*/ 2147483646 h 605"/>
                <a:gd name="T58" fmla="*/ 2147483646 w 4094"/>
                <a:gd name="T59" fmla="*/ 2147483646 h 605"/>
                <a:gd name="T60" fmla="*/ 2147483646 w 4094"/>
                <a:gd name="T61" fmla="*/ 2147483646 h 605"/>
                <a:gd name="T62" fmla="*/ 2147483646 w 4094"/>
                <a:gd name="T63" fmla="*/ 2147483646 h 605"/>
                <a:gd name="T64" fmla="*/ 2147483646 w 4094"/>
                <a:gd name="T65" fmla="*/ 2147483646 h 605"/>
                <a:gd name="T66" fmla="*/ 2147483646 w 4094"/>
                <a:gd name="T67" fmla="*/ 2147483646 h 605"/>
                <a:gd name="T68" fmla="*/ 2147483646 w 4094"/>
                <a:gd name="T69" fmla="*/ 2147483646 h 605"/>
                <a:gd name="T70" fmla="*/ 2147483646 w 4094"/>
                <a:gd name="T71" fmla="*/ 2147483646 h 605"/>
                <a:gd name="T72" fmla="*/ 2147483646 w 4094"/>
                <a:gd name="T73" fmla="*/ 2147483646 h 605"/>
                <a:gd name="T74" fmla="*/ 2147483646 w 4094"/>
                <a:gd name="T75" fmla="*/ 2147483646 h 605"/>
                <a:gd name="T76" fmla="*/ 2147483646 w 4094"/>
                <a:gd name="T77" fmla="*/ 2147483646 h 605"/>
                <a:gd name="T78" fmla="*/ 2147483646 w 4094"/>
                <a:gd name="T79" fmla="*/ 2147483646 h 605"/>
                <a:gd name="T80" fmla="*/ 2147483646 w 4094"/>
                <a:gd name="T81" fmla="*/ 2147483646 h 605"/>
                <a:gd name="T82" fmla="*/ 2147483646 w 4094"/>
                <a:gd name="T83" fmla="*/ 2147483646 h 605"/>
                <a:gd name="T84" fmla="*/ 2147483646 w 4094"/>
                <a:gd name="T85" fmla="*/ 2147483646 h 605"/>
                <a:gd name="T86" fmla="*/ 2147483646 w 4094"/>
                <a:gd name="T87" fmla="*/ 2147483646 h 60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94"/>
                <a:gd name="T133" fmla="*/ 0 h 605"/>
                <a:gd name="T134" fmla="*/ 4094 w 4094"/>
                <a:gd name="T135" fmla="*/ 605 h 60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94" h="605" extrusionOk="0">
                  <a:moveTo>
                    <a:pt x="0" y="298"/>
                  </a:moveTo>
                  <a:lnTo>
                    <a:pt x="0" y="307"/>
                  </a:lnTo>
                  <a:lnTo>
                    <a:pt x="2" y="291"/>
                  </a:lnTo>
                  <a:lnTo>
                    <a:pt x="3" y="275"/>
                  </a:lnTo>
                  <a:lnTo>
                    <a:pt x="5" y="259"/>
                  </a:lnTo>
                  <a:lnTo>
                    <a:pt x="8" y="245"/>
                  </a:lnTo>
                  <a:lnTo>
                    <a:pt x="11" y="229"/>
                  </a:lnTo>
                  <a:lnTo>
                    <a:pt x="15" y="215"/>
                  </a:lnTo>
                  <a:lnTo>
                    <a:pt x="19" y="202"/>
                  </a:lnTo>
                  <a:lnTo>
                    <a:pt x="25" y="187"/>
                  </a:lnTo>
                  <a:lnTo>
                    <a:pt x="31" y="173"/>
                  </a:lnTo>
                  <a:lnTo>
                    <a:pt x="38" y="160"/>
                  </a:lnTo>
                  <a:lnTo>
                    <a:pt x="45" y="147"/>
                  </a:lnTo>
                  <a:lnTo>
                    <a:pt x="54" y="136"/>
                  </a:lnTo>
                  <a:lnTo>
                    <a:pt x="62" y="123"/>
                  </a:lnTo>
                  <a:lnTo>
                    <a:pt x="71" y="111"/>
                  </a:lnTo>
                  <a:lnTo>
                    <a:pt x="81" y="101"/>
                  </a:lnTo>
                  <a:lnTo>
                    <a:pt x="91" y="89"/>
                  </a:lnTo>
                  <a:lnTo>
                    <a:pt x="101" y="79"/>
                  </a:lnTo>
                  <a:lnTo>
                    <a:pt x="113" y="71"/>
                  </a:lnTo>
                  <a:lnTo>
                    <a:pt x="124" y="61"/>
                  </a:lnTo>
                  <a:lnTo>
                    <a:pt x="136" y="52"/>
                  </a:lnTo>
                  <a:lnTo>
                    <a:pt x="149" y="45"/>
                  </a:lnTo>
                  <a:lnTo>
                    <a:pt x="162" y="38"/>
                  </a:lnTo>
                  <a:lnTo>
                    <a:pt x="175" y="30"/>
                  </a:lnTo>
                  <a:lnTo>
                    <a:pt x="188" y="25"/>
                  </a:lnTo>
                  <a:lnTo>
                    <a:pt x="202" y="19"/>
                  </a:lnTo>
                  <a:lnTo>
                    <a:pt x="217" y="14"/>
                  </a:lnTo>
                  <a:lnTo>
                    <a:pt x="231" y="10"/>
                  </a:lnTo>
                  <a:lnTo>
                    <a:pt x="245" y="6"/>
                  </a:lnTo>
                  <a:lnTo>
                    <a:pt x="261" y="3"/>
                  </a:lnTo>
                  <a:lnTo>
                    <a:pt x="276" y="2"/>
                  </a:lnTo>
                  <a:lnTo>
                    <a:pt x="292" y="0"/>
                  </a:lnTo>
                  <a:lnTo>
                    <a:pt x="307" y="0"/>
                  </a:lnTo>
                  <a:lnTo>
                    <a:pt x="3788" y="0"/>
                  </a:lnTo>
                  <a:lnTo>
                    <a:pt x="3804" y="0"/>
                  </a:lnTo>
                  <a:lnTo>
                    <a:pt x="3820" y="2"/>
                  </a:lnTo>
                  <a:lnTo>
                    <a:pt x="3834" y="3"/>
                  </a:lnTo>
                  <a:lnTo>
                    <a:pt x="3850" y="6"/>
                  </a:lnTo>
                  <a:lnTo>
                    <a:pt x="3864" y="10"/>
                  </a:lnTo>
                  <a:lnTo>
                    <a:pt x="3879" y="14"/>
                  </a:lnTo>
                  <a:lnTo>
                    <a:pt x="3893" y="19"/>
                  </a:lnTo>
                  <a:lnTo>
                    <a:pt x="3908" y="25"/>
                  </a:lnTo>
                  <a:lnTo>
                    <a:pt x="3921" y="30"/>
                  </a:lnTo>
                  <a:lnTo>
                    <a:pt x="3934" y="38"/>
                  </a:lnTo>
                  <a:lnTo>
                    <a:pt x="3947" y="45"/>
                  </a:lnTo>
                  <a:lnTo>
                    <a:pt x="3960" y="52"/>
                  </a:lnTo>
                  <a:lnTo>
                    <a:pt x="3971" y="61"/>
                  </a:lnTo>
                  <a:lnTo>
                    <a:pt x="3983" y="71"/>
                  </a:lnTo>
                  <a:lnTo>
                    <a:pt x="3994" y="79"/>
                  </a:lnTo>
                  <a:lnTo>
                    <a:pt x="4004" y="89"/>
                  </a:lnTo>
                  <a:lnTo>
                    <a:pt x="4014" y="101"/>
                  </a:lnTo>
                  <a:lnTo>
                    <a:pt x="4024" y="111"/>
                  </a:lnTo>
                  <a:lnTo>
                    <a:pt x="4033" y="123"/>
                  </a:lnTo>
                  <a:lnTo>
                    <a:pt x="4042" y="136"/>
                  </a:lnTo>
                  <a:lnTo>
                    <a:pt x="4050" y="147"/>
                  </a:lnTo>
                  <a:lnTo>
                    <a:pt x="4058" y="160"/>
                  </a:lnTo>
                  <a:lnTo>
                    <a:pt x="4065" y="173"/>
                  </a:lnTo>
                  <a:lnTo>
                    <a:pt x="4071" y="187"/>
                  </a:lnTo>
                  <a:lnTo>
                    <a:pt x="4076" y="202"/>
                  </a:lnTo>
                  <a:lnTo>
                    <a:pt x="4081" y="215"/>
                  </a:lnTo>
                  <a:lnTo>
                    <a:pt x="4085" y="229"/>
                  </a:lnTo>
                  <a:lnTo>
                    <a:pt x="4088" y="245"/>
                  </a:lnTo>
                  <a:lnTo>
                    <a:pt x="4091" y="259"/>
                  </a:lnTo>
                  <a:lnTo>
                    <a:pt x="4092" y="275"/>
                  </a:lnTo>
                  <a:lnTo>
                    <a:pt x="4094" y="291"/>
                  </a:lnTo>
                  <a:lnTo>
                    <a:pt x="4094" y="307"/>
                  </a:lnTo>
                  <a:lnTo>
                    <a:pt x="4094" y="298"/>
                  </a:lnTo>
                  <a:lnTo>
                    <a:pt x="4094" y="314"/>
                  </a:lnTo>
                  <a:lnTo>
                    <a:pt x="4092" y="330"/>
                  </a:lnTo>
                  <a:lnTo>
                    <a:pt x="4091" y="346"/>
                  </a:lnTo>
                  <a:lnTo>
                    <a:pt x="4088" y="360"/>
                  </a:lnTo>
                  <a:lnTo>
                    <a:pt x="4085" y="376"/>
                  </a:lnTo>
                  <a:lnTo>
                    <a:pt x="4081" y="391"/>
                  </a:lnTo>
                  <a:lnTo>
                    <a:pt x="4076" y="405"/>
                  </a:lnTo>
                  <a:lnTo>
                    <a:pt x="4071" y="418"/>
                  </a:lnTo>
                  <a:lnTo>
                    <a:pt x="4065" y="432"/>
                  </a:lnTo>
                  <a:lnTo>
                    <a:pt x="4058" y="445"/>
                  </a:lnTo>
                  <a:lnTo>
                    <a:pt x="4050" y="458"/>
                  </a:lnTo>
                  <a:lnTo>
                    <a:pt x="4042" y="470"/>
                  </a:lnTo>
                  <a:lnTo>
                    <a:pt x="4033" y="483"/>
                  </a:lnTo>
                  <a:lnTo>
                    <a:pt x="4024" y="494"/>
                  </a:lnTo>
                  <a:lnTo>
                    <a:pt x="4014" y="504"/>
                  </a:lnTo>
                  <a:lnTo>
                    <a:pt x="4004" y="516"/>
                  </a:lnTo>
                  <a:lnTo>
                    <a:pt x="3994" y="526"/>
                  </a:lnTo>
                  <a:lnTo>
                    <a:pt x="3983" y="535"/>
                  </a:lnTo>
                  <a:lnTo>
                    <a:pt x="3971" y="545"/>
                  </a:lnTo>
                  <a:lnTo>
                    <a:pt x="3960" y="553"/>
                  </a:lnTo>
                  <a:lnTo>
                    <a:pt x="3947" y="561"/>
                  </a:lnTo>
                  <a:lnTo>
                    <a:pt x="3934" y="568"/>
                  </a:lnTo>
                  <a:lnTo>
                    <a:pt x="3921" y="575"/>
                  </a:lnTo>
                  <a:lnTo>
                    <a:pt x="3908" y="581"/>
                  </a:lnTo>
                  <a:lnTo>
                    <a:pt x="3893" y="587"/>
                  </a:lnTo>
                  <a:lnTo>
                    <a:pt x="3879" y="591"/>
                  </a:lnTo>
                  <a:lnTo>
                    <a:pt x="3864" y="595"/>
                  </a:lnTo>
                  <a:lnTo>
                    <a:pt x="3850" y="600"/>
                  </a:lnTo>
                  <a:lnTo>
                    <a:pt x="3834" y="602"/>
                  </a:lnTo>
                  <a:lnTo>
                    <a:pt x="3820" y="604"/>
                  </a:lnTo>
                  <a:lnTo>
                    <a:pt x="3804" y="605"/>
                  </a:lnTo>
                  <a:lnTo>
                    <a:pt x="3788" y="605"/>
                  </a:lnTo>
                  <a:lnTo>
                    <a:pt x="307" y="605"/>
                  </a:lnTo>
                  <a:lnTo>
                    <a:pt x="292" y="605"/>
                  </a:lnTo>
                  <a:lnTo>
                    <a:pt x="276" y="604"/>
                  </a:lnTo>
                  <a:lnTo>
                    <a:pt x="261" y="602"/>
                  </a:lnTo>
                  <a:lnTo>
                    <a:pt x="245" y="600"/>
                  </a:lnTo>
                  <a:lnTo>
                    <a:pt x="231" y="595"/>
                  </a:lnTo>
                  <a:lnTo>
                    <a:pt x="217" y="591"/>
                  </a:lnTo>
                  <a:lnTo>
                    <a:pt x="202" y="587"/>
                  </a:lnTo>
                  <a:lnTo>
                    <a:pt x="188" y="581"/>
                  </a:lnTo>
                  <a:lnTo>
                    <a:pt x="175" y="575"/>
                  </a:lnTo>
                  <a:lnTo>
                    <a:pt x="162" y="568"/>
                  </a:lnTo>
                  <a:lnTo>
                    <a:pt x="149" y="561"/>
                  </a:lnTo>
                  <a:lnTo>
                    <a:pt x="136" y="553"/>
                  </a:lnTo>
                  <a:lnTo>
                    <a:pt x="124" y="545"/>
                  </a:lnTo>
                  <a:lnTo>
                    <a:pt x="113" y="535"/>
                  </a:lnTo>
                  <a:lnTo>
                    <a:pt x="101" y="526"/>
                  </a:lnTo>
                  <a:lnTo>
                    <a:pt x="91" y="516"/>
                  </a:lnTo>
                  <a:lnTo>
                    <a:pt x="81" y="504"/>
                  </a:lnTo>
                  <a:lnTo>
                    <a:pt x="71" y="494"/>
                  </a:lnTo>
                  <a:lnTo>
                    <a:pt x="62" y="483"/>
                  </a:lnTo>
                  <a:lnTo>
                    <a:pt x="54" y="470"/>
                  </a:lnTo>
                  <a:lnTo>
                    <a:pt x="45" y="458"/>
                  </a:lnTo>
                  <a:lnTo>
                    <a:pt x="38" y="445"/>
                  </a:lnTo>
                  <a:lnTo>
                    <a:pt x="31" y="432"/>
                  </a:lnTo>
                  <a:lnTo>
                    <a:pt x="25" y="418"/>
                  </a:lnTo>
                  <a:lnTo>
                    <a:pt x="19" y="405"/>
                  </a:lnTo>
                  <a:lnTo>
                    <a:pt x="15" y="391"/>
                  </a:lnTo>
                  <a:lnTo>
                    <a:pt x="11" y="376"/>
                  </a:lnTo>
                  <a:lnTo>
                    <a:pt x="8" y="360"/>
                  </a:lnTo>
                  <a:lnTo>
                    <a:pt x="5" y="346"/>
                  </a:lnTo>
                  <a:lnTo>
                    <a:pt x="3" y="330"/>
                  </a:lnTo>
                  <a:lnTo>
                    <a:pt x="2" y="314"/>
                  </a:lnTo>
                  <a:lnTo>
                    <a:pt x="0" y="298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6314" name="Shape 1978">
              <a:extLst>
                <a:ext uri="{FF2B5EF4-FFF2-40B4-BE49-F238E27FC236}">
                  <a16:creationId xmlns:a16="http://schemas.microsoft.com/office/drawing/2014/main" id="{CD8FD25B-71AC-4CAB-9CCB-798DA5B30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362" y="4441825"/>
              <a:ext cx="46037" cy="138111"/>
            </a:xfrm>
            <a:custGeom>
              <a:avLst/>
              <a:gdLst>
                <a:gd name="T0" fmla="*/ 0 w 58"/>
                <a:gd name="T1" fmla="*/ 0 h 173"/>
                <a:gd name="T2" fmla="*/ 2147483646 w 58"/>
                <a:gd name="T3" fmla="*/ 2147483646 h 173"/>
                <a:gd name="T4" fmla="*/ 2147483646 w 58"/>
                <a:gd name="T5" fmla="*/ 0 h 173"/>
                <a:gd name="T6" fmla="*/ 2147483646 w 58"/>
                <a:gd name="T7" fmla="*/ 0 h 173"/>
                <a:gd name="T8" fmla="*/ 0 w 58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8"/>
                <a:gd name="T16" fmla="*/ 0 h 173"/>
                <a:gd name="T17" fmla="*/ 58 w 58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8" h="173" extrusionOk="0">
                  <a:moveTo>
                    <a:pt x="0" y="0"/>
                  </a:moveTo>
                  <a:lnTo>
                    <a:pt x="29" y="173"/>
                  </a:lnTo>
                  <a:lnTo>
                    <a:pt x="58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396315" name="Shape 1979">
              <a:extLst>
                <a:ext uri="{FF2B5EF4-FFF2-40B4-BE49-F238E27FC236}">
                  <a16:creationId xmlns:a16="http://schemas.microsoft.com/office/drawing/2014/main" id="{E0D791C4-1BFF-4324-9C18-9EE6A53659C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4702175" y="3962399"/>
              <a:ext cx="1500" cy="457200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96316" name="Shape 1980">
              <a:extLst>
                <a:ext uri="{FF2B5EF4-FFF2-40B4-BE49-F238E27FC236}">
                  <a16:creationId xmlns:a16="http://schemas.microsoft.com/office/drawing/2014/main" id="{BF1581C3-45A1-4CEB-8442-09390994CF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4737" y="4057650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396317" name="Shape 1981">
              <a:extLst>
                <a:ext uri="{FF2B5EF4-FFF2-40B4-BE49-F238E27FC236}">
                  <a16:creationId xmlns:a16="http://schemas.microsoft.com/office/drawing/2014/main" id="{9E47D5B5-A2C3-4B6B-AFDB-68787B2023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45112" y="405765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96318" name="Shape 1982">
              <a:extLst>
                <a:ext uri="{FF2B5EF4-FFF2-40B4-BE49-F238E27FC236}">
                  <a16:creationId xmlns:a16="http://schemas.microsoft.com/office/drawing/2014/main" id="{CDD6E53F-F6E6-4DA7-A06B-54B0AE9626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24450" y="405765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396319" name="Shape 1983">
              <a:extLst>
                <a:ext uri="{FF2B5EF4-FFF2-40B4-BE49-F238E27FC236}">
                  <a16:creationId xmlns:a16="http://schemas.microsoft.com/office/drawing/2014/main" id="{D2BA4A74-6AF6-4230-9ACE-183EDCED9C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4737" y="4281487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396320" name="Shape 1984">
              <a:extLst>
                <a:ext uri="{FF2B5EF4-FFF2-40B4-BE49-F238E27FC236}">
                  <a16:creationId xmlns:a16="http://schemas.microsoft.com/office/drawing/2014/main" id="{B1C8C1A6-D9E1-43D5-86CC-23E261B8F8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45112" y="4281487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96321" name="Shape 1985">
              <a:extLst>
                <a:ext uri="{FF2B5EF4-FFF2-40B4-BE49-F238E27FC236}">
                  <a16:creationId xmlns:a16="http://schemas.microsoft.com/office/drawing/2014/main" id="{CB1D7A9B-EFB8-46E6-859F-B1A6C547FB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24450" y="4281487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396322" name="Shape 1986">
              <a:extLst>
                <a:ext uri="{FF2B5EF4-FFF2-40B4-BE49-F238E27FC236}">
                  <a16:creationId xmlns:a16="http://schemas.microsoft.com/office/drawing/2014/main" id="{4C9D9375-B238-439D-8405-AB227F790A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14771" y="3587750"/>
              <a:ext cx="2523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: </a:t>
              </a:r>
            </a:p>
          </p:txBody>
        </p:sp>
        <p:sp>
          <p:nvSpPr>
            <p:cNvPr id="396323" name="Shape 1987">
              <a:extLst>
                <a:ext uri="{FF2B5EF4-FFF2-40B4-BE49-F238E27FC236}">
                  <a16:creationId xmlns:a16="http://schemas.microsoft.com/office/drawing/2014/main" id="{DB5B1F4E-5A0A-4185-AB0D-8750925B6E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3037" y="3587750"/>
              <a:ext cx="174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396324" name="Shape 1988">
              <a:extLst>
                <a:ext uri="{FF2B5EF4-FFF2-40B4-BE49-F238E27FC236}">
                  <a16:creationId xmlns:a16="http://schemas.microsoft.com/office/drawing/2014/main" id="{A8628E36-41B5-4B4E-866D-DFB553CD5F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19562" y="358775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96325" name="Shape 1989">
              <a:extLst>
                <a:ext uri="{FF2B5EF4-FFF2-40B4-BE49-F238E27FC236}">
                  <a16:creationId xmlns:a16="http://schemas.microsoft.com/office/drawing/2014/main" id="{9D077036-17B2-4685-BEBD-B670E56909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30687" y="3692525"/>
              <a:ext cx="252300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 </a:t>
              </a:r>
            </a:p>
          </p:txBody>
        </p:sp>
        <p:sp>
          <p:nvSpPr>
            <p:cNvPr id="396326" name="Shape 1990">
              <a:extLst>
                <a:ext uri="{FF2B5EF4-FFF2-40B4-BE49-F238E27FC236}">
                  <a16:creationId xmlns:a16="http://schemas.microsoft.com/office/drawing/2014/main" id="{A914EB7F-8017-4DA4-AEBD-108DFDAA33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16462" y="358775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96327" name="Shape 1991">
              <a:extLst>
                <a:ext uri="{FF2B5EF4-FFF2-40B4-BE49-F238E27FC236}">
                  <a16:creationId xmlns:a16="http://schemas.microsoft.com/office/drawing/2014/main" id="{CB88D705-A407-43C3-9DB1-C744DDD47F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32312" y="358775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396328" name="Shape 1992">
              <a:extLst>
                <a:ext uri="{FF2B5EF4-FFF2-40B4-BE49-F238E27FC236}">
                  <a16:creationId xmlns:a16="http://schemas.microsoft.com/office/drawing/2014/main" id="{315526B3-BCB2-4590-AAE5-4BBAB51F2E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26012" y="3587750"/>
              <a:ext cx="174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396329" name="Shape 1993">
              <a:extLst>
                <a:ext uri="{FF2B5EF4-FFF2-40B4-BE49-F238E27FC236}">
                  <a16:creationId xmlns:a16="http://schemas.microsoft.com/office/drawing/2014/main" id="{7374EC10-CC78-4798-8C7F-7C6725EE78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2537" y="358775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396330" name="Shape 1994">
              <a:extLst>
                <a:ext uri="{FF2B5EF4-FFF2-40B4-BE49-F238E27FC236}">
                  <a16:creationId xmlns:a16="http://schemas.microsoft.com/office/drawing/2014/main" id="{D757C435-D034-4579-B3B6-DC24A31EEB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3644" y="3692525"/>
              <a:ext cx="185700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96331" name="Shape 1995">
              <a:extLst>
                <a:ext uri="{FF2B5EF4-FFF2-40B4-BE49-F238E27FC236}">
                  <a16:creationId xmlns:a16="http://schemas.microsoft.com/office/drawing/2014/main" id="{A33F6EE7-331A-4743-A1D8-75E1D1695C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4187" y="358775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96332" name="Shape 1996">
              <a:extLst>
                <a:ext uri="{FF2B5EF4-FFF2-40B4-BE49-F238E27FC236}">
                  <a16:creationId xmlns:a16="http://schemas.microsoft.com/office/drawing/2014/main" id="{CA1DDF38-8EBB-4278-AEB6-CBB927E061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0037" y="358775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396333" name="Shape 1997">
              <a:extLst>
                <a:ext uri="{FF2B5EF4-FFF2-40B4-BE49-F238E27FC236}">
                  <a16:creationId xmlns:a16="http://schemas.microsoft.com/office/drawing/2014/main" id="{1FA2EEC2-8277-4EF9-AB4F-FE63A0A846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9650" y="3581400"/>
              <a:ext cx="107999" cy="258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Noto Symbol" charset="0"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Noto Symbol" charset="0"/>
                  <a:ea typeface="ＭＳ Ｐゴシック" panose="020B0600070205080204" pitchFamily="34" charset="-128"/>
                  <a:cs typeface="Arial" panose="020B0604020202020204" pitchFamily="34" charset="0"/>
                  <a:sym typeface="Noto Symbol" charset="0"/>
                </a:rPr>
                <a:t>, </a:t>
              </a:r>
            </a:p>
          </p:txBody>
        </p:sp>
        <p:sp>
          <p:nvSpPr>
            <p:cNvPr id="396334" name="Shape 1998">
              <a:extLst>
                <a:ext uri="{FF2B5EF4-FFF2-40B4-BE49-F238E27FC236}">
                  <a16:creationId xmlns:a16="http://schemas.microsoft.com/office/drawing/2014/main" id="{98D9863C-6D00-4E3C-B438-724385BF8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575" y="2336800"/>
              <a:ext cx="3249612" cy="481011"/>
            </a:xfrm>
            <a:custGeom>
              <a:avLst/>
              <a:gdLst>
                <a:gd name="T0" fmla="*/ 2147483646 w 4094"/>
                <a:gd name="T1" fmla="*/ 2147483646 h 605"/>
                <a:gd name="T2" fmla="*/ 2147483646 w 4094"/>
                <a:gd name="T3" fmla="*/ 2147483646 h 605"/>
                <a:gd name="T4" fmla="*/ 2147483646 w 4094"/>
                <a:gd name="T5" fmla="*/ 2147483646 h 605"/>
                <a:gd name="T6" fmla="*/ 2147483646 w 4094"/>
                <a:gd name="T7" fmla="*/ 2147483646 h 605"/>
                <a:gd name="T8" fmla="*/ 2147483646 w 4094"/>
                <a:gd name="T9" fmla="*/ 2147483646 h 605"/>
                <a:gd name="T10" fmla="*/ 2147483646 w 4094"/>
                <a:gd name="T11" fmla="*/ 2147483646 h 605"/>
                <a:gd name="T12" fmla="*/ 2147483646 w 4094"/>
                <a:gd name="T13" fmla="*/ 2147483646 h 605"/>
                <a:gd name="T14" fmla="*/ 2147483646 w 4094"/>
                <a:gd name="T15" fmla="*/ 2147483646 h 605"/>
                <a:gd name="T16" fmla="*/ 2147483646 w 4094"/>
                <a:gd name="T17" fmla="*/ 2147483646 h 605"/>
                <a:gd name="T18" fmla="*/ 2147483646 w 4094"/>
                <a:gd name="T19" fmla="*/ 2147483646 h 605"/>
                <a:gd name="T20" fmla="*/ 2147483646 w 4094"/>
                <a:gd name="T21" fmla="*/ 0 h 605"/>
                <a:gd name="T22" fmla="*/ 2147483646 w 4094"/>
                <a:gd name="T23" fmla="*/ 0 h 605"/>
                <a:gd name="T24" fmla="*/ 2147483646 w 4094"/>
                <a:gd name="T25" fmla="*/ 2147483646 h 605"/>
                <a:gd name="T26" fmla="*/ 2147483646 w 4094"/>
                <a:gd name="T27" fmla="*/ 2147483646 h 605"/>
                <a:gd name="T28" fmla="*/ 2147483646 w 4094"/>
                <a:gd name="T29" fmla="*/ 2147483646 h 605"/>
                <a:gd name="T30" fmla="*/ 2147483646 w 4094"/>
                <a:gd name="T31" fmla="*/ 2147483646 h 605"/>
                <a:gd name="T32" fmla="*/ 2147483646 w 4094"/>
                <a:gd name="T33" fmla="*/ 2147483646 h 605"/>
                <a:gd name="T34" fmla="*/ 2147483646 w 4094"/>
                <a:gd name="T35" fmla="*/ 2147483646 h 605"/>
                <a:gd name="T36" fmla="*/ 2147483646 w 4094"/>
                <a:gd name="T37" fmla="*/ 2147483646 h 605"/>
                <a:gd name="T38" fmla="*/ 2147483646 w 4094"/>
                <a:gd name="T39" fmla="*/ 2147483646 h 605"/>
                <a:gd name="T40" fmla="*/ 2147483646 w 4094"/>
                <a:gd name="T41" fmla="*/ 2147483646 h 605"/>
                <a:gd name="T42" fmla="*/ 2147483646 w 4094"/>
                <a:gd name="T43" fmla="*/ 2147483646 h 605"/>
                <a:gd name="T44" fmla="*/ 2147483646 w 4094"/>
                <a:gd name="T45" fmla="*/ 2147483646 h 605"/>
                <a:gd name="T46" fmla="*/ 2147483646 w 4094"/>
                <a:gd name="T47" fmla="*/ 2147483646 h 605"/>
                <a:gd name="T48" fmla="*/ 2147483646 w 4094"/>
                <a:gd name="T49" fmla="*/ 2147483646 h 605"/>
                <a:gd name="T50" fmla="*/ 2147483646 w 4094"/>
                <a:gd name="T51" fmla="*/ 2147483646 h 605"/>
                <a:gd name="T52" fmla="*/ 2147483646 w 4094"/>
                <a:gd name="T53" fmla="*/ 2147483646 h 605"/>
                <a:gd name="T54" fmla="*/ 2147483646 w 4094"/>
                <a:gd name="T55" fmla="*/ 2147483646 h 605"/>
                <a:gd name="T56" fmla="*/ 2147483646 w 4094"/>
                <a:gd name="T57" fmla="*/ 2147483646 h 605"/>
                <a:gd name="T58" fmla="*/ 2147483646 w 4094"/>
                <a:gd name="T59" fmla="*/ 2147483646 h 605"/>
                <a:gd name="T60" fmla="*/ 2147483646 w 4094"/>
                <a:gd name="T61" fmla="*/ 2147483646 h 605"/>
                <a:gd name="T62" fmla="*/ 2147483646 w 4094"/>
                <a:gd name="T63" fmla="*/ 2147483646 h 605"/>
                <a:gd name="T64" fmla="*/ 2147483646 w 4094"/>
                <a:gd name="T65" fmla="*/ 2147483646 h 605"/>
                <a:gd name="T66" fmla="*/ 2147483646 w 4094"/>
                <a:gd name="T67" fmla="*/ 2147483646 h 605"/>
                <a:gd name="T68" fmla="*/ 2147483646 w 4094"/>
                <a:gd name="T69" fmla="*/ 2147483646 h 605"/>
                <a:gd name="T70" fmla="*/ 2147483646 w 4094"/>
                <a:gd name="T71" fmla="*/ 2147483646 h 605"/>
                <a:gd name="T72" fmla="*/ 2147483646 w 4094"/>
                <a:gd name="T73" fmla="*/ 2147483646 h 605"/>
                <a:gd name="T74" fmla="*/ 2147483646 w 4094"/>
                <a:gd name="T75" fmla="*/ 2147483646 h 605"/>
                <a:gd name="T76" fmla="*/ 2147483646 w 4094"/>
                <a:gd name="T77" fmla="*/ 2147483646 h 605"/>
                <a:gd name="T78" fmla="*/ 2147483646 w 4094"/>
                <a:gd name="T79" fmla="*/ 2147483646 h 605"/>
                <a:gd name="T80" fmla="*/ 2147483646 w 4094"/>
                <a:gd name="T81" fmla="*/ 2147483646 h 605"/>
                <a:gd name="T82" fmla="*/ 2147483646 w 4094"/>
                <a:gd name="T83" fmla="*/ 2147483646 h 605"/>
                <a:gd name="T84" fmla="*/ 2147483646 w 4094"/>
                <a:gd name="T85" fmla="*/ 2147483646 h 605"/>
                <a:gd name="T86" fmla="*/ 2147483646 w 4094"/>
                <a:gd name="T87" fmla="*/ 2147483646 h 60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94"/>
                <a:gd name="T133" fmla="*/ 0 h 605"/>
                <a:gd name="T134" fmla="*/ 4094 w 4094"/>
                <a:gd name="T135" fmla="*/ 605 h 60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94" h="605" extrusionOk="0">
                  <a:moveTo>
                    <a:pt x="0" y="298"/>
                  </a:moveTo>
                  <a:lnTo>
                    <a:pt x="0" y="307"/>
                  </a:lnTo>
                  <a:lnTo>
                    <a:pt x="2" y="291"/>
                  </a:lnTo>
                  <a:lnTo>
                    <a:pt x="3" y="275"/>
                  </a:lnTo>
                  <a:lnTo>
                    <a:pt x="5" y="259"/>
                  </a:lnTo>
                  <a:lnTo>
                    <a:pt x="8" y="245"/>
                  </a:lnTo>
                  <a:lnTo>
                    <a:pt x="11" y="229"/>
                  </a:lnTo>
                  <a:lnTo>
                    <a:pt x="15" y="215"/>
                  </a:lnTo>
                  <a:lnTo>
                    <a:pt x="19" y="202"/>
                  </a:lnTo>
                  <a:lnTo>
                    <a:pt x="25" y="187"/>
                  </a:lnTo>
                  <a:lnTo>
                    <a:pt x="31" y="173"/>
                  </a:lnTo>
                  <a:lnTo>
                    <a:pt x="38" y="160"/>
                  </a:lnTo>
                  <a:lnTo>
                    <a:pt x="45" y="147"/>
                  </a:lnTo>
                  <a:lnTo>
                    <a:pt x="54" y="135"/>
                  </a:lnTo>
                  <a:lnTo>
                    <a:pt x="62" y="122"/>
                  </a:lnTo>
                  <a:lnTo>
                    <a:pt x="71" y="111"/>
                  </a:lnTo>
                  <a:lnTo>
                    <a:pt x="81" y="101"/>
                  </a:lnTo>
                  <a:lnTo>
                    <a:pt x="91" y="89"/>
                  </a:lnTo>
                  <a:lnTo>
                    <a:pt x="101" y="79"/>
                  </a:lnTo>
                  <a:lnTo>
                    <a:pt x="113" y="71"/>
                  </a:lnTo>
                  <a:lnTo>
                    <a:pt x="124" y="60"/>
                  </a:lnTo>
                  <a:lnTo>
                    <a:pt x="136" y="52"/>
                  </a:lnTo>
                  <a:lnTo>
                    <a:pt x="149" y="45"/>
                  </a:lnTo>
                  <a:lnTo>
                    <a:pt x="162" y="37"/>
                  </a:lnTo>
                  <a:lnTo>
                    <a:pt x="175" y="30"/>
                  </a:lnTo>
                  <a:lnTo>
                    <a:pt x="188" y="24"/>
                  </a:lnTo>
                  <a:lnTo>
                    <a:pt x="202" y="19"/>
                  </a:lnTo>
                  <a:lnTo>
                    <a:pt x="217" y="14"/>
                  </a:lnTo>
                  <a:lnTo>
                    <a:pt x="231" y="10"/>
                  </a:lnTo>
                  <a:lnTo>
                    <a:pt x="245" y="6"/>
                  </a:lnTo>
                  <a:lnTo>
                    <a:pt x="261" y="3"/>
                  </a:lnTo>
                  <a:lnTo>
                    <a:pt x="276" y="1"/>
                  </a:lnTo>
                  <a:lnTo>
                    <a:pt x="292" y="0"/>
                  </a:lnTo>
                  <a:lnTo>
                    <a:pt x="307" y="0"/>
                  </a:lnTo>
                  <a:lnTo>
                    <a:pt x="3788" y="0"/>
                  </a:lnTo>
                  <a:lnTo>
                    <a:pt x="3804" y="0"/>
                  </a:lnTo>
                  <a:lnTo>
                    <a:pt x="3820" y="1"/>
                  </a:lnTo>
                  <a:lnTo>
                    <a:pt x="3834" y="3"/>
                  </a:lnTo>
                  <a:lnTo>
                    <a:pt x="3850" y="6"/>
                  </a:lnTo>
                  <a:lnTo>
                    <a:pt x="3864" y="10"/>
                  </a:lnTo>
                  <a:lnTo>
                    <a:pt x="3879" y="14"/>
                  </a:lnTo>
                  <a:lnTo>
                    <a:pt x="3893" y="19"/>
                  </a:lnTo>
                  <a:lnTo>
                    <a:pt x="3908" y="24"/>
                  </a:lnTo>
                  <a:lnTo>
                    <a:pt x="3921" y="30"/>
                  </a:lnTo>
                  <a:lnTo>
                    <a:pt x="3934" y="37"/>
                  </a:lnTo>
                  <a:lnTo>
                    <a:pt x="3947" y="45"/>
                  </a:lnTo>
                  <a:lnTo>
                    <a:pt x="3960" y="52"/>
                  </a:lnTo>
                  <a:lnTo>
                    <a:pt x="3971" y="60"/>
                  </a:lnTo>
                  <a:lnTo>
                    <a:pt x="3983" y="71"/>
                  </a:lnTo>
                  <a:lnTo>
                    <a:pt x="3994" y="79"/>
                  </a:lnTo>
                  <a:lnTo>
                    <a:pt x="4004" y="89"/>
                  </a:lnTo>
                  <a:lnTo>
                    <a:pt x="4014" y="101"/>
                  </a:lnTo>
                  <a:lnTo>
                    <a:pt x="4024" y="111"/>
                  </a:lnTo>
                  <a:lnTo>
                    <a:pt x="4033" y="122"/>
                  </a:lnTo>
                  <a:lnTo>
                    <a:pt x="4042" y="135"/>
                  </a:lnTo>
                  <a:lnTo>
                    <a:pt x="4050" y="147"/>
                  </a:lnTo>
                  <a:lnTo>
                    <a:pt x="4058" y="160"/>
                  </a:lnTo>
                  <a:lnTo>
                    <a:pt x="4065" y="173"/>
                  </a:lnTo>
                  <a:lnTo>
                    <a:pt x="4071" y="187"/>
                  </a:lnTo>
                  <a:lnTo>
                    <a:pt x="4076" y="202"/>
                  </a:lnTo>
                  <a:lnTo>
                    <a:pt x="4081" y="215"/>
                  </a:lnTo>
                  <a:lnTo>
                    <a:pt x="4085" y="229"/>
                  </a:lnTo>
                  <a:lnTo>
                    <a:pt x="4088" y="245"/>
                  </a:lnTo>
                  <a:lnTo>
                    <a:pt x="4091" y="259"/>
                  </a:lnTo>
                  <a:lnTo>
                    <a:pt x="4092" y="275"/>
                  </a:lnTo>
                  <a:lnTo>
                    <a:pt x="4094" y="291"/>
                  </a:lnTo>
                  <a:lnTo>
                    <a:pt x="4094" y="307"/>
                  </a:lnTo>
                  <a:lnTo>
                    <a:pt x="4094" y="298"/>
                  </a:lnTo>
                  <a:lnTo>
                    <a:pt x="4094" y="314"/>
                  </a:lnTo>
                  <a:lnTo>
                    <a:pt x="4092" y="330"/>
                  </a:lnTo>
                  <a:lnTo>
                    <a:pt x="4091" y="346"/>
                  </a:lnTo>
                  <a:lnTo>
                    <a:pt x="4088" y="360"/>
                  </a:lnTo>
                  <a:lnTo>
                    <a:pt x="4085" y="376"/>
                  </a:lnTo>
                  <a:lnTo>
                    <a:pt x="4081" y="390"/>
                  </a:lnTo>
                  <a:lnTo>
                    <a:pt x="4076" y="405"/>
                  </a:lnTo>
                  <a:lnTo>
                    <a:pt x="4071" y="418"/>
                  </a:lnTo>
                  <a:lnTo>
                    <a:pt x="4065" y="432"/>
                  </a:lnTo>
                  <a:lnTo>
                    <a:pt x="4058" y="445"/>
                  </a:lnTo>
                  <a:lnTo>
                    <a:pt x="4050" y="458"/>
                  </a:lnTo>
                  <a:lnTo>
                    <a:pt x="4042" y="470"/>
                  </a:lnTo>
                  <a:lnTo>
                    <a:pt x="4033" y="483"/>
                  </a:lnTo>
                  <a:lnTo>
                    <a:pt x="4024" y="494"/>
                  </a:lnTo>
                  <a:lnTo>
                    <a:pt x="4014" y="504"/>
                  </a:lnTo>
                  <a:lnTo>
                    <a:pt x="4004" y="516"/>
                  </a:lnTo>
                  <a:lnTo>
                    <a:pt x="3994" y="526"/>
                  </a:lnTo>
                  <a:lnTo>
                    <a:pt x="3983" y="535"/>
                  </a:lnTo>
                  <a:lnTo>
                    <a:pt x="3971" y="545"/>
                  </a:lnTo>
                  <a:lnTo>
                    <a:pt x="3960" y="553"/>
                  </a:lnTo>
                  <a:lnTo>
                    <a:pt x="3947" y="561"/>
                  </a:lnTo>
                  <a:lnTo>
                    <a:pt x="3934" y="568"/>
                  </a:lnTo>
                  <a:lnTo>
                    <a:pt x="3921" y="575"/>
                  </a:lnTo>
                  <a:lnTo>
                    <a:pt x="3908" y="581"/>
                  </a:lnTo>
                  <a:lnTo>
                    <a:pt x="3893" y="586"/>
                  </a:lnTo>
                  <a:lnTo>
                    <a:pt x="3879" y="591"/>
                  </a:lnTo>
                  <a:lnTo>
                    <a:pt x="3864" y="595"/>
                  </a:lnTo>
                  <a:lnTo>
                    <a:pt x="3850" y="599"/>
                  </a:lnTo>
                  <a:lnTo>
                    <a:pt x="3834" y="602"/>
                  </a:lnTo>
                  <a:lnTo>
                    <a:pt x="3820" y="604"/>
                  </a:lnTo>
                  <a:lnTo>
                    <a:pt x="3804" y="605"/>
                  </a:lnTo>
                  <a:lnTo>
                    <a:pt x="3788" y="605"/>
                  </a:lnTo>
                  <a:lnTo>
                    <a:pt x="307" y="605"/>
                  </a:lnTo>
                  <a:lnTo>
                    <a:pt x="292" y="605"/>
                  </a:lnTo>
                  <a:lnTo>
                    <a:pt x="276" y="604"/>
                  </a:lnTo>
                  <a:lnTo>
                    <a:pt x="261" y="602"/>
                  </a:lnTo>
                  <a:lnTo>
                    <a:pt x="245" y="599"/>
                  </a:lnTo>
                  <a:lnTo>
                    <a:pt x="231" y="595"/>
                  </a:lnTo>
                  <a:lnTo>
                    <a:pt x="217" y="591"/>
                  </a:lnTo>
                  <a:lnTo>
                    <a:pt x="202" y="586"/>
                  </a:lnTo>
                  <a:lnTo>
                    <a:pt x="188" y="581"/>
                  </a:lnTo>
                  <a:lnTo>
                    <a:pt x="175" y="575"/>
                  </a:lnTo>
                  <a:lnTo>
                    <a:pt x="162" y="568"/>
                  </a:lnTo>
                  <a:lnTo>
                    <a:pt x="149" y="561"/>
                  </a:lnTo>
                  <a:lnTo>
                    <a:pt x="136" y="553"/>
                  </a:lnTo>
                  <a:lnTo>
                    <a:pt x="124" y="545"/>
                  </a:lnTo>
                  <a:lnTo>
                    <a:pt x="113" y="535"/>
                  </a:lnTo>
                  <a:lnTo>
                    <a:pt x="101" y="526"/>
                  </a:lnTo>
                  <a:lnTo>
                    <a:pt x="91" y="516"/>
                  </a:lnTo>
                  <a:lnTo>
                    <a:pt x="81" y="504"/>
                  </a:lnTo>
                  <a:lnTo>
                    <a:pt x="71" y="494"/>
                  </a:lnTo>
                  <a:lnTo>
                    <a:pt x="62" y="483"/>
                  </a:lnTo>
                  <a:lnTo>
                    <a:pt x="54" y="470"/>
                  </a:lnTo>
                  <a:lnTo>
                    <a:pt x="45" y="458"/>
                  </a:lnTo>
                  <a:lnTo>
                    <a:pt x="38" y="445"/>
                  </a:lnTo>
                  <a:lnTo>
                    <a:pt x="31" y="432"/>
                  </a:lnTo>
                  <a:lnTo>
                    <a:pt x="25" y="418"/>
                  </a:lnTo>
                  <a:lnTo>
                    <a:pt x="19" y="405"/>
                  </a:lnTo>
                  <a:lnTo>
                    <a:pt x="15" y="390"/>
                  </a:lnTo>
                  <a:lnTo>
                    <a:pt x="11" y="376"/>
                  </a:lnTo>
                  <a:lnTo>
                    <a:pt x="8" y="360"/>
                  </a:lnTo>
                  <a:lnTo>
                    <a:pt x="5" y="346"/>
                  </a:lnTo>
                  <a:lnTo>
                    <a:pt x="3" y="330"/>
                  </a:lnTo>
                  <a:lnTo>
                    <a:pt x="2" y="314"/>
                  </a:lnTo>
                  <a:lnTo>
                    <a:pt x="0" y="298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6335" name="Shape 1999">
              <a:extLst>
                <a:ext uri="{FF2B5EF4-FFF2-40B4-BE49-F238E27FC236}">
                  <a16:creationId xmlns:a16="http://schemas.microsoft.com/office/drawing/2014/main" id="{8E4DFF6D-74C5-4BDB-AA28-05FA850EA0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14745" y="2465375"/>
              <a:ext cx="2523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: </a:t>
              </a:r>
            </a:p>
          </p:txBody>
        </p:sp>
        <p:sp>
          <p:nvSpPr>
            <p:cNvPr id="396336" name="Shape 2000">
              <a:extLst>
                <a:ext uri="{FF2B5EF4-FFF2-40B4-BE49-F238E27FC236}">
                  <a16:creationId xmlns:a16="http://schemas.microsoft.com/office/drawing/2014/main" id="{0AB0FEEB-1CD9-4FB9-B122-390D5D3068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3037" y="2465386"/>
              <a:ext cx="174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396337" name="Shape 2001">
              <a:extLst>
                <a:ext uri="{FF2B5EF4-FFF2-40B4-BE49-F238E27FC236}">
                  <a16:creationId xmlns:a16="http://schemas.microsoft.com/office/drawing/2014/main" id="{DB668DF2-94E3-437B-9FF1-C8F1142E32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19562" y="246538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396338" name="Shape 2002">
              <a:extLst>
                <a:ext uri="{FF2B5EF4-FFF2-40B4-BE49-F238E27FC236}">
                  <a16:creationId xmlns:a16="http://schemas.microsoft.com/office/drawing/2014/main" id="{0A4C97DD-CE28-47FC-88BD-4C7F6C9499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30687" y="2568575"/>
              <a:ext cx="252300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 </a:t>
              </a:r>
            </a:p>
          </p:txBody>
        </p:sp>
        <p:sp>
          <p:nvSpPr>
            <p:cNvPr id="396339" name="Shape 2003">
              <a:extLst>
                <a:ext uri="{FF2B5EF4-FFF2-40B4-BE49-F238E27FC236}">
                  <a16:creationId xmlns:a16="http://schemas.microsoft.com/office/drawing/2014/main" id="{CA7E0A40-D594-4B31-B04A-D7ECD2EC1B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16462" y="246538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96340" name="Shape 2004">
              <a:extLst>
                <a:ext uri="{FF2B5EF4-FFF2-40B4-BE49-F238E27FC236}">
                  <a16:creationId xmlns:a16="http://schemas.microsoft.com/office/drawing/2014/main" id="{0AC5F0CC-1C68-4CE1-B621-68D936611B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32312" y="2465386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396341" name="Shape 2005">
              <a:extLst>
                <a:ext uri="{FF2B5EF4-FFF2-40B4-BE49-F238E27FC236}">
                  <a16:creationId xmlns:a16="http://schemas.microsoft.com/office/drawing/2014/main" id="{5D5B59A4-310B-4FF6-AE17-42991730E5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26012" y="2465386"/>
              <a:ext cx="174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 </a:t>
              </a:r>
            </a:p>
          </p:txBody>
        </p:sp>
        <p:sp>
          <p:nvSpPr>
            <p:cNvPr id="396342" name="Shape 2006">
              <a:extLst>
                <a:ext uri="{FF2B5EF4-FFF2-40B4-BE49-F238E27FC236}">
                  <a16:creationId xmlns:a16="http://schemas.microsoft.com/office/drawing/2014/main" id="{A3E0EC7A-813E-4A1F-8EB8-1D6557184C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2537" y="246538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3 </a:t>
              </a:r>
            </a:p>
          </p:txBody>
        </p:sp>
        <p:sp>
          <p:nvSpPr>
            <p:cNvPr id="396343" name="Shape 2007">
              <a:extLst>
                <a:ext uri="{FF2B5EF4-FFF2-40B4-BE49-F238E27FC236}">
                  <a16:creationId xmlns:a16="http://schemas.microsoft.com/office/drawing/2014/main" id="{626FD86D-948E-4734-BD29-630270D604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3642" y="2568575"/>
              <a:ext cx="196800" cy="19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396344" name="Shape 2008">
              <a:extLst>
                <a:ext uri="{FF2B5EF4-FFF2-40B4-BE49-F238E27FC236}">
                  <a16:creationId xmlns:a16="http://schemas.microsoft.com/office/drawing/2014/main" id="{8C7B7527-D7EE-4D7B-8D37-B7106E26CA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4187" y="246538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96345" name="Shape 2009">
              <a:extLst>
                <a:ext uri="{FF2B5EF4-FFF2-40B4-BE49-F238E27FC236}">
                  <a16:creationId xmlns:a16="http://schemas.microsoft.com/office/drawing/2014/main" id="{B6722D2E-4E6B-4ED5-A57D-22B6E6C281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0037" y="2465386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396346" name="Shape 2010">
              <a:extLst>
                <a:ext uri="{FF2B5EF4-FFF2-40B4-BE49-F238E27FC236}">
                  <a16:creationId xmlns:a16="http://schemas.microsoft.com/office/drawing/2014/main" id="{44B702F8-A06C-40A0-8211-5649F00666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9650" y="2459036"/>
              <a:ext cx="107999" cy="258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Noto Symbol" charset="0"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Noto Symbol" charset="0"/>
                  <a:ea typeface="ＭＳ Ｐゴシック" panose="020B0600070205080204" pitchFamily="34" charset="-128"/>
                  <a:cs typeface="Arial" panose="020B0604020202020204" pitchFamily="34" charset="0"/>
                  <a:sym typeface="Noto Symbol" charset="0"/>
                </a:rPr>
                <a:t>, </a:t>
              </a:r>
            </a:p>
          </p:txBody>
        </p:sp>
        <p:sp>
          <p:nvSpPr>
            <p:cNvPr id="396347" name="Shape 2011">
              <a:extLst>
                <a:ext uri="{FF2B5EF4-FFF2-40B4-BE49-F238E27FC236}">
                  <a16:creationId xmlns:a16="http://schemas.microsoft.com/office/drawing/2014/main" id="{69CE97DB-1221-4D5B-95BB-96F33AB18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575" y="1193800"/>
              <a:ext cx="3249612" cy="503237"/>
            </a:xfrm>
            <a:custGeom>
              <a:avLst/>
              <a:gdLst>
                <a:gd name="T0" fmla="*/ 2147483646 w 4094"/>
                <a:gd name="T1" fmla="*/ 2147483646 h 634"/>
                <a:gd name="T2" fmla="*/ 2147483646 w 4094"/>
                <a:gd name="T3" fmla="*/ 2147483646 h 634"/>
                <a:gd name="T4" fmla="*/ 2147483646 w 4094"/>
                <a:gd name="T5" fmla="*/ 2147483646 h 634"/>
                <a:gd name="T6" fmla="*/ 2147483646 w 4094"/>
                <a:gd name="T7" fmla="*/ 2147483646 h 634"/>
                <a:gd name="T8" fmla="*/ 2147483646 w 4094"/>
                <a:gd name="T9" fmla="*/ 2147483646 h 634"/>
                <a:gd name="T10" fmla="*/ 2147483646 w 4094"/>
                <a:gd name="T11" fmla="*/ 2147483646 h 634"/>
                <a:gd name="T12" fmla="*/ 2147483646 w 4094"/>
                <a:gd name="T13" fmla="*/ 2147483646 h 634"/>
                <a:gd name="T14" fmla="*/ 2147483646 w 4094"/>
                <a:gd name="T15" fmla="*/ 2147483646 h 634"/>
                <a:gd name="T16" fmla="*/ 2147483646 w 4094"/>
                <a:gd name="T17" fmla="*/ 2147483646 h 634"/>
                <a:gd name="T18" fmla="*/ 2147483646 w 4094"/>
                <a:gd name="T19" fmla="*/ 2147483646 h 634"/>
                <a:gd name="T20" fmla="*/ 2147483646 w 4094"/>
                <a:gd name="T21" fmla="*/ 0 h 634"/>
                <a:gd name="T22" fmla="*/ 2147483646 w 4094"/>
                <a:gd name="T23" fmla="*/ 0 h 634"/>
                <a:gd name="T24" fmla="*/ 2147483646 w 4094"/>
                <a:gd name="T25" fmla="*/ 2147483646 h 634"/>
                <a:gd name="T26" fmla="*/ 2147483646 w 4094"/>
                <a:gd name="T27" fmla="*/ 2147483646 h 634"/>
                <a:gd name="T28" fmla="*/ 2147483646 w 4094"/>
                <a:gd name="T29" fmla="*/ 2147483646 h 634"/>
                <a:gd name="T30" fmla="*/ 2147483646 w 4094"/>
                <a:gd name="T31" fmla="*/ 2147483646 h 634"/>
                <a:gd name="T32" fmla="*/ 2147483646 w 4094"/>
                <a:gd name="T33" fmla="*/ 2147483646 h 634"/>
                <a:gd name="T34" fmla="*/ 2147483646 w 4094"/>
                <a:gd name="T35" fmla="*/ 2147483646 h 634"/>
                <a:gd name="T36" fmla="*/ 2147483646 w 4094"/>
                <a:gd name="T37" fmla="*/ 2147483646 h 634"/>
                <a:gd name="T38" fmla="*/ 2147483646 w 4094"/>
                <a:gd name="T39" fmla="*/ 2147483646 h 634"/>
                <a:gd name="T40" fmla="*/ 2147483646 w 4094"/>
                <a:gd name="T41" fmla="*/ 2147483646 h 634"/>
                <a:gd name="T42" fmla="*/ 2147483646 w 4094"/>
                <a:gd name="T43" fmla="*/ 2147483646 h 634"/>
                <a:gd name="T44" fmla="*/ 2147483646 w 4094"/>
                <a:gd name="T45" fmla="*/ 2147483646 h 634"/>
                <a:gd name="T46" fmla="*/ 2147483646 w 4094"/>
                <a:gd name="T47" fmla="*/ 2147483646 h 634"/>
                <a:gd name="T48" fmla="*/ 2147483646 w 4094"/>
                <a:gd name="T49" fmla="*/ 2147483646 h 634"/>
                <a:gd name="T50" fmla="*/ 2147483646 w 4094"/>
                <a:gd name="T51" fmla="*/ 2147483646 h 634"/>
                <a:gd name="T52" fmla="*/ 2147483646 w 4094"/>
                <a:gd name="T53" fmla="*/ 2147483646 h 634"/>
                <a:gd name="T54" fmla="*/ 2147483646 w 4094"/>
                <a:gd name="T55" fmla="*/ 2147483646 h 634"/>
                <a:gd name="T56" fmla="*/ 2147483646 w 4094"/>
                <a:gd name="T57" fmla="*/ 2147483646 h 634"/>
                <a:gd name="T58" fmla="*/ 2147483646 w 4094"/>
                <a:gd name="T59" fmla="*/ 2147483646 h 634"/>
                <a:gd name="T60" fmla="*/ 2147483646 w 4094"/>
                <a:gd name="T61" fmla="*/ 2147483646 h 634"/>
                <a:gd name="T62" fmla="*/ 2147483646 w 4094"/>
                <a:gd name="T63" fmla="*/ 2147483646 h 634"/>
                <a:gd name="T64" fmla="*/ 2147483646 w 4094"/>
                <a:gd name="T65" fmla="*/ 2147483646 h 634"/>
                <a:gd name="T66" fmla="*/ 2147483646 w 4094"/>
                <a:gd name="T67" fmla="*/ 2147483646 h 634"/>
                <a:gd name="T68" fmla="*/ 2147483646 w 4094"/>
                <a:gd name="T69" fmla="*/ 2147483646 h 634"/>
                <a:gd name="T70" fmla="*/ 2147483646 w 4094"/>
                <a:gd name="T71" fmla="*/ 2147483646 h 634"/>
                <a:gd name="T72" fmla="*/ 2147483646 w 4094"/>
                <a:gd name="T73" fmla="*/ 2147483646 h 634"/>
                <a:gd name="T74" fmla="*/ 2147483646 w 4094"/>
                <a:gd name="T75" fmla="*/ 2147483646 h 634"/>
                <a:gd name="T76" fmla="*/ 2147483646 w 4094"/>
                <a:gd name="T77" fmla="*/ 2147483646 h 634"/>
                <a:gd name="T78" fmla="*/ 2147483646 w 4094"/>
                <a:gd name="T79" fmla="*/ 2147483646 h 634"/>
                <a:gd name="T80" fmla="*/ 2147483646 w 4094"/>
                <a:gd name="T81" fmla="*/ 2147483646 h 634"/>
                <a:gd name="T82" fmla="*/ 2147483646 w 4094"/>
                <a:gd name="T83" fmla="*/ 2147483646 h 634"/>
                <a:gd name="T84" fmla="*/ 2147483646 w 4094"/>
                <a:gd name="T85" fmla="*/ 2147483646 h 634"/>
                <a:gd name="T86" fmla="*/ 2147483646 w 4094"/>
                <a:gd name="T87" fmla="*/ 2147483646 h 63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94"/>
                <a:gd name="T133" fmla="*/ 0 h 634"/>
                <a:gd name="T134" fmla="*/ 4094 w 4094"/>
                <a:gd name="T135" fmla="*/ 634 h 63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94" h="634" extrusionOk="0">
                  <a:moveTo>
                    <a:pt x="0" y="327"/>
                  </a:moveTo>
                  <a:lnTo>
                    <a:pt x="0" y="307"/>
                  </a:lnTo>
                  <a:lnTo>
                    <a:pt x="2" y="291"/>
                  </a:lnTo>
                  <a:lnTo>
                    <a:pt x="3" y="275"/>
                  </a:lnTo>
                  <a:lnTo>
                    <a:pt x="5" y="259"/>
                  </a:lnTo>
                  <a:lnTo>
                    <a:pt x="8" y="245"/>
                  </a:lnTo>
                  <a:lnTo>
                    <a:pt x="11" y="229"/>
                  </a:lnTo>
                  <a:lnTo>
                    <a:pt x="15" y="214"/>
                  </a:lnTo>
                  <a:lnTo>
                    <a:pt x="19" y="201"/>
                  </a:lnTo>
                  <a:lnTo>
                    <a:pt x="25" y="187"/>
                  </a:lnTo>
                  <a:lnTo>
                    <a:pt x="31" y="173"/>
                  </a:lnTo>
                  <a:lnTo>
                    <a:pt x="38" y="160"/>
                  </a:lnTo>
                  <a:lnTo>
                    <a:pt x="45" y="147"/>
                  </a:lnTo>
                  <a:lnTo>
                    <a:pt x="54" y="135"/>
                  </a:lnTo>
                  <a:lnTo>
                    <a:pt x="62" y="122"/>
                  </a:lnTo>
                  <a:lnTo>
                    <a:pt x="71" y="111"/>
                  </a:lnTo>
                  <a:lnTo>
                    <a:pt x="81" y="101"/>
                  </a:lnTo>
                  <a:lnTo>
                    <a:pt x="91" y="89"/>
                  </a:lnTo>
                  <a:lnTo>
                    <a:pt x="101" y="79"/>
                  </a:lnTo>
                  <a:lnTo>
                    <a:pt x="113" y="70"/>
                  </a:lnTo>
                  <a:lnTo>
                    <a:pt x="124" y="60"/>
                  </a:lnTo>
                  <a:lnTo>
                    <a:pt x="136" y="52"/>
                  </a:lnTo>
                  <a:lnTo>
                    <a:pt x="149" y="44"/>
                  </a:lnTo>
                  <a:lnTo>
                    <a:pt x="162" y="37"/>
                  </a:lnTo>
                  <a:lnTo>
                    <a:pt x="175" y="30"/>
                  </a:lnTo>
                  <a:lnTo>
                    <a:pt x="188" y="24"/>
                  </a:lnTo>
                  <a:lnTo>
                    <a:pt x="202" y="18"/>
                  </a:lnTo>
                  <a:lnTo>
                    <a:pt x="217" y="14"/>
                  </a:lnTo>
                  <a:lnTo>
                    <a:pt x="231" y="10"/>
                  </a:lnTo>
                  <a:lnTo>
                    <a:pt x="245" y="5"/>
                  </a:lnTo>
                  <a:lnTo>
                    <a:pt x="261" y="3"/>
                  </a:lnTo>
                  <a:lnTo>
                    <a:pt x="276" y="1"/>
                  </a:lnTo>
                  <a:lnTo>
                    <a:pt x="292" y="0"/>
                  </a:lnTo>
                  <a:lnTo>
                    <a:pt x="307" y="0"/>
                  </a:lnTo>
                  <a:lnTo>
                    <a:pt x="3788" y="0"/>
                  </a:lnTo>
                  <a:lnTo>
                    <a:pt x="3804" y="0"/>
                  </a:lnTo>
                  <a:lnTo>
                    <a:pt x="3820" y="1"/>
                  </a:lnTo>
                  <a:lnTo>
                    <a:pt x="3834" y="3"/>
                  </a:lnTo>
                  <a:lnTo>
                    <a:pt x="3850" y="5"/>
                  </a:lnTo>
                  <a:lnTo>
                    <a:pt x="3864" y="10"/>
                  </a:lnTo>
                  <a:lnTo>
                    <a:pt x="3879" y="14"/>
                  </a:lnTo>
                  <a:lnTo>
                    <a:pt x="3893" y="18"/>
                  </a:lnTo>
                  <a:lnTo>
                    <a:pt x="3908" y="24"/>
                  </a:lnTo>
                  <a:lnTo>
                    <a:pt x="3921" y="30"/>
                  </a:lnTo>
                  <a:lnTo>
                    <a:pt x="3934" y="37"/>
                  </a:lnTo>
                  <a:lnTo>
                    <a:pt x="3947" y="44"/>
                  </a:lnTo>
                  <a:lnTo>
                    <a:pt x="3960" y="52"/>
                  </a:lnTo>
                  <a:lnTo>
                    <a:pt x="3971" y="60"/>
                  </a:lnTo>
                  <a:lnTo>
                    <a:pt x="3983" y="70"/>
                  </a:lnTo>
                  <a:lnTo>
                    <a:pt x="3994" y="79"/>
                  </a:lnTo>
                  <a:lnTo>
                    <a:pt x="4004" y="89"/>
                  </a:lnTo>
                  <a:lnTo>
                    <a:pt x="4014" y="101"/>
                  </a:lnTo>
                  <a:lnTo>
                    <a:pt x="4024" y="111"/>
                  </a:lnTo>
                  <a:lnTo>
                    <a:pt x="4033" y="122"/>
                  </a:lnTo>
                  <a:lnTo>
                    <a:pt x="4042" y="135"/>
                  </a:lnTo>
                  <a:lnTo>
                    <a:pt x="4050" y="147"/>
                  </a:lnTo>
                  <a:lnTo>
                    <a:pt x="4058" y="160"/>
                  </a:lnTo>
                  <a:lnTo>
                    <a:pt x="4065" y="173"/>
                  </a:lnTo>
                  <a:lnTo>
                    <a:pt x="4071" y="187"/>
                  </a:lnTo>
                  <a:lnTo>
                    <a:pt x="4076" y="201"/>
                  </a:lnTo>
                  <a:lnTo>
                    <a:pt x="4081" y="214"/>
                  </a:lnTo>
                  <a:lnTo>
                    <a:pt x="4085" y="229"/>
                  </a:lnTo>
                  <a:lnTo>
                    <a:pt x="4088" y="245"/>
                  </a:lnTo>
                  <a:lnTo>
                    <a:pt x="4091" y="259"/>
                  </a:lnTo>
                  <a:lnTo>
                    <a:pt x="4092" y="275"/>
                  </a:lnTo>
                  <a:lnTo>
                    <a:pt x="4094" y="291"/>
                  </a:lnTo>
                  <a:lnTo>
                    <a:pt x="4094" y="307"/>
                  </a:lnTo>
                  <a:lnTo>
                    <a:pt x="4094" y="327"/>
                  </a:lnTo>
                  <a:lnTo>
                    <a:pt x="4094" y="343"/>
                  </a:lnTo>
                  <a:lnTo>
                    <a:pt x="4092" y="359"/>
                  </a:lnTo>
                  <a:lnTo>
                    <a:pt x="4091" y="374"/>
                  </a:lnTo>
                  <a:lnTo>
                    <a:pt x="4088" y="389"/>
                  </a:lnTo>
                  <a:lnTo>
                    <a:pt x="4085" y="405"/>
                  </a:lnTo>
                  <a:lnTo>
                    <a:pt x="4081" y="419"/>
                  </a:lnTo>
                  <a:lnTo>
                    <a:pt x="4076" y="434"/>
                  </a:lnTo>
                  <a:lnTo>
                    <a:pt x="4071" y="446"/>
                  </a:lnTo>
                  <a:lnTo>
                    <a:pt x="4065" y="461"/>
                  </a:lnTo>
                  <a:lnTo>
                    <a:pt x="4058" y="474"/>
                  </a:lnTo>
                  <a:lnTo>
                    <a:pt x="4050" y="487"/>
                  </a:lnTo>
                  <a:lnTo>
                    <a:pt x="4042" y="498"/>
                  </a:lnTo>
                  <a:lnTo>
                    <a:pt x="4033" y="511"/>
                  </a:lnTo>
                  <a:lnTo>
                    <a:pt x="4024" y="523"/>
                  </a:lnTo>
                  <a:lnTo>
                    <a:pt x="4014" y="533"/>
                  </a:lnTo>
                  <a:lnTo>
                    <a:pt x="4004" y="544"/>
                  </a:lnTo>
                  <a:lnTo>
                    <a:pt x="3994" y="555"/>
                  </a:lnTo>
                  <a:lnTo>
                    <a:pt x="3983" y="563"/>
                  </a:lnTo>
                  <a:lnTo>
                    <a:pt x="3971" y="573"/>
                  </a:lnTo>
                  <a:lnTo>
                    <a:pt x="3960" y="582"/>
                  </a:lnTo>
                  <a:lnTo>
                    <a:pt x="3947" y="589"/>
                  </a:lnTo>
                  <a:lnTo>
                    <a:pt x="3934" y="596"/>
                  </a:lnTo>
                  <a:lnTo>
                    <a:pt x="3921" y="604"/>
                  </a:lnTo>
                  <a:lnTo>
                    <a:pt x="3908" y="609"/>
                  </a:lnTo>
                  <a:lnTo>
                    <a:pt x="3893" y="615"/>
                  </a:lnTo>
                  <a:lnTo>
                    <a:pt x="3879" y="619"/>
                  </a:lnTo>
                  <a:lnTo>
                    <a:pt x="3864" y="624"/>
                  </a:lnTo>
                  <a:lnTo>
                    <a:pt x="3850" y="628"/>
                  </a:lnTo>
                  <a:lnTo>
                    <a:pt x="3834" y="631"/>
                  </a:lnTo>
                  <a:lnTo>
                    <a:pt x="3820" y="632"/>
                  </a:lnTo>
                  <a:lnTo>
                    <a:pt x="3804" y="634"/>
                  </a:lnTo>
                  <a:lnTo>
                    <a:pt x="3788" y="634"/>
                  </a:lnTo>
                  <a:lnTo>
                    <a:pt x="307" y="634"/>
                  </a:lnTo>
                  <a:lnTo>
                    <a:pt x="292" y="634"/>
                  </a:lnTo>
                  <a:lnTo>
                    <a:pt x="276" y="632"/>
                  </a:lnTo>
                  <a:lnTo>
                    <a:pt x="261" y="631"/>
                  </a:lnTo>
                  <a:lnTo>
                    <a:pt x="245" y="628"/>
                  </a:lnTo>
                  <a:lnTo>
                    <a:pt x="231" y="624"/>
                  </a:lnTo>
                  <a:lnTo>
                    <a:pt x="217" y="619"/>
                  </a:lnTo>
                  <a:lnTo>
                    <a:pt x="202" y="615"/>
                  </a:lnTo>
                  <a:lnTo>
                    <a:pt x="188" y="609"/>
                  </a:lnTo>
                  <a:lnTo>
                    <a:pt x="175" y="604"/>
                  </a:lnTo>
                  <a:lnTo>
                    <a:pt x="162" y="596"/>
                  </a:lnTo>
                  <a:lnTo>
                    <a:pt x="149" y="589"/>
                  </a:lnTo>
                  <a:lnTo>
                    <a:pt x="136" y="582"/>
                  </a:lnTo>
                  <a:lnTo>
                    <a:pt x="124" y="573"/>
                  </a:lnTo>
                  <a:lnTo>
                    <a:pt x="113" y="563"/>
                  </a:lnTo>
                  <a:lnTo>
                    <a:pt x="101" y="555"/>
                  </a:lnTo>
                  <a:lnTo>
                    <a:pt x="91" y="544"/>
                  </a:lnTo>
                  <a:lnTo>
                    <a:pt x="81" y="533"/>
                  </a:lnTo>
                  <a:lnTo>
                    <a:pt x="71" y="523"/>
                  </a:lnTo>
                  <a:lnTo>
                    <a:pt x="62" y="511"/>
                  </a:lnTo>
                  <a:lnTo>
                    <a:pt x="54" y="498"/>
                  </a:lnTo>
                  <a:lnTo>
                    <a:pt x="45" y="487"/>
                  </a:lnTo>
                  <a:lnTo>
                    <a:pt x="38" y="474"/>
                  </a:lnTo>
                  <a:lnTo>
                    <a:pt x="31" y="461"/>
                  </a:lnTo>
                  <a:lnTo>
                    <a:pt x="25" y="446"/>
                  </a:lnTo>
                  <a:lnTo>
                    <a:pt x="19" y="434"/>
                  </a:lnTo>
                  <a:lnTo>
                    <a:pt x="15" y="419"/>
                  </a:lnTo>
                  <a:lnTo>
                    <a:pt x="11" y="405"/>
                  </a:lnTo>
                  <a:lnTo>
                    <a:pt x="8" y="389"/>
                  </a:lnTo>
                  <a:lnTo>
                    <a:pt x="5" y="374"/>
                  </a:lnTo>
                  <a:lnTo>
                    <a:pt x="3" y="359"/>
                  </a:lnTo>
                  <a:lnTo>
                    <a:pt x="2" y="343"/>
                  </a:lnTo>
                  <a:lnTo>
                    <a:pt x="0" y="327"/>
                  </a:lnTo>
                  <a:close/>
                </a:path>
              </a:pathLst>
            </a:custGeom>
            <a:solidFill>
              <a:schemeClr val="bg1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6348" name="Shape 2012">
              <a:extLst>
                <a:ext uri="{FF2B5EF4-FFF2-40B4-BE49-F238E27FC236}">
                  <a16:creationId xmlns:a16="http://schemas.microsoft.com/office/drawing/2014/main" id="{D7B3E9AE-2EE1-4430-B250-60A3EB52E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362" y="2178050"/>
              <a:ext cx="46037" cy="136525"/>
            </a:xfrm>
            <a:custGeom>
              <a:avLst/>
              <a:gdLst>
                <a:gd name="T0" fmla="*/ 0 w 58"/>
                <a:gd name="T1" fmla="*/ 0 h 173"/>
                <a:gd name="T2" fmla="*/ 2147483646 w 58"/>
                <a:gd name="T3" fmla="*/ 2147483646 h 173"/>
                <a:gd name="T4" fmla="*/ 2147483646 w 58"/>
                <a:gd name="T5" fmla="*/ 0 h 173"/>
                <a:gd name="T6" fmla="*/ 2147483646 w 58"/>
                <a:gd name="T7" fmla="*/ 0 h 173"/>
                <a:gd name="T8" fmla="*/ 0 w 58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8"/>
                <a:gd name="T16" fmla="*/ 0 h 173"/>
                <a:gd name="T17" fmla="*/ 58 w 58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8" h="173" extrusionOk="0">
                  <a:moveTo>
                    <a:pt x="0" y="0"/>
                  </a:moveTo>
                  <a:lnTo>
                    <a:pt x="29" y="173"/>
                  </a:lnTo>
                  <a:lnTo>
                    <a:pt x="58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396349" name="Shape 2013">
              <a:extLst>
                <a:ext uri="{FF2B5EF4-FFF2-40B4-BE49-F238E27FC236}">
                  <a16:creationId xmlns:a16="http://schemas.microsoft.com/office/drawing/2014/main" id="{B4D40EE7-C445-4494-90FB-33C9D1F4D69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4702175" y="1697036"/>
              <a:ext cx="1500" cy="457200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96350" name="Shape 2014">
              <a:extLst>
                <a:ext uri="{FF2B5EF4-FFF2-40B4-BE49-F238E27FC236}">
                  <a16:creationId xmlns:a16="http://schemas.microsoft.com/office/drawing/2014/main" id="{26D43D50-9B65-4D88-B24C-1AC201BC6A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4737" y="1908175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396351" name="Shape 2015">
              <a:extLst>
                <a:ext uri="{FF2B5EF4-FFF2-40B4-BE49-F238E27FC236}">
                  <a16:creationId xmlns:a16="http://schemas.microsoft.com/office/drawing/2014/main" id="{0B3D091A-1B74-48E3-B59D-9A6BF65C6E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45112" y="190817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96352" name="Shape 2016">
              <a:extLst>
                <a:ext uri="{FF2B5EF4-FFF2-40B4-BE49-F238E27FC236}">
                  <a16:creationId xmlns:a16="http://schemas.microsoft.com/office/drawing/2014/main" id="{D0270B6E-8870-4F23-ABCD-31AAE538F8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24450" y="190817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396353" name="Shape 2017">
              <a:extLst>
                <a:ext uri="{FF2B5EF4-FFF2-40B4-BE49-F238E27FC236}">
                  <a16:creationId xmlns:a16="http://schemas.microsoft.com/office/drawing/2014/main" id="{8153DF13-10A3-4BFB-9056-D638CF6E8E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6068" y="1314450"/>
              <a:ext cx="14174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A: 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No Transfer</a:t>
              </a:r>
            </a:p>
          </p:txBody>
        </p:sp>
        <p:sp>
          <p:nvSpPr>
            <p:cNvPr id="396354" name="Shape 2018">
              <a:extLst>
                <a:ext uri="{FF2B5EF4-FFF2-40B4-BE49-F238E27FC236}">
                  <a16:creationId xmlns:a16="http://schemas.microsoft.com/office/drawing/2014/main" id="{2D42AFB7-17FA-44F8-ADE1-FAC71F6A9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362" y="3298825"/>
              <a:ext cx="46037" cy="136525"/>
            </a:xfrm>
            <a:custGeom>
              <a:avLst/>
              <a:gdLst>
                <a:gd name="T0" fmla="*/ 0 w 58"/>
                <a:gd name="T1" fmla="*/ 0 h 173"/>
                <a:gd name="T2" fmla="*/ 2147483646 w 58"/>
                <a:gd name="T3" fmla="*/ 2147483646 h 173"/>
                <a:gd name="T4" fmla="*/ 2147483646 w 58"/>
                <a:gd name="T5" fmla="*/ 0 h 173"/>
                <a:gd name="T6" fmla="*/ 2147483646 w 58"/>
                <a:gd name="T7" fmla="*/ 0 h 173"/>
                <a:gd name="T8" fmla="*/ 0 w 58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8"/>
                <a:gd name="T16" fmla="*/ 0 h 173"/>
                <a:gd name="T17" fmla="*/ 58 w 58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8" h="173" extrusionOk="0">
                  <a:moveTo>
                    <a:pt x="0" y="0"/>
                  </a:moveTo>
                  <a:lnTo>
                    <a:pt x="29" y="173"/>
                  </a:lnTo>
                  <a:lnTo>
                    <a:pt x="58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396355" name="Shape 2019">
              <a:extLst>
                <a:ext uri="{FF2B5EF4-FFF2-40B4-BE49-F238E27FC236}">
                  <a16:creationId xmlns:a16="http://schemas.microsoft.com/office/drawing/2014/main" id="{4F1FB685-764D-495D-A1F1-0D7F1A505D3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4702175" y="2817923"/>
              <a:ext cx="1500" cy="480900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96356" name="Shape 2020">
              <a:extLst>
                <a:ext uri="{FF2B5EF4-FFF2-40B4-BE49-F238E27FC236}">
                  <a16:creationId xmlns:a16="http://schemas.microsoft.com/office/drawing/2014/main" id="{C217BF36-72C2-473A-805D-65C94CD80A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94262" y="2922586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396357" name="Shape 2021">
              <a:extLst>
                <a:ext uri="{FF2B5EF4-FFF2-40B4-BE49-F238E27FC236}">
                  <a16:creationId xmlns:a16="http://schemas.microsoft.com/office/drawing/2014/main" id="{AE01676F-3827-407B-A8B3-E38D0D97BC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53050" y="292258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96358" name="Shape 2022">
              <a:extLst>
                <a:ext uri="{FF2B5EF4-FFF2-40B4-BE49-F238E27FC236}">
                  <a16:creationId xmlns:a16="http://schemas.microsoft.com/office/drawing/2014/main" id="{830A21C1-15EE-48E7-A1C8-26948B5BC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33975" y="2922586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396359" name="Shape 2023">
              <a:extLst>
                <a:ext uri="{FF2B5EF4-FFF2-40B4-BE49-F238E27FC236}">
                  <a16:creationId xmlns:a16="http://schemas.microsoft.com/office/drawing/2014/main" id="{1F08993C-7F65-44E1-B471-281029EB3A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94262" y="3146425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396360" name="Shape 2024">
              <a:extLst>
                <a:ext uri="{FF2B5EF4-FFF2-40B4-BE49-F238E27FC236}">
                  <a16:creationId xmlns:a16="http://schemas.microsoft.com/office/drawing/2014/main" id="{9F218545-A1D4-421A-84E1-FE7B4D31C1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53050" y="31464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96361" name="Shape 2025">
              <a:extLst>
                <a:ext uri="{FF2B5EF4-FFF2-40B4-BE49-F238E27FC236}">
                  <a16:creationId xmlns:a16="http://schemas.microsoft.com/office/drawing/2014/main" id="{614D6D9A-0B8E-482E-AF25-C47AA8CC9F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33975" y="314642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396362" name="Shape 2026">
              <a:extLst>
                <a:ext uri="{FF2B5EF4-FFF2-40B4-BE49-F238E27FC236}">
                  <a16:creationId xmlns:a16="http://schemas.microsoft.com/office/drawing/2014/main" id="{7DE01C58-32D7-499A-A727-A5C7F7BEA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011" y="1422400"/>
              <a:ext cx="160336" cy="46037"/>
            </a:xfrm>
            <a:custGeom>
              <a:avLst/>
              <a:gdLst>
                <a:gd name="T0" fmla="*/ 0 w 202"/>
                <a:gd name="T1" fmla="*/ 2147483646 h 58"/>
                <a:gd name="T2" fmla="*/ 2147483646 w 202"/>
                <a:gd name="T3" fmla="*/ 2147483646 h 58"/>
                <a:gd name="T4" fmla="*/ 0 w 202"/>
                <a:gd name="T5" fmla="*/ 0 h 58"/>
                <a:gd name="T6" fmla="*/ 0 w 202"/>
                <a:gd name="T7" fmla="*/ 2147483646 h 58"/>
                <a:gd name="T8" fmla="*/ 0 w 202"/>
                <a:gd name="T9" fmla="*/ 214748364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2"/>
                <a:gd name="T16" fmla="*/ 0 h 58"/>
                <a:gd name="T17" fmla="*/ 202 w 202"/>
                <a:gd name="T18" fmla="*/ 58 h 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2" h="58" extrusionOk="0">
                  <a:moveTo>
                    <a:pt x="0" y="58"/>
                  </a:moveTo>
                  <a:lnTo>
                    <a:pt x="202" y="29"/>
                  </a:lnTo>
                  <a:lnTo>
                    <a:pt x="0" y="0"/>
                  </a:lnTo>
                  <a:lnTo>
                    <a:pt x="0" y="29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6363" name="Shape 2027">
              <a:extLst>
                <a:ext uri="{FF2B5EF4-FFF2-40B4-BE49-F238E27FC236}">
                  <a16:creationId xmlns:a16="http://schemas.microsoft.com/office/drawing/2014/main" id="{DB88705B-24CA-4375-B6DF-9BB8C7DEE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425" y="1443025"/>
              <a:ext cx="2609848" cy="4302130"/>
            </a:xfrm>
            <a:custGeom>
              <a:avLst/>
              <a:gdLst>
                <a:gd name="T0" fmla="*/ 2147483646 w 3286"/>
                <a:gd name="T1" fmla="*/ 0 h 5419"/>
                <a:gd name="T2" fmla="*/ 0 w 3286"/>
                <a:gd name="T3" fmla="*/ 0 h 5419"/>
                <a:gd name="T4" fmla="*/ 0 w 3286"/>
                <a:gd name="T5" fmla="*/ 2147483646 h 5419"/>
                <a:gd name="T6" fmla="*/ 2147483646 w 3286"/>
                <a:gd name="T7" fmla="*/ 2147483646 h 5419"/>
                <a:gd name="T8" fmla="*/ 2147483646 w 3286"/>
                <a:gd name="T9" fmla="*/ 2147483646 h 54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6"/>
                <a:gd name="T16" fmla="*/ 0 h 5419"/>
                <a:gd name="T17" fmla="*/ 3286 w 3286"/>
                <a:gd name="T18" fmla="*/ 5419 h 541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6" h="5419" extrusionOk="0">
                  <a:moveTo>
                    <a:pt x="1009" y="0"/>
                  </a:moveTo>
                  <a:lnTo>
                    <a:pt x="0" y="0"/>
                  </a:lnTo>
                  <a:lnTo>
                    <a:pt x="0" y="5419"/>
                  </a:lnTo>
                  <a:lnTo>
                    <a:pt x="3286" y="5419"/>
                  </a:lnTo>
                  <a:lnTo>
                    <a:pt x="3286" y="4583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96364" name="Shape 2028">
              <a:extLst>
                <a:ext uri="{FF2B5EF4-FFF2-40B4-BE49-F238E27FC236}">
                  <a16:creationId xmlns:a16="http://schemas.microsoft.com/office/drawing/2014/main" id="{31F52CA6-5504-4E03-8465-FB492A8838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9325" y="3351212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396365" name="Shape 2029">
              <a:extLst>
                <a:ext uri="{FF2B5EF4-FFF2-40B4-BE49-F238E27FC236}">
                  <a16:creationId xmlns:a16="http://schemas.microsoft.com/office/drawing/2014/main" id="{01242FAA-0AA5-4E64-8111-F8FC0FC93A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8111" y="3351212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96366" name="Shape 2030">
              <a:extLst>
                <a:ext uri="{FF2B5EF4-FFF2-40B4-BE49-F238E27FC236}">
                  <a16:creationId xmlns:a16="http://schemas.microsoft.com/office/drawing/2014/main" id="{1D142E5C-317C-4BDC-AB23-476684B04A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59036" y="3351212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396367" name="Shape 2031">
              <a:extLst>
                <a:ext uri="{FF2B5EF4-FFF2-40B4-BE49-F238E27FC236}">
                  <a16:creationId xmlns:a16="http://schemas.microsoft.com/office/drawing/2014/main" id="{15639473-30D9-44F4-953A-1C4338F6F7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9325" y="3575050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396368" name="Shape 2032">
              <a:extLst>
                <a:ext uri="{FF2B5EF4-FFF2-40B4-BE49-F238E27FC236}">
                  <a16:creationId xmlns:a16="http://schemas.microsoft.com/office/drawing/2014/main" id="{3F82C87B-0BE5-4D65-BEF3-A5580F90F1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8111" y="357505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396369" name="Shape 2033">
              <a:extLst>
                <a:ext uri="{FF2B5EF4-FFF2-40B4-BE49-F238E27FC236}">
                  <a16:creationId xmlns:a16="http://schemas.microsoft.com/office/drawing/2014/main" id="{9FF81C20-226D-4C54-967B-B200E3972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8412" y="1422400"/>
              <a:ext cx="138111" cy="46037"/>
            </a:xfrm>
            <a:custGeom>
              <a:avLst/>
              <a:gdLst>
                <a:gd name="T0" fmla="*/ 2147483646 w 173"/>
                <a:gd name="T1" fmla="*/ 0 h 58"/>
                <a:gd name="T2" fmla="*/ 0 w 173"/>
                <a:gd name="T3" fmla="*/ 2147483646 h 58"/>
                <a:gd name="T4" fmla="*/ 2147483646 w 173"/>
                <a:gd name="T5" fmla="*/ 2147483646 h 58"/>
                <a:gd name="T6" fmla="*/ 2147483646 w 173"/>
                <a:gd name="T7" fmla="*/ 2147483646 h 58"/>
                <a:gd name="T8" fmla="*/ 2147483646 w 173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58"/>
                <a:gd name="T17" fmla="*/ 173 w 173"/>
                <a:gd name="T18" fmla="*/ 58 h 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58" extrusionOk="0">
                  <a:moveTo>
                    <a:pt x="173" y="0"/>
                  </a:moveTo>
                  <a:lnTo>
                    <a:pt x="0" y="29"/>
                  </a:lnTo>
                  <a:lnTo>
                    <a:pt x="173" y="58"/>
                  </a:lnTo>
                  <a:lnTo>
                    <a:pt x="173" y="29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396370" name="Shape 2034">
              <a:extLst>
                <a:ext uri="{FF2B5EF4-FFF2-40B4-BE49-F238E27FC236}">
                  <a16:creationId xmlns:a16="http://schemas.microsoft.com/office/drawing/2014/main" id="{09EC9C3F-53B4-415E-9F16-7BF31B29B6E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508750" y="1444625"/>
              <a:ext cx="457200" cy="1500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96371" name="Shape 2035">
              <a:extLst>
                <a:ext uri="{FF2B5EF4-FFF2-40B4-BE49-F238E27FC236}">
                  <a16:creationId xmlns:a16="http://schemas.microsoft.com/office/drawing/2014/main" id="{51BEE8F1-9012-45EE-BCE0-44A33AF18C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59036" y="357505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396372" name="Shape 2036">
              <a:extLst>
                <a:ext uri="{FF2B5EF4-FFF2-40B4-BE49-F238E27FC236}">
                  <a16:creationId xmlns:a16="http://schemas.microsoft.com/office/drawing/2014/main" id="{26E744D4-470F-4577-9089-6F977A50D2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96125" y="1320800"/>
              <a:ext cx="5030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Reset </a:t>
              </a:r>
            </a:p>
          </p:txBody>
        </p:sp>
        <p:sp>
          <p:nvSpPr>
            <p:cNvPr id="396373" name="Shape 2037">
              <a:extLst>
                <a:ext uri="{FF2B5EF4-FFF2-40B4-BE49-F238E27FC236}">
                  <a16:creationId xmlns:a16="http://schemas.microsoft.com/office/drawing/2014/main" id="{3C97159B-1635-479A-918A-B1D385E8C1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67312" y="538162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396374" name="Shape 2038">
              <a:extLst>
                <a:ext uri="{FF2B5EF4-FFF2-40B4-BE49-F238E27FC236}">
                  <a16:creationId xmlns:a16="http://schemas.microsoft.com/office/drawing/2014/main" id="{27995F65-C45D-4DC2-A512-FE75F99F81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26100" y="538162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396375" name="Shape 2039">
              <a:extLst>
                <a:ext uri="{FF2B5EF4-FFF2-40B4-BE49-F238E27FC236}">
                  <a16:creationId xmlns:a16="http://schemas.microsoft.com/office/drawing/2014/main" id="{C1A09185-44EC-405E-B4DB-3828505C26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05437" y="538162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</p:grpSp>
      <p:sp>
        <p:nvSpPr>
          <p:cNvPr id="396290" name="TextBox 125">
            <a:extLst>
              <a:ext uri="{FF2B5EF4-FFF2-40B4-BE49-F238E27FC236}">
                <a16:creationId xmlns:a16="http://schemas.microsoft.com/office/drawing/2014/main" id="{A7263F33-70A1-42E1-828B-6EB052C33E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7175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[ Figure 6.11 from the textbook ]</a:t>
            </a:r>
          </a:p>
        </p:txBody>
      </p:sp>
      <p:sp>
        <p:nvSpPr>
          <p:cNvPr id="396291" name="Title 1">
            <a:extLst>
              <a:ext uri="{FF2B5EF4-FFF2-40B4-BE49-F238E27FC236}">
                <a16:creationId xmlns:a16="http://schemas.microsoft.com/office/drawing/2014/main" id="{1ED9C032-4B6E-4F13-8AF6-F24BF5BF721D}"/>
              </a:ext>
            </a:extLst>
          </p:cNvPr>
          <p:cNvSpPr txBox="1">
            <a:spLocks/>
          </p:cNvSpPr>
          <p:nvPr/>
        </p:nvSpPr>
        <p:spPr bwMode="auto">
          <a:xfrm>
            <a:off x="0" y="168275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Exploit the Structure of the FSM</a:t>
            </a:r>
          </a:p>
        </p:txBody>
      </p:sp>
      <p:sp>
        <p:nvSpPr>
          <p:cNvPr id="396292" name="TextBox 1">
            <a:extLst>
              <a:ext uri="{FF2B5EF4-FFF2-40B4-BE49-F238E27FC236}">
                <a16:creationId xmlns:a16="http://schemas.microsoft.com/office/drawing/2014/main" id="{F8471000-F5BA-4506-AD87-02A0BFF78C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7788" y="3771900"/>
            <a:ext cx="2819400" cy="138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The solution with the ring counter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works only when the traversal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through the states of the FSM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is one-directional and cannot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be interrupted by the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value of w once it has started.</a:t>
            </a:r>
          </a:p>
        </p:txBody>
      </p:sp>
      <p:sp>
        <p:nvSpPr>
          <p:cNvPr id="3" name="Right Brace 2">
            <a:extLst>
              <a:ext uri="{FF2B5EF4-FFF2-40B4-BE49-F238E27FC236}">
                <a16:creationId xmlns:a16="http://schemas.microsoft.com/office/drawing/2014/main" id="{21E72032-C6E4-CF44-973C-769C0147A018}"/>
              </a:ext>
            </a:extLst>
          </p:cNvPr>
          <p:cNvSpPr/>
          <p:nvPr/>
        </p:nvSpPr>
        <p:spPr>
          <a:xfrm>
            <a:off x="6223000" y="2901950"/>
            <a:ext cx="196850" cy="2976563"/>
          </a:xfrm>
          <a:prstGeom prst="rightBrace">
            <a:avLst>
              <a:gd name="adj1" fmla="val 66430"/>
              <a:gd name="adj2" fmla="val 50274"/>
            </a:avLst>
          </a:prstGeom>
          <a:ln w="2222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/>
              <a:cs typeface="+mn-cs"/>
              <a:sym typeface="Arial" charset="0"/>
            </a:endParaRP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152400" y="1541462"/>
            <a:ext cx="3779837" cy="3640138"/>
            <a:chOff x="2630488" y="1770062"/>
            <a:chExt cx="3779837" cy="3640138"/>
          </a:xfrm>
        </p:grpSpPr>
        <p:sp>
          <p:nvSpPr>
            <p:cNvPr id="128004" name="Rectangle 7"/>
            <p:cNvSpPr>
              <a:spLocks noChangeArrowheads="1"/>
            </p:cNvSpPr>
            <p:nvPr/>
          </p:nvSpPr>
          <p:spPr bwMode="auto">
            <a:xfrm>
              <a:off x="4375150" y="4379912"/>
              <a:ext cx="1806575" cy="10302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05" name="Freeform 8"/>
            <p:cNvSpPr>
              <a:spLocks/>
            </p:cNvSpPr>
            <p:nvPr/>
          </p:nvSpPr>
          <p:spPr bwMode="auto">
            <a:xfrm>
              <a:off x="4375150" y="4608512"/>
              <a:ext cx="158750" cy="160338"/>
            </a:xfrm>
            <a:custGeom>
              <a:avLst/>
              <a:gdLst>
                <a:gd name="T0" fmla="*/ 0 w 202"/>
                <a:gd name="T1" fmla="*/ 1 h 202"/>
                <a:gd name="T2" fmla="*/ 0 w 202"/>
                <a:gd name="T3" fmla="*/ 1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06" name="Line 9"/>
            <p:cNvSpPr>
              <a:spLocks noChangeShapeType="1"/>
            </p:cNvSpPr>
            <p:nvPr/>
          </p:nvSpPr>
          <p:spPr bwMode="auto">
            <a:xfrm flipH="1">
              <a:off x="3208338" y="5213947"/>
              <a:ext cx="11668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07" name="Rectangle 10"/>
            <p:cNvSpPr>
              <a:spLocks noChangeArrowheads="1"/>
            </p:cNvSpPr>
            <p:nvPr/>
          </p:nvSpPr>
          <p:spPr bwMode="auto">
            <a:xfrm>
              <a:off x="4481513" y="5072062"/>
              <a:ext cx="65723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clear_n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08" name="Rectangle 11"/>
            <p:cNvSpPr>
              <a:spLocks noChangeArrowheads="1"/>
            </p:cNvSpPr>
            <p:nvPr/>
          </p:nvSpPr>
          <p:spPr bwMode="auto">
            <a:xfrm>
              <a:off x="4648200" y="4772025"/>
              <a:ext cx="1331912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2-bit up-counter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1" name="Line 14"/>
            <p:cNvSpPr>
              <a:spLocks noChangeShapeType="1"/>
            </p:cNvSpPr>
            <p:nvPr/>
          </p:nvSpPr>
          <p:spPr bwMode="auto">
            <a:xfrm>
              <a:off x="3208338" y="4702175"/>
              <a:ext cx="11668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14" name="Rectangle 17"/>
            <p:cNvSpPr>
              <a:spLocks noChangeArrowheads="1"/>
            </p:cNvSpPr>
            <p:nvPr/>
          </p:nvSpPr>
          <p:spPr bwMode="auto">
            <a:xfrm>
              <a:off x="2673350" y="5090122"/>
              <a:ext cx="3895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Start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5" name="Rectangle 18"/>
            <p:cNvSpPr>
              <a:spLocks noChangeArrowheads="1"/>
            </p:cNvSpPr>
            <p:nvPr/>
          </p:nvSpPr>
          <p:spPr bwMode="auto">
            <a:xfrm>
              <a:off x="5445125" y="3124200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6" name="Rectangle 19"/>
            <p:cNvSpPr>
              <a:spLocks noChangeArrowheads="1"/>
            </p:cNvSpPr>
            <p:nvPr/>
          </p:nvSpPr>
          <p:spPr bwMode="auto">
            <a:xfrm>
              <a:off x="4603750" y="2390775"/>
              <a:ext cx="1806575" cy="107473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7" name="Rectangle 20"/>
            <p:cNvSpPr>
              <a:spLocks noChangeArrowheads="1"/>
            </p:cNvSpPr>
            <p:nvPr/>
          </p:nvSpPr>
          <p:spPr bwMode="auto">
            <a:xfrm>
              <a:off x="5589588" y="3227387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18" name="Line 21"/>
            <p:cNvSpPr>
              <a:spLocks noChangeShapeType="1"/>
            </p:cNvSpPr>
            <p:nvPr/>
          </p:nvSpPr>
          <p:spPr bwMode="auto">
            <a:xfrm flipV="1">
              <a:off x="4922838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19" name="Line 22"/>
            <p:cNvSpPr>
              <a:spLocks noChangeShapeType="1"/>
            </p:cNvSpPr>
            <p:nvPr/>
          </p:nvSpPr>
          <p:spPr bwMode="auto">
            <a:xfrm flipV="1">
              <a:off x="6067425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20" name="Rectangle 23"/>
            <p:cNvSpPr>
              <a:spLocks noChangeArrowheads="1"/>
            </p:cNvSpPr>
            <p:nvPr/>
          </p:nvSpPr>
          <p:spPr bwMode="auto">
            <a:xfrm>
              <a:off x="6046788" y="3149600"/>
              <a:ext cx="2276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En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1" name="Rectangle 24"/>
            <p:cNvSpPr>
              <a:spLocks noChangeArrowheads="1"/>
            </p:cNvSpPr>
            <p:nvPr/>
          </p:nvSpPr>
          <p:spPr bwMode="auto">
            <a:xfrm>
              <a:off x="4845050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2" name="Rectangle 25"/>
            <p:cNvSpPr>
              <a:spLocks noChangeArrowheads="1"/>
            </p:cNvSpPr>
            <p:nvPr/>
          </p:nvSpPr>
          <p:spPr bwMode="auto">
            <a:xfrm>
              <a:off x="4943475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3" name="Rectangle 26"/>
            <p:cNvSpPr>
              <a:spLocks noChangeArrowheads="1"/>
            </p:cNvSpPr>
            <p:nvPr/>
          </p:nvSpPr>
          <p:spPr bwMode="auto">
            <a:xfrm>
              <a:off x="4859338" y="3124200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4" name="Rectangle 27"/>
            <p:cNvSpPr>
              <a:spLocks noChangeArrowheads="1"/>
            </p:cNvSpPr>
            <p:nvPr/>
          </p:nvSpPr>
          <p:spPr bwMode="auto">
            <a:xfrm>
              <a:off x="5003800" y="3227387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5" name="Rectangle 28"/>
            <p:cNvSpPr>
              <a:spLocks noChangeArrowheads="1"/>
            </p:cNvSpPr>
            <p:nvPr/>
          </p:nvSpPr>
          <p:spPr bwMode="auto">
            <a:xfrm>
              <a:off x="5233988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6" name="Rectangle 29"/>
            <p:cNvSpPr>
              <a:spLocks noChangeArrowheads="1"/>
            </p:cNvSpPr>
            <p:nvPr/>
          </p:nvSpPr>
          <p:spPr bwMode="auto">
            <a:xfrm>
              <a:off x="5332413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7" name="Rectangle 30"/>
            <p:cNvSpPr>
              <a:spLocks noChangeArrowheads="1"/>
            </p:cNvSpPr>
            <p:nvPr/>
          </p:nvSpPr>
          <p:spPr bwMode="auto">
            <a:xfrm>
              <a:off x="5610225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8" name="Rectangle 31"/>
            <p:cNvSpPr>
              <a:spLocks noChangeArrowheads="1"/>
            </p:cNvSpPr>
            <p:nvPr/>
          </p:nvSpPr>
          <p:spPr bwMode="auto">
            <a:xfrm>
              <a:off x="5710238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29" name="Rectangle 32"/>
            <p:cNvSpPr>
              <a:spLocks noChangeArrowheads="1"/>
            </p:cNvSpPr>
            <p:nvPr/>
          </p:nvSpPr>
          <p:spPr bwMode="auto">
            <a:xfrm>
              <a:off x="5976938" y="2420937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0" name="Line 33"/>
            <p:cNvSpPr>
              <a:spLocks noChangeShapeType="1"/>
            </p:cNvSpPr>
            <p:nvPr/>
          </p:nvSpPr>
          <p:spPr bwMode="auto">
            <a:xfrm flipH="1" flipV="1">
              <a:off x="5702300" y="2070100"/>
              <a:ext cx="11112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31" name="Line 34"/>
            <p:cNvSpPr>
              <a:spLocks noChangeShapeType="1"/>
            </p:cNvSpPr>
            <p:nvPr/>
          </p:nvSpPr>
          <p:spPr bwMode="auto">
            <a:xfrm flipV="1">
              <a:off x="5311775" y="2070100"/>
              <a:ext cx="1587" cy="3206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034" name="Rectangle 37"/>
            <p:cNvSpPr>
              <a:spLocks noChangeArrowheads="1"/>
            </p:cNvSpPr>
            <p:nvPr/>
          </p:nvSpPr>
          <p:spPr bwMode="auto">
            <a:xfrm>
              <a:off x="6075363" y="2524125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5" name="Rectangle 38"/>
            <p:cNvSpPr>
              <a:spLocks noChangeArrowheads="1"/>
            </p:cNvSpPr>
            <p:nvPr/>
          </p:nvSpPr>
          <p:spPr bwMode="auto">
            <a:xfrm>
              <a:off x="6108700" y="3963987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6" name="Rectangle 39"/>
            <p:cNvSpPr>
              <a:spLocks noChangeArrowheads="1"/>
            </p:cNvSpPr>
            <p:nvPr/>
          </p:nvSpPr>
          <p:spPr bwMode="auto">
            <a:xfrm>
              <a:off x="5233988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7" name="Rectangle 40"/>
            <p:cNvSpPr>
              <a:spLocks noChangeArrowheads="1"/>
            </p:cNvSpPr>
            <p:nvPr/>
          </p:nvSpPr>
          <p:spPr bwMode="auto">
            <a:xfrm>
              <a:off x="5395913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8" name="Rectangle 41"/>
            <p:cNvSpPr>
              <a:spLocks noChangeArrowheads="1"/>
            </p:cNvSpPr>
            <p:nvPr/>
          </p:nvSpPr>
          <p:spPr bwMode="auto">
            <a:xfrm>
              <a:off x="5632450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39" name="Rectangle 42"/>
            <p:cNvSpPr>
              <a:spLocks noChangeArrowheads="1"/>
            </p:cNvSpPr>
            <p:nvPr/>
          </p:nvSpPr>
          <p:spPr bwMode="auto">
            <a:xfrm>
              <a:off x="5799138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0" name="Rectangle 43"/>
            <p:cNvSpPr>
              <a:spLocks noChangeArrowheads="1"/>
            </p:cNvSpPr>
            <p:nvPr/>
          </p:nvSpPr>
          <p:spPr bwMode="auto">
            <a:xfrm>
              <a:off x="5978525" y="1770062"/>
              <a:ext cx="1984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1" name="Rectangle 44"/>
            <p:cNvSpPr>
              <a:spLocks noChangeArrowheads="1"/>
            </p:cNvSpPr>
            <p:nvPr/>
          </p:nvSpPr>
          <p:spPr bwMode="auto">
            <a:xfrm>
              <a:off x="6140450" y="1876425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2" name="Rectangle 45"/>
            <p:cNvSpPr>
              <a:spLocks noChangeArrowheads="1"/>
            </p:cNvSpPr>
            <p:nvPr/>
          </p:nvSpPr>
          <p:spPr bwMode="auto">
            <a:xfrm>
              <a:off x="4913313" y="2825750"/>
              <a:ext cx="11938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2-to-4 decoder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3" name="Rectangle 46"/>
            <p:cNvSpPr>
              <a:spLocks noChangeArrowheads="1"/>
            </p:cNvSpPr>
            <p:nvPr/>
          </p:nvSpPr>
          <p:spPr bwMode="auto">
            <a:xfrm>
              <a:off x="4860925" y="4441825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4" name="Rectangle 47"/>
            <p:cNvSpPr>
              <a:spLocks noChangeArrowheads="1"/>
            </p:cNvSpPr>
            <p:nvPr/>
          </p:nvSpPr>
          <p:spPr bwMode="auto">
            <a:xfrm>
              <a:off x="5018088" y="4545012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5" name="Rectangle 48"/>
            <p:cNvSpPr>
              <a:spLocks noChangeArrowheads="1"/>
            </p:cNvSpPr>
            <p:nvPr/>
          </p:nvSpPr>
          <p:spPr bwMode="auto">
            <a:xfrm>
              <a:off x="5435600" y="4441825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6" name="Rectangle 49"/>
            <p:cNvSpPr>
              <a:spLocks noChangeArrowheads="1"/>
            </p:cNvSpPr>
            <p:nvPr/>
          </p:nvSpPr>
          <p:spPr bwMode="auto">
            <a:xfrm>
              <a:off x="5592763" y="4545012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7" name="Rectangle 50"/>
            <p:cNvSpPr>
              <a:spLocks noChangeArrowheads="1"/>
            </p:cNvSpPr>
            <p:nvPr/>
          </p:nvSpPr>
          <p:spPr bwMode="auto">
            <a:xfrm>
              <a:off x="2630488" y="4579937"/>
              <a:ext cx="4857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Clock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8" name="Rectangle 51"/>
            <p:cNvSpPr>
              <a:spLocks noChangeArrowheads="1"/>
            </p:cNvSpPr>
            <p:nvPr/>
          </p:nvSpPr>
          <p:spPr bwMode="auto">
            <a:xfrm>
              <a:off x="4823618" y="1770062"/>
              <a:ext cx="222250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Q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sp>
          <p:nvSpPr>
            <p:cNvPr id="128049" name="Rectangle 53"/>
            <p:cNvSpPr>
              <a:spLocks noChangeArrowheads="1"/>
            </p:cNvSpPr>
            <p:nvPr/>
          </p:nvSpPr>
          <p:spPr bwMode="auto">
            <a:xfrm>
              <a:off x="5000625" y="1881187"/>
              <a:ext cx="1238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-128"/>
                  <a:sym typeface="Arial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charset="-128"/>
                  <a:cs typeface="+mn-cs"/>
                  <a:sym typeface="Arial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-128"/>
                <a:cs typeface="+mn-cs"/>
                <a:sym typeface="Arial" charset="0"/>
              </a:endParaRPr>
            </a:p>
          </p:txBody>
        </p:sp>
        <p:cxnSp>
          <p:nvCxnSpPr>
            <p:cNvPr id="3" name="Straight Arrow Connector 2"/>
            <p:cNvCxnSpPr/>
            <p:nvPr/>
          </p:nvCxnSpPr>
          <p:spPr bwMode="auto">
            <a:xfrm flipV="1">
              <a:off x="5556335" y="3471692"/>
              <a:ext cx="0" cy="914399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3" name="Straight Arrow Connector 52"/>
            <p:cNvCxnSpPr/>
            <p:nvPr/>
          </p:nvCxnSpPr>
          <p:spPr bwMode="auto">
            <a:xfrm flipV="1">
              <a:off x="4985865" y="3475811"/>
              <a:ext cx="0" cy="914399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4" name="Straight Arrow Connector 53"/>
            <p:cNvCxnSpPr/>
            <p:nvPr/>
          </p:nvCxnSpPr>
          <p:spPr bwMode="auto">
            <a:xfrm flipV="1">
              <a:off x="6153665" y="3477870"/>
              <a:ext cx="0" cy="423475"/>
            </a:xfrm>
            <a:prstGeom prst="straightConnector1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grpSp>
          <p:nvGrpSpPr>
            <p:cNvPr id="5" name="Group 4"/>
            <p:cNvGrpSpPr/>
            <p:nvPr/>
          </p:nvGrpSpPr>
          <p:grpSpPr>
            <a:xfrm>
              <a:off x="3600263" y="5059362"/>
              <a:ext cx="444500" cy="320675"/>
              <a:chOff x="1263463" y="2295245"/>
              <a:chExt cx="444500" cy="320675"/>
            </a:xfrm>
          </p:grpSpPr>
          <p:sp>
            <p:nvSpPr>
              <p:cNvPr id="56" name="Freeform 5"/>
              <p:cNvSpPr>
                <a:spLocks/>
              </p:cNvSpPr>
              <p:nvPr/>
            </p:nvSpPr>
            <p:spPr bwMode="auto">
              <a:xfrm>
                <a:off x="1263463" y="2295245"/>
                <a:ext cx="319088" cy="320675"/>
              </a:xfrm>
              <a:custGeom>
                <a:avLst/>
                <a:gdLst>
                  <a:gd name="T0" fmla="*/ 2147483646 w 403"/>
                  <a:gd name="T1" fmla="*/ 2147483646 h 402"/>
                  <a:gd name="T2" fmla="*/ 0 w 403"/>
                  <a:gd name="T3" fmla="*/ 2147483646 h 402"/>
                  <a:gd name="T4" fmla="*/ 0 w 403"/>
                  <a:gd name="T5" fmla="*/ 0 h 402"/>
                  <a:gd name="T6" fmla="*/ 2147483646 w 403"/>
                  <a:gd name="T7" fmla="*/ 2147483646 h 40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03"/>
                  <a:gd name="T13" fmla="*/ 0 h 402"/>
                  <a:gd name="T14" fmla="*/ 403 w 403"/>
                  <a:gd name="T15" fmla="*/ 402 h 40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03" h="402">
                    <a:moveTo>
                      <a:pt x="403" y="201"/>
                    </a:moveTo>
                    <a:lnTo>
                      <a:pt x="0" y="402"/>
                    </a:lnTo>
                    <a:lnTo>
                      <a:pt x="0" y="0"/>
                    </a:lnTo>
                    <a:lnTo>
                      <a:pt x="403" y="201"/>
                    </a:lnTo>
                    <a:close/>
                  </a:path>
                </a:pathLst>
              </a:custGeom>
              <a:solidFill>
                <a:schemeClr val="bg1"/>
              </a:solidFill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Freeform 7"/>
              <p:cNvSpPr>
                <a:spLocks/>
              </p:cNvSpPr>
              <p:nvPr/>
            </p:nvSpPr>
            <p:spPr bwMode="auto">
              <a:xfrm>
                <a:off x="1603188" y="2401608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60" name="Title 1"/>
          <p:cNvSpPr txBox="1">
            <a:spLocks/>
          </p:cNvSpPr>
          <p:nvPr/>
        </p:nvSpPr>
        <p:spPr bwMode="auto">
          <a:xfrm>
            <a:off x="0" y="76200"/>
            <a:ext cx="9144000" cy="4769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Alternative version of a 4-bit ring counter</a:t>
            </a:r>
          </a:p>
        </p:txBody>
      </p:sp>
      <p:sp>
        <p:nvSpPr>
          <p:cNvPr id="63" name="TextBox 125"/>
          <p:cNvSpPr txBox="1">
            <a:spLocks noChangeArrowheads="1"/>
          </p:cNvSpPr>
          <p:nvPr/>
        </p:nvSpPr>
        <p:spPr bwMode="auto">
          <a:xfrm>
            <a:off x="6591300" y="6550025"/>
            <a:ext cx="26320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charset="0"/>
                <a:ea typeface="MS PGothic" charset="-128"/>
              </a:defRPr>
            </a:lvl1pPr>
            <a:lvl2pPr marL="742950" indent="-285750">
              <a:spcBef>
                <a:spcPct val="20000"/>
              </a:spcBef>
              <a:buFont typeface="Wingdings" charset="2"/>
              <a:buChar char="§"/>
              <a:defRPr sz="2000" b="1">
                <a:solidFill>
                  <a:schemeClr val="tx1"/>
                </a:solidFill>
                <a:latin typeface="Arial" charset="0"/>
                <a:ea typeface="MS PGothic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charset="0"/>
                <a:ea typeface="MS PGothic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MS PGothic" charset="-128"/>
                <a:cs typeface="+mn-cs"/>
              </a:rPr>
              <a:t>[ Figure 5.28b from the textbook ]</a:t>
            </a: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BE389129-76B1-418B-A508-696D33653A42}"/>
              </a:ext>
            </a:extLst>
          </p:cNvPr>
          <p:cNvGrpSpPr/>
          <p:nvPr/>
        </p:nvGrpSpPr>
        <p:grpSpPr>
          <a:xfrm>
            <a:off x="3703637" y="4430133"/>
            <a:ext cx="5307280" cy="1665867"/>
            <a:chOff x="3703637" y="4430133"/>
            <a:chExt cx="5307280" cy="1665867"/>
          </a:xfrm>
        </p:grpSpPr>
        <p:pic>
          <p:nvPicPr>
            <p:cNvPr id="2" name="Picture 1">
              <a:extLst>
                <a:ext uri="{FF2B5EF4-FFF2-40B4-BE49-F238E27FC236}">
                  <a16:creationId xmlns:a16="http://schemas.microsoft.com/office/drawing/2014/main" id="{1E80FAEC-BB02-455A-A9D5-D0CB0555D05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5350394" y="4430133"/>
              <a:ext cx="3660523" cy="1665867"/>
            </a:xfrm>
            <a:prstGeom prst="rect">
              <a:avLst/>
            </a:prstGeom>
            <a:ln w="38100">
              <a:solidFill>
                <a:srgbClr val="00B0F0"/>
              </a:solidFill>
            </a:ln>
          </p:spPr>
        </p:pic>
        <p:cxnSp>
          <p:nvCxnSpPr>
            <p:cNvPr id="6" name="Straight Arrow Connector 5">
              <a:extLst>
                <a:ext uri="{FF2B5EF4-FFF2-40B4-BE49-F238E27FC236}">
                  <a16:creationId xmlns:a16="http://schemas.microsoft.com/office/drawing/2014/main" id="{FF40E3C6-3699-4977-8178-AC103832A5D6}"/>
                </a:ext>
              </a:extLst>
            </p:cNvPr>
            <p:cNvCxnSpPr>
              <a:stCxn id="128004" idx="3"/>
              <a:endCxn id="2" idx="1"/>
            </p:cNvCxnSpPr>
            <p:nvPr/>
          </p:nvCxnSpPr>
          <p:spPr bwMode="auto">
            <a:xfrm>
              <a:off x="3703637" y="4666456"/>
              <a:ext cx="1646757" cy="596611"/>
            </a:xfrm>
            <a:prstGeom prst="straightConnector1">
              <a:avLst/>
            </a:prstGeom>
            <a:solidFill>
              <a:schemeClr val="accent1"/>
            </a:solidFill>
            <a:ln w="38100" cap="flat" cmpd="sng" algn="ctr">
              <a:solidFill>
                <a:srgbClr val="00B0F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4837B73-5704-49CE-B99C-B20F8754F15D}"/>
              </a:ext>
            </a:extLst>
          </p:cNvPr>
          <p:cNvGrpSpPr/>
          <p:nvPr/>
        </p:nvGrpSpPr>
        <p:grpSpPr>
          <a:xfrm>
            <a:off x="3932237" y="655014"/>
            <a:ext cx="5093191" cy="3535986"/>
            <a:chOff x="3932237" y="655014"/>
            <a:chExt cx="5093191" cy="3535986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0A1FE3A5-818F-4645-BEEC-4E1076A3EF1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562600" y="655014"/>
              <a:ext cx="3462828" cy="3535986"/>
            </a:xfrm>
            <a:prstGeom prst="rect">
              <a:avLst/>
            </a:prstGeom>
            <a:ln w="38100">
              <a:solidFill>
                <a:srgbClr val="FF0000"/>
              </a:solidFill>
            </a:ln>
          </p:spPr>
        </p:pic>
        <p:cxnSp>
          <p:nvCxnSpPr>
            <p:cNvPr id="10" name="Straight Arrow Connector 9">
              <a:extLst>
                <a:ext uri="{FF2B5EF4-FFF2-40B4-BE49-F238E27FC236}">
                  <a16:creationId xmlns:a16="http://schemas.microsoft.com/office/drawing/2014/main" id="{46253940-D99F-435A-A116-DB03F68A1B0F}"/>
                </a:ext>
              </a:extLst>
            </p:cNvPr>
            <p:cNvCxnSpPr>
              <a:stCxn id="128016" idx="3"/>
              <a:endCxn id="7" idx="1"/>
            </p:cNvCxnSpPr>
            <p:nvPr/>
          </p:nvCxnSpPr>
          <p:spPr bwMode="auto">
            <a:xfrm flipV="1">
              <a:off x="3932237" y="2423007"/>
              <a:ext cx="1630363" cy="276537"/>
            </a:xfrm>
            <a:prstGeom prst="straightConnector1">
              <a:avLst/>
            </a:prstGeom>
            <a:solidFill>
              <a:schemeClr val="accent1"/>
            </a:solidFill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</p:grpSp>
    </p:spTree>
    <p:extLst>
      <p:ext uri="{BB962C8B-B14F-4D97-AF65-F5344CB8AC3E}">
        <p14:creationId xmlns:p14="http://schemas.microsoft.com/office/powerpoint/2010/main" val="37042233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7553" name="Group 3">
            <a:extLst>
              <a:ext uri="{FF2B5EF4-FFF2-40B4-BE49-F238E27FC236}">
                <a16:creationId xmlns:a16="http://schemas.microsoft.com/office/drawing/2014/main" id="{308CDA45-3EED-410A-A28B-08659306BA42}"/>
              </a:ext>
            </a:extLst>
          </p:cNvPr>
          <p:cNvGrpSpPr>
            <a:grpSpLocks/>
          </p:cNvGrpSpPr>
          <p:nvPr/>
        </p:nvGrpSpPr>
        <p:grpSpPr bwMode="auto">
          <a:xfrm>
            <a:off x="3103563" y="1895475"/>
            <a:ext cx="3859212" cy="4208463"/>
            <a:chOff x="3103288" y="1895799"/>
            <a:chExt cx="3859847" cy="4207935"/>
          </a:xfrm>
        </p:grpSpPr>
        <p:sp>
          <p:nvSpPr>
            <p:cNvPr id="407555" name="Line 14">
              <a:extLst>
                <a:ext uri="{FF2B5EF4-FFF2-40B4-BE49-F238E27FC236}">
                  <a16:creationId xmlns:a16="http://schemas.microsoft.com/office/drawing/2014/main" id="{BB86645A-7124-4D64-BD01-6BCEF3E33B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9416" y="5920630"/>
              <a:ext cx="10703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7556" name="Rectangle 7">
              <a:extLst>
                <a:ext uri="{FF2B5EF4-FFF2-40B4-BE49-F238E27FC236}">
                  <a16:creationId xmlns:a16="http://schemas.microsoft.com/office/drawing/2014/main" id="{D73087C7-2F92-4C2B-A86B-7BE5D9E766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7960" y="5073446"/>
              <a:ext cx="1806575" cy="10302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557" name="Freeform 8">
              <a:extLst>
                <a:ext uri="{FF2B5EF4-FFF2-40B4-BE49-F238E27FC236}">
                  <a16:creationId xmlns:a16="http://schemas.microsoft.com/office/drawing/2014/main" id="{97E169B9-FD00-41E7-B49F-D731FA595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960" y="5302046"/>
              <a:ext cx="158750" cy="160338"/>
            </a:xfrm>
            <a:custGeom>
              <a:avLst/>
              <a:gdLst>
                <a:gd name="T0" fmla="*/ 0 w 202"/>
                <a:gd name="T1" fmla="*/ 630239 h 202"/>
                <a:gd name="T2" fmla="*/ 0 w 202"/>
                <a:gd name="T3" fmla="*/ 630239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7558" name="Rectangle 10">
              <a:extLst>
                <a:ext uri="{FF2B5EF4-FFF2-40B4-BE49-F238E27FC236}">
                  <a16:creationId xmlns:a16="http://schemas.microsoft.com/office/drawing/2014/main" id="{B3D190C7-EDF7-4EF0-BACD-EB71866D70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4323" y="5765596"/>
              <a:ext cx="65723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clear_n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559" name="Rectangle 11">
              <a:extLst>
                <a:ext uri="{FF2B5EF4-FFF2-40B4-BE49-F238E27FC236}">
                  <a16:creationId xmlns:a16="http://schemas.microsoft.com/office/drawing/2014/main" id="{A449F60B-B597-4C76-A5E3-120AB62A2C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1010" y="5465559"/>
              <a:ext cx="1331912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2-bit up-counter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560" name="Line 14">
              <a:extLst>
                <a:ext uri="{FF2B5EF4-FFF2-40B4-BE49-F238E27FC236}">
                  <a16:creationId xmlns:a16="http://schemas.microsoft.com/office/drawing/2014/main" id="{AC836D3F-1AE5-484E-BC94-433E37A66C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32261" y="5400845"/>
              <a:ext cx="1103868" cy="33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7561" name="Rectangle 18">
              <a:extLst>
                <a:ext uri="{FF2B5EF4-FFF2-40B4-BE49-F238E27FC236}">
                  <a16:creationId xmlns:a16="http://schemas.microsoft.com/office/drawing/2014/main" id="{06B7ACF7-C3D4-4BE9-825A-2ECBE9255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7935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562" name="Rectangle 19">
              <a:extLst>
                <a:ext uri="{FF2B5EF4-FFF2-40B4-BE49-F238E27FC236}">
                  <a16:creationId xmlns:a16="http://schemas.microsoft.com/office/drawing/2014/main" id="{631098A7-F458-45BC-BED0-E1AFF6E76A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6560" y="3084309"/>
              <a:ext cx="1806575" cy="107473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563" name="Rectangle 20">
              <a:extLst>
                <a:ext uri="{FF2B5EF4-FFF2-40B4-BE49-F238E27FC236}">
                  <a16:creationId xmlns:a16="http://schemas.microsoft.com/office/drawing/2014/main" id="{1F230437-78AE-422A-8DDA-4123DD4ADF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2398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564" name="Line 21">
              <a:extLst>
                <a:ext uri="{FF2B5EF4-FFF2-40B4-BE49-F238E27FC236}">
                  <a16:creationId xmlns:a16="http://schemas.microsoft.com/office/drawing/2014/main" id="{DD3CF0D4-5FA7-45FA-B70C-D0C6457231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473545" y="1898087"/>
              <a:ext cx="2103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7565" name="Line 22">
              <a:extLst>
                <a:ext uri="{FF2B5EF4-FFF2-40B4-BE49-F238E27FC236}">
                  <a16:creationId xmlns:a16="http://schemas.microsoft.com/office/drawing/2014/main" id="{EDBFD45B-6FCC-4FF4-AA38-06512C01D3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20235" y="1895799"/>
              <a:ext cx="3168" cy="11885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7566" name="Rectangle 23">
              <a:extLst>
                <a:ext uri="{FF2B5EF4-FFF2-40B4-BE49-F238E27FC236}">
                  <a16:creationId xmlns:a16="http://schemas.microsoft.com/office/drawing/2014/main" id="{A8209675-86A1-4991-A170-61C4784CB6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9598" y="3843134"/>
              <a:ext cx="2276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En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567" name="Rectangle 24">
              <a:extLst>
                <a:ext uri="{FF2B5EF4-FFF2-40B4-BE49-F238E27FC236}">
                  <a16:creationId xmlns:a16="http://schemas.microsoft.com/office/drawing/2014/main" id="{D3D5345B-8D61-453A-B2B4-82228E76F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7860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568" name="Rectangle 25">
              <a:extLst>
                <a:ext uri="{FF2B5EF4-FFF2-40B4-BE49-F238E27FC236}">
                  <a16:creationId xmlns:a16="http://schemas.microsoft.com/office/drawing/2014/main" id="{0ED045D1-9AD7-4173-A1DD-4762561E3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6285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569" name="Rectangle 26">
              <a:extLst>
                <a:ext uri="{FF2B5EF4-FFF2-40B4-BE49-F238E27FC236}">
                  <a16:creationId xmlns:a16="http://schemas.microsoft.com/office/drawing/2014/main" id="{68AB3ADC-0EA1-417A-B664-F2A37DFBD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2148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570" name="Rectangle 27">
              <a:extLst>
                <a:ext uri="{FF2B5EF4-FFF2-40B4-BE49-F238E27FC236}">
                  <a16:creationId xmlns:a16="http://schemas.microsoft.com/office/drawing/2014/main" id="{81A208F5-2E82-4183-A71C-86BCEE10AC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6610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571" name="Rectangle 28">
              <a:extLst>
                <a:ext uri="{FF2B5EF4-FFF2-40B4-BE49-F238E27FC236}">
                  <a16:creationId xmlns:a16="http://schemas.microsoft.com/office/drawing/2014/main" id="{B79B01E7-89BC-4B6D-96DC-E38634AF78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79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572" name="Rectangle 29">
              <a:extLst>
                <a:ext uri="{FF2B5EF4-FFF2-40B4-BE49-F238E27FC236}">
                  <a16:creationId xmlns:a16="http://schemas.microsoft.com/office/drawing/2014/main" id="{772B164C-CC5A-428F-A25D-7B6F760CB7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522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573" name="Rectangle 30">
              <a:extLst>
                <a:ext uri="{FF2B5EF4-FFF2-40B4-BE49-F238E27FC236}">
                  <a16:creationId xmlns:a16="http://schemas.microsoft.com/office/drawing/2014/main" id="{FF2A6086-632B-43E0-AF56-8C076784A8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3035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574" name="Rectangle 31">
              <a:extLst>
                <a:ext uri="{FF2B5EF4-FFF2-40B4-BE49-F238E27FC236}">
                  <a16:creationId xmlns:a16="http://schemas.microsoft.com/office/drawing/2014/main" id="{5F103D9F-3ACE-44B8-8D07-7C0ADEF85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3048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575" name="Rectangle 32">
              <a:extLst>
                <a:ext uri="{FF2B5EF4-FFF2-40B4-BE49-F238E27FC236}">
                  <a16:creationId xmlns:a16="http://schemas.microsoft.com/office/drawing/2014/main" id="{E22DC1A7-610F-4F85-ACC9-2050CA5361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974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576" name="Line 33">
              <a:extLst>
                <a:ext uri="{FF2B5EF4-FFF2-40B4-BE49-F238E27FC236}">
                  <a16:creationId xmlns:a16="http://schemas.microsoft.com/office/drawing/2014/main" id="{7DAD137C-F536-4683-953B-F344F7ECF6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66219" y="1895799"/>
              <a:ext cx="1583" cy="11885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7577" name="Line 34">
              <a:extLst>
                <a:ext uri="{FF2B5EF4-FFF2-40B4-BE49-F238E27FC236}">
                  <a16:creationId xmlns:a16="http://schemas.microsoft.com/office/drawing/2014/main" id="{DD7DE795-E375-4935-B947-8E9C9A0E6B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862119" y="1898087"/>
              <a:ext cx="2465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7578" name="Rectangle 37">
              <a:extLst>
                <a:ext uri="{FF2B5EF4-FFF2-40B4-BE49-F238E27FC236}">
                  <a16:creationId xmlns:a16="http://schemas.microsoft.com/office/drawing/2014/main" id="{9BC3C378-99BF-4ACC-AAEC-72D57C8F0A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817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579" name="Rectangle 38">
              <a:extLst>
                <a:ext uri="{FF2B5EF4-FFF2-40B4-BE49-F238E27FC236}">
                  <a16:creationId xmlns:a16="http://schemas.microsoft.com/office/drawing/2014/main" id="{5D0D4EDA-D676-4F5C-8FB9-42AA5DDB9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1510" y="4657521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580" name="Rectangle 45">
              <a:extLst>
                <a:ext uri="{FF2B5EF4-FFF2-40B4-BE49-F238E27FC236}">
                  <a16:creationId xmlns:a16="http://schemas.microsoft.com/office/drawing/2014/main" id="{778DBECA-F35A-4DF3-9F58-D6C7A9037A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6123" y="3519284"/>
              <a:ext cx="11938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2-to-4 decoder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581" name="Rectangle 46">
              <a:extLst>
                <a:ext uri="{FF2B5EF4-FFF2-40B4-BE49-F238E27FC236}">
                  <a16:creationId xmlns:a16="http://schemas.microsoft.com/office/drawing/2014/main" id="{41A39B09-133E-40FE-AC4D-0C472F0201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3735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582" name="Rectangle 47">
              <a:extLst>
                <a:ext uri="{FF2B5EF4-FFF2-40B4-BE49-F238E27FC236}">
                  <a16:creationId xmlns:a16="http://schemas.microsoft.com/office/drawing/2014/main" id="{4CD30394-929A-483A-B4E4-C795629CD6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0898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583" name="Rectangle 48">
              <a:extLst>
                <a:ext uri="{FF2B5EF4-FFF2-40B4-BE49-F238E27FC236}">
                  <a16:creationId xmlns:a16="http://schemas.microsoft.com/office/drawing/2014/main" id="{2B6FBE3B-F39C-4A79-B1DB-68CE23F23F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8410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584" name="Rectangle 49">
              <a:extLst>
                <a:ext uri="{FF2B5EF4-FFF2-40B4-BE49-F238E27FC236}">
                  <a16:creationId xmlns:a16="http://schemas.microsoft.com/office/drawing/2014/main" id="{7D56AF96-56BC-4CB3-85D1-BE0258F14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5573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585" name="Rectangle 50">
              <a:extLst>
                <a:ext uri="{FF2B5EF4-FFF2-40B4-BE49-F238E27FC236}">
                  <a16:creationId xmlns:a16="http://schemas.microsoft.com/office/drawing/2014/main" id="{2CEABC9E-061B-41E9-852B-752640487A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3288" y="5224469"/>
              <a:ext cx="55143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Clock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cxnSp>
          <p:nvCxnSpPr>
            <p:cNvPr id="407586" name="Straight Arrow Connector 2">
              <a:extLst>
                <a:ext uri="{FF2B5EF4-FFF2-40B4-BE49-F238E27FC236}">
                  <a16:creationId xmlns:a16="http://schemas.microsoft.com/office/drawing/2014/main" id="{83503332-AD48-4CC1-88DC-686B62C2D39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109145" y="4165226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07587" name="Straight Arrow Connector 52">
              <a:extLst>
                <a:ext uri="{FF2B5EF4-FFF2-40B4-BE49-F238E27FC236}">
                  <a16:creationId xmlns:a16="http://schemas.microsoft.com/office/drawing/2014/main" id="{A7EB6F27-7C6B-4C43-95FF-9DBEF50B59B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38675" y="4169345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07588" name="Straight Arrow Connector 53">
              <a:extLst>
                <a:ext uri="{FF2B5EF4-FFF2-40B4-BE49-F238E27FC236}">
                  <a16:creationId xmlns:a16="http://schemas.microsoft.com/office/drawing/2014/main" id="{41278199-FB15-4A41-9FAB-842D77BF17A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706475" y="4171404"/>
              <a:ext cx="0" cy="423475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07589" name="Freeform 5">
              <a:extLst>
                <a:ext uri="{FF2B5EF4-FFF2-40B4-BE49-F238E27FC236}">
                  <a16:creationId xmlns:a16="http://schemas.microsoft.com/office/drawing/2014/main" id="{78710A58-6A9F-4488-ADF2-64CDEDBE4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272" y="5755462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7590" name="Freeform 7">
              <a:extLst>
                <a:ext uri="{FF2B5EF4-FFF2-40B4-BE49-F238E27FC236}">
                  <a16:creationId xmlns:a16="http://schemas.microsoft.com/office/drawing/2014/main" id="{D50AF336-A0CC-498A-9D9E-F00FB44A6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167" y="5867731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7591" name="Rectangle 50">
              <a:extLst>
                <a:ext uri="{FF2B5EF4-FFF2-40B4-BE49-F238E27FC236}">
                  <a16:creationId xmlns:a16="http://schemas.microsoft.com/office/drawing/2014/main" id="{83186BEE-FF32-4412-9D52-FA18BA7DCA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2124" y="5715917"/>
              <a:ext cx="43601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Start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55" name="Rectangle 2">
            <a:extLst>
              <a:ext uri="{FF2B5EF4-FFF2-40B4-BE49-F238E27FC236}">
                <a16:creationId xmlns:a16="http://schemas.microsoft.com/office/drawing/2014/main" id="{77BA9F50-3703-F34D-9F27-D7FE1EA7862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4763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/>
              <a:t>Let's Complete the Circuit Diagram</a:t>
            </a:r>
            <a:endParaRPr lang="en-US" dirty="0">
              <a:ea typeface="+mj-ea"/>
              <a:cs typeface="+mj-cs"/>
            </a:endParaRP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8577" name="Group 1">
            <a:extLst>
              <a:ext uri="{FF2B5EF4-FFF2-40B4-BE49-F238E27FC236}">
                <a16:creationId xmlns:a16="http://schemas.microsoft.com/office/drawing/2014/main" id="{02DCAB54-1AB5-4CCC-BEED-32D223F26945}"/>
              </a:ext>
            </a:extLst>
          </p:cNvPr>
          <p:cNvGrpSpPr>
            <a:grpSpLocks/>
          </p:cNvGrpSpPr>
          <p:nvPr/>
        </p:nvGrpSpPr>
        <p:grpSpPr bwMode="auto">
          <a:xfrm>
            <a:off x="93663" y="1895475"/>
            <a:ext cx="7131050" cy="4673600"/>
            <a:chOff x="92960" y="1895799"/>
            <a:chExt cx="7131576" cy="4673598"/>
          </a:xfrm>
        </p:grpSpPr>
        <p:sp>
          <p:nvSpPr>
            <p:cNvPr id="408579" name="Line 14">
              <a:extLst>
                <a:ext uri="{FF2B5EF4-FFF2-40B4-BE49-F238E27FC236}">
                  <a16:creationId xmlns:a16="http://schemas.microsoft.com/office/drawing/2014/main" id="{F0FF5F0B-65C7-4B73-B22E-3223276933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9416" y="5920630"/>
              <a:ext cx="10703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8580" name="Line 14">
              <a:extLst>
                <a:ext uri="{FF2B5EF4-FFF2-40B4-BE49-F238E27FC236}">
                  <a16:creationId xmlns:a16="http://schemas.microsoft.com/office/drawing/2014/main" id="{6679B1FA-8EC9-478F-A5E2-1DB6FC7D27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50" y="5937564"/>
              <a:ext cx="14246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8581" name="Rectangle 7">
              <a:extLst>
                <a:ext uri="{FF2B5EF4-FFF2-40B4-BE49-F238E27FC236}">
                  <a16:creationId xmlns:a16="http://schemas.microsoft.com/office/drawing/2014/main" id="{32E51818-D547-4FF8-BEAA-28D68444B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7960" y="5073446"/>
              <a:ext cx="1806575" cy="10302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582" name="Freeform 8">
              <a:extLst>
                <a:ext uri="{FF2B5EF4-FFF2-40B4-BE49-F238E27FC236}">
                  <a16:creationId xmlns:a16="http://schemas.microsoft.com/office/drawing/2014/main" id="{0B77BC6D-C803-470D-9795-85584DD52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960" y="5302046"/>
              <a:ext cx="158750" cy="160338"/>
            </a:xfrm>
            <a:custGeom>
              <a:avLst/>
              <a:gdLst>
                <a:gd name="T0" fmla="*/ 0 w 202"/>
                <a:gd name="T1" fmla="*/ 630239 h 202"/>
                <a:gd name="T2" fmla="*/ 0 w 202"/>
                <a:gd name="T3" fmla="*/ 630239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8583" name="Rectangle 10">
              <a:extLst>
                <a:ext uri="{FF2B5EF4-FFF2-40B4-BE49-F238E27FC236}">
                  <a16:creationId xmlns:a16="http://schemas.microsoft.com/office/drawing/2014/main" id="{2341D2A0-26F8-4942-BCF4-C485824588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4323" y="5765596"/>
              <a:ext cx="65723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clear_n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584" name="Rectangle 11">
              <a:extLst>
                <a:ext uri="{FF2B5EF4-FFF2-40B4-BE49-F238E27FC236}">
                  <a16:creationId xmlns:a16="http://schemas.microsoft.com/office/drawing/2014/main" id="{91B0C9F1-8925-4413-897D-EEBC1959A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1010" y="5465559"/>
              <a:ext cx="1331912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2-bit up-counter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585" name="Line 14">
              <a:extLst>
                <a:ext uri="{FF2B5EF4-FFF2-40B4-BE49-F238E27FC236}">
                  <a16:creationId xmlns:a16="http://schemas.microsoft.com/office/drawing/2014/main" id="{32A89AFD-19E8-4DCE-A250-D2AA4F2BD8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48" y="5396934"/>
              <a:ext cx="4202381" cy="39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8586" name="Rectangle 17">
              <a:extLst>
                <a:ext uri="{FF2B5EF4-FFF2-40B4-BE49-F238E27FC236}">
                  <a16:creationId xmlns:a16="http://schemas.microsoft.com/office/drawing/2014/main" id="{AC51729F-B469-436B-9550-CBA204462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895" y="5791514"/>
              <a:ext cx="166712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587" name="Rectangle 18">
              <a:extLst>
                <a:ext uri="{FF2B5EF4-FFF2-40B4-BE49-F238E27FC236}">
                  <a16:creationId xmlns:a16="http://schemas.microsoft.com/office/drawing/2014/main" id="{118DBD15-E6D9-41E6-ADA3-0F6CF26755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7935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588" name="Rectangle 19">
              <a:extLst>
                <a:ext uri="{FF2B5EF4-FFF2-40B4-BE49-F238E27FC236}">
                  <a16:creationId xmlns:a16="http://schemas.microsoft.com/office/drawing/2014/main" id="{0F8E23C3-7AE2-4E30-A342-BCFCBFA8B1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6560" y="3084309"/>
              <a:ext cx="1806575" cy="107473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589" name="Rectangle 20">
              <a:extLst>
                <a:ext uri="{FF2B5EF4-FFF2-40B4-BE49-F238E27FC236}">
                  <a16:creationId xmlns:a16="http://schemas.microsoft.com/office/drawing/2014/main" id="{F1A1E0B2-A5E8-42A6-B466-691823EA2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2398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590" name="Line 21">
              <a:extLst>
                <a:ext uri="{FF2B5EF4-FFF2-40B4-BE49-F238E27FC236}">
                  <a16:creationId xmlns:a16="http://schemas.microsoft.com/office/drawing/2014/main" id="{C7250377-6D99-4513-8F7B-0D8E13BA1A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473545" y="1898087"/>
              <a:ext cx="2103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8591" name="Line 22">
              <a:extLst>
                <a:ext uri="{FF2B5EF4-FFF2-40B4-BE49-F238E27FC236}">
                  <a16:creationId xmlns:a16="http://schemas.microsoft.com/office/drawing/2014/main" id="{FE7B3EA3-6BDD-4F0E-8EE5-5AF2A08CA9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20235" y="1895799"/>
              <a:ext cx="3168" cy="11885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8592" name="Rectangle 23">
              <a:extLst>
                <a:ext uri="{FF2B5EF4-FFF2-40B4-BE49-F238E27FC236}">
                  <a16:creationId xmlns:a16="http://schemas.microsoft.com/office/drawing/2014/main" id="{1DBE527A-3260-4D02-861E-229DE85D3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9598" y="3843134"/>
              <a:ext cx="2276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En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593" name="Rectangle 24">
              <a:extLst>
                <a:ext uri="{FF2B5EF4-FFF2-40B4-BE49-F238E27FC236}">
                  <a16:creationId xmlns:a16="http://schemas.microsoft.com/office/drawing/2014/main" id="{5153C29A-610B-46AF-84B2-FB371CBAA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7860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594" name="Rectangle 25">
              <a:extLst>
                <a:ext uri="{FF2B5EF4-FFF2-40B4-BE49-F238E27FC236}">
                  <a16:creationId xmlns:a16="http://schemas.microsoft.com/office/drawing/2014/main" id="{670B433C-D3CA-46F6-8AF7-1E4922772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6285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595" name="Rectangle 26">
              <a:extLst>
                <a:ext uri="{FF2B5EF4-FFF2-40B4-BE49-F238E27FC236}">
                  <a16:creationId xmlns:a16="http://schemas.microsoft.com/office/drawing/2014/main" id="{FBA1D28F-90D6-4887-9E31-778C5CDDC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2148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596" name="Rectangle 27">
              <a:extLst>
                <a:ext uri="{FF2B5EF4-FFF2-40B4-BE49-F238E27FC236}">
                  <a16:creationId xmlns:a16="http://schemas.microsoft.com/office/drawing/2014/main" id="{ABE74AA6-26FC-42D3-B577-32B0EC0C8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6610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597" name="Rectangle 28">
              <a:extLst>
                <a:ext uri="{FF2B5EF4-FFF2-40B4-BE49-F238E27FC236}">
                  <a16:creationId xmlns:a16="http://schemas.microsoft.com/office/drawing/2014/main" id="{AAF422A5-1F30-4128-A3B6-009D615944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79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598" name="Rectangle 29">
              <a:extLst>
                <a:ext uri="{FF2B5EF4-FFF2-40B4-BE49-F238E27FC236}">
                  <a16:creationId xmlns:a16="http://schemas.microsoft.com/office/drawing/2014/main" id="{A5EE9706-B74C-4C39-9E6A-5E5A6DE10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522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599" name="Rectangle 30">
              <a:extLst>
                <a:ext uri="{FF2B5EF4-FFF2-40B4-BE49-F238E27FC236}">
                  <a16:creationId xmlns:a16="http://schemas.microsoft.com/office/drawing/2014/main" id="{D2249CA8-3A75-4C34-8BE4-2F075DB032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3035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600" name="Rectangle 31">
              <a:extLst>
                <a:ext uri="{FF2B5EF4-FFF2-40B4-BE49-F238E27FC236}">
                  <a16:creationId xmlns:a16="http://schemas.microsoft.com/office/drawing/2014/main" id="{8AED63F0-CE88-49D1-8292-3A236AA57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3048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601" name="Rectangle 32">
              <a:extLst>
                <a:ext uri="{FF2B5EF4-FFF2-40B4-BE49-F238E27FC236}">
                  <a16:creationId xmlns:a16="http://schemas.microsoft.com/office/drawing/2014/main" id="{D9BD2D12-52B9-489F-92A8-E1E25EC14C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974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602" name="Line 33">
              <a:extLst>
                <a:ext uri="{FF2B5EF4-FFF2-40B4-BE49-F238E27FC236}">
                  <a16:creationId xmlns:a16="http://schemas.microsoft.com/office/drawing/2014/main" id="{5BB1C7F3-04B0-4243-91E1-9A70851344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66219" y="1895799"/>
              <a:ext cx="1583" cy="11885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8603" name="Line 34">
              <a:extLst>
                <a:ext uri="{FF2B5EF4-FFF2-40B4-BE49-F238E27FC236}">
                  <a16:creationId xmlns:a16="http://schemas.microsoft.com/office/drawing/2014/main" id="{21C22546-90D6-4CCB-8D18-39B61D9946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862119" y="1898087"/>
              <a:ext cx="2465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8604" name="Rectangle 37">
              <a:extLst>
                <a:ext uri="{FF2B5EF4-FFF2-40B4-BE49-F238E27FC236}">
                  <a16:creationId xmlns:a16="http://schemas.microsoft.com/office/drawing/2014/main" id="{07691FD2-9BDD-44DB-94DF-37A1B125D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817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605" name="Rectangle 38">
              <a:extLst>
                <a:ext uri="{FF2B5EF4-FFF2-40B4-BE49-F238E27FC236}">
                  <a16:creationId xmlns:a16="http://schemas.microsoft.com/office/drawing/2014/main" id="{AAF78425-9A6F-488A-A7AF-8367ECFEB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1510" y="4657521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606" name="Rectangle 45">
              <a:extLst>
                <a:ext uri="{FF2B5EF4-FFF2-40B4-BE49-F238E27FC236}">
                  <a16:creationId xmlns:a16="http://schemas.microsoft.com/office/drawing/2014/main" id="{85E26E06-DBB3-43BC-93A9-9E45851E49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6123" y="3519284"/>
              <a:ext cx="11938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2-to-4 decoder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607" name="Rectangle 46">
              <a:extLst>
                <a:ext uri="{FF2B5EF4-FFF2-40B4-BE49-F238E27FC236}">
                  <a16:creationId xmlns:a16="http://schemas.microsoft.com/office/drawing/2014/main" id="{AEAAB116-1151-4412-AAA3-D711F06D4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3735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608" name="Rectangle 47">
              <a:extLst>
                <a:ext uri="{FF2B5EF4-FFF2-40B4-BE49-F238E27FC236}">
                  <a16:creationId xmlns:a16="http://schemas.microsoft.com/office/drawing/2014/main" id="{D3057B26-5D7C-4927-B1D8-DCBBD314CD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0898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609" name="Rectangle 48">
              <a:extLst>
                <a:ext uri="{FF2B5EF4-FFF2-40B4-BE49-F238E27FC236}">
                  <a16:creationId xmlns:a16="http://schemas.microsoft.com/office/drawing/2014/main" id="{3CA2B15A-141E-4B81-9079-0666CDE594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8410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610" name="Rectangle 49">
              <a:extLst>
                <a:ext uri="{FF2B5EF4-FFF2-40B4-BE49-F238E27FC236}">
                  <a16:creationId xmlns:a16="http://schemas.microsoft.com/office/drawing/2014/main" id="{96D4BF9C-F938-4E39-ABD9-D972EEEC4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5573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611" name="Rectangle 50">
              <a:extLst>
                <a:ext uri="{FF2B5EF4-FFF2-40B4-BE49-F238E27FC236}">
                  <a16:creationId xmlns:a16="http://schemas.microsoft.com/office/drawing/2014/main" id="{A21028EE-0548-481B-8BCB-93771E8FB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60" y="5214195"/>
              <a:ext cx="55143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Clock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cxnSp>
          <p:nvCxnSpPr>
            <p:cNvPr id="408612" name="Straight Arrow Connector 2">
              <a:extLst>
                <a:ext uri="{FF2B5EF4-FFF2-40B4-BE49-F238E27FC236}">
                  <a16:creationId xmlns:a16="http://schemas.microsoft.com/office/drawing/2014/main" id="{E292EFD8-E35C-4A97-BDA2-E9E1CCBF511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109145" y="4165226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08613" name="Straight Arrow Connector 52">
              <a:extLst>
                <a:ext uri="{FF2B5EF4-FFF2-40B4-BE49-F238E27FC236}">
                  <a16:creationId xmlns:a16="http://schemas.microsoft.com/office/drawing/2014/main" id="{257F65BA-DA0F-40BB-80B2-784DE958246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38675" y="4169345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08614" name="Straight Arrow Connector 53">
              <a:extLst>
                <a:ext uri="{FF2B5EF4-FFF2-40B4-BE49-F238E27FC236}">
                  <a16:creationId xmlns:a16="http://schemas.microsoft.com/office/drawing/2014/main" id="{4FCF10A5-D900-4CC1-8FC8-6FC22527E7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706475" y="4171404"/>
              <a:ext cx="0" cy="423475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08615" name="Freeform 5">
              <a:extLst>
                <a:ext uri="{FF2B5EF4-FFF2-40B4-BE49-F238E27FC236}">
                  <a16:creationId xmlns:a16="http://schemas.microsoft.com/office/drawing/2014/main" id="{C579CC84-645C-45F5-AE41-2CD0D1162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005" y="5772396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8616" name="Freeform 7">
              <a:extLst>
                <a:ext uri="{FF2B5EF4-FFF2-40B4-BE49-F238E27FC236}">
                  <a16:creationId xmlns:a16="http://schemas.microsoft.com/office/drawing/2014/main" id="{666F9605-A235-40CE-BF4F-ACABC3D1D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900" y="5884665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8617" name="Freeform 45">
              <a:extLst>
                <a:ext uri="{FF2B5EF4-FFF2-40B4-BE49-F238E27FC236}">
                  <a16:creationId xmlns:a16="http://schemas.microsoft.com/office/drawing/2014/main" id="{7BC29418-022E-4A01-B73B-82A64B3CCC43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852089" y="2959411"/>
              <a:ext cx="4372447" cy="3609986"/>
            </a:xfrm>
            <a:custGeom>
              <a:avLst/>
              <a:gdLst>
                <a:gd name="T0" fmla="*/ 1541469344 w 10704"/>
                <a:gd name="T1" fmla="*/ 86678321 h 150349"/>
                <a:gd name="T2" fmla="*/ 1770236882 w 10704"/>
                <a:gd name="T3" fmla="*/ 86601655 h 150349"/>
                <a:gd name="T4" fmla="*/ 1786088637 w 10704"/>
                <a:gd name="T5" fmla="*/ 0 h 150349"/>
                <a:gd name="T6" fmla="*/ 3337340 w 10704"/>
                <a:gd name="T7" fmla="*/ 37481 h 150349"/>
                <a:gd name="T8" fmla="*/ 0 w 10704"/>
                <a:gd name="T9" fmla="*/ 12108528 h 150349"/>
                <a:gd name="T10" fmla="*/ 164025176 w 10704"/>
                <a:gd name="T11" fmla="*/ 12104494 h 1503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04" h="150349">
                  <a:moveTo>
                    <a:pt x="9238" y="150349"/>
                  </a:moveTo>
                  <a:lnTo>
                    <a:pt x="10609" y="150216"/>
                  </a:lnTo>
                  <a:cubicBezTo>
                    <a:pt x="10641" y="100026"/>
                    <a:pt x="10672" y="50190"/>
                    <a:pt x="10704" y="0"/>
                  </a:cubicBez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983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8618" name="AutoShape 57">
              <a:extLst>
                <a:ext uri="{FF2B5EF4-FFF2-40B4-BE49-F238E27FC236}">
                  <a16:creationId xmlns:a16="http://schemas.microsoft.com/office/drawing/2014/main" id="{1079A70A-2666-4C25-A5E4-24838B4EE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501" y="5556352"/>
              <a:ext cx="554038" cy="47148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grpSp>
          <p:nvGrpSpPr>
            <p:cNvPr id="408619" name="Group 66">
              <a:extLst>
                <a:ext uri="{FF2B5EF4-FFF2-40B4-BE49-F238E27FC236}">
                  <a16:creationId xmlns:a16="http://schemas.microsoft.com/office/drawing/2014/main" id="{CEA22CB1-ABF8-43E7-BF3D-FC2556E166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24676" y="5661598"/>
              <a:ext cx="636587" cy="501650"/>
              <a:chOff x="4164013" y="5505902"/>
              <a:chExt cx="636587" cy="501650"/>
            </a:xfrm>
          </p:grpSpPr>
          <p:sp>
            <p:nvSpPr>
              <p:cNvPr id="408626" name="Freeform 86">
                <a:extLst>
                  <a:ext uri="{FF2B5EF4-FFF2-40B4-BE49-F238E27FC236}">
                    <a16:creationId xmlns:a16="http://schemas.microsoft.com/office/drawing/2014/main" id="{8A3C8F09-F10B-4616-ACE9-405AC745E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505902"/>
                <a:ext cx="630237" cy="249237"/>
              </a:xfrm>
              <a:custGeom>
                <a:avLst/>
                <a:gdLst>
                  <a:gd name="T0" fmla="*/ 2147483646 w 794"/>
                  <a:gd name="T1" fmla="*/ 0 h 315"/>
                  <a:gd name="T2" fmla="*/ 2147483646 w 794"/>
                  <a:gd name="T3" fmla="*/ 0 h 315"/>
                  <a:gd name="T4" fmla="*/ 2147483646 w 794"/>
                  <a:gd name="T5" fmla="*/ 0 h 315"/>
                  <a:gd name="T6" fmla="*/ 2147483646 w 794"/>
                  <a:gd name="T7" fmla="*/ 0 h 315"/>
                  <a:gd name="T8" fmla="*/ 2147483646 w 794"/>
                  <a:gd name="T9" fmla="*/ 0 h 315"/>
                  <a:gd name="T10" fmla="*/ 2147483646 w 794"/>
                  <a:gd name="T11" fmla="*/ 0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0"/>
                    </a:moveTo>
                    <a:lnTo>
                      <a:pt x="31" y="0"/>
                    </a:lnTo>
                    <a:lnTo>
                      <a:pt x="60" y="0"/>
                    </a:lnTo>
                    <a:lnTo>
                      <a:pt x="86" y="0"/>
                    </a:lnTo>
                    <a:lnTo>
                      <a:pt x="110" y="0"/>
                    </a:lnTo>
                    <a:lnTo>
                      <a:pt x="134" y="0"/>
                    </a:lnTo>
                    <a:lnTo>
                      <a:pt x="155" y="0"/>
                    </a:lnTo>
                    <a:lnTo>
                      <a:pt x="175" y="0"/>
                    </a:lnTo>
                    <a:lnTo>
                      <a:pt x="194" y="0"/>
                    </a:lnTo>
                    <a:lnTo>
                      <a:pt x="211" y="0"/>
                    </a:lnTo>
                    <a:lnTo>
                      <a:pt x="227" y="0"/>
                    </a:lnTo>
                    <a:lnTo>
                      <a:pt x="240" y="0"/>
                    </a:lnTo>
                    <a:lnTo>
                      <a:pt x="254" y="0"/>
                    </a:lnTo>
                    <a:lnTo>
                      <a:pt x="265" y="0"/>
                    </a:lnTo>
                    <a:lnTo>
                      <a:pt x="276" y="0"/>
                    </a:lnTo>
                    <a:lnTo>
                      <a:pt x="287" y="0"/>
                    </a:lnTo>
                    <a:lnTo>
                      <a:pt x="296" y="0"/>
                    </a:lnTo>
                    <a:lnTo>
                      <a:pt x="303" y="0"/>
                    </a:lnTo>
                    <a:lnTo>
                      <a:pt x="311" y="0"/>
                    </a:lnTo>
                    <a:lnTo>
                      <a:pt x="317" y="0"/>
                    </a:lnTo>
                    <a:lnTo>
                      <a:pt x="323" y="0"/>
                    </a:lnTo>
                    <a:lnTo>
                      <a:pt x="328" y="0"/>
                    </a:lnTo>
                    <a:lnTo>
                      <a:pt x="332" y="0"/>
                    </a:lnTo>
                    <a:lnTo>
                      <a:pt x="336" y="1"/>
                    </a:lnTo>
                    <a:lnTo>
                      <a:pt x="338" y="1"/>
                    </a:lnTo>
                    <a:lnTo>
                      <a:pt x="342" y="1"/>
                    </a:lnTo>
                    <a:lnTo>
                      <a:pt x="345" y="1"/>
                    </a:lnTo>
                    <a:lnTo>
                      <a:pt x="348" y="1"/>
                    </a:lnTo>
                    <a:lnTo>
                      <a:pt x="349" y="1"/>
                    </a:lnTo>
                    <a:lnTo>
                      <a:pt x="352" y="1"/>
                    </a:lnTo>
                    <a:lnTo>
                      <a:pt x="353" y="1"/>
                    </a:lnTo>
                    <a:lnTo>
                      <a:pt x="356" y="1"/>
                    </a:lnTo>
                    <a:lnTo>
                      <a:pt x="358" y="1"/>
                    </a:lnTo>
                    <a:lnTo>
                      <a:pt x="360" y="1"/>
                    </a:lnTo>
                    <a:lnTo>
                      <a:pt x="362" y="3"/>
                    </a:lnTo>
                    <a:lnTo>
                      <a:pt x="364" y="3"/>
                    </a:lnTo>
                    <a:lnTo>
                      <a:pt x="366" y="3"/>
                    </a:lnTo>
                    <a:lnTo>
                      <a:pt x="368" y="3"/>
                    </a:lnTo>
                    <a:lnTo>
                      <a:pt x="369" y="3"/>
                    </a:lnTo>
                    <a:lnTo>
                      <a:pt x="370" y="3"/>
                    </a:lnTo>
                    <a:lnTo>
                      <a:pt x="372" y="3"/>
                    </a:lnTo>
                    <a:lnTo>
                      <a:pt x="374" y="3"/>
                    </a:lnTo>
                    <a:lnTo>
                      <a:pt x="376" y="3"/>
                    </a:lnTo>
                    <a:lnTo>
                      <a:pt x="377" y="3"/>
                    </a:lnTo>
                    <a:lnTo>
                      <a:pt x="378" y="3"/>
                    </a:lnTo>
                    <a:lnTo>
                      <a:pt x="380" y="4"/>
                    </a:lnTo>
                    <a:lnTo>
                      <a:pt x="381" y="4"/>
                    </a:lnTo>
                    <a:lnTo>
                      <a:pt x="382" y="4"/>
                    </a:lnTo>
                    <a:lnTo>
                      <a:pt x="384" y="4"/>
                    </a:lnTo>
                    <a:lnTo>
                      <a:pt x="385" y="4"/>
                    </a:lnTo>
                    <a:lnTo>
                      <a:pt x="386" y="4"/>
                    </a:lnTo>
                    <a:lnTo>
                      <a:pt x="388" y="4"/>
                    </a:lnTo>
                    <a:lnTo>
                      <a:pt x="389" y="4"/>
                    </a:lnTo>
                    <a:lnTo>
                      <a:pt x="390" y="4"/>
                    </a:lnTo>
                    <a:lnTo>
                      <a:pt x="392" y="5"/>
                    </a:lnTo>
                    <a:lnTo>
                      <a:pt x="393" y="5"/>
                    </a:lnTo>
                    <a:lnTo>
                      <a:pt x="394" y="5"/>
                    </a:lnTo>
                    <a:lnTo>
                      <a:pt x="396" y="5"/>
                    </a:lnTo>
                    <a:lnTo>
                      <a:pt x="398" y="5"/>
                    </a:lnTo>
                    <a:lnTo>
                      <a:pt x="400" y="5"/>
                    </a:lnTo>
                    <a:lnTo>
                      <a:pt x="401" y="7"/>
                    </a:lnTo>
                    <a:lnTo>
                      <a:pt x="403" y="7"/>
                    </a:lnTo>
                    <a:lnTo>
                      <a:pt x="405" y="7"/>
                    </a:lnTo>
                    <a:lnTo>
                      <a:pt x="407" y="7"/>
                    </a:lnTo>
                    <a:lnTo>
                      <a:pt x="409" y="8"/>
                    </a:lnTo>
                    <a:lnTo>
                      <a:pt x="411" y="8"/>
                    </a:lnTo>
                    <a:lnTo>
                      <a:pt x="413" y="8"/>
                    </a:lnTo>
                    <a:lnTo>
                      <a:pt x="414" y="8"/>
                    </a:lnTo>
                    <a:lnTo>
                      <a:pt x="417" y="8"/>
                    </a:lnTo>
                    <a:lnTo>
                      <a:pt x="418" y="8"/>
                    </a:lnTo>
                    <a:lnTo>
                      <a:pt x="419" y="9"/>
                    </a:lnTo>
                    <a:lnTo>
                      <a:pt x="421" y="9"/>
                    </a:lnTo>
                    <a:lnTo>
                      <a:pt x="422" y="9"/>
                    </a:lnTo>
                    <a:lnTo>
                      <a:pt x="423" y="9"/>
                    </a:lnTo>
                    <a:lnTo>
                      <a:pt x="425" y="9"/>
                    </a:lnTo>
                    <a:lnTo>
                      <a:pt x="426" y="9"/>
                    </a:lnTo>
                    <a:lnTo>
                      <a:pt x="426" y="11"/>
                    </a:lnTo>
                    <a:lnTo>
                      <a:pt x="427" y="11"/>
                    </a:lnTo>
                    <a:lnTo>
                      <a:pt x="429" y="11"/>
                    </a:lnTo>
                    <a:lnTo>
                      <a:pt x="430" y="11"/>
                    </a:lnTo>
                    <a:lnTo>
                      <a:pt x="431" y="11"/>
                    </a:lnTo>
                    <a:lnTo>
                      <a:pt x="433" y="12"/>
                    </a:lnTo>
                    <a:lnTo>
                      <a:pt x="434" y="12"/>
                    </a:lnTo>
                    <a:lnTo>
                      <a:pt x="435" y="12"/>
                    </a:lnTo>
                    <a:lnTo>
                      <a:pt x="437" y="13"/>
                    </a:lnTo>
                    <a:lnTo>
                      <a:pt x="438" y="13"/>
                    </a:lnTo>
                    <a:lnTo>
                      <a:pt x="439" y="13"/>
                    </a:lnTo>
                    <a:lnTo>
                      <a:pt x="441" y="15"/>
                    </a:lnTo>
                    <a:lnTo>
                      <a:pt x="443" y="15"/>
                    </a:lnTo>
                    <a:lnTo>
                      <a:pt x="445" y="15"/>
                    </a:lnTo>
                    <a:lnTo>
                      <a:pt x="446" y="16"/>
                    </a:lnTo>
                    <a:lnTo>
                      <a:pt x="449" y="16"/>
                    </a:lnTo>
                    <a:lnTo>
                      <a:pt x="450" y="17"/>
                    </a:lnTo>
                    <a:lnTo>
                      <a:pt x="453" y="17"/>
                    </a:lnTo>
                    <a:lnTo>
                      <a:pt x="455" y="19"/>
                    </a:lnTo>
                    <a:lnTo>
                      <a:pt x="458" y="19"/>
                    </a:lnTo>
                    <a:lnTo>
                      <a:pt x="459" y="20"/>
                    </a:lnTo>
                    <a:lnTo>
                      <a:pt x="462" y="20"/>
                    </a:lnTo>
                    <a:lnTo>
                      <a:pt x="465" y="21"/>
                    </a:lnTo>
                    <a:lnTo>
                      <a:pt x="466" y="21"/>
                    </a:lnTo>
                    <a:lnTo>
                      <a:pt x="467" y="23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4"/>
                    </a:lnTo>
                    <a:lnTo>
                      <a:pt x="474" y="24"/>
                    </a:lnTo>
                    <a:lnTo>
                      <a:pt x="475" y="25"/>
                    </a:lnTo>
                    <a:lnTo>
                      <a:pt x="476" y="25"/>
                    </a:lnTo>
                    <a:lnTo>
                      <a:pt x="478" y="25"/>
                    </a:lnTo>
                    <a:lnTo>
                      <a:pt x="479" y="27"/>
                    </a:lnTo>
                    <a:lnTo>
                      <a:pt x="480" y="27"/>
                    </a:lnTo>
                    <a:lnTo>
                      <a:pt x="482" y="27"/>
                    </a:lnTo>
                    <a:lnTo>
                      <a:pt x="482" y="28"/>
                    </a:lnTo>
                    <a:lnTo>
                      <a:pt x="483" y="28"/>
                    </a:lnTo>
                    <a:lnTo>
                      <a:pt x="484" y="29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31"/>
                    </a:lnTo>
                    <a:lnTo>
                      <a:pt x="490" y="31"/>
                    </a:lnTo>
                    <a:lnTo>
                      <a:pt x="491" y="32"/>
                    </a:lnTo>
                    <a:lnTo>
                      <a:pt x="492" y="32"/>
                    </a:lnTo>
                    <a:lnTo>
                      <a:pt x="494" y="33"/>
                    </a:lnTo>
                    <a:lnTo>
                      <a:pt x="495" y="33"/>
                    </a:lnTo>
                    <a:lnTo>
                      <a:pt x="498" y="35"/>
                    </a:lnTo>
                    <a:lnTo>
                      <a:pt x="499" y="36"/>
                    </a:lnTo>
                    <a:lnTo>
                      <a:pt x="500" y="36"/>
                    </a:lnTo>
                    <a:lnTo>
                      <a:pt x="503" y="37"/>
                    </a:lnTo>
                    <a:lnTo>
                      <a:pt x="504" y="39"/>
                    </a:lnTo>
                    <a:lnTo>
                      <a:pt x="507" y="40"/>
                    </a:lnTo>
                    <a:lnTo>
                      <a:pt x="508" y="40"/>
                    </a:lnTo>
                    <a:lnTo>
                      <a:pt x="511" y="41"/>
                    </a:lnTo>
                    <a:lnTo>
                      <a:pt x="512" y="43"/>
                    </a:lnTo>
                    <a:lnTo>
                      <a:pt x="514" y="43"/>
                    </a:lnTo>
                    <a:lnTo>
                      <a:pt x="516" y="44"/>
                    </a:lnTo>
                    <a:lnTo>
                      <a:pt x="518" y="44"/>
                    </a:lnTo>
                    <a:lnTo>
                      <a:pt x="519" y="45"/>
                    </a:lnTo>
                    <a:lnTo>
                      <a:pt x="520" y="45"/>
                    </a:lnTo>
                    <a:lnTo>
                      <a:pt x="522" y="47"/>
                    </a:lnTo>
                    <a:lnTo>
                      <a:pt x="523" y="47"/>
                    </a:lnTo>
                    <a:lnTo>
                      <a:pt x="523" y="48"/>
                    </a:lnTo>
                    <a:lnTo>
                      <a:pt x="524" y="48"/>
                    </a:lnTo>
                    <a:lnTo>
                      <a:pt x="526" y="49"/>
                    </a:lnTo>
                    <a:lnTo>
                      <a:pt x="527" y="49"/>
                    </a:lnTo>
                    <a:lnTo>
                      <a:pt x="528" y="51"/>
                    </a:lnTo>
                    <a:lnTo>
                      <a:pt x="530" y="51"/>
                    </a:lnTo>
                    <a:lnTo>
                      <a:pt x="531" y="52"/>
                    </a:lnTo>
                    <a:lnTo>
                      <a:pt x="532" y="52"/>
                    </a:lnTo>
                    <a:lnTo>
                      <a:pt x="534" y="53"/>
                    </a:lnTo>
                    <a:lnTo>
                      <a:pt x="535" y="55"/>
                    </a:lnTo>
                    <a:lnTo>
                      <a:pt x="536" y="55"/>
                    </a:lnTo>
                    <a:lnTo>
                      <a:pt x="538" y="56"/>
                    </a:lnTo>
                    <a:lnTo>
                      <a:pt x="539" y="56"/>
                    </a:lnTo>
                    <a:lnTo>
                      <a:pt x="540" y="57"/>
                    </a:lnTo>
                    <a:lnTo>
                      <a:pt x="542" y="57"/>
                    </a:lnTo>
                    <a:lnTo>
                      <a:pt x="543" y="58"/>
                    </a:lnTo>
                    <a:lnTo>
                      <a:pt x="546" y="60"/>
                    </a:lnTo>
                    <a:lnTo>
                      <a:pt x="547" y="60"/>
                    </a:lnTo>
                    <a:lnTo>
                      <a:pt x="548" y="61"/>
                    </a:lnTo>
                    <a:lnTo>
                      <a:pt x="551" y="62"/>
                    </a:lnTo>
                    <a:lnTo>
                      <a:pt x="552" y="64"/>
                    </a:lnTo>
                    <a:lnTo>
                      <a:pt x="553" y="65"/>
                    </a:lnTo>
                    <a:lnTo>
                      <a:pt x="556" y="65"/>
                    </a:lnTo>
                    <a:lnTo>
                      <a:pt x="557" y="66"/>
                    </a:lnTo>
                    <a:lnTo>
                      <a:pt x="559" y="66"/>
                    </a:lnTo>
                    <a:lnTo>
                      <a:pt x="560" y="68"/>
                    </a:lnTo>
                    <a:lnTo>
                      <a:pt x="561" y="69"/>
                    </a:lnTo>
                    <a:lnTo>
                      <a:pt x="563" y="69"/>
                    </a:lnTo>
                    <a:lnTo>
                      <a:pt x="564" y="70"/>
                    </a:lnTo>
                    <a:lnTo>
                      <a:pt x="565" y="70"/>
                    </a:lnTo>
                    <a:lnTo>
                      <a:pt x="567" y="72"/>
                    </a:lnTo>
                    <a:lnTo>
                      <a:pt x="568" y="73"/>
                    </a:lnTo>
                    <a:lnTo>
                      <a:pt x="569" y="73"/>
                    </a:lnTo>
                    <a:lnTo>
                      <a:pt x="571" y="74"/>
                    </a:lnTo>
                    <a:lnTo>
                      <a:pt x="572" y="74"/>
                    </a:lnTo>
                    <a:lnTo>
                      <a:pt x="572" y="76"/>
                    </a:lnTo>
                    <a:lnTo>
                      <a:pt x="573" y="76"/>
                    </a:lnTo>
                    <a:lnTo>
                      <a:pt x="575" y="76"/>
                    </a:lnTo>
                    <a:lnTo>
                      <a:pt x="575" y="77"/>
                    </a:lnTo>
                    <a:lnTo>
                      <a:pt x="576" y="77"/>
                    </a:lnTo>
                    <a:lnTo>
                      <a:pt x="577" y="78"/>
                    </a:lnTo>
                    <a:lnTo>
                      <a:pt x="579" y="78"/>
                    </a:lnTo>
                    <a:lnTo>
                      <a:pt x="580" y="80"/>
                    </a:lnTo>
                    <a:lnTo>
                      <a:pt x="581" y="80"/>
                    </a:lnTo>
                    <a:lnTo>
                      <a:pt x="581" y="81"/>
                    </a:lnTo>
                    <a:lnTo>
                      <a:pt x="583" y="82"/>
                    </a:lnTo>
                    <a:lnTo>
                      <a:pt x="585" y="82"/>
                    </a:lnTo>
                    <a:lnTo>
                      <a:pt x="587" y="84"/>
                    </a:lnTo>
                    <a:lnTo>
                      <a:pt x="588" y="85"/>
                    </a:lnTo>
                    <a:lnTo>
                      <a:pt x="589" y="86"/>
                    </a:lnTo>
                    <a:lnTo>
                      <a:pt x="591" y="86"/>
                    </a:lnTo>
                    <a:lnTo>
                      <a:pt x="592" y="88"/>
                    </a:lnTo>
                    <a:lnTo>
                      <a:pt x="593" y="88"/>
                    </a:lnTo>
                    <a:lnTo>
                      <a:pt x="593" y="89"/>
                    </a:lnTo>
                    <a:lnTo>
                      <a:pt x="595" y="89"/>
                    </a:lnTo>
                    <a:lnTo>
                      <a:pt x="596" y="90"/>
                    </a:lnTo>
                    <a:lnTo>
                      <a:pt x="597" y="90"/>
                    </a:lnTo>
                    <a:lnTo>
                      <a:pt x="597" y="92"/>
                    </a:lnTo>
                    <a:lnTo>
                      <a:pt x="599" y="92"/>
                    </a:lnTo>
                    <a:lnTo>
                      <a:pt x="600" y="93"/>
                    </a:lnTo>
                    <a:lnTo>
                      <a:pt x="601" y="93"/>
                    </a:lnTo>
                    <a:lnTo>
                      <a:pt x="601" y="94"/>
                    </a:lnTo>
                    <a:lnTo>
                      <a:pt x="603" y="94"/>
                    </a:lnTo>
                    <a:lnTo>
                      <a:pt x="604" y="96"/>
                    </a:lnTo>
                    <a:lnTo>
                      <a:pt x="605" y="97"/>
                    </a:lnTo>
                    <a:lnTo>
                      <a:pt x="607" y="97"/>
                    </a:lnTo>
                    <a:lnTo>
                      <a:pt x="607" y="98"/>
                    </a:lnTo>
                    <a:lnTo>
                      <a:pt x="608" y="98"/>
                    </a:lnTo>
                    <a:lnTo>
                      <a:pt x="609" y="100"/>
                    </a:lnTo>
                    <a:lnTo>
                      <a:pt x="611" y="101"/>
                    </a:lnTo>
                    <a:lnTo>
                      <a:pt x="612" y="101"/>
                    </a:lnTo>
                    <a:lnTo>
                      <a:pt x="612" y="102"/>
                    </a:lnTo>
                    <a:lnTo>
                      <a:pt x="613" y="102"/>
                    </a:lnTo>
                    <a:lnTo>
                      <a:pt x="615" y="104"/>
                    </a:lnTo>
                    <a:lnTo>
                      <a:pt x="616" y="105"/>
                    </a:lnTo>
                    <a:lnTo>
                      <a:pt x="617" y="106"/>
                    </a:lnTo>
                    <a:lnTo>
                      <a:pt x="619" y="106"/>
                    </a:lnTo>
                    <a:lnTo>
                      <a:pt x="619" y="108"/>
                    </a:lnTo>
                    <a:lnTo>
                      <a:pt x="620" y="108"/>
                    </a:lnTo>
                    <a:lnTo>
                      <a:pt x="621" y="109"/>
                    </a:lnTo>
                    <a:lnTo>
                      <a:pt x="622" y="110"/>
                    </a:lnTo>
                    <a:lnTo>
                      <a:pt x="624" y="110"/>
                    </a:lnTo>
                    <a:lnTo>
                      <a:pt x="624" y="112"/>
                    </a:lnTo>
                    <a:lnTo>
                      <a:pt x="625" y="112"/>
                    </a:lnTo>
                    <a:lnTo>
                      <a:pt x="625" y="113"/>
                    </a:lnTo>
                    <a:lnTo>
                      <a:pt x="626" y="113"/>
                    </a:lnTo>
                    <a:lnTo>
                      <a:pt x="628" y="114"/>
                    </a:lnTo>
                    <a:lnTo>
                      <a:pt x="629" y="114"/>
                    </a:lnTo>
                    <a:lnTo>
                      <a:pt x="629" y="116"/>
                    </a:lnTo>
                    <a:lnTo>
                      <a:pt x="630" y="116"/>
                    </a:lnTo>
                    <a:lnTo>
                      <a:pt x="632" y="117"/>
                    </a:lnTo>
                    <a:lnTo>
                      <a:pt x="633" y="118"/>
                    </a:lnTo>
                    <a:lnTo>
                      <a:pt x="634" y="118"/>
                    </a:lnTo>
                    <a:lnTo>
                      <a:pt x="634" y="120"/>
                    </a:lnTo>
                    <a:lnTo>
                      <a:pt x="636" y="120"/>
                    </a:lnTo>
                    <a:lnTo>
                      <a:pt x="637" y="121"/>
                    </a:lnTo>
                    <a:lnTo>
                      <a:pt x="638" y="121"/>
                    </a:lnTo>
                    <a:lnTo>
                      <a:pt x="640" y="122"/>
                    </a:lnTo>
                    <a:lnTo>
                      <a:pt x="641" y="124"/>
                    </a:lnTo>
                    <a:lnTo>
                      <a:pt x="642" y="125"/>
                    </a:lnTo>
                    <a:lnTo>
                      <a:pt x="644" y="125"/>
                    </a:lnTo>
                    <a:lnTo>
                      <a:pt x="645" y="126"/>
                    </a:lnTo>
                    <a:lnTo>
                      <a:pt x="646" y="128"/>
                    </a:lnTo>
                    <a:lnTo>
                      <a:pt x="648" y="128"/>
                    </a:lnTo>
                    <a:lnTo>
                      <a:pt x="648" y="129"/>
                    </a:lnTo>
                    <a:lnTo>
                      <a:pt x="649" y="129"/>
                    </a:lnTo>
                    <a:lnTo>
                      <a:pt x="650" y="130"/>
                    </a:lnTo>
                    <a:lnTo>
                      <a:pt x="652" y="131"/>
                    </a:lnTo>
                    <a:lnTo>
                      <a:pt x="653" y="131"/>
                    </a:lnTo>
                    <a:lnTo>
                      <a:pt x="653" y="133"/>
                    </a:lnTo>
                    <a:lnTo>
                      <a:pt x="654" y="133"/>
                    </a:lnTo>
                    <a:lnTo>
                      <a:pt x="654" y="134"/>
                    </a:lnTo>
                    <a:lnTo>
                      <a:pt x="656" y="134"/>
                    </a:lnTo>
                    <a:lnTo>
                      <a:pt x="656" y="135"/>
                    </a:lnTo>
                    <a:lnTo>
                      <a:pt x="657" y="135"/>
                    </a:lnTo>
                    <a:lnTo>
                      <a:pt x="657" y="137"/>
                    </a:lnTo>
                    <a:lnTo>
                      <a:pt x="658" y="138"/>
                    </a:lnTo>
                    <a:lnTo>
                      <a:pt x="660" y="138"/>
                    </a:lnTo>
                    <a:lnTo>
                      <a:pt x="660" y="139"/>
                    </a:lnTo>
                    <a:lnTo>
                      <a:pt x="661" y="141"/>
                    </a:lnTo>
                    <a:lnTo>
                      <a:pt x="662" y="141"/>
                    </a:lnTo>
                    <a:lnTo>
                      <a:pt x="664" y="142"/>
                    </a:lnTo>
                    <a:lnTo>
                      <a:pt x="664" y="143"/>
                    </a:lnTo>
                    <a:lnTo>
                      <a:pt x="665" y="145"/>
                    </a:lnTo>
                    <a:lnTo>
                      <a:pt x="666" y="146"/>
                    </a:lnTo>
                    <a:lnTo>
                      <a:pt x="668" y="147"/>
                    </a:lnTo>
                    <a:lnTo>
                      <a:pt x="669" y="149"/>
                    </a:lnTo>
                    <a:lnTo>
                      <a:pt x="670" y="150"/>
                    </a:lnTo>
                    <a:lnTo>
                      <a:pt x="672" y="151"/>
                    </a:lnTo>
                    <a:lnTo>
                      <a:pt x="673" y="153"/>
                    </a:lnTo>
                    <a:lnTo>
                      <a:pt x="674" y="154"/>
                    </a:lnTo>
                    <a:lnTo>
                      <a:pt x="676" y="155"/>
                    </a:lnTo>
                    <a:lnTo>
                      <a:pt x="677" y="157"/>
                    </a:lnTo>
                    <a:lnTo>
                      <a:pt x="677" y="158"/>
                    </a:lnTo>
                    <a:lnTo>
                      <a:pt x="678" y="158"/>
                    </a:lnTo>
                    <a:lnTo>
                      <a:pt x="680" y="159"/>
                    </a:lnTo>
                    <a:lnTo>
                      <a:pt x="680" y="161"/>
                    </a:lnTo>
                    <a:lnTo>
                      <a:pt x="681" y="161"/>
                    </a:lnTo>
                    <a:lnTo>
                      <a:pt x="681" y="162"/>
                    </a:lnTo>
                    <a:lnTo>
                      <a:pt x="682" y="162"/>
                    </a:lnTo>
                    <a:lnTo>
                      <a:pt x="682" y="163"/>
                    </a:lnTo>
                    <a:lnTo>
                      <a:pt x="684" y="165"/>
                    </a:lnTo>
                    <a:lnTo>
                      <a:pt x="685" y="166"/>
                    </a:lnTo>
                    <a:lnTo>
                      <a:pt x="686" y="167"/>
                    </a:lnTo>
                    <a:lnTo>
                      <a:pt x="686" y="169"/>
                    </a:lnTo>
                    <a:lnTo>
                      <a:pt x="688" y="169"/>
                    </a:lnTo>
                    <a:lnTo>
                      <a:pt x="689" y="170"/>
                    </a:lnTo>
                    <a:lnTo>
                      <a:pt x="689" y="171"/>
                    </a:lnTo>
                    <a:lnTo>
                      <a:pt x="690" y="173"/>
                    </a:lnTo>
                    <a:lnTo>
                      <a:pt x="692" y="174"/>
                    </a:lnTo>
                    <a:lnTo>
                      <a:pt x="693" y="175"/>
                    </a:lnTo>
                    <a:lnTo>
                      <a:pt x="694" y="178"/>
                    </a:lnTo>
                    <a:lnTo>
                      <a:pt x="695" y="179"/>
                    </a:lnTo>
                    <a:lnTo>
                      <a:pt x="697" y="181"/>
                    </a:lnTo>
                    <a:lnTo>
                      <a:pt x="698" y="183"/>
                    </a:lnTo>
                    <a:lnTo>
                      <a:pt x="701" y="185"/>
                    </a:lnTo>
                    <a:lnTo>
                      <a:pt x="702" y="186"/>
                    </a:lnTo>
                    <a:lnTo>
                      <a:pt x="702" y="187"/>
                    </a:lnTo>
                    <a:lnTo>
                      <a:pt x="703" y="189"/>
                    </a:lnTo>
                    <a:lnTo>
                      <a:pt x="705" y="190"/>
                    </a:lnTo>
                    <a:lnTo>
                      <a:pt x="706" y="191"/>
                    </a:lnTo>
                    <a:lnTo>
                      <a:pt x="707" y="193"/>
                    </a:lnTo>
                    <a:lnTo>
                      <a:pt x="707" y="194"/>
                    </a:lnTo>
                    <a:lnTo>
                      <a:pt x="709" y="195"/>
                    </a:lnTo>
                    <a:lnTo>
                      <a:pt x="710" y="197"/>
                    </a:lnTo>
                    <a:lnTo>
                      <a:pt x="710" y="198"/>
                    </a:lnTo>
                    <a:lnTo>
                      <a:pt x="711" y="198"/>
                    </a:lnTo>
                    <a:lnTo>
                      <a:pt x="713" y="199"/>
                    </a:lnTo>
                    <a:lnTo>
                      <a:pt x="713" y="201"/>
                    </a:lnTo>
                    <a:lnTo>
                      <a:pt x="714" y="202"/>
                    </a:lnTo>
                    <a:lnTo>
                      <a:pt x="715" y="203"/>
                    </a:lnTo>
                    <a:lnTo>
                      <a:pt x="717" y="205"/>
                    </a:lnTo>
                    <a:lnTo>
                      <a:pt x="717" y="206"/>
                    </a:lnTo>
                    <a:lnTo>
                      <a:pt x="718" y="207"/>
                    </a:lnTo>
                    <a:lnTo>
                      <a:pt x="719" y="208"/>
                    </a:lnTo>
                    <a:lnTo>
                      <a:pt x="721" y="210"/>
                    </a:lnTo>
                    <a:lnTo>
                      <a:pt x="722" y="212"/>
                    </a:lnTo>
                    <a:lnTo>
                      <a:pt x="722" y="214"/>
                    </a:lnTo>
                    <a:lnTo>
                      <a:pt x="723" y="215"/>
                    </a:lnTo>
                    <a:lnTo>
                      <a:pt x="725" y="216"/>
                    </a:lnTo>
                    <a:lnTo>
                      <a:pt x="726" y="218"/>
                    </a:lnTo>
                    <a:lnTo>
                      <a:pt x="727" y="220"/>
                    </a:lnTo>
                    <a:lnTo>
                      <a:pt x="729" y="222"/>
                    </a:lnTo>
                    <a:lnTo>
                      <a:pt x="730" y="224"/>
                    </a:lnTo>
                    <a:lnTo>
                      <a:pt x="731" y="226"/>
                    </a:lnTo>
                    <a:lnTo>
                      <a:pt x="734" y="228"/>
                    </a:lnTo>
                    <a:lnTo>
                      <a:pt x="735" y="230"/>
                    </a:lnTo>
                    <a:lnTo>
                      <a:pt x="735" y="232"/>
                    </a:lnTo>
                    <a:lnTo>
                      <a:pt x="737" y="234"/>
                    </a:lnTo>
                    <a:lnTo>
                      <a:pt x="738" y="235"/>
                    </a:lnTo>
                    <a:lnTo>
                      <a:pt x="739" y="236"/>
                    </a:lnTo>
                    <a:lnTo>
                      <a:pt x="741" y="238"/>
                    </a:lnTo>
                    <a:lnTo>
                      <a:pt x="742" y="239"/>
                    </a:lnTo>
                    <a:lnTo>
                      <a:pt x="742" y="240"/>
                    </a:lnTo>
                    <a:lnTo>
                      <a:pt x="743" y="242"/>
                    </a:lnTo>
                    <a:lnTo>
                      <a:pt x="745" y="243"/>
                    </a:lnTo>
                    <a:lnTo>
                      <a:pt x="745" y="244"/>
                    </a:lnTo>
                    <a:lnTo>
                      <a:pt x="746" y="246"/>
                    </a:lnTo>
                    <a:lnTo>
                      <a:pt x="746" y="247"/>
                    </a:lnTo>
                    <a:lnTo>
                      <a:pt x="747" y="247"/>
                    </a:lnTo>
                    <a:lnTo>
                      <a:pt x="749" y="248"/>
                    </a:lnTo>
                    <a:lnTo>
                      <a:pt x="749" y="250"/>
                    </a:lnTo>
                    <a:lnTo>
                      <a:pt x="750" y="251"/>
                    </a:lnTo>
                    <a:lnTo>
                      <a:pt x="750" y="252"/>
                    </a:lnTo>
                    <a:lnTo>
                      <a:pt x="751" y="254"/>
                    </a:lnTo>
                    <a:lnTo>
                      <a:pt x="753" y="255"/>
                    </a:lnTo>
                    <a:lnTo>
                      <a:pt x="754" y="256"/>
                    </a:lnTo>
                    <a:lnTo>
                      <a:pt x="754" y="258"/>
                    </a:lnTo>
                    <a:lnTo>
                      <a:pt x="755" y="259"/>
                    </a:lnTo>
                    <a:lnTo>
                      <a:pt x="757" y="260"/>
                    </a:lnTo>
                    <a:lnTo>
                      <a:pt x="758" y="262"/>
                    </a:lnTo>
                    <a:lnTo>
                      <a:pt x="759" y="263"/>
                    </a:lnTo>
                    <a:lnTo>
                      <a:pt x="761" y="266"/>
                    </a:lnTo>
                    <a:lnTo>
                      <a:pt x="762" y="267"/>
                    </a:lnTo>
                    <a:lnTo>
                      <a:pt x="763" y="270"/>
                    </a:lnTo>
                    <a:lnTo>
                      <a:pt x="765" y="271"/>
                    </a:lnTo>
                    <a:lnTo>
                      <a:pt x="766" y="274"/>
                    </a:lnTo>
                    <a:lnTo>
                      <a:pt x="767" y="276"/>
                    </a:lnTo>
                    <a:lnTo>
                      <a:pt x="769" y="278"/>
                    </a:lnTo>
                    <a:lnTo>
                      <a:pt x="770" y="279"/>
                    </a:lnTo>
                    <a:lnTo>
                      <a:pt x="771" y="281"/>
                    </a:lnTo>
                    <a:lnTo>
                      <a:pt x="772" y="283"/>
                    </a:lnTo>
                    <a:lnTo>
                      <a:pt x="774" y="284"/>
                    </a:lnTo>
                    <a:lnTo>
                      <a:pt x="775" y="285"/>
                    </a:lnTo>
                    <a:lnTo>
                      <a:pt x="775" y="287"/>
                    </a:lnTo>
                    <a:lnTo>
                      <a:pt x="776" y="288"/>
                    </a:lnTo>
                    <a:lnTo>
                      <a:pt x="778" y="289"/>
                    </a:lnTo>
                    <a:lnTo>
                      <a:pt x="778" y="291"/>
                    </a:lnTo>
                    <a:lnTo>
                      <a:pt x="779" y="292"/>
                    </a:lnTo>
                    <a:lnTo>
                      <a:pt x="780" y="293"/>
                    </a:lnTo>
                    <a:lnTo>
                      <a:pt x="782" y="295"/>
                    </a:lnTo>
                    <a:lnTo>
                      <a:pt x="782" y="296"/>
                    </a:lnTo>
                    <a:lnTo>
                      <a:pt x="783" y="297"/>
                    </a:lnTo>
                    <a:lnTo>
                      <a:pt x="784" y="299"/>
                    </a:lnTo>
                    <a:lnTo>
                      <a:pt x="784" y="300"/>
                    </a:lnTo>
                    <a:lnTo>
                      <a:pt x="786" y="301"/>
                    </a:lnTo>
                    <a:lnTo>
                      <a:pt x="786" y="303"/>
                    </a:lnTo>
                    <a:lnTo>
                      <a:pt x="787" y="304"/>
                    </a:lnTo>
                    <a:lnTo>
                      <a:pt x="788" y="305"/>
                    </a:lnTo>
                    <a:lnTo>
                      <a:pt x="788" y="307"/>
                    </a:lnTo>
                    <a:lnTo>
                      <a:pt x="790" y="309"/>
                    </a:lnTo>
                    <a:lnTo>
                      <a:pt x="791" y="311"/>
                    </a:lnTo>
                    <a:lnTo>
                      <a:pt x="791" y="312"/>
                    </a:lnTo>
                    <a:lnTo>
                      <a:pt x="792" y="313"/>
                    </a:lnTo>
                    <a:lnTo>
                      <a:pt x="794" y="315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08627" name="Freeform 87">
                <a:extLst>
                  <a:ext uri="{FF2B5EF4-FFF2-40B4-BE49-F238E27FC236}">
                    <a16:creationId xmlns:a16="http://schemas.microsoft.com/office/drawing/2014/main" id="{970D2F75-2405-4C6A-A7B7-BE175BC1F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758314"/>
                <a:ext cx="630237" cy="249238"/>
              </a:xfrm>
              <a:custGeom>
                <a:avLst/>
                <a:gdLst>
                  <a:gd name="T0" fmla="*/ 2147483646 w 794"/>
                  <a:gd name="T1" fmla="*/ 2147483646 h 315"/>
                  <a:gd name="T2" fmla="*/ 2147483646 w 794"/>
                  <a:gd name="T3" fmla="*/ 2147483646 h 315"/>
                  <a:gd name="T4" fmla="*/ 2147483646 w 794"/>
                  <a:gd name="T5" fmla="*/ 2147483646 h 315"/>
                  <a:gd name="T6" fmla="*/ 2147483646 w 794"/>
                  <a:gd name="T7" fmla="*/ 2147483646 h 315"/>
                  <a:gd name="T8" fmla="*/ 2147483646 w 794"/>
                  <a:gd name="T9" fmla="*/ 2147483646 h 315"/>
                  <a:gd name="T10" fmla="*/ 2147483646 w 794"/>
                  <a:gd name="T11" fmla="*/ 2147483646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315"/>
                    </a:moveTo>
                    <a:lnTo>
                      <a:pt x="31" y="315"/>
                    </a:lnTo>
                    <a:lnTo>
                      <a:pt x="60" y="315"/>
                    </a:lnTo>
                    <a:lnTo>
                      <a:pt x="86" y="315"/>
                    </a:lnTo>
                    <a:lnTo>
                      <a:pt x="110" y="315"/>
                    </a:lnTo>
                    <a:lnTo>
                      <a:pt x="134" y="315"/>
                    </a:lnTo>
                    <a:lnTo>
                      <a:pt x="155" y="315"/>
                    </a:lnTo>
                    <a:lnTo>
                      <a:pt x="175" y="315"/>
                    </a:lnTo>
                    <a:lnTo>
                      <a:pt x="194" y="315"/>
                    </a:lnTo>
                    <a:lnTo>
                      <a:pt x="211" y="315"/>
                    </a:lnTo>
                    <a:lnTo>
                      <a:pt x="227" y="315"/>
                    </a:lnTo>
                    <a:lnTo>
                      <a:pt x="240" y="315"/>
                    </a:lnTo>
                    <a:lnTo>
                      <a:pt x="254" y="315"/>
                    </a:lnTo>
                    <a:lnTo>
                      <a:pt x="265" y="315"/>
                    </a:lnTo>
                    <a:lnTo>
                      <a:pt x="276" y="315"/>
                    </a:lnTo>
                    <a:lnTo>
                      <a:pt x="287" y="315"/>
                    </a:lnTo>
                    <a:lnTo>
                      <a:pt x="296" y="315"/>
                    </a:lnTo>
                    <a:lnTo>
                      <a:pt x="303" y="315"/>
                    </a:lnTo>
                    <a:lnTo>
                      <a:pt x="311" y="315"/>
                    </a:lnTo>
                    <a:lnTo>
                      <a:pt x="317" y="315"/>
                    </a:lnTo>
                    <a:lnTo>
                      <a:pt x="323" y="315"/>
                    </a:lnTo>
                    <a:lnTo>
                      <a:pt x="328" y="315"/>
                    </a:lnTo>
                    <a:lnTo>
                      <a:pt x="332" y="315"/>
                    </a:lnTo>
                    <a:lnTo>
                      <a:pt x="336" y="315"/>
                    </a:lnTo>
                    <a:lnTo>
                      <a:pt x="338" y="315"/>
                    </a:lnTo>
                    <a:lnTo>
                      <a:pt x="342" y="315"/>
                    </a:lnTo>
                    <a:lnTo>
                      <a:pt x="345" y="315"/>
                    </a:lnTo>
                    <a:lnTo>
                      <a:pt x="348" y="315"/>
                    </a:lnTo>
                    <a:lnTo>
                      <a:pt x="349" y="314"/>
                    </a:lnTo>
                    <a:lnTo>
                      <a:pt x="352" y="314"/>
                    </a:lnTo>
                    <a:lnTo>
                      <a:pt x="353" y="314"/>
                    </a:lnTo>
                    <a:lnTo>
                      <a:pt x="356" y="314"/>
                    </a:lnTo>
                    <a:lnTo>
                      <a:pt x="358" y="314"/>
                    </a:lnTo>
                    <a:lnTo>
                      <a:pt x="360" y="314"/>
                    </a:lnTo>
                    <a:lnTo>
                      <a:pt x="362" y="314"/>
                    </a:lnTo>
                    <a:lnTo>
                      <a:pt x="364" y="314"/>
                    </a:lnTo>
                    <a:lnTo>
                      <a:pt x="366" y="314"/>
                    </a:lnTo>
                    <a:lnTo>
                      <a:pt x="368" y="314"/>
                    </a:lnTo>
                    <a:lnTo>
                      <a:pt x="369" y="314"/>
                    </a:lnTo>
                    <a:lnTo>
                      <a:pt x="370" y="312"/>
                    </a:lnTo>
                    <a:lnTo>
                      <a:pt x="372" y="312"/>
                    </a:lnTo>
                    <a:lnTo>
                      <a:pt x="374" y="312"/>
                    </a:lnTo>
                    <a:lnTo>
                      <a:pt x="376" y="312"/>
                    </a:lnTo>
                    <a:lnTo>
                      <a:pt x="377" y="312"/>
                    </a:lnTo>
                    <a:lnTo>
                      <a:pt x="378" y="312"/>
                    </a:lnTo>
                    <a:lnTo>
                      <a:pt x="380" y="312"/>
                    </a:lnTo>
                    <a:lnTo>
                      <a:pt x="381" y="312"/>
                    </a:lnTo>
                    <a:lnTo>
                      <a:pt x="382" y="312"/>
                    </a:lnTo>
                    <a:lnTo>
                      <a:pt x="384" y="312"/>
                    </a:lnTo>
                    <a:lnTo>
                      <a:pt x="385" y="311"/>
                    </a:lnTo>
                    <a:lnTo>
                      <a:pt x="386" y="311"/>
                    </a:lnTo>
                    <a:lnTo>
                      <a:pt x="388" y="311"/>
                    </a:lnTo>
                    <a:lnTo>
                      <a:pt x="389" y="311"/>
                    </a:lnTo>
                    <a:lnTo>
                      <a:pt x="390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4" y="311"/>
                    </a:lnTo>
                    <a:lnTo>
                      <a:pt x="396" y="310"/>
                    </a:lnTo>
                    <a:lnTo>
                      <a:pt x="398" y="310"/>
                    </a:lnTo>
                    <a:lnTo>
                      <a:pt x="400" y="310"/>
                    </a:lnTo>
                    <a:lnTo>
                      <a:pt x="401" y="310"/>
                    </a:lnTo>
                    <a:lnTo>
                      <a:pt x="403" y="310"/>
                    </a:lnTo>
                    <a:lnTo>
                      <a:pt x="405" y="308"/>
                    </a:lnTo>
                    <a:lnTo>
                      <a:pt x="407" y="308"/>
                    </a:lnTo>
                    <a:lnTo>
                      <a:pt x="409" y="308"/>
                    </a:lnTo>
                    <a:lnTo>
                      <a:pt x="411" y="308"/>
                    </a:lnTo>
                    <a:lnTo>
                      <a:pt x="413" y="307"/>
                    </a:lnTo>
                    <a:lnTo>
                      <a:pt x="414" y="307"/>
                    </a:lnTo>
                    <a:lnTo>
                      <a:pt x="417" y="307"/>
                    </a:lnTo>
                    <a:lnTo>
                      <a:pt x="418" y="307"/>
                    </a:lnTo>
                    <a:lnTo>
                      <a:pt x="419" y="307"/>
                    </a:lnTo>
                    <a:lnTo>
                      <a:pt x="421" y="307"/>
                    </a:lnTo>
                    <a:lnTo>
                      <a:pt x="422" y="306"/>
                    </a:lnTo>
                    <a:lnTo>
                      <a:pt x="423" y="306"/>
                    </a:lnTo>
                    <a:lnTo>
                      <a:pt x="425" y="306"/>
                    </a:lnTo>
                    <a:lnTo>
                      <a:pt x="426" y="306"/>
                    </a:lnTo>
                    <a:lnTo>
                      <a:pt x="427" y="306"/>
                    </a:lnTo>
                    <a:lnTo>
                      <a:pt x="429" y="304"/>
                    </a:lnTo>
                    <a:lnTo>
                      <a:pt x="430" y="304"/>
                    </a:lnTo>
                    <a:lnTo>
                      <a:pt x="431" y="304"/>
                    </a:lnTo>
                    <a:lnTo>
                      <a:pt x="433" y="304"/>
                    </a:lnTo>
                    <a:lnTo>
                      <a:pt x="434" y="303"/>
                    </a:lnTo>
                    <a:lnTo>
                      <a:pt x="435" y="303"/>
                    </a:lnTo>
                    <a:lnTo>
                      <a:pt x="437" y="303"/>
                    </a:lnTo>
                    <a:lnTo>
                      <a:pt x="438" y="303"/>
                    </a:lnTo>
                    <a:lnTo>
                      <a:pt x="439" y="302"/>
                    </a:lnTo>
                    <a:lnTo>
                      <a:pt x="441" y="302"/>
                    </a:lnTo>
                    <a:lnTo>
                      <a:pt x="443" y="300"/>
                    </a:lnTo>
                    <a:lnTo>
                      <a:pt x="445" y="300"/>
                    </a:lnTo>
                    <a:lnTo>
                      <a:pt x="446" y="300"/>
                    </a:lnTo>
                    <a:lnTo>
                      <a:pt x="449" y="299"/>
                    </a:lnTo>
                    <a:lnTo>
                      <a:pt x="450" y="299"/>
                    </a:lnTo>
                    <a:lnTo>
                      <a:pt x="453" y="298"/>
                    </a:lnTo>
                    <a:lnTo>
                      <a:pt x="455" y="296"/>
                    </a:lnTo>
                    <a:lnTo>
                      <a:pt x="458" y="296"/>
                    </a:lnTo>
                    <a:lnTo>
                      <a:pt x="459" y="295"/>
                    </a:lnTo>
                    <a:lnTo>
                      <a:pt x="462" y="295"/>
                    </a:lnTo>
                    <a:lnTo>
                      <a:pt x="465" y="294"/>
                    </a:lnTo>
                    <a:lnTo>
                      <a:pt x="466" y="294"/>
                    </a:lnTo>
                    <a:lnTo>
                      <a:pt x="467" y="294"/>
                    </a:lnTo>
                    <a:lnTo>
                      <a:pt x="470" y="292"/>
                    </a:lnTo>
                    <a:lnTo>
                      <a:pt x="471" y="292"/>
                    </a:lnTo>
                    <a:lnTo>
                      <a:pt x="473" y="291"/>
                    </a:lnTo>
                    <a:lnTo>
                      <a:pt x="474" y="291"/>
                    </a:lnTo>
                    <a:lnTo>
                      <a:pt x="475" y="291"/>
                    </a:lnTo>
                    <a:lnTo>
                      <a:pt x="476" y="290"/>
                    </a:lnTo>
                    <a:lnTo>
                      <a:pt x="478" y="290"/>
                    </a:lnTo>
                    <a:lnTo>
                      <a:pt x="479" y="290"/>
                    </a:lnTo>
                    <a:lnTo>
                      <a:pt x="480" y="288"/>
                    </a:lnTo>
                    <a:lnTo>
                      <a:pt x="482" y="288"/>
                    </a:lnTo>
                    <a:lnTo>
                      <a:pt x="483" y="287"/>
                    </a:lnTo>
                    <a:lnTo>
                      <a:pt x="484" y="287"/>
                    </a:lnTo>
                    <a:lnTo>
                      <a:pt x="486" y="286"/>
                    </a:lnTo>
                    <a:lnTo>
                      <a:pt x="487" y="286"/>
                    </a:lnTo>
                    <a:lnTo>
                      <a:pt x="488" y="286"/>
                    </a:lnTo>
                    <a:lnTo>
                      <a:pt x="490" y="284"/>
                    </a:lnTo>
                    <a:lnTo>
                      <a:pt x="491" y="284"/>
                    </a:lnTo>
                    <a:lnTo>
                      <a:pt x="492" y="283"/>
                    </a:lnTo>
                    <a:lnTo>
                      <a:pt x="494" y="283"/>
                    </a:lnTo>
                    <a:lnTo>
                      <a:pt x="495" y="282"/>
                    </a:lnTo>
                    <a:lnTo>
                      <a:pt x="498" y="280"/>
                    </a:lnTo>
                    <a:lnTo>
                      <a:pt x="499" y="280"/>
                    </a:lnTo>
                    <a:lnTo>
                      <a:pt x="500" y="279"/>
                    </a:lnTo>
                    <a:lnTo>
                      <a:pt x="503" y="278"/>
                    </a:lnTo>
                    <a:lnTo>
                      <a:pt x="504" y="276"/>
                    </a:lnTo>
                    <a:lnTo>
                      <a:pt x="507" y="276"/>
                    </a:lnTo>
                    <a:lnTo>
                      <a:pt x="508" y="275"/>
                    </a:lnTo>
                    <a:lnTo>
                      <a:pt x="511" y="274"/>
                    </a:lnTo>
                    <a:lnTo>
                      <a:pt x="512" y="274"/>
                    </a:lnTo>
                    <a:lnTo>
                      <a:pt x="514" y="272"/>
                    </a:lnTo>
                    <a:lnTo>
                      <a:pt x="516" y="271"/>
                    </a:lnTo>
                    <a:lnTo>
                      <a:pt x="518" y="271"/>
                    </a:lnTo>
                    <a:lnTo>
                      <a:pt x="519" y="270"/>
                    </a:lnTo>
                    <a:lnTo>
                      <a:pt x="520" y="270"/>
                    </a:lnTo>
                    <a:lnTo>
                      <a:pt x="522" y="268"/>
                    </a:lnTo>
                    <a:lnTo>
                      <a:pt x="523" y="268"/>
                    </a:lnTo>
                    <a:lnTo>
                      <a:pt x="524" y="267"/>
                    </a:lnTo>
                    <a:lnTo>
                      <a:pt x="526" y="267"/>
                    </a:lnTo>
                    <a:lnTo>
                      <a:pt x="527" y="266"/>
                    </a:lnTo>
                    <a:lnTo>
                      <a:pt x="528" y="266"/>
                    </a:lnTo>
                    <a:lnTo>
                      <a:pt x="528" y="264"/>
                    </a:lnTo>
                    <a:lnTo>
                      <a:pt x="530" y="264"/>
                    </a:lnTo>
                    <a:lnTo>
                      <a:pt x="531" y="264"/>
                    </a:lnTo>
                    <a:lnTo>
                      <a:pt x="532" y="263"/>
                    </a:lnTo>
                    <a:lnTo>
                      <a:pt x="534" y="263"/>
                    </a:lnTo>
                    <a:lnTo>
                      <a:pt x="534" y="262"/>
                    </a:lnTo>
                    <a:lnTo>
                      <a:pt x="535" y="262"/>
                    </a:lnTo>
                    <a:lnTo>
                      <a:pt x="536" y="261"/>
                    </a:lnTo>
                    <a:lnTo>
                      <a:pt x="538" y="261"/>
                    </a:lnTo>
                    <a:lnTo>
                      <a:pt x="539" y="259"/>
                    </a:lnTo>
                    <a:lnTo>
                      <a:pt x="540" y="259"/>
                    </a:lnTo>
                    <a:lnTo>
                      <a:pt x="542" y="258"/>
                    </a:lnTo>
                    <a:lnTo>
                      <a:pt x="543" y="257"/>
                    </a:lnTo>
                    <a:lnTo>
                      <a:pt x="546" y="257"/>
                    </a:lnTo>
                    <a:lnTo>
                      <a:pt x="547" y="255"/>
                    </a:lnTo>
                    <a:lnTo>
                      <a:pt x="548" y="254"/>
                    </a:lnTo>
                    <a:lnTo>
                      <a:pt x="551" y="253"/>
                    </a:lnTo>
                    <a:lnTo>
                      <a:pt x="552" y="253"/>
                    </a:lnTo>
                    <a:lnTo>
                      <a:pt x="553" y="251"/>
                    </a:lnTo>
                    <a:lnTo>
                      <a:pt x="556" y="250"/>
                    </a:lnTo>
                    <a:lnTo>
                      <a:pt x="557" y="250"/>
                    </a:lnTo>
                    <a:lnTo>
                      <a:pt x="559" y="249"/>
                    </a:lnTo>
                    <a:lnTo>
                      <a:pt x="560" y="247"/>
                    </a:lnTo>
                    <a:lnTo>
                      <a:pt x="561" y="247"/>
                    </a:lnTo>
                    <a:lnTo>
                      <a:pt x="563" y="246"/>
                    </a:lnTo>
                    <a:lnTo>
                      <a:pt x="564" y="245"/>
                    </a:lnTo>
                    <a:lnTo>
                      <a:pt x="565" y="245"/>
                    </a:lnTo>
                    <a:lnTo>
                      <a:pt x="567" y="245"/>
                    </a:lnTo>
                    <a:lnTo>
                      <a:pt x="567" y="243"/>
                    </a:lnTo>
                    <a:lnTo>
                      <a:pt x="568" y="243"/>
                    </a:lnTo>
                    <a:lnTo>
                      <a:pt x="569" y="242"/>
                    </a:lnTo>
                    <a:lnTo>
                      <a:pt x="571" y="242"/>
                    </a:lnTo>
                    <a:lnTo>
                      <a:pt x="572" y="241"/>
                    </a:lnTo>
                    <a:lnTo>
                      <a:pt x="573" y="239"/>
                    </a:lnTo>
                    <a:lnTo>
                      <a:pt x="575" y="239"/>
                    </a:lnTo>
                    <a:lnTo>
                      <a:pt x="575" y="238"/>
                    </a:lnTo>
                    <a:lnTo>
                      <a:pt x="576" y="238"/>
                    </a:lnTo>
                    <a:lnTo>
                      <a:pt x="577" y="237"/>
                    </a:lnTo>
                    <a:lnTo>
                      <a:pt x="579" y="237"/>
                    </a:lnTo>
                    <a:lnTo>
                      <a:pt x="580" y="235"/>
                    </a:lnTo>
                    <a:lnTo>
                      <a:pt x="581" y="235"/>
                    </a:lnTo>
                    <a:lnTo>
                      <a:pt x="581" y="234"/>
                    </a:lnTo>
                    <a:lnTo>
                      <a:pt x="583" y="234"/>
                    </a:lnTo>
                    <a:lnTo>
                      <a:pt x="585" y="233"/>
                    </a:lnTo>
                    <a:lnTo>
                      <a:pt x="587" y="231"/>
                    </a:lnTo>
                    <a:lnTo>
                      <a:pt x="588" y="230"/>
                    </a:lnTo>
                    <a:lnTo>
                      <a:pt x="589" y="230"/>
                    </a:lnTo>
                    <a:lnTo>
                      <a:pt x="591" y="229"/>
                    </a:lnTo>
                    <a:lnTo>
                      <a:pt x="592" y="227"/>
                    </a:lnTo>
                    <a:lnTo>
                      <a:pt x="593" y="227"/>
                    </a:lnTo>
                    <a:lnTo>
                      <a:pt x="593" y="226"/>
                    </a:lnTo>
                    <a:lnTo>
                      <a:pt x="595" y="226"/>
                    </a:lnTo>
                    <a:lnTo>
                      <a:pt x="596" y="225"/>
                    </a:lnTo>
                    <a:lnTo>
                      <a:pt x="597" y="225"/>
                    </a:lnTo>
                    <a:lnTo>
                      <a:pt x="597" y="223"/>
                    </a:lnTo>
                    <a:lnTo>
                      <a:pt x="599" y="223"/>
                    </a:lnTo>
                    <a:lnTo>
                      <a:pt x="600" y="223"/>
                    </a:lnTo>
                    <a:lnTo>
                      <a:pt x="600" y="222"/>
                    </a:lnTo>
                    <a:lnTo>
                      <a:pt x="601" y="222"/>
                    </a:lnTo>
                    <a:lnTo>
                      <a:pt x="603" y="221"/>
                    </a:lnTo>
                    <a:lnTo>
                      <a:pt x="604" y="221"/>
                    </a:lnTo>
                    <a:lnTo>
                      <a:pt x="604" y="219"/>
                    </a:lnTo>
                    <a:lnTo>
                      <a:pt x="605" y="219"/>
                    </a:lnTo>
                    <a:lnTo>
                      <a:pt x="605" y="218"/>
                    </a:lnTo>
                    <a:lnTo>
                      <a:pt x="607" y="218"/>
                    </a:lnTo>
                    <a:lnTo>
                      <a:pt x="608" y="217"/>
                    </a:lnTo>
                    <a:lnTo>
                      <a:pt x="609" y="215"/>
                    </a:lnTo>
                    <a:lnTo>
                      <a:pt x="611" y="214"/>
                    </a:lnTo>
                    <a:lnTo>
                      <a:pt x="612" y="214"/>
                    </a:lnTo>
                    <a:lnTo>
                      <a:pt x="612" y="213"/>
                    </a:lnTo>
                    <a:lnTo>
                      <a:pt x="613" y="213"/>
                    </a:lnTo>
                    <a:lnTo>
                      <a:pt x="615" y="211"/>
                    </a:lnTo>
                    <a:lnTo>
                      <a:pt x="616" y="210"/>
                    </a:lnTo>
                    <a:lnTo>
                      <a:pt x="617" y="209"/>
                    </a:lnTo>
                    <a:lnTo>
                      <a:pt x="619" y="209"/>
                    </a:lnTo>
                    <a:lnTo>
                      <a:pt x="619" y="207"/>
                    </a:lnTo>
                    <a:lnTo>
                      <a:pt x="620" y="207"/>
                    </a:lnTo>
                    <a:lnTo>
                      <a:pt x="621" y="206"/>
                    </a:lnTo>
                    <a:lnTo>
                      <a:pt x="622" y="206"/>
                    </a:lnTo>
                    <a:lnTo>
                      <a:pt x="622" y="205"/>
                    </a:lnTo>
                    <a:lnTo>
                      <a:pt x="624" y="205"/>
                    </a:lnTo>
                    <a:lnTo>
                      <a:pt x="625" y="203"/>
                    </a:lnTo>
                    <a:lnTo>
                      <a:pt x="626" y="202"/>
                    </a:lnTo>
                    <a:lnTo>
                      <a:pt x="628" y="202"/>
                    </a:lnTo>
                    <a:lnTo>
                      <a:pt x="628" y="201"/>
                    </a:lnTo>
                    <a:lnTo>
                      <a:pt x="629" y="201"/>
                    </a:lnTo>
                    <a:lnTo>
                      <a:pt x="630" y="199"/>
                    </a:lnTo>
                    <a:lnTo>
                      <a:pt x="632" y="199"/>
                    </a:lnTo>
                    <a:lnTo>
                      <a:pt x="632" y="198"/>
                    </a:lnTo>
                    <a:lnTo>
                      <a:pt x="633" y="198"/>
                    </a:lnTo>
                    <a:lnTo>
                      <a:pt x="634" y="197"/>
                    </a:lnTo>
                    <a:lnTo>
                      <a:pt x="636" y="195"/>
                    </a:lnTo>
                    <a:lnTo>
                      <a:pt x="637" y="195"/>
                    </a:lnTo>
                    <a:lnTo>
                      <a:pt x="638" y="194"/>
                    </a:lnTo>
                    <a:lnTo>
                      <a:pt x="640" y="193"/>
                    </a:lnTo>
                    <a:lnTo>
                      <a:pt x="641" y="193"/>
                    </a:lnTo>
                    <a:lnTo>
                      <a:pt x="641" y="191"/>
                    </a:lnTo>
                    <a:lnTo>
                      <a:pt x="642" y="191"/>
                    </a:lnTo>
                    <a:lnTo>
                      <a:pt x="644" y="190"/>
                    </a:lnTo>
                    <a:lnTo>
                      <a:pt x="645" y="190"/>
                    </a:lnTo>
                    <a:lnTo>
                      <a:pt x="645" y="189"/>
                    </a:lnTo>
                    <a:lnTo>
                      <a:pt x="646" y="189"/>
                    </a:lnTo>
                    <a:lnTo>
                      <a:pt x="648" y="188"/>
                    </a:lnTo>
                    <a:lnTo>
                      <a:pt x="649" y="186"/>
                    </a:lnTo>
                    <a:lnTo>
                      <a:pt x="650" y="186"/>
                    </a:lnTo>
                    <a:lnTo>
                      <a:pt x="650" y="185"/>
                    </a:lnTo>
                    <a:lnTo>
                      <a:pt x="652" y="185"/>
                    </a:lnTo>
                    <a:lnTo>
                      <a:pt x="652" y="184"/>
                    </a:lnTo>
                    <a:lnTo>
                      <a:pt x="653" y="184"/>
                    </a:lnTo>
                    <a:lnTo>
                      <a:pt x="654" y="182"/>
                    </a:lnTo>
                    <a:lnTo>
                      <a:pt x="656" y="181"/>
                    </a:lnTo>
                    <a:lnTo>
                      <a:pt x="657" y="180"/>
                    </a:lnTo>
                    <a:lnTo>
                      <a:pt x="657" y="178"/>
                    </a:lnTo>
                    <a:lnTo>
                      <a:pt x="658" y="178"/>
                    </a:lnTo>
                    <a:lnTo>
                      <a:pt x="660" y="177"/>
                    </a:lnTo>
                    <a:lnTo>
                      <a:pt x="661" y="176"/>
                    </a:lnTo>
                    <a:lnTo>
                      <a:pt x="662" y="174"/>
                    </a:lnTo>
                    <a:lnTo>
                      <a:pt x="664" y="173"/>
                    </a:lnTo>
                    <a:lnTo>
                      <a:pt x="664" y="172"/>
                    </a:lnTo>
                    <a:lnTo>
                      <a:pt x="665" y="170"/>
                    </a:lnTo>
                    <a:lnTo>
                      <a:pt x="666" y="169"/>
                    </a:lnTo>
                    <a:lnTo>
                      <a:pt x="668" y="168"/>
                    </a:lnTo>
                    <a:lnTo>
                      <a:pt x="669" y="166"/>
                    </a:lnTo>
                    <a:lnTo>
                      <a:pt x="670" y="165"/>
                    </a:lnTo>
                    <a:lnTo>
                      <a:pt x="672" y="165"/>
                    </a:lnTo>
                    <a:lnTo>
                      <a:pt x="673" y="164"/>
                    </a:lnTo>
                    <a:lnTo>
                      <a:pt x="673" y="162"/>
                    </a:lnTo>
                    <a:lnTo>
                      <a:pt x="674" y="161"/>
                    </a:lnTo>
                    <a:lnTo>
                      <a:pt x="676" y="161"/>
                    </a:lnTo>
                    <a:lnTo>
                      <a:pt x="676" y="160"/>
                    </a:lnTo>
                    <a:lnTo>
                      <a:pt x="677" y="158"/>
                    </a:lnTo>
                    <a:lnTo>
                      <a:pt x="678" y="157"/>
                    </a:lnTo>
                    <a:lnTo>
                      <a:pt x="680" y="156"/>
                    </a:lnTo>
                    <a:lnTo>
                      <a:pt x="681" y="154"/>
                    </a:lnTo>
                    <a:lnTo>
                      <a:pt x="682" y="153"/>
                    </a:lnTo>
                    <a:lnTo>
                      <a:pt x="682" y="152"/>
                    </a:lnTo>
                    <a:lnTo>
                      <a:pt x="684" y="152"/>
                    </a:lnTo>
                    <a:lnTo>
                      <a:pt x="684" y="150"/>
                    </a:lnTo>
                    <a:lnTo>
                      <a:pt x="685" y="149"/>
                    </a:lnTo>
                    <a:lnTo>
                      <a:pt x="686" y="149"/>
                    </a:lnTo>
                    <a:lnTo>
                      <a:pt x="686" y="148"/>
                    </a:lnTo>
                    <a:lnTo>
                      <a:pt x="688" y="146"/>
                    </a:lnTo>
                    <a:lnTo>
                      <a:pt x="689" y="145"/>
                    </a:lnTo>
                    <a:lnTo>
                      <a:pt x="689" y="144"/>
                    </a:lnTo>
                    <a:lnTo>
                      <a:pt x="690" y="142"/>
                    </a:lnTo>
                    <a:lnTo>
                      <a:pt x="692" y="141"/>
                    </a:lnTo>
                    <a:lnTo>
                      <a:pt x="693" y="140"/>
                    </a:lnTo>
                    <a:lnTo>
                      <a:pt x="694" y="138"/>
                    </a:lnTo>
                    <a:lnTo>
                      <a:pt x="695" y="136"/>
                    </a:lnTo>
                    <a:lnTo>
                      <a:pt x="697" y="134"/>
                    </a:lnTo>
                    <a:lnTo>
                      <a:pt x="698" y="133"/>
                    </a:lnTo>
                    <a:lnTo>
                      <a:pt x="701" y="130"/>
                    </a:lnTo>
                    <a:lnTo>
                      <a:pt x="702" y="129"/>
                    </a:lnTo>
                    <a:lnTo>
                      <a:pt x="702" y="128"/>
                    </a:lnTo>
                    <a:lnTo>
                      <a:pt x="703" y="126"/>
                    </a:lnTo>
                    <a:lnTo>
                      <a:pt x="705" y="125"/>
                    </a:lnTo>
                    <a:lnTo>
                      <a:pt x="706" y="124"/>
                    </a:lnTo>
                    <a:lnTo>
                      <a:pt x="707" y="122"/>
                    </a:lnTo>
                    <a:lnTo>
                      <a:pt x="707" y="121"/>
                    </a:lnTo>
                    <a:lnTo>
                      <a:pt x="709" y="120"/>
                    </a:lnTo>
                    <a:lnTo>
                      <a:pt x="710" y="120"/>
                    </a:lnTo>
                    <a:lnTo>
                      <a:pt x="710" y="118"/>
                    </a:lnTo>
                    <a:lnTo>
                      <a:pt x="711" y="117"/>
                    </a:lnTo>
                    <a:lnTo>
                      <a:pt x="713" y="116"/>
                    </a:lnTo>
                    <a:lnTo>
                      <a:pt x="714" y="114"/>
                    </a:lnTo>
                    <a:lnTo>
                      <a:pt x="714" y="113"/>
                    </a:lnTo>
                    <a:lnTo>
                      <a:pt x="715" y="112"/>
                    </a:lnTo>
                    <a:lnTo>
                      <a:pt x="717" y="111"/>
                    </a:lnTo>
                    <a:lnTo>
                      <a:pt x="718" y="109"/>
                    </a:lnTo>
                    <a:lnTo>
                      <a:pt x="719" y="108"/>
                    </a:lnTo>
                    <a:lnTo>
                      <a:pt x="719" y="107"/>
                    </a:lnTo>
                    <a:lnTo>
                      <a:pt x="721" y="105"/>
                    </a:lnTo>
                    <a:lnTo>
                      <a:pt x="722" y="104"/>
                    </a:lnTo>
                    <a:lnTo>
                      <a:pt x="722" y="103"/>
                    </a:lnTo>
                    <a:lnTo>
                      <a:pt x="723" y="101"/>
                    </a:lnTo>
                    <a:lnTo>
                      <a:pt x="725" y="99"/>
                    </a:lnTo>
                    <a:lnTo>
                      <a:pt x="726" y="97"/>
                    </a:lnTo>
                    <a:lnTo>
                      <a:pt x="727" y="96"/>
                    </a:lnTo>
                    <a:lnTo>
                      <a:pt x="729" y="93"/>
                    </a:lnTo>
                    <a:lnTo>
                      <a:pt x="730" y="91"/>
                    </a:lnTo>
                    <a:lnTo>
                      <a:pt x="731" y="89"/>
                    </a:lnTo>
                    <a:lnTo>
                      <a:pt x="734" y="87"/>
                    </a:lnTo>
                    <a:lnTo>
                      <a:pt x="735" y="85"/>
                    </a:lnTo>
                    <a:lnTo>
                      <a:pt x="735" y="84"/>
                    </a:lnTo>
                    <a:lnTo>
                      <a:pt x="737" y="81"/>
                    </a:lnTo>
                    <a:lnTo>
                      <a:pt x="738" y="80"/>
                    </a:lnTo>
                    <a:lnTo>
                      <a:pt x="739" y="79"/>
                    </a:lnTo>
                    <a:lnTo>
                      <a:pt x="741" y="77"/>
                    </a:lnTo>
                    <a:lnTo>
                      <a:pt x="742" y="76"/>
                    </a:lnTo>
                    <a:lnTo>
                      <a:pt x="742" y="75"/>
                    </a:lnTo>
                    <a:lnTo>
                      <a:pt x="743" y="73"/>
                    </a:lnTo>
                    <a:lnTo>
                      <a:pt x="745" y="72"/>
                    </a:lnTo>
                    <a:lnTo>
                      <a:pt x="746" y="71"/>
                    </a:lnTo>
                    <a:lnTo>
                      <a:pt x="746" y="69"/>
                    </a:lnTo>
                    <a:lnTo>
                      <a:pt x="747" y="68"/>
                    </a:lnTo>
                    <a:lnTo>
                      <a:pt x="749" y="67"/>
                    </a:lnTo>
                    <a:lnTo>
                      <a:pt x="749" y="65"/>
                    </a:lnTo>
                    <a:lnTo>
                      <a:pt x="750" y="64"/>
                    </a:lnTo>
                    <a:lnTo>
                      <a:pt x="751" y="63"/>
                    </a:lnTo>
                    <a:lnTo>
                      <a:pt x="753" y="61"/>
                    </a:lnTo>
                    <a:lnTo>
                      <a:pt x="754" y="60"/>
                    </a:lnTo>
                    <a:lnTo>
                      <a:pt x="754" y="59"/>
                    </a:lnTo>
                    <a:lnTo>
                      <a:pt x="755" y="57"/>
                    </a:lnTo>
                    <a:lnTo>
                      <a:pt x="757" y="55"/>
                    </a:lnTo>
                    <a:lnTo>
                      <a:pt x="758" y="53"/>
                    </a:lnTo>
                    <a:lnTo>
                      <a:pt x="759" y="52"/>
                    </a:lnTo>
                    <a:lnTo>
                      <a:pt x="761" y="51"/>
                    </a:lnTo>
                    <a:lnTo>
                      <a:pt x="762" y="48"/>
                    </a:lnTo>
                    <a:lnTo>
                      <a:pt x="763" y="47"/>
                    </a:lnTo>
                    <a:lnTo>
                      <a:pt x="765" y="44"/>
                    </a:lnTo>
                    <a:lnTo>
                      <a:pt x="766" y="41"/>
                    </a:lnTo>
                    <a:lnTo>
                      <a:pt x="767" y="40"/>
                    </a:lnTo>
                    <a:lnTo>
                      <a:pt x="769" y="38"/>
                    </a:lnTo>
                    <a:lnTo>
                      <a:pt x="770" y="36"/>
                    </a:lnTo>
                    <a:lnTo>
                      <a:pt x="771" y="35"/>
                    </a:lnTo>
                    <a:lnTo>
                      <a:pt x="772" y="32"/>
                    </a:lnTo>
                    <a:lnTo>
                      <a:pt x="774" y="31"/>
                    </a:lnTo>
                    <a:lnTo>
                      <a:pt x="775" y="30"/>
                    </a:lnTo>
                    <a:lnTo>
                      <a:pt x="775" y="28"/>
                    </a:lnTo>
                    <a:lnTo>
                      <a:pt x="776" y="27"/>
                    </a:lnTo>
                    <a:lnTo>
                      <a:pt x="778" y="26"/>
                    </a:lnTo>
                    <a:lnTo>
                      <a:pt x="778" y="24"/>
                    </a:lnTo>
                    <a:lnTo>
                      <a:pt x="779" y="24"/>
                    </a:lnTo>
                    <a:lnTo>
                      <a:pt x="780" y="23"/>
                    </a:lnTo>
                    <a:lnTo>
                      <a:pt x="780" y="22"/>
                    </a:lnTo>
                    <a:lnTo>
                      <a:pt x="782" y="20"/>
                    </a:lnTo>
                    <a:lnTo>
                      <a:pt x="783" y="19"/>
                    </a:lnTo>
                    <a:lnTo>
                      <a:pt x="783" y="18"/>
                    </a:lnTo>
                    <a:lnTo>
                      <a:pt x="784" y="16"/>
                    </a:lnTo>
                    <a:lnTo>
                      <a:pt x="784" y="15"/>
                    </a:lnTo>
                    <a:lnTo>
                      <a:pt x="786" y="15"/>
                    </a:lnTo>
                    <a:lnTo>
                      <a:pt x="786" y="14"/>
                    </a:lnTo>
                    <a:lnTo>
                      <a:pt x="787" y="12"/>
                    </a:lnTo>
                    <a:lnTo>
                      <a:pt x="787" y="11"/>
                    </a:lnTo>
                    <a:lnTo>
                      <a:pt x="788" y="10"/>
                    </a:lnTo>
                    <a:lnTo>
                      <a:pt x="788" y="8"/>
                    </a:lnTo>
                    <a:lnTo>
                      <a:pt x="790" y="7"/>
                    </a:lnTo>
                    <a:lnTo>
                      <a:pt x="791" y="6"/>
                    </a:lnTo>
                    <a:lnTo>
                      <a:pt x="791" y="4"/>
                    </a:lnTo>
                    <a:lnTo>
                      <a:pt x="792" y="2"/>
                    </a:lnTo>
                    <a:lnTo>
                      <a:pt x="794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08628" name="Freeform 88">
                <a:extLst>
                  <a:ext uri="{FF2B5EF4-FFF2-40B4-BE49-F238E27FC236}">
                    <a16:creationId xmlns:a16="http://schemas.microsoft.com/office/drawing/2014/main" id="{589F51E6-446E-4034-8A8D-EF71ED017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505902"/>
                <a:ext cx="74612" cy="252412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0"/>
                    </a:moveTo>
                    <a:lnTo>
                      <a:pt x="3" y="4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7" y="13"/>
                    </a:lnTo>
                    <a:lnTo>
                      <a:pt x="9" y="16"/>
                    </a:lnTo>
                    <a:lnTo>
                      <a:pt x="11" y="19"/>
                    </a:lnTo>
                    <a:lnTo>
                      <a:pt x="12" y="20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9" y="33"/>
                    </a:lnTo>
                    <a:lnTo>
                      <a:pt x="20" y="35"/>
                    </a:lnTo>
                    <a:lnTo>
                      <a:pt x="20" y="36"/>
                    </a:lnTo>
                    <a:lnTo>
                      <a:pt x="21" y="37"/>
                    </a:lnTo>
                    <a:lnTo>
                      <a:pt x="21" y="39"/>
                    </a:lnTo>
                    <a:lnTo>
                      <a:pt x="23" y="40"/>
                    </a:lnTo>
                    <a:lnTo>
                      <a:pt x="23" y="41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4" y="45"/>
                    </a:lnTo>
                    <a:lnTo>
                      <a:pt x="25" y="47"/>
                    </a:lnTo>
                    <a:lnTo>
                      <a:pt x="25" y="48"/>
                    </a:lnTo>
                    <a:lnTo>
                      <a:pt x="27" y="49"/>
                    </a:lnTo>
                    <a:lnTo>
                      <a:pt x="27" y="51"/>
                    </a:lnTo>
                    <a:lnTo>
                      <a:pt x="28" y="52"/>
                    </a:lnTo>
                    <a:lnTo>
                      <a:pt x="28" y="53"/>
                    </a:lnTo>
                    <a:lnTo>
                      <a:pt x="29" y="55"/>
                    </a:lnTo>
                    <a:lnTo>
                      <a:pt x="29" y="57"/>
                    </a:lnTo>
                    <a:lnTo>
                      <a:pt x="31" y="58"/>
                    </a:lnTo>
                    <a:lnTo>
                      <a:pt x="31" y="60"/>
                    </a:lnTo>
                    <a:lnTo>
                      <a:pt x="32" y="62"/>
                    </a:lnTo>
                    <a:lnTo>
                      <a:pt x="32" y="64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5" y="70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7" y="74"/>
                    </a:lnTo>
                    <a:lnTo>
                      <a:pt x="37" y="76"/>
                    </a:lnTo>
                    <a:lnTo>
                      <a:pt x="37" y="77"/>
                    </a:lnTo>
                    <a:lnTo>
                      <a:pt x="39" y="78"/>
                    </a:lnTo>
                    <a:lnTo>
                      <a:pt x="39" y="80"/>
                    </a:lnTo>
                    <a:lnTo>
                      <a:pt x="40" y="81"/>
                    </a:lnTo>
                    <a:lnTo>
                      <a:pt x="40" y="82"/>
                    </a:lnTo>
                    <a:lnTo>
                      <a:pt x="41" y="84"/>
                    </a:lnTo>
                    <a:lnTo>
                      <a:pt x="41" y="85"/>
                    </a:lnTo>
                    <a:lnTo>
                      <a:pt x="41" y="86"/>
                    </a:lnTo>
                    <a:lnTo>
                      <a:pt x="42" y="88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4" y="93"/>
                    </a:lnTo>
                    <a:lnTo>
                      <a:pt x="44" y="94"/>
                    </a:lnTo>
                    <a:lnTo>
                      <a:pt x="45" y="96"/>
                    </a:lnTo>
                    <a:lnTo>
                      <a:pt x="45" y="98"/>
                    </a:lnTo>
                    <a:lnTo>
                      <a:pt x="46" y="100"/>
                    </a:lnTo>
                    <a:lnTo>
                      <a:pt x="48" y="102"/>
                    </a:lnTo>
                    <a:lnTo>
                      <a:pt x="48" y="105"/>
                    </a:lnTo>
                    <a:lnTo>
                      <a:pt x="49" y="106"/>
                    </a:lnTo>
                    <a:lnTo>
                      <a:pt x="49" y="109"/>
                    </a:lnTo>
                    <a:lnTo>
                      <a:pt x="50" y="110"/>
                    </a:lnTo>
                    <a:lnTo>
                      <a:pt x="52" y="112"/>
                    </a:lnTo>
                    <a:lnTo>
                      <a:pt x="52" y="113"/>
                    </a:lnTo>
                    <a:lnTo>
                      <a:pt x="52" y="116"/>
                    </a:lnTo>
                    <a:lnTo>
                      <a:pt x="53" y="117"/>
                    </a:lnTo>
                    <a:lnTo>
                      <a:pt x="53" y="118"/>
                    </a:lnTo>
                    <a:lnTo>
                      <a:pt x="54" y="120"/>
                    </a:lnTo>
                    <a:lnTo>
                      <a:pt x="54" y="121"/>
                    </a:lnTo>
                    <a:lnTo>
                      <a:pt x="54" y="122"/>
                    </a:lnTo>
                    <a:lnTo>
                      <a:pt x="56" y="122"/>
                    </a:lnTo>
                    <a:lnTo>
                      <a:pt x="56" y="124"/>
                    </a:lnTo>
                    <a:lnTo>
                      <a:pt x="56" y="125"/>
                    </a:lnTo>
                    <a:lnTo>
                      <a:pt x="57" y="126"/>
                    </a:lnTo>
                    <a:lnTo>
                      <a:pt x="57" y="128"/>
                    </a:lnTo>
                    <a:lnTo>
                      <a:pt x="57" y="129"/>
                    </a:lnTo>
                    <a:lnTo>
                      <a:pt x="57" y="130"/>
                    </a:lnTo>
                    <a:lnTo>
                      <a:pt x="58" y="131"/>
                    </a:lnTo>
                    <a:lnTo>
                      <a:pt x="58" y="133"/>
                    </a:lnTo>
                    <a:lnTo>
                      <a:pt x="60" y="134"/>
                    </a:lnTo>
                    <a:lnTo>
                      <a:pt x="60" y="135"/>
                    </a:lnTo>
                    <a:lnTo>
                      <a:pt x="60" y="137"/>
                    </a:lnTo>
                    <a:lnTo>
                      <a:pt x="61" y="139"/>
                    </a:lnTo>
                    <a:lnTo>
                      <a:pt x="61" y="141"/>
                    </a:lnTo>
                    <a:lnTo>
                      <a:pt x="61" y="142"/>
                    </a:lnTo>
                    <a:lnTo>
                      <a:pt x="62" y="143"/>
                    </a:lnTo>
                    <a:lnTo>
                      <a:pt x="62" y="146"/>
                    </a:lnTo>
                    <a:lnTo>
                      <a:pt x="64" y="147"/>
                    </a:lnTo>
                    <a:lnTo>
                      <a:pt x="64" y="150"/>
                    </a:lnTo>
                    <a:lnTo>
                      <a:pt x="65" y="153"/>
                    </a:lnTo>
                    <a:lnTo>
                      <a:pt x="65" y="154"/>
                    </a:lnTo>
                    <a:lnTo>
                      <a:pt x="66" y="157"/>
                    </a:lnTo>
                    <a:lnTo>
                      <a:pt x="66" y="158"/>
                    </a:lnTo>
                    <a:lnTo>
                      <a:pt x="68" y="159"/>
                    </a:lnTo>
                    <a:lnTo>
                      <a:pt x="68" y="162"/>
                    </a:lnTo>
                    <a:lnTo>
                      <a:pt x="68" y="163"/>
                    </a:lnTo>
                    <a:lnTo>
                      <a:pt x="69" y="165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0" y="170"/>
                    </a:lnTo>
                    <a:lnTo>
                      <a:pt x="70" y="171"/>
                    </a:lnTo>
                    <a:lnTo>
                      <a:pt x="70" y="173"/>
                    </a:lnTo>
                    <a:lnTo>
                      <a:pt x="72" y="173"/>
                    </a:lnTo>
                    <a:lnTo>
                      <a:pt x="72" y="174"/>
                    </a:lnTo>
                    <a:lnTo>
                      <a:pt x="72" y="175"/>
                    </a:lnTo>
                    <a:lnTo>
                      <a:pt x="72" y="177"/>
                    </a:lnTo>
                    <a:lnTo>
                      <a:pt x="73" y="178"/>
                    </a:lnTo>
                    <a:lnTo>
                      <a:pt x="73" y="179"/>
                    </a:lnTo>
                    <a:lnTo>
                      <a:pt x="73" y="181"/>
                    </a:lnTo>
                    <a:lnTo>
                      <a:pt x="74" y="182"/>
                    </a:lnTo>
                    <a:lnTo>
                      <a:pt x="74" y="183"/>
                    </a:lnTo>
                    <a:lnTo>
                      <a:pt x="74" y="185"/>
                    </a:lnTo>
                    <a:lnTo>
                      <a:pt x="76" y="186"/>
                    </a:lnTo>
                    <a:lnTo>
                      <a:pt x="76" y="187"/>
                    </a:lnTo>
                    <a:lnTo>
                      <a:pt x="76" y="189"/>
                    </a:lnTo>
                    <a:lnTo>
                      <a:pt x="77" y="190"/>
                    </a:lnTo>
                    <a:lnTo>
                      <a:pt x="77" y="193"/>
                    </a:lnTo>
                    <a:lnTo>
                      <a:pt x="78" y="194"/>
                    </a:lnTo>
                    <a:lnTo>
                      <a:pt x="78" y="197"/>
                    </a:lnTo>
                    <a:lnTo>
                      <a:pt x="78" y="198"/>
                    </a:lnTo>
                    <a:lnTo>
                      <a:pt x="80" y="201"/>
                    </a:lnTo>
                    <a:lnTo>
                      <a:pt x="80" y="203"/>
                    </a:lnTo>
                    <a:lnTo>
                      <a:pt x="81" y="205"/>
                    </a:lnTo>
                    <a:lnTo>
                      <a:pt x="81" y="206"/>
                    </a:lnTo>
                    <a:lnTo>
                      <a:pt x="82" y="208"/>
                    </a:lnTo>
                    <a:lnTo>
                      <a:pt x="82" y="210"/>
                    </a:lnTo>
                    <a:lnTo>
                      <a:pt x="82" y="211"/>
                    </a:lnTo>
                    <a:lnTo>
                      <a:pt x="84" y="212"/>
                    </a:lnTo>
                    <a:lnTo>
                      <a:pt x="84" y="214"/>
                    </a:lnTo>
                    <a:lnTo>
                      <a:pt x="84" y="215"/>
                    </a:lnTo>
                    <a:lnTo>
                      <a:pt x="85" y="216"/>
                    </a:lnTo>
                    <a:lnTo>
                      <a:pt x="85" y="218"/>
                    </a:lnTo>
                    <a:lnTo>
                      <a:pt x="85" y="219"/>
                    </a:lnTo>
                    <a:lnTo>
                      <a:pt x="85" y="220"/>
                    </a:lnTo>
                    <a:lnTo>
                      <a:pt x="86" y="222"/>
                    </a:lnTo>
                    <a:lnTo>
                      <a:pt x="86" y="223"/>
                    </a:lnTo>
                    <a:lnTo>
                      <a:pt x="86" y="224"/>
                    </a:lnTo>
                    <a:lnTo>
                      <a:pt x="86" y="226"/>
                    </a:lnTo>
                    <a:lnTo>
                      <a:pt x="86" y="227"/>
                    </a:lnTo>
                    <a:lnTo>
                      <a:pt x="86" y="228"/>
                    </a:lnTo>
                    <a:lnTo>
                      <a:pt x="86" y="230"/>
                    </a:lnTo>
                    <a:lnTo>
                      <a:pt x="88" y="231"/>
                    </a:lnTo>
                    <a:lnTo>
                      <a:pt x="88" y="232"/>
                    </a:lnTo>
                    <a:lnTo>
                      <a:pt x="88" y="234"/>
                    </a:lnTo>
                    <a:lnTo>
                      <a:pt x="88" y="235"/>
                    </a:lnTo>
                    <a:lnTo>
                      <a:pt x="88" y="236"/>
                    </a:lnTo>
                    <a:lnTo>
                      <a:pt x="88" y="238"/>
                    </a:lnTo>
                    <a:lnTo>
                      <a:pt x="88" y="239"/>
                    </a:lnTo>
                    <a:lnTo>
                      <a:pt x="88" y="242"/>
                    </a:lnTo>
                    <a:lnTo>
                      <a:pt x="88" y="243"/>
                    </a:lnTo>
                    <a:lnTo>
                      <a:pt x="88" y="246"/>
                    </a:lnTo>
                    <a:lnTo>
                      <a:pt x="89" y="247"/>
                    </a:lnTo>
                    <a:lnTo>
                      <a:pt x="89" y="248"/>
                    </a:lnTo>
                    <a:lnTo>
                      <a:pt x="89" y="250"/>
                    </a:lnTo>
                    <a:lnTo>
                      <a:pt x="89" y="251"/>
                    </a:lnTo>
                    <a:lnTo>
                      <a:pt x="89" y="252"/>
                    </a:lnTo>
                    <a:lnTo>
                      <a:pt x="89" y="254"/>
                    </a:lnTo>
                    <a:lnTo>
                      <a:pt x="89" y="255"/>
                    </a:lnTo>
                    <a:lnTo>
                      <a:pt x="89" y="256"/>
                    </a:lnTo>
                    <a:lnTo>
                      <a:pt x="89" y="258"/>
                    </a:lnTo>
                    <a:lnTo>
                      <a:pt x="89" y="259"/>
                    </a:lnTo>
                    <a:lnTo>
                      <a:pt x="89" y="260"/>
                    </a:lnTo>
                    <a:lnTo>
                      <a:pt x="90" y="260"/>
                    </a:lnTo>
                    <a:lnTo>
                      <a:pt x="90" y="262"/>
                    </a:lnTo>
                    <a:lnTo>
                      <a:pt x="90" y="263"/>
                    </a:lnTo>
                    <a:lnTo>
                      <a:pt x="90" y="264"/>
                    </a:lnTo>
                    <a:lnTo>
                      <a:pt x="90" y="266"/>
                    </a:lnTo>
                    <a:lnTo>
                      <a:pt x="90" y="267"/>
                    </a:lnTo>
                    <a:lnTo>
                      <a:pt x="90" y="268"/>
                    </a:lnTo>
                    <a:lnTo>
                      <a:pt x="90" y="270"/>
                    </a:lnTo>
                    <a:lnTo>
                      <a:pt x="92" y="270"/>
                    </a:lnTo>
                    <a:lnTo>
                      <a:pt x="92" y="271"/>
                    </a:lnTo>
                    <a:lnTo>
                      <a:pt x="92" y="272"/>
                    </a:lnTo>
                    <a:lnTo>
                      <a:pt x="92" y="274"/>
                    </a:lnTo>
                    <a:lnTo>
                      <a:pt x="92" y="275"/>
                    </a:lnTo>
                    <a:lnTo>
                      <a:pt x="92" y="276"/>
                    </a:lnTo>
                    <a:lnTo>
                      <a:pt x="93" y="278"/>
                    </a:lnTo>
                    <a:lnTo>
                      <a:pt x="93" y="279"/>
                    </a:lnTo>
                    <a:lnTo>
                      <a:pt x="93" y="280"/>
                    </a:lnTo>
                    <a:lnTo>
                      <a:pt x="93" y="281"/>
                    </a:lnTo>
                    <a:lnTo>
                      <a:pt x="93" y="283"/>
                    </a:lnTo>
                    <a:lnTo>
                      <a:pt x="94" y="284"/>
                    </a:lnTo>
                    <a:lnTo>
                      <a:pt x="94" y="285"/>
                    </a:lnTo>
                    <a:lnTo>
                      <a:pt x="94" y="287"/>
                    </a:lnTo>
                    <a:lnTo>
                      <a:pt x="94" y="288"/>
                    </a:lnTo>
                    <a:lnTo>
                      <a:pt x="94" y="289"/>
                    </a:lnTo>
                    <a:lnTo>
                      <a:pt x="94" y="291"/>
                    </a:lnTo>
                    <a:lnTo>
                      <a:pt x="94" y="292"/>
                    </a:lnTo>
                    <a:lnTo>
                      <a:pt x="94" y="293"/>
                    </a:lnTo>
                    <a:lnTo>
                      <a:pt x="94" y="295"/>
                    </a:lnTo>
                    <a:lnTo>
                      <a:pt x="94" y="296"/>
                    </a:lnTo>
                    <a:lnTo>
                      <a:pt x="94" y="297"/>
                    </a:lnTo>
                    <a:lnTo>
                      <a:pt x="94" y="299"/>
                    </a:lnTo>
                    <a:lnTo>
                      <a:pt x="94" y="300"/>
                    </a:lnTo>
                    <a:lnTo>
                      <a:pt x="94" y="303"/>
                    </a:lnTo>
                    <a:lnTo>
                      <a:pt x="94" y="304"/>
                    </a:lnTo>
                    <a:lnTo>
                      <a:pt x="94" y="305"/>
                    </a:lnTo>
                    <a:lnTo>
                      <a:pt x="93" y="308"/>
                    </a:lnTo>
                    <a:lnTo>
                      <a:pt x="93" y="309"/>
                    </a:lnTo>
                    <a:lnTo>
                      <a:pt x="93" y="312"/>
                    </a:lnTo>
                    <a:lnTo>
                      <a:pt x="93" y="315"/>
                    </a:lnTo>
                    <a:lnTo>
                      <a:pt x="93" y="317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08629" name="Freeform 89">
                <a:extLst>
                  <a:ext uri="{FF2B5EF4-FFF2-40B4-BE49-F238E27FC236}">
                    <a16:creationId xmlns:a16="http://schemas.microsoft.com/office/drawing/2014/main" id="{33923765-F9B9-4805-A474-6C520AB6D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755138"/>
                <a:ext cx="74612" cy="252413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317"/>
                    </a:moveTo>
                    <a:lnTo>
                      <a:pt x="3" y="314"/>
                    </a:lnTo>
                    <a:lnTo>
                      <a:pt x="4" y="310"/>
                    </a:lnTo>
                    <a:lnTo>
                      <a:pt x="5" y="308"/>
                    </a:lnTo>
                    <a:lnTo>
                      <a:pt x="7" y="305"/>
                    </a:lnTo>
                    <a:lnTo>
                      <a:pt x="9" y="302"/>
                    </a:lnTo>
                    <a:lnTo>
                      <a:pt x="11" y="300"/>
                    </a:lnTo>
                    <a:lnTo>
                      <a:pt x="12" y="297"/>
                    </a:lnTo>
                    <a:lnTo>
                      <a:pt x="13" y="294"/>
                    </a:lnTo>
                    <a:lnTo>
                      <a:pt x="13" y="293"/>
                    </a:lnTo>
                    <a:lnTo>
                      <a:pt x="15" y="290"/>
                    </a:lnTo>
                    <a:lnTo>
                      <a:pt x="16" y="289"/>
                    </a:lnTo>
                    <a:lnTo>
                      <a:pt x="17" y="288"/>
                    </a:lnTo>
                    <a:lnTo>
                      <a:pt x="17" y="286"/>
                    </a:lnTo>
                    <a:lnTo>
                      <a:pt x="19" y="284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21" y="280"/>
                    </a:lnTo>
                    <a:lnTo>
                      <a:pt x="21" y="278"/>
                    </a:lnTo>
                    <a:lnTo>
                      <a:pt x="23" y="277"/>
                    </a:lnTo>
                    <a:lnTo>
                      <a:pt x="23" y="276"/>
                    </a:lnTo>
                    <a:lnTo>
                      <a:pt x="23" y="274"/>
                    </a:lnTo>
                    <a:lnTo>
                      <a:pt x="24" y="274"/>
                    </a:lnTo>
                    <a:lnTo>
                      <a:pt x="24" y="273"/>
                    </a:lnTo>
                    <a:lnTo>
                      <a:pt x="25" y="272"/>
                    </a:lnTo>
                    <a:lnTo>
                      <a:pt x="25" y="270"/>
                    </a:lnTo>
                    <a:lnTo>
                      <a:pt x="27" y="269"/>
                    </a:lnTo>
                    <a:lnTo>
                      <a:pt x="27" y="268"/>
                    </a:lnTo>
                    <a:lnTo>
                      <a:pt x="28" y="266"/>
                    </a:lnTo>
                    <a:lnTo>
                      <a:pt x="28" y="264"/>
                    </a:lnTo>
                    <a:lnTo>
                      <a:pt x="29" y="263"/>
                    </a:lnTo>
                    <a:lnTo>
                      <a:pt x="29" y="261"/>
                    </a:lnTo>
                    <a:lnTo>
                      <a:pt x="31" y="259"/>
                    </a:lnTo>
                    <a:lnTo>
                      <a:pt x="31" y="257"/>
                    </a:lnTo>
                    <a:lnTo>
                      <a:pt x="32" y="256"/>
                    </a:lnTo>
                    <a:lnTo>
                      <a:pt x="32" y="255"/>
                    </a:lnTo>
                    <a:lnTo>
                      <a:pt x="33" y="253"/>
                    </a:lnTo>
                    <a:lnTo>
                      <a:pt x="33" y="251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6" y="247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7" y="243"/>
                    </a:lnTo>
                    <a:lnTo>
                      <a:pt x="37" y="241"/>
                    </a:lnTo>
                    <a:lnTo>
                      <a:pt x="39" y="240"/>
                    </a:lnTo>
                    <a:lnTo>
                      <a:pt x="39" y="239"/>
                    </a:lnTo>
                    <a:lnTo>
                      <a:pt x="39" y="237"/>
                    </a:lnTo>
                    <a:lnTo>
                      <a:pt x="40" y="237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2" y="229"/>
                    </a:lnTo>
                    <a:lnTo>
                      <a:pt x="42" y="228"/>
                    </a:lnTo>
                    <a:lnTo>
                      <a:pt x="42" y="227"/>
                    </a:lnTo>
                    <a:lnTo>
                      <a:pt x="44" y="225"/>
                    </a:lnTo>
                    <a:lnTo>
                      <a:pt x="44" y="223"/>
                    </a:lnTo>
                    <a:lnTo>
                      <a:pt x="45" y="221"/>
                    </a:lnTo>
                    <a:lnTo>
                      <a:pt x="45" y="220"/>
                    </a:lnTo>
                    <a:lnTo>
                      <a:pt x="46" y="217"/>
                    </a:lnTo>
                    <a:lnTo>
                      <a:pt x="48" y="215"/>
                    </a:lnTo>
                    <a:lnTo>
                      <a:pt x="48" y="213"/>
                    </a:lnTo>
                    <a:lnTo>
                      <a:pt x="49" y="211"/>
                    </a:lnTo>
                    <a:lnTo>
                      <a:pt x="49" y="209"/>
                    </a:lnTo>
                    <a:lnTo>
                      <a:pt x="50" y="207"/>
                    </a:lnTo>
                    <a:lnTo>
                      <a:pt x="52" y="205"/>
                    </a:lnTo>
                    <a:lnTo>
                      <a:pt x="52" y="204"/>
                    </a:lnTo>
                    <a:lnTo>
                      <a:pt x="52" y="203"/>
                    </a:lnTo>
                    <a:lnTo>
                      <a:pt x="53" y="201"/>
                    </a:lnTo>
                    <a:lnTo>
                      <a:pt x="53" y="200"/>
                    </a:lnTo>
                    <a:lnTo>
                      <a:pt x="54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6" y="195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7" y="191"/>
                    </a:lnTo>
                    <a:lnTo>
                      <a:pt x="57" y="190"/>
                    </a:lnTo>
                    <a:lnTo>
                      <a:pt x="57" y="188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4"/>
                    </a:lnTo>
                    <a:lnTo>
                      <a:pt x="60" y="183"/>
                    </a:lnTo>
                    <a:lnTo>
                      <a:pt x="60" y="182"/>
                    </a:lnTo>
                    <a:lnTo>
                      <a:pt x="60" y="180"/>
                    </a:lnTo>
                    <a:lnTo>
                      <a:pt x="61" y="179"/>
                    </a:lnTo>
                    <a:lnTo>
                      <a:pt x="61" y="176"/>
                    </a:lnTo>
                    <a:lnTo>
                      <a:pt x="61" y="175"/>
                    </a:lnTo>
                    <a:lnTo>
                      <a:pt x="62" y="174"/>
                    </a:lnTo>
                    <a:lnTo>
                      <a:pt x="62" y="171"/>
                    </a:lnTo>
                    <a:lnTo>
                      <a:pt x="64" y="170"/>
                    </a:lnTo>
                    <a:lnTo>
                      <a:pt x="64" y="167"/>
                    </a:lnTo>
                    <a:lnTo>
                      <a:pt x="65" y="164"/>
                    </a:lnTo>
                    <a:lnTo>
                      <a:pt x="65" y="163"/>
                    </a:lnTo>
                    <a:lnTo>
                      <a:pt x="66" y="160"/>
                    </a:lnTo>
                    <a:lnTo>
                      <a:pt x="66" y="159"/>
                    </a:lnTo>
                    <a:lnTo>
                      <a:pt x="68" y="158"/>
                    </a:lnTo>
                    <a:lnTo>
                      <a:pt x="68" y="156"/>
                    </a:lnTo>
                    <a:lnTo>
                      <a:pt x="68" y="154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0" y="148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72" y="144"/>
                    </a:lnTo>
                    <a:lnTo>
                      <a:pt x="72" y="143"/>
                    </a:lnTo>
                    <a:lnTo>
                      <a:pt x="72" y="142"/>
                    </a:lnTo>
                    <a:lnTo>
                      <a:pt x="72" y="140"/>
                    </a:lnTo>
                    <a:lnTo>
                      <a:pt x="73" y="139"/>
                    </a:lnTo>
                    <a:lnTo>
                      <a:pt x="73" y="138"/>
                    </a:lnTo>
                    <a:lnTo>
                      <a:pt x="74" y="136"/>
                    </a:lnTo>
                    <a:lnTo>
                      <a:pt x="74" y="135"/>
                    </a:lnTo>
                    <a:lnTo>
                      <a:pt x="74" y="134"/>
                    </a:lnTo>
                    <a:lnTo>
                      <a:pt x="76" y="132"/>
                    </a:lnTo>
                    <a:lnTo>
                      <a:pt x="76" y="130"/>
                    </a:lnTo>
                    <a:lnTo>
                      <a:pt x="76" y="128"/>
                    </a:lnTo>
                    <a:lnTo>
                      <a:pt x="77" y="127"/>
                    </a:lnTo>
                    <a:lnTo>
                      <a:pt x="77" y="126"/>
                    </a:lnTo>
                    <a:lnTo>
                      <a:pt x="78" y="123"/>
                    </a:lnTo>
                    <a:lnTo>
                      <a:pt x="78" y="122"/>
                    </a:lnTo>
                    <a:lnTo>
                      <a:pt x="78" y="119"/>
                    </a:lnTo>
                    <a:lnTo>
                      <a:pt x="80" y="116"/>
                    </a:lnTo>
                    <a:lnTo>
                      <a:pt x="80" y="115"/>
                    </a:lnTo>
                    <a:lnTo>
                      <a:pt x="81" y="113"/>
                    </a:lnTo>
                    <a:lnTo>
                      <a:pt x="81" y="111"/>
                    </a:lnTo>
                    <a:lnTo>
                      <a:pt x="82" y="110"/>
                    </a:lnTo>
                    <a:lnTo>
                      <a:pt x="82" y="107"/>
                    </a:lnTo>
                    <a:lnTo>
                      <a:pt x="82" y="106"/>
                    </a:lnTo>
                    <a:lnTo>
                      <a:pt x="84" y="105"/>
                    </a:lnTo>
                    <a:lnTo>
                      <a:pt x="84" y="103"/>
                    </a:lnTo>
                    <a:lnTo>
                      <a:pt x="84" y="102"/>
                    </a:lnTo>
                    <a:lnTo>
                      <a:pt x="85" y="101"/>
                    </a:lnTo>
                    <a:lnTo>
                      <a:pt x="85" y="99"/>
                    </a:lnTo>
                    <a:lnTo>
                      <a:pt x="85" y="98"/>
                    </a:lnTo>
                    <a:lnTo>
                      <a:pt x="85" y="97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3"/>
                    </a:lnTo>
                    <a:lnTo>
                      <a:pt x="86" y="91"/>
                    </a:lnTo>
                    <a:lnTo>
                      <a:pt x="86" y="90"/>
                    </a:lnTo>
                    <a:lnTo>
                      <a:pt x="86" y="89"/>
                    </a:lnTo>
                    <a:lnTo>
                      <a:pt x="86" y="87"/>
                    </a:lnTo>
                    <a:lnTo>
                      <a:pt x="88" y="87"/>
                    </a:lnTo>
                    <a:lnTo>
                      <a:pt x="88" y="86"/>
                    </a:lnTo>
                    <a:lnTo>
                      <a:pt x="88" y="85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8" y="79"/>
                    </a:lnTo>
                    <a:lnTo>
                      <a:pt x="88" y="78"/>
                    </a:lnTo>
                    <a:lnTo>
                      <a:pt x="88" y="77"/>
                    </a:lnTo>
                    <a:lnTo>
                      <a:pt x="88" y="74"/>
                    </a:lnTo>
                    <a:lnTo>
                      <a:pt x="88" y="73"/>
                    </a:lnTo>
                    <a:lnTo>
                      <a:pt x="89" y="70"/>
                    </a:lnTo>
                    <a:lnTo>
                      <a:pt x="89" y="69"/>
                    </a:lnTo>
                    <a:lnTo>
                      <a:pt x="89" y="67"/>
                    </a:lnTo>
                    <a:lnTo>
                      <a:pt x="89" y="66"/>
                    </a:lnTo>
                    <a:lnTo>
                      <a:pt x="89" y="65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89" y="61"/>
                    </a:lnTo>
                    <a:lnTo>
                      <a:pt x="89" y="59"/>
                    </a:lnTo>
                    <a:lnTo>
                      <a:pt x="89" y="58"/>
                    </a:lnTo>
                    <a:lnTo>
                      <a:pt x="90" y="57"/>
                    </a:lnTo>
                    <a:lnTo>
                      <a:pt x="90" y="55"/>
                    </a:lnTo>
                    <a:lnTo>
                      <a:pt x="90" y="54"/>
                    </a:lnTo>
                    <a:lnTo>
                      <a:pt x="90" y="53"/>
                    </a:lnTo>
                    <a:lnTo>
                      <a:pt x="90" y="51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2" y="47"/>
                    </a:lnTo>
                    <a:lnTo>
                      <a:pt x="92" y="46"/>
                    </a:lnTo>
                    <a:lnTo>
                      <a:pt x="92" y="45"/>
                    </a:lnTo>
                    <a:lnTo>
                      <a:pt x="92" y="43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3" y="40"/>
                    </a:lnTo>
                    <a:lnTo>
                      <a:pt x="93" y="38"/>
                    </a:lnTo>
                    <a:lnTo>
                      <a:pt x="93" y="37"/>
                    </a:lnTo>
                    <a:lnTo>
                      <a:pt x="93" y="36"/>
                    </a:lnTo>
                    <a:lnTo>
                      <a:pt x="93" y="34"/>
                    </a:lnTo>
                    <a:lnTo>
                      <a:pt x="94" y="33"/>
                    </a:lnTo>
                    <a:lnTo>
                      <a:pt x="94" y="32"/>
                    </a:lnTo>
                    <a:lnTo>
                      <a:pt x="94" y="30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4" y="24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0"/>
                    </a:lnTo>
                    <a:lnTo>
                      <a:pt x="94" y="18"/>
                    </a:lnTo>
                    <a:lnTo>
                      <a:pt x="94" y="17"/>
                    </a:lnTo>
                    <a:lnTo>
                      <a:pt x="94" y="16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3" y="10"/>
                    </a:lnTo>
                    <a:lnTo>
                      <a:pt x="93" y="8"/>
                    </a:lnTo>
                    <a:lnTo>
                      <a:pt x="93" y="5"/>
                    </a:lnTo>
                    <a:lnTo>
                      <a:pt x="93" y="2"/>
                    </a:lnTo>
                    <a:lnTo>
                      <a:pt x="93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08620" name="Freeform 45">
              <a:extLst>
                <a:ext uri="{FF2B5EF4-FFF2-40B4-BE49-F238E27FC236}">
                  <a16:creationId xmlns:a16="http://schemas.microsoft.com/office/drawing/2014/main" id="{A80A7B27-87DC-48D4-8B8B-CD5E4E508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674" y="2957298"/>
              <a:ext cx="3699109" cy="2735272"/>
            </a:xfrm>
            <a:custGeom>
              <a:avLst/>
              <a:gdLst>
                <a:gd name="T0" fmla="*/ 1278345235 w 10704"/>
                <a:gd name="T1" fmla="*/ 0 h 21003"/>
                <a:gd name="T2" fmla="*/ 2388662 w 10704"/>
                <a:gd name="T3" fmla="*/ 1102418 h 21003"/>
                <a:gd name="T4" fmla="*/ 0 w 10704"/>
                <a:gd name="T5" fmla="*/ 356221155 h 21003"/>
                <a:gd name="T6" fmla="*/ 135430103 w 10704"/>
                <a:gd name="T7" fmla="*/ 356102383 h 210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04" h="21003">
                  <a:moveTo>
                    <a:pt x="10704" y="0"/>
                  </a:move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1134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8621" name="Line 14">
              <a:extLst>
                <a:ext uri="{FF2B5EF4-FFF2-40B4-BE49-F238E27FC236}">
                  <a16:creationId xmlns:a16="http://schemas.microsoft.com/office/drawing/2014/main" id="{A5B656F6-6308-4930-8D79-E38E94E022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07413" y="5790467"/>
              <a:ext cx="580100" cy="31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8622" name="Freeform 48">
              <a:extLst>
                <a:ext uri="{FF2B5EF4-FFF2-40B4-BE49-F238E27FC236}">
                  <a16:creationId xmlns:a16="http://schemas.microsoft.com/office/drawing/2014/main" id="{C9344669-9F9A-43E0-8F76-BE8A7B85AC5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594887" y="2914643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8623" name="Freeform 48">
              <a:extLst>
                <a:ext uri="{FF2B5EF4-FFF2-40B4-BE49-F238E27FC236}">
                  <a16:creationId xmlns:a16="http://schemas.microsoft.com/office/drawing/2014/main" id="{D0F9CB2F-9308-4D87-8163-2E15889F61C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434954" y="2931576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8624" name="Freeform 5">
              <a:extLst>
                <a:ext uri="{FF2B5EF4-FFF2-40B4-BE49-F238E27FC236}">
                  <a16:creationId xmlns:a16="http://schemas.microsoft.com/office/drawing/2014/main" id="{B4DF68E8-630C-4B45-911D-B6ED5F595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272" y="5755462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8625" name="Freeform 7">
              <a:extLst>
                <a:ext uri="{FF2B5EF4-FFF2-40B4-BE49-F238E27FC236}">
                  <a16:creationId xmlns:a16="http://schemas.microsoft.com/office/drawing/2014/main" id="{2848214E-79DD-47E5-9F75-0287847A4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167" y="5867731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83" name="Rectangle 2">
            <a:extLst>
              <a:ext uri="{FF2B5EF4-FFF2-40B4-BE49-F238E27FC236}">
                <a16:creationId xmlns:a16="http://schemas.microsoft.com/office/drawing/2014/main" id="{1FA3BF3B-6EF8-A84D-B1F0-8CC90B744DB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4763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/>
              <a:t>Let's Complete the Circuit Diagram</a:t>
            </a:r>
            <a:endParaRPr lang="en-US" dirty="0">
              <a:ea typeface="+mj-ea"/>
              <a:cs typeface="+mj-cs"/>
            </a:endParaRP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9601" name="Group 1">
            <a:extLst>
              <a:ext uri="{FF2B5EF4-FFF2-40B4-BE49-F238E27FC236}">
                <a16:creationId xmlns:a16="http://schemas.microsoft.com/office/drawing/2014/main" id="{AB3F224D-0586-4198-915B-5537698F7C44}"/>
              </a:ext>
            </a:extLst>
          </p:cNvPr>
          <p:cNvGrpSpPr>
            <a:grpSpLocks/>
          </p:cNvGrpSpPr>
          <p:nvPr/>
        </p:nvGrpSpPr>
        <p:grpSpPr bwMode="auto">
          <a:xfrm>
            <a:off x="93663" y="1638300"/>
            <a:ext cx="8997950" cy="4930775"/>
            <a:chOff x="92960" y="1638205"/>
            <a:chExt cx="8998034" cy="4931192"/>
          </a:xfrm>
        </p:grpSpPr>
        <p:sp>
          <p:nvSpPr>
            <p:cNvPr id="409603" name="Line 14">
              <a:extLst>
                <a:ext uri="{FF2B5EF4-FFF2-40B4-BE49-F238E27FC236}">
                  <a16:creationId xmlns:a16="http://schemas.microsoft.com/office/drawing/2014/main" id="{3E8404DD-E623-4AFB-A9A4-F14553B70D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9416" y="5920630"/>
              <a:ext cx="10703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9604" name="Line 14">
              <a:extLst>
                <a:ext uri="{FF2B5EF4-FFF2-40B4-BE49-F238E27FC236}">
                  <a16:creationId xmlns:a16="http://schemas.microsoft.com/office/drawing/2014/main" id="{469B7D2B-A6E5-4132-82CA-E3B3DDC97D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50" y="5937564"/>
              <a:ext cx="14246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9605" name="Rectangle 7">
              <a:extLst>
                <a:ext uri="{FF2B5EF4-FFF2-40B4-BE49-F238E27FC236}">
                  <a16:creationId xmlns:a16="http://schemas.microsoft.com/office/drawing/2014/main" id="{96134877-12CE-440B-B596-5501C60BA4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7960" y="5073446"/>
              <a:ext cx="1806575" cy="10302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606" name="Freeform 8">
              <a:extLst>
                <a:ext uri="{FF2B5EF4-FFF2-40B4-BE49-F238E27FC236}">
                  <a16:creationId xmlns:a16="http://schemas.microsoft.com/office/drawing/2014/main" id="{ABF71F78-51DE-4917-AB50-3633FB485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960" y="5302046"/>
              <a:ext cx="158750" cy="160338"/>
            </a:xfrm>
            <a:custGeom>
              <a:avLst/>
              <a:gdLst>
                <a:gd name="T0" fmla="*/ 0 w 202"/>
                <a:gd name="T1" fmla="*/ 630239 h 202"/>
                <a:gd name="T2" fmla="*/ 0 w 202"/>
                <a:gd name="T3" fmla="*/ 630239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9607" name="Rectangle 10">
              <a:extLst>
                <a:ext uri="{FF2B5EF4-FFF2-40B4-BE49-F238E27FC236}">
                  <a16:creationId xmlns:a16="http://schemas.microsoft.com/office/drawing/2014/main" id="{2A597406-25C3-41CF-9600-D79226C91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4323" y="5765596"/>
              <a:ext cx="65723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clear_n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608" name="Rectangle 11">
              <a:extLst>
                <a:ext uri="{FF2B5EF4-FFF2-40B4-BE49-F238E27FC236}">
                  <a16:creationId xmlns:a16="http://schemas.microsoft.com/office/drawing/2014/main" id="{A31F616D-F313-4779-8075-8E45A7FA8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1010" y="5465559"/>
              <a:ext cx="1331912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2-bit up-counter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609" name="Line 14">
              <a:extLst>
                <a:ext uri="{FF2B5EF4-FFF2-40B4-BE49-F238E27FC236}">
                  <a16:creationId xmlns:a16="http://schemas.microsoft.com/office/drawing/2014/main" id="{B14F42C2-855D-4D56-AC15-EB4B12DFA9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48" y="5396934"/>
              <a:ext cx="4202381" cy="39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9610" name="Rectangle 17">
              <a:extLst>
                <a:ext uri="{FF2B5EF4-FFF2-40B4-BE49-F238E27FC236}">
                  <a16:creationId xmlns:a16="http://schemas.microsoft.com/office/drawing/2014/main" id="{B30595D8-AD75-4316-8F36-2BA73BAAE0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895" y="5791514"/>
              <a:ext cx="166712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611" name="Rectangle 18">
              <a:extLst>
                <a:ext uri="{FF2B5EF4-FFF2-40B4-BE49-F238E27FC236}">
                  <a16:creationId xmlns:a16="http://schemas.microsoft.com/office/drawing/2014/main" id="{18C851E8-2B04-4704-A1B1-9C4F6C996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7935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612" name="Rectangle 19">
              <a:extLst>
                <a:ext uri="{FF2B5EF4-FFF2-40B4-BE49-F238E27FC236}">
                  <a16:creationId xmlns:a16="http://schemas.microsoft.com/office/drawing/2014/main" id="{07B04B43-9D33-49C0-9236-B52759C68F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6560" y="3084309"/>
              <a:ext cx="1806575" cy="107473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613" name="Rectangle 20">
              <a:extLst>
                <a:ext uri="{FF2B5EF4-FFF2-40B4-BE49-F238E27FC236}">
                  <a16:creationId xmlns:a16="http://schemas.microsoft.com/office/drawing/2014/main" id="{25C44B21-4759-4A69-9854-772631DAF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2398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614" name="Line 21">
              <a:extLst>
                <a:ext uri="{FF2B5EF4-FFF2-40B4-BE49-F238E27FC236}">
                  <a16:creationId xmlns:a16="http://schemas.microsoft.com/office/drawing/2014/main" id="{7BDAE635-00A3-4754-8B99-381F1B5BBC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473545" y="1898087"/>
              <a:ext cx="2103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9615" name="Line 22">
              <a:extLst>
                <a:ext uri="{FF2B5EF4-FFF2-40B4-BE49-F238E27FC236}">
                  <a16:creationId xmlns:a16="http://schemas.microsoft.com/office/drawing/2014/main" id="{233A80C8-DC2F-4114-B1B3-0C72636790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20235" y="1895799"/>
              <a:ext cx="3168" cy="11885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9616" name="Rectangle 23">
              <a:extLst>
                <a:ext uri="{FF2B5EF4-FFF2-40B4-BE49-F238E27FC236}">
                  <a16:creationId xmlns:a16="http://schemas.microsoft.com/office/drawing/2014/main" id="{EDC5A473-8361-4CA4-9EFA-341E373A38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9598" y="3843134"/>
              <a:ext cx="2276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En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617" name="Rectangle 24">
              <a:extLst>
                <a:ext uri="{FF2B5EF4-FFF2-40B4-BE49-F238E27FC236}">
                  <a16:creationId xmlns:a16="http://schemas.microsoft.com/office/drawing/2014/main" id="{9F1DFF9A-E7F8-49DE-84C4-F5419C8FD1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7860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618" name="Rectangle 25">
              <a:extLst>
                <a:ext uri="{FF2B5EF4-FFF2-40B4-BE49-F238E27FC236}">
                  <a16:creationId xmlns:a16="http://schemas.microsoft.com/office/drawing/2014/main" id="{DA9B2494-756F-4E7B-9364-F4492BFAF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6285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619" name="Rectangle 26">
              <a:extLst>
                <a:ext uri="{FF2B5EF4-FFF2-40B4-BE49-F238E27FC236}">
                  <a16:creationId xmlns:a16="http://schemas.microsoft.com/office/drawing/2014/main" id="{5FF4D558-B886-4A59-9D91-E76942AEDE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2148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620" name="Rectangle 27">
              <a:extLst>
                <a:ext uri="{FF2B5EF4-FFF2-40B4-BE49-F238E27FC236}">
                  <a16:creationId xmlns:a16="http://schemas.microsoft.com/office/drawing/2014/main" id="{15120EB3-ADF5-4262-8C46-25B9D0EAD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6610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621" name="Rectangle 28">
              <a:extLst>
                <a:ext uri="{FF2B5EF4-FFF2-40B4-BE49-F238E27FC236}">
                  <a16:creationId xmlns:a16="http://schemas.microsoft.com/office/drawing/2014/main" id="{E490B0DB-274D-465D-A6C6-A792B4F4DC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79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622" name="Rectangle 29">
              <a:extLst>
                <a:ext uri="{FF2B5EF4-FFF2-40B4-BE49-F238E27FC236}">
                  <a16:creationId xmlns:a16="http://schemas.microsoft.com/office/drawing/2014/main" id="{489935BF-4F6C-4803-83FD-09A4E6AB2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522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623" name="Rectangle 30">
              <a:extLst>
                <a:ext uri="{FF2B5EF4-FFF2-40B4-BE49-F238E27FC236}">
                  <a16:creationId xmlns:a16="http://schemas.microsoft.com/office/drawing/2014/main" id="{B7214357-D8C9-469B-B450-1C030B872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3035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624" name="Rectangle 31">
              <a:extLst>
                <a:ext uri="{FF2B5EF4-FFF2-40B4-BE49-F238E27FC236}">
                  <a16:creationId xmlns:a16="http://schemas.microsoft.com/office/drawing/2014/main" id="{6F42AA7F-86E0-4ECD-9128-E046BF9EA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3048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625" name="Rectangle 32">
              <a:extLst>
                <a:ext uri="{FF2B5EF4-FFF2-40B4-BE49-F238E27FC236}">
                  <a16:creationId xmlns:a16="http://schemas.microsoft.com/office/drawing/2014/main" id="{EA11FC53-5E4D-49EC-A2A3-6FF62B98B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974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626" name="Line 33">
              <a:extLst>
                <a:ext uri="{FF2B5EF4-FFF2-40B4-BE49-F238E27FC236}">
                  <a16:creationId xmlns:a16="http://schemas.microsoft.com/office/drawing/2014/main" id="{A332ADF1-D888-4C28-8D96-BB94D7BE8A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66219" y="1895799"/>
              <a:ext cx="1583" cy="11885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9627" name="Line 34">
              <a:extLst>
                <a:ext uri="{FF2B5EF4-FFF2-40B4-BE49-F238E27FC236}">
                  <a16:creationId xmlns:a16="http://schemas.microsoft.com/office/drawing/2014/main" id="{6598D7AC-7655-46A3-975B-7A7E0DFC00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862119" y="1898087"/>
              <a:ext cx="2465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9628" name="Rectangle 37">
              <a:extLst>
                <a:ext uri="{FF2B5EF4-FFF2-40B4-BE49-F238E27FC236}">
                  <a16:creationId xmlns:a16="http://schemas.microsoft.com/office/drawing/2014/main" id="{9F8F6CEE-DED4-47F9-8457-11CE8B1A43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817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629" name="Rectangle 38">
              <a:extLst>
                <a:ext uri="{FF2B5EF4-FFF2-40B4-BE49-F238E27FC236}">
                  <a16:creationId xmlns:a16="http://schemas.microsoft.com/office/drawing/2014/main" id="{044226E1-EADD-42B8-AABA-0A9A4E8218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1510" y="4657521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630" name="Rectangle 45">
              <a:extLst>
                <a:ext uri="{FF2B5EF4-FFF2-40B4-BE49-F238E27FC236}">
                  <a16:creationId xmlns:a16="http://schemas.microsoft.com/office/drawing/2014/main" id="{8AA7A7F4-7EBF-41B0-9680-154808B9C2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6123" y="3519284"/>
              <a:ext cx="11938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2-to-4 decoder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631" name="Rectangle 46">
              <a:extLst>
                <a:ext uri="{FF2B5EF4-FFF2-40B4-BE49-F238E27FC236}">
                  <a16:creationId xmlns:a16="http://schemas.microsoft.com/office/drawing/2014/main" id="{BEF69128-E2B1-424C-B2E3-DCB753FB0D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3735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632" name="Rectangle 47">
              <a:extLst>
                <a:ext uri="{FF2B5EF4-FFF2-40B4-BE49-F238E27FC236}">
                  <a16:creationId xmlns:a16="http://schemas.microsoft.com/office/drawing/2014/main" id="{4F9A8DD8-989F-47B6-BFEC-205B8508AA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0898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633" name="Rectangle 48">
              <a:extLst>
                <a:ext uri="{FF2B5EF4-FFF2-40B4-BE49-F238E27FC236}">
                  <a16:creationId xmlns:a16="http://schemas.microsoft.com/office/drawing/2014/main" id="{8C567330-F30E-4E91-AEF9-3F185E423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8410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634" name="Rectangle 49">
              <a:extLst>
                <a:ext uri="{FF2B5EF4-FFF2-40B4-BE49-F238E27FC236}">
                  <a16:creationId xmlns:a16="http://schemas.microsoft.com/office/drawing/2014/main" id="{162D6785-8BAD-40E1-B1B2-A70A0D1F02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5573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635" name="Rectangle 50">
              <a:extLst>
                <a:ext uri="{FF2B5EF4-FFF2-40B4-BE49-F238E27FC236}">
                  <a16:creationId xmlns:a16="http://schemas.microsoft.com/office/drawing/2014/main" id="{4476D6F4-3F47-4564-ACDE-7AEBD5AE7D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60" y="5214195"/>
              <a:ext cx="55143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Clock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cxnSp>
          <p:nvCxnSpPr>
            <p:cNvPr id="409636" name="Straight Arrow Connector 2">
              <a:extLst>
                <a:ext uri="{FF2B5EF4-FFF2-40B4-BE49-F238E27FC236}">
                  <a16:creationId xmlns:a16="http://schemas.microsoft.com/office/drawing/2014/main" id="{54D97748-13F0-4AED-AC02-28D9E3321E9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109145" y="4165226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09637" name="Straight Arrow Connector 52">
              <a:extLst>
                <a:ext uri="{FF2B5EF4-FFF2-40B4-BE49-F238E27FC236}">
                  <a16:creationId xmlns:a16="http://schemas.microsoft.com/office/drawing/2014/main" id="{34455FF5-98C6-4466-9F57-961ECCB4E2A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38675" y="4169345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09638" name="Straight Arrow Connector 53">
              <a:extLst>
                <a:ext uri="{FF2B5EF4-FFF2-40B4-BE49-F238E27FC236}">
                  <a16:creationId xmlns:a16="http://schemas.microsoft.com/office/drawing/2014/main" id="{AD6EA1ED-B545-426F-8549-08E0BD57917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706475" y="4171404"/>
              <a:ext cx="0" cy="423475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09639" name="Freeform 5">
              <a:extLst>
                <a:ext uri="{FF2B5EF4-FFF2-40B4-BE49-F238E27FC236}">
                  <a16:creationId xmlns:a16="http://schemas.microsoft.com/office/drawing/2014/main" id="{F69AA8F6-95D6-40FC-A0B6-CEFACFF85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005" y="5772396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9640" name="Freeform 7">
              <a:extLst>
                <a:ext uri="{FF2B5EF4-FFF2-40B4-BE49-F238E27FC236}">
                  <a16:creationId xmlns:a16="http://schemas.microsoft.com/office/drawing/2014/main" id="{D938FCA7-5ED3-4212-88FD-ACF65576E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900" y="5884665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9641" name="Freeform 45">
              <a:extLst>
                <a:ext uri="{FF2B5EF4-FFF2-40B4-BE49-F238E27FC236}">
                  <a16:creationId xmlns:a16="http://schemas.microsoft.com/office/drawing/2014/main" id="{9680DE1F-80D2-4223-BB07-0E0317B3C29B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852089" y="2959411"/>
              <a:ext cx="4372447" cy="3609986"/>
            </a:xfrm>
            <a:custGeom>
              <a:avLst/>
              <a:gdLst>
                <a:gd name="T0" fmla="*/ 1541469344 w 10704"/>
                <a:gd name="T1" fmla="*/ 86678321 h 150349"/>
                <a:gd name="T2" fmla="*/ 1782751296 w 10704"/>
                <a:gd name="T3" fmla="*/ 86601655 h 150349"/>
                <a:gd name="T4" fmla="*/ 1786088637 w 10704"/>
                <a:gd name="T5" fmla="*/ 0 h 150349"/>
                <a:gd name="T6" fmla="*/ 3337340 w 10704"/>
                <a:gd name="T7" fmla="*/ 37481 h 150349"/>
                <a:gd name="T8" fmla="*/ 0 w 10704"/>
                <a:gd name="T9" fmla="*/ 12108528 h 150349"/>
                <a:gd name="T10" fmla="*/ 164025176 w 10704"/>
                <a:gd name="T11" fmla="*/ 12104494 h 1503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04" h="150349">
                  <a:moveTo>
                    <a:pt x="9238" y="150349"/>
                  </a:moveTo>
                  <a:lnTo>
                    <a:pt x="10684" y="150216"/>
                  </a:lnTo>
                  <a:cubicBezTo>
                    <a:pt x="10716" y="100026"/>
                    <a:pt x="10672" y="50190"/>
                    <a:pt x="10704" y="0"/>
                  </a:cubicBez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983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9642" name="AutoShape 57">
              <a:extLst>
                <a:ext uri="{FF2B5EF4-FFF2-40B4-BE49-F238E27FC236}">
                  <a16:creationId xmlns:a16="http://schemas.microsoft.com/office/drawing/2014/main" id="{7915099D-A1A5-4A05-B41B-90068F0E0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501" y="5556352"/>
              <a:ext cx="554038" cy="47148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grpSp>
          <p:nvGrpSpPr>
            <p:cNvPr id="409643" name="Group 66">
              <a:extLst>
                <a:ext uri="{FF2B5EF4-FFF2-40B4-BE49-F238E27FC236}">
                  <a16:creationId xmlns:a16="http://schemas.microsoft.com/office/drawing/2014/main" id="{48DBCF68-6B1D-42BF-99F7-346A5CA7D9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24676" y="5661598"/>
              <a:ext cx="636587" cy="501650"/>
              <a:chOff x="4164013" y="5505902"/>
              <a:chExt cx="636587" cy="501650"/>
            </a:xfrm>
          </p:grpSpPr>
          <p:sp>
            <p:nvSpPr>
              <p:cNvPr id="409678" name="Freeform 86">
                <a:extLst>
                  <a:ext uri="{FF2B5EF4-FFF2-40B4-BE49-F238E27FC236}">
                    <a16:creationId xmlns:a16="http://schemas.microsoft.com/office/drawing/2014/main" id="{2DE8947C-E335-4FA3-B8E2-02B39E782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505902"/>
                <a:ext cx="630237" cy="249237"/>
              </a:xfrm>
              <a:custGeom>
                <a:avLst/>
                <a:gdLst>
                  <a:gd name="T0" fmla="*/ 2147483646 w 794"/>
                  <a:gd name="T1" fmla="*/ 0 h 315"/>
                  <a:gd name="T2" fmla="*/ 2147483646 w 794"/>
                  <a:gd name="T3" fmla="*/ 0 h 315"/>
                  <a:gd name="T4" fmla="*/ 2147483646 w 794"/>
                  <a:gd name="T5" fmla="*/ 0 h 315"/>
                  <a:gd name="T6" fmla="*/ 2147483646 w 794"/>
                  <a:gd name="T7" fmla="*/ 0 h 315"/>
                  <a:gd name="T8" fmla="*/ 2147483646 w 794"/>
                  <a:gd name="T9" fmla="*/ 0 h 315"/>
                  <a:gd name="T10" fmla="*/ 2147483646 w 794"/>
                  <a:gd name="T11" fmla="*/ 0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0"/>
                    </a:moveTo>
                    <a:lnTo>
                      <a:pt x="31" y="0"/>
                    </a:lnTo>
                    <a:lnTo>
                      <a:pt x="60" y="0"/>
                    </a:lnTo>
                    <a:lnTo>
                      <a:pt x="86" y="0"/>
                    </a:lnTo>
                    <a:lnTo>
                      <a:pt x="110" y="0"/>
                    </a:lnTo>
                    <a:lnTo>
                      <a:pt x="134" y="0"/>
                    </a:lnTo>
                    <a:lnTo>
                      <a:pt x="155" y="0"/>
                    </a:lnTo>
                    <a:lnTo>
                      <a:pt x="175" y="0"/>
                    </a:lnTo>
                    <a:lnTo>
                      <a:pt x="194" y="0"/>
                    </a:lnTo>
                    <a:lnTo>
                      <a:pt x="211" y="0"/>
                    </a:lnTo>
                    <a:lnTo>
                      <a:pt x="227" y="0"/>
                    </a:lnTo>
                    <a:lnTo>
                      <a:pt x="240" y="0"/>
                    </a:lnTo>
                    <a:lnTo>
                      <a:pt x="254" y="0"/>
                    </a:lnTo>
                    <a:lnTo>
                      <a:pt x="265" y="0"/>
                    </a:lnTo>
                    <a:lnTo>
                      <a:pt x="276" y="0"/>
                    </a:lnTo>
                    <a:lnTo>
                      <a:pt x="287" y="0"/>
                    </a:lnTo>
                    <a:lnTo>
                      <a:pt x="296" y="0"/>
                    </a:lnTo>
                    <a:lnTo>
                      <a:pt x="303" y="0"/>
                    </a:lnTo>
                    <a:lnTo>
                      <a:pt x="311" y="0"/>
                    </a:lnTo>
                    <a:lnTo>
                      <a:pt x="317" y="0"/>
                    </a:lnTo>
                    <a:lnTo>
                      <a:pt x="323" y="0"/>
                    </a:lnTo>
                    <a:lnTo>
                      <a:pt x="328" y="0"/>
                    </a:lnTo>
                    <a:lnTo>
                      <a:pt x="332" y="0"/>
                    </a:lnTo>
                    <a:lnTo>
                      <a:pt x="336" y="1"/>
                    </a:lnTo>
                    <a:lnTo>
                      <a:pt x="338" y="1"/>
                    </a:lnTo>
                    <a:lnTo>
                      <a:pt x="342" y="1"/>
                    </a:lnTo>
                    <a:lnTo>
                      <a:pt x="345" y="1"/>
                    </a:lnTo>
                    <a:lnTo>
                      <a:pt x="348" y="1"/>
                    </a:lnTo>
                    <a:lnTo>
                      <a:pt x="349" y="1"/>
                    </a:lnTo>
                    <a:lnTo>
                      <a:pt x="352" y="1"/>
                    </a:lnTo>
                    <a:lnTo>
                      <a:pt x="353" y="1"/>
                    </a:lnTo>
                    <a:lnTo>
                      <a:pt x="356" y="1"/>
                    </a:lnTo>
                    <a:lnTo>
                      <a:pt x="358" y="1"/>
                    </a:lnTo>
                    <a:lnTo>
                      <a:pt x="360" y="1"/>
                    </a:lnTo>
                    <a:lnTo>
                      <a:pt x="362" y="3"/>
                    </a:lnTo>
                    <a:lnTo>
                      <a:pt x="364" y="3"/>
                    </a:lnTo>
                    <a:lnTo>
                      <a:pt x="366" y="3"/>
                    </a:lnTo>
                    <a:lnTo>
                      <a:pt x="368" y="3"/>
                    </a:lnTo>
                    <a:lnTo>
                      <a:pt x="369" y="3"/>
                    </a:lnTo>
                    <a:lnTo>
                      <a:pt x="370" y="3"/>
                    </a:lnTo>
                    <a:lnTo>
                      <a:pt x="372" y="3"/>
                    </a:lnTo>
                    <a:lnTo>
                      <a:pt x="374" y="3"/>
                    </a:lnTo>
                    <a:lnTo>
                      <a:pt x="376" y="3"/>
                    </a:lnTo>
                    <a:lnTo>
                      <a:pt x="377" y="3"/>
                    </a:lnTo>
                    <a:lnTo>
                      <a:pt x="378" y="3"/>
                    </a:lnTo>
                    <a:lnTo>
                      <a:pt x="380" y="4"/>
                    </a:lnTo>
                    <a:lnTo>
                      <a:pt x="381" y="4"/>
                    </a:lnTo>
                    <a:lnTo>
                      <a:pt x="382" y="4"/>
                    </a:lnTo>
                    <a:lnTo>
                      <a:pt x="384" y="4"/>
                    </a:lnTo>
                    <a:lnTo>
                      <a:pt x="385" y="4"/>
                    </a:lnTo>
                    <a:lnTo>
                      <a:pt x="386" y="4"/>
                    </a:lnTo>
                    <a:lnTo>
                      <a:pt x="388" y="4"/>
                    </a:lnTo>
                    <a:lnTo>
                      <a:pt x="389" y="4"/>
                    </a:lnTo>
                    <a:lnTo>
                      <a:pt x="390" y="4"/>
                    </a:lnTo>
                    <a:lnTo>
                      <a:pt x="392" y="5"/>
                    </a:lnTo>
                    <a:lnTo>
                      <a:pt x="393" y="5"/>
                    </a:lnTo>
                    <a:lnTo>
                      <a:pt x="394" y="5"/>
                    </a:lnTo>
                    <a:lnTo>
                      <a:pt x="396" y="5"/>
                    </a:lnTo>
                    <a:lnTo>
                      <a:pt x="398" y="5"/>
                    </a:lnTo>
                    <a:lnTo>
                      <a:pt x="400" y="5"/>
                    </a:lnTo>
                    <a:lnTo>
                      <a:pt x="401" y="7"/>
                    </a:lnTo>
                    <a:lnTo>
                      <a:pt x="403" y="7"/>
                    </a:lnTo>
                    <a:lnTo>
                      <a:pt x="405" y="7"/>
                    </a:lnTo>
                    <a:lnTo>
                      <a:pt x="407" y="7"/>
                    </a:lnTo>
                    <a:lnTo>
                      <a:pt x="409" y="8"/>
                    </a:lnTo>
                    <a:lnTo>
                      <a:pt x="411" y="8"/>
                    </a:lnTo>
                    <a:lnTo>
                      <a:pt x="413" y="8"/>
                    </a:lnTo>
                    <a:lnTo>
                      <a:pt x="414" y="8"/>
                    </a:lnTo>
                    <a:lnTo>
                      <a:pt x="417" y="8"/>
                    </a:lnTo>
                    <a:lnTo>
                      <a:pt x="418" y="8"/>
                    </a:lnTo>
                    <a:lnTo>
                      <a:pt x="419" y="9"/>
                    </a:lnTo>
                    <a:lnTo>
                      <a:pt x="421" y="9"/>
                    </a:lnTo>
                    <a:lnTo>
                      <a:pt x="422" y="9"/>
                    </a:lnTo>
                    <a:lnTo>
                      <a:pt x="423" y="9"/>
                    </a:lnTo>
                    <a:lnTo>
                      <a:pt x="425" y="9"/>
                    </a:lnTo>
                    <a:lnTo>
                      <a:pt x="426" y="9"/>
                    </a:lnTo>
                    <a:lnTo>
                      <a:pt x="426" y="11"/>
                    </a:lnTo>
                    <a:lnTo>
                      <a:pt x="427" y="11"/>
                    </a:lnTo>
                    <a:lnTo>
                      <a:pt x="429" y="11"/>
                    </a:lnTo>
                    <a:lnTo>
                      <a:pt x="430" y="11"/>
                    </a:lnTo>
                    <a:lnTo>
                      <a:pt x="431" y="11"/>
                    </a:lnTo>
                    <a:lnTo>
                      <a:pt x="433" y="12"/>
                    </a:lnTo>
                    <a:lnTo>
                      <a:pt x="434" y="12"/>
                    </a:lnTo>
                    <a:lnTo>
                      <a:pt x="435" y="12"/>
                    </a:lnTo>
                    <a:lnTo>
                      <a:pt x="437" y="13"/>
                    </a:lnTo>
                    <a:lnTo>
                      <a:pt x="438" y="13"/>
                    </a:lnTo>
                    <a:lnTo>
                      <a:pt x="439" y="13"/>
                    </a:lnTo>
                    <a:lnTo>
                      <a:pt x="441" y="15"/>
                    </a:lnTo>
                    <a:lnTo>
                      <a:pt x="443" y="15"/>
                    </a:lnTo>
                    <a:lnTo>
                      <a:pt x="445" y="15"/>
                    </a:lnTo>
                    <a:lnTo>
                      <a:pt x="446" y="16"/>
                    </a:lnTo>
                    <a:lnTo>
                      <a:pt x="449" y="16"/>
                    </a:lnTo>
                    <a:lnTo>
                      <a:pt x="450" y="17"/>
                    </a:lnTo>
                    <a:lnTo>
                      <a:pt x="453" y="17"/>
                    </a:lnTo>
                    <a:lnTo>
                      <a:pt x="455" y="19"/>
                    </a:lnTo>
                    <a:lnTo>
                      <a:pt x="458" y="19"/>
                    </a:lnTo>
                    <a:lnTo>
                      <a:pt x="459" y="20"/>
                    </a:lnTo>
                    <a:lnTo>
                      <a:pt x="462" y="20"/>
                    </a:lnTo>
                    <a:lnTo>
                      <a:pt x="465" y="21"/>
                    </a:lnTo>
                    <a:lnTo>
                      <a:pt x="466" y="21"/>
                    </a:lnTo>
                    <a:lnTo>
                      <a:pt x="467" y="23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4"/>
                    </a:lnTo>
                    <a:lnTo>
                      <a:pt x="474" y="24"/>
                    </a:lnTo>
                    <a:lnTo>
                      <a:pt x="475" y="25"/>
                    </a:lnTo>
                    <a:lnTo>
                      <a:pt x="476" y="25"/>
                    </a:lnTo>
                    <a:lnTo>
                      <a:pt x="478" y="25"/>
                    </a:lnTo>
                    <a:lnTo>
                      <a:pt x="479" y="27"/>
                    </a:lnTo>
                    <a:lnTo>
                      <a:pt x="480" y="27"/>
                    </a:lnTo>
                    <a:lnTo>
                      <a:pt x="482" y="27"/>
                    </a:lnTo>
                    <a:lnTo>
                      <a:pt x="482" y="28"/>
                    </a:lnTo>
                    <a:lnTo>
                      <a:pt x="483" y="28"/>
                    </a:lnTo>
                    <a:lnTo>
                      <a:pt x="484" y="29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31"/>
                    </a:lnTo>
                    <a:lnTo>
                      <a:pt x="490" y="31"/>
                    </a:lnTo>
                    <a:lnTo>
                      <a:pt x="491" y="32"/>
                    </a:lnTo>
                    <a:lnTo>
                      <a:pt x="492" y="32"/>
                    </a:lnTo>
                    <a:lnTo>
                      <a:pt x="494" y="33"/>
                    </a:lnTo>
                    <a:lnTo>
                      <a:pt x="495" y="33"/>
                    </a:lnTo>
                    <a:lnTo>
                      <a:pt x="498" y="35"/>
                    </a:lnTo>
                    <a:lnTo>
                      <a:pt x="499" y="36"/>
                    </a:lnTo>
                    <a:lnTo>
                      <a:pt x="500" y="36"/>
                    </a:lnTo>
                    <a:lnTo>
                      <a:pt x="503" y="37"/>
                    </a:lnTo>
                    <a:lnTo>
                      <a:pt x="504" y="39"/>
                    </a:lnTo>
                    <a:lnTo>
                      <a:pt x="507" y="40"/>
                    </a:lnTo>
                    <a:lnTo>
                      <a:pt x="508" y="40"/>
                    </a:lnTo>
                    <a:lnTo>
                      <a:pt x="511" y="41"/>
                    </a:lnTo>
                    <a:lnTo>
                      <a:pt x="512" y="43"/>
                    </a:lnTo>
                    <a:lnTo>
                      <a:pt x="514" y="43"/>
                    </a:lnTo>
                    <a:lnTo>
                      <a:pt x="516" y="44"/>
                    </a:lnTo>
                    <a:lnTo>
                      <a:pt x="518" y="44"/>
                    </a:lnTo>
                    <a:lnTo>
                      <a:pt x="519" y="45"/>
                    </a:lnTo>
                    <a:lnTo>
                      <a:pt x="520" y="45"/>
                    </a:lnTo>
                    <a:lnTo>
                      <a:pt x="522" y="47"/>
                    </a:lnTo>
                    <a:lnTo>
                      <a:pt x="523" y="47"/>
                    </a:lnTo>
                    <a:lnTo>
                      <a:pt x="523" y="48"/>
                    </a:lnTo>
                    <a:lnTo>
                      <a:pt x="524" y="48"/>
                    </a:lnTo>
                    <a:lnTo>
                      <a:pt x="526" y="49"/>
                    </a:lnTo>
                    <a:lnTo>
                      <a:pt x="527" y="49"/>
                    </a:lnTo>
                    <a:lnTo>
                      <a:pt x="528" y="51"/>
                    </a:lnTo>
                    <a:lnTo>
                      <a:pt x="530" y="51"/>
                    </a:lnTo>
                    <a:lnTo>
                      <a:pt x="531" y="52"/>
                    </a:lnTo>
                    <a:lnTo>
                      <a:pt x="532" y="52"/>
                    </a:lnTo>
                    <a:lnTo>
                      <a:pt x="534" y="53"/>
                    </a:lnTo>
                    <a:lnTo>
                      <a:pt x="535" y="55"/>
                    </a:lnTo>
                    <a:lnTo>
                      <a:pt x="536" y="55"/>
                    </a:lnTo>
                    <a:lnTo>
                      <a:pt x="538" y="56"/>
                    </a:lnTo>
                    <a:lnTo>
                      <a:pt x="539" y="56"/>
                    </a:lnTo>
                    <a:lnTo>
                      <a:pt x="540" y="57"/>
                    </a:lnTo>
                    <a:lnTo>
                      <a:pt x="542" y="57"/>
                    </a:lnTo>
                    <a:lnTo>
                      <a:pt x="543" y="58"/>
                    </a:lnTo>
                    <a:lnTo>
                      <a:pt x="546" y="60"/>
                    </a:lnTo>
                    <a:lnTo>
                      <a:pt x="547" y="60"/>
                    </a:lnTo>
                    <a:lnTo>
                      <a:pt x="548" y="61"/>
                    </a:lnTo>
                    <a:lnTo>
                      <a:pt x="551" y="62"/>
                    </a:lnTo>
                    <a:lnTo>
                      <a:pt x="552" y="64"/>
                    </a:lnTo>
                    <a:lnTo>
                      <a:pt x="553" y="65"/>
                    </a:lnTo>
                    <a:lnTo>
                      <a:pt x="556" y="65"/>
                    </a:lnTo>
                    <a:lnTo>
                      <a:pt x="557" y="66"/>
                    </a:lnTo>
                    <a:lnTo>
                      <a:pt x="559" y="66"/>
                    </a:lnTo>
                    <a:lnTo>
                      <a:pt x="560" y="68"/>
                    </a:lnTo>
                    <a:lnTo>
                      <a:pt x="561" y="69"/>
                    </a:lnTo>
                    <a:lnTo>
                      <a:pt x="563" y="69"/>
                    </a:lnTo>
                    <a:lnTo>
                      <a:pt x="564" y="70"/>
                    </a:lnTo>
                    <a:lnTo>
                      <a:pt x="565" y="70"/>
                    </a:lnTo>
                    <a:lnTo>
                      <a:pt x="567" y="72"/>
                    </a:lnTo>
                    <a:lnTo>
                      <a:pt x="568" y="73"/>
                    </a:lnTo>
                    <a:lnTo>
                      <a:pt x="569" y="73"/>
                    </a:lnTo>
                    <a:lnTo>
                      <a:pt x="571" y="74"/>
                    </a:lnTo>
                    <a:lnTo>
                      <a:pt x="572" y="74"/>
                    </a:lnTo>
                    <a:lnTo>
                      <a:pt x="572" y="76"/>
                    </a:lnTo>
                    <a:lnTo>
                      <a:pt x="573" y="76"/>
                    </a:lnTo>
                    <a:lnTo>
                      <a:pt x="575" y="76"/>
                    </a:lnTo>
                    <a:lnTo>
                      <a:pt x="575" y="77"/>
                    </a:lnTo>
                    <a:lnTo>
                      <a:pt x="576" y="77"/>
                    </a:lnTo>
                    <a:lnTo>
                      <a:pt x="577" y="78"/>
                    </a:lnTo>
                    <a:lnTo>
                      <a:pt x="579" y="78"/>
                    </a:lnTo>
                    <a:lnTo>
                      <a:pt x="580" y="80"/>
                    </a:lnTo>
                    <a:lnTo>
                      <a:pt x="581" y="80"/>
                    </a:lnTo>
                    <a:lnTo>
                      <a:pt x="581" y="81"/>
                    </a:lnTo>
                    <a:lnTo>
                      <a:pt x="583" y="82"/>
                    </a:lnTo>
                    <a:lnTo>
                      <a:pt x="585" y="82"/>
                    </a:lnTo>
                    <a:lnTo>
                      <a:pt x="587" y="84"/>
                    </a:lnTo>
                    <a:lnTo>
                      <a:pt x="588" y="85"/>
                    </a:lnTo>
                    <a:lnTo>
                      <a:pt x="589" y="86"/>
                    </a:lnTo>
                    <a:lnTo>
                      <a:pt x="591" y="86"/>
                    </a:lnTo>
                    <a:lnTo>
                      <a:pt x="592" y="88"/>
                    </a:lnTo>
                    <a:lnTo>
                      <a:pt x="593" y="88"/>
                    </a:lnTo>
                    <a:lnTo>
                      <a:pt x="593" y="89"/>
                    </a:lnTo>
                    <a:lnTo>
                      <a:pt x="595" y="89"/>
                    </a:lnTo>
                    <a:lnTo>
                      <a:pt x="596" y="90"/>
                    </a:lnTo>
                    <a:lnTo>
                      <a:pt x="597" y="90"/>
                    </a:lnTo>
                    <a:lnTo>
                      <a:pt x="597" y="92"/>
                    </a:lnTo>
                    <a:lnTo>
                      <a:pt x="599" y="92"/>
                    </a:lnTo>
                    <a:lnTo>
                      <a:pt x="600" y="93"/>
                    </a:lnTo>
                    <a:lnTo>
                      <a:pt x="601" y="93"/>
                    </a:lnTo>
                    <a:lnTo>
                      <a:pt x="601" y="94"/>
                    </a:lnTo>
                    <a:lnTo>
                      <a:pt x="603" y="94"/>
                    </a:lnTo>
                    <a:lnTo>
                      <a:pt x="604" y="96"/>
                    </a:lnTo>
                    <a:lnTo>
                      <a:pt x="605" y="97"/>
                    </a:lnTo>
                    <a:lnTo>
                      <a:pt x="607" y="97"/>
                    </a:lnTo>
                    <a:lnTo>
                      <a:pt x="607" y="98"/>
                    </a:lnTo>
                    <a:lnTo>
                      <a:pt x="608" y="98"/>
                    </a:lnTo>
                    <a:lnTo>
                      <a:pt x="609" y="100"/>
                    </a:lnTo>
                    <a:lnTo>
                      <a:pt x="611" y="101"/>
                    </a:lnTo>
                    <a:lnTo>
                      <a:pt x="612" y="101"/>
                    </a:lnTo>
                    <a:lnTo>
                      <a:pt x="612" y="102"/>
                    </a:lnTo>
                    <a:lnTo>
                      <a:pt x="613" y="102"/>
                    </a:lnTo>
                    <a:lnTo>
                      <a:pt x="615" y="104"/>
                    </a:lnTo>
                    <a:lnTo>
                      <a:pt x="616" y="105"/>
                    </a:lnTo>
                    <a:lnTo>
                      <a:pt x="617" y="106"/>
                    </a:lnTo>
                    <a:lnTo>
                      <a:pt x="619" y="106"/>
                    </a:lnTo>
                    <a:lnTo>
                      <a:pt x="619" y="108"/>
                    </a:lnTo>
                    <a:lnTo>
                      <a:pt x="620" y="108"/>
                    </a:lnTo>
                    <a:lnTo>
                      <a:pt x="621" y="109"/>
                    </a:lnTo>
                    <a:lnTo>
                      <a:pt x="622" y="110"/>
                    </a:lnTo>
                    <a:lnTo>
                      <a:pt x="624" y="110"/>
                    </a:lnTo>
                    <a:lnTo>
                      <a:pt x="624" y="112"/>
                    </a:lnTo>
                    <a:lnTo>
                      <a:pt x="625" y="112"/>
                    </a:lnTo>
                    <a:lnTo>
                      <a:pt x="625" y="113"/>
                    </a:lnTo>
                    <a:lnTo>
                      <a:pt x="626" y="113"/>
                    </a:lnTo>
                    <a:lnTo>
                      <a:pt x="628" y="114"/>
                    </a:lnTo>
                    <a:lnTo>
                      <a:pt x="629" y="114"/>
                    </a:lnTo>
                    <a:lnTo>
                      <a:pt x="629" y="116"/>
                    </a:lnTo>
                    <a:lnTo>
                      <a:pt x="630" y="116"/>
                    </a:lnTo>
                    <a:lnTo>
                      <a:pt x="632" y="117"/>
                    </a:lnTo>
                    <a:lnTo>
                      <a:pt x="633" y="118"/>
                    </a:lnTo>
                    <a:lnTo>
                      <a:pt x="634" y="118"/>
                    </a:lnTo>
                    <a:lnTo>
                      <a:pt x="634" y="120"/>
                    </a:lnTo>
                    <a:lnTo>
                      <a:pt x="636" y="120"/>
                    </a:lnTo>
                    <a:lnTo>
                      <a:pt x="637" y="121"/>
                    </a:lnTo>
                    <a:lnTo>
                      <a:pt x="638" y="121"/>
                    </a:lnTo>
                    <a:lnTo>
                      <a:pt x="640" y="122"/>
                    </a:lnTo>
                    <a:lnTo>
                      <a:pt x="641" y="124"/>
                    </a:lnTo>
                    <a:lnTo>
                      <a:pt x="642" y="125"/>
                    </a:lnTo>
                    <a:lnTo>
                      <a:pt x="644" y="125"/>
                    </a:lnTo>
                    <a:lnTo>
                      <a:pt x="645" y="126"/>
                    </a:lnTo>
                    <a:lnTo>
                      <a:pt x="646" y="128"/>
                    </a:lnTo>
                    <a:lnTo>
                      <a:pt x="648" y="128"/>
                    </a:lnTo>
                    <a:lnTo>
                      <a:pt x="648" y="129"/>
                    </a:lnTo>
                    <a:lnTo>
                      <a:pt x="649" y="129"/>
                    </a:lnTo>
                    <a:lnTo>
                      <a:pt x="650" y="130"/>
                    </a:lnTo>
                    <a:lnTo>
                      <a:pt x="652" y="131"/>
                    </a:lnTo>
                    <a:lnTo>
                      <a:pt x="653" y="131"/>
                    </a:lnTo>
                    <a:lnTo>
                      <a:pt x="653" y="133"/>
                    </a:lnTo>
                    <a:lnTo>
                      <a:pt x="654" y="133"/>
                    </a:lnTo>
                    <a:lnTo>
                      <a:pt x="654" y="134"/>
                    </a:lnTo>
                    <a:lnTo>
                      <a:pt x="656" y="134"/>
                    </a:lnTo>
                    <a:lnTo>
                      <a:pt x="656" y="135"/>
                    </a:lnTo>
                    <a:lnTo>
                      <a:pt x="657" y="135"/>
                    </a:lnTo>
                    <a:lnTo>
                      <a:pt x="657" y="137"/>
                    </a:lnTo>
                    <a:lnTo>
                      <a:pt x="658" y="138"/>
                    </a:lnTo>
                    <a:lnTo>
                      <a:pt x="660" y="138"/>
                    </a:lnTo>
                    <a:lnTo>
                      <a:pt x="660" y="139"/>
                    </a:lnTo>
                    <a:lnTo>
                      <a:pt x="661" y="141"/>
                    </a:lnTo>
                    <a:lnTo>
                      <a:pt x="662" y="141"/>
                    </a:lnTo>
                    <a:lnTo>
                      <a:pt x="664" y="142"/>
                    </a:lnTo>
                    <a:lnTo>
                      <a:pt x="664" y="143"/>
                    </a:lnTo>
                    <a:lnTo>
                      <a:pt x="665" y="145"/>
                    </a:lnTo>
                    <a:lnTo>
                      <a:pt x="666" y="146"/>
                    </a:lnTo>
                    <a:lnTo>
                      <a:pt x="668" y="147"/>
                    </a:lnTo>
                    <a:lnTo>
                      <a:pt x="669" y="149"/>
                    </a:lnTo>
                    <a:lnTo>
                      <a:pt x="670" y="150"/>
                    </a:lnTo>
                    <a:lnTo>
                      <a:pt x="672" y="151"/>
                    </a:lnTo>
                    <a:lnTo>
                      <a:pt x="673" y="153"/>
                    </a:lnTo>
                    <a:lnTo>
                      <a:pt x="674" y="154"/>
                    </a:lnTo>
                    <a:lnTo>
                      <a:pt x="676" y="155"/>
                    </a:lnTo>
                    <a:lnTo>
                      <a:pt x="677" y="157"/>
                    </a:lnTo>
                    <a:lnTo>
                      <a:pt x="677" y="158"/>
                    </a:lnTo>
                    <a:lnTo>
                      <a:pt x="678" y="158"/>
                    </a:lnTo>
                    <a:lnTo>
                      <a:pt x="680" y="159"/>
                    </a:lnTo>
                    <a:lnTo>
                      <a:pt x="680" y="161"/>
                    </a:lnTo>
                    <a:lnTo>
                      <a:pt x="681" y="161"/>
                    </a:lnTo>
                    <a:lnTo>
                      <a:pt x="681" y="162"/>
                    </a:lnTo>
                    <a:lnTo>
                      <a:pt x="682" y="162"/>
                    </a:lnTo>
                    <a:lnTo>
                      <a:pt x="682" y="163"/>
                    </a:lnTo>
                    <a:lnTo>
                      <a:pt x="684" y="165"/>
                    </a:lnTo>
                    <a:lnTo>
                      <a:pt x="685" y="166"/>
                    </a:lnTo>
                    <a:lnTo>
                      <a:pt x="686" y="167"/>
                    </a:lnTo>
                    <a:lnTo>
                      <a:pt x="686" y="169"/>
                    </a:lnTo>
                    <a:lnTo>
                      <a:pt x="688" y="169"/>
                    </a:lnTo>
                    <a:lnTo>
                      <a:pt x="689" y="170"/>
                    </a:lnTo>
                    <a:lnTo>
                      <a:pt x="689" y="171"/>
                    </a:lnTo>
                    <a:lnTo>
                      <a:pt x="690" y="173"/>
                    </a:lnTo>
                    <a:lnTo>
                      <a:pt x="692" y="174"/>
                    </a:lnTo>
                    <a:lnTo>
                      <a:pt x="693" y="175"/>
                    </a:lnTo>
                    <a:lnTo>
                      <a:pt x="694" y="178"/>
                    </a:lnTo>
                    <a:lnTo>
                      <a:pt x="695" y="179"/>
                    </a:lnTo>
                    <a:lnTo>
                      <a:pt x="697" y="181"/>
                    </a:lnTo>
                    <a:lnTo>
                      <a:pt x="698" y="183"/>
                    </a:lnTo>
                    <a:lnTo>
                      <a:pt x="701" y="185"/>
                    </a:lnTo>
                    <a:lnTo>
                      <a:pt x="702" y="186"/>
                    </a:lnTo>
                    <a:lnTo>
                      <a:pt x="702" y="187"/>
                    </a:lnTo>
                    <a:lnTo>
                      <a:pt x="703" y="189"/>
                    </a:lnTo>
                    <a:lnTo>
                      <a:pt x="705" y="190"/>
                    </a:lnTo>
                    <a:lnTo>
                      <a:pt x="706" y="191"/>
                    </a:lnTo>
                    <a:lnTo>
                      <a:pt x="707" y="193"/>
                    </a:lnTo>
                    <a:lnTo>
                      <a:pt x="707" y="194"/>
                    </a:lnTo>
                    <a:lnTo>
                      <a:pt x="709" y="195"/>
                    </a:lnTo>
                    <a:lnTo>
                      <a:pt x="710" y="197"/>
                    </a:lnTo>
                    <a:lnTo>
                      <a:pt x="710" y="198"/>
                    </a:lnTo>
                    <a:lnTo>
                      <a:pt x="711" y="198"/>
                    </a:lnTo>
                    <a:lnTo>
                      <a:pt x="713" y="199"/>
                    </a:lnTo>
                    <a:lnTo>
                      <a:pt x="713" y="201"/>
                    </a:lnTo>
                    <a:lnTo>
                      <a:pt x="714" y="202"/>
                    </a:lnTo>
                    <a:lnTo>
                      <a:pt x="715" y="203"/>
                    </a:lnTo>
                    <a:lnTo>
                      <a:pt x="717" y="205"/>
                    </a:lnTo>
                    <a:lnTo>
                      <a:pt x="717" y="206"/>
                    </a:lnTo>
                    <a:lnTo>
                      <a:pt x="718" y="207"/>
                    </a:lnTo>
                    <a:lnTo>
                      <a:pt x="719" y="208"/>
                    </a:lnTo>
                    <a:lnTo>
                      <a:pt x="721" y="210"/>
                    </a:lnTo>
                    <a:lnTo>
                      <a:pt x="722" y="212"/>
                    </a:lnTo>
                    <a:lnTo>
                      <a:pt x="722" y="214"/>
                    </a:lnTo>
                    <a:lnTo>
                      <a:pt x="723" y="215"/>
                    </a:lnTo>
                    <a:lnTo>
                      <a:pt x="725" y="216"/>
                    </a:lnTo>
                    <a:lnTo>
                      <a:pt x="726" y="218"/>
                    </a:lnTo>
                    <a:lnTo>
                      <a:pt x="727" y="220"/>
                    </a:lnTo>
                    <a:lnTo>
                      <a:pt x="729" y="222"/>
                    </a:lnTo>
                    <a:lnTo>
                      <a:pt x="730" y="224"/>
                    </a:lnTo>
                    <a:lnTo>
                      <a:pt x="731" y="226"/>
                    </a:lnTo>
                    <a:lnTo>
                      <a:pt x="734" y="228"/>
                    </a:lnTo>
                    <a:lnTo>
                      <a:pt x="735" y="230"/>
                    </a:lnTo>
                    <a:lnTo>
                      <a:pt x="735" y="232"/>
                    </a:lnTo>
                    <a:lnTo>
                      <a:pt x="737" y="234"/>
                    </a:lnTo>
                    <a:lnTo>
                      <a:pt x="738" y="235"/>
                    </a:lnTo>
                    <a:lnTo>
                      <a:pt x="739" y="236"/>
                    </a:lnTo>
                    <a:lnTo>
                      <a:pt x="741" y="238"/>
                    </a:lnTo>
                    <a:lnTo>
                      <a:pt x="742" y="239"/>
                    </a:lnTo>
                    <a:lnTo>
                      <a:pt x="742" y="240"/>
                    </a:lnTo>
                    <a:lnTo>
                      <a:pt x="743" y="242"/>
                    </a:lnTo>
                    <a:lnTo>
                      <a:pt x="745" y="243"/>
                    </a:lnTo>
                    <a:lnTo>
                      <a:pt x="745" y="244"/>
                    </a:lnTo>
                    <a:lnTo>
                      <a:pt x="746" y="246"/>
                    </a:lnTo>
                    <a:lnTo>
                      <a:pt x="746" y="247"/>
                    </a:lnTo>
                    <a:lnTo>
                      <a:pt x="747" y="247"/>
                    </a:lnTo>
                    <a:lnTo>
                      <a:pt x="749" y="248"/>
                    </a:lnTo>
                    <a:lnTo>
                      <a:pt x="749" y="250"/>
                    </a:lnTo>
                    <a:lnTo>
                      <a:pt x="750" y="251"/>
                    </a:lnTo>
                    <a:lnTo>
                      <a:pt x="750" y="252"/>
                    </a:lnTo>
                    <a:lnTo>
                      <a:pt x="751" y="254"/>
                    </a:lnTo>
                    <a:lnTo>
                      <a:pt x="753" y="255"/>
                    </a:lnTo>
                    <a:lnTo>
                      <a:pt x="754" y="256"/>
                    </a:lnTo>
                    <a:lnTo>
                      <a:pt x="754" y="258"/>
                    </a:lnTo>
                    <a:lnTo>
                      <a:pt x="755" y="259"/>
                    </a:lnTo>
                    <a:lnTo>
                      <a:pt x="757" y="260"/>
                    </a:lnTo>
                    <a:lnTo>
                      <a:pt x="758" y="262"/>
                    </a:lnTo>
                    <a:lnTo>
                      <a:pt x="759" y="263"/>
                    </a:lnTo>
                    <a:lnTo>
                      <a:pt x="761" y="266"/>
                    </a:lnTo>
                    <a:lnTo>
                      <a:pt x="762" y="267"/>
                    </a:lnTo>
                    <a:lnTo>
                      <a:pt x="763" y="270"/>
                    </a:lnTo>
                    <a:lnTo>
                      <a:pt x="765" y="271"/>
                    </a:lnTo>
                    <a:lnTo>
                      <a:pt x="766" y="274"/>
                    </a:lnTo>
                    <a:lnTo>
                      <a:pt x="767" y="276"/>
                    </a:lnTo>
                    <a:lnTo>
                      <a:pt x="769" y="278"/>
                    </a:lnTo>
                    <a:lnTo>
                      <a:pt x="770" y="279"/>
                    </a:lnTo>
                    <a:lnTo>
                      <a:pt x="771" y="281"/>
                    </a:lnTo>
                    <a:lnTo>
                      <a:pt x="772" y="283"/>
                    </a:lnTo>
                    <a:lnTo>
                      <a:pt x="774" y="284"/>
                    </a:lnTo>
                    <a:lnTo>
                      <a:pt x="775" y="285"/>
                    </a:lnTo>
                    <a:lnTo>
                      <a:pt x="775" y="287"/>
                    </a:lnTo>
                    <a:lnTo>
                      <a:pt x="776" y="288"/>
                    </a:lnTo>
                    <a:lnTo>
                      <a:pt x="778" y="289"/>
                    </a:lnTo>
                    <a:lnTo>
                      <a:pt x="778" y="291"/>
                    </a:lnTo>
                    <a:lnTo>
                      <a:pt x="779" y="292"/>
                    </a:lnTo>
                    <a:lnTo>
                      <a:pt x="780" y="293"/>
                    </a:lnTo>
                    <a:lnTo>
                      <a:pt x="782" y="295"/>
                    </a:lnTo>
                    <a:lnTo>
                      <a:pt x="782" y="296"/>
                    </a:lnTo>
                    <a:lnTo>
                      <a:pt x="783" y="297"/>
                    </a:lnTo>
                    <a:lnTo>
                      <a:pt x="784" y="299"/>
                    </a:lnTo>
                    <a:lnTo>
                      <a:pt x="784" y="300"/>
                    </a:lnTo>
                    <a:lnTo>
                      <a:pt x="786" y="301"/>
                    </a:lnTo>
                    <a:lnTo>
                      <a:pt x="786" y="303"/>
                    </a:lnTo>
                    <a:lnTo>
                      <a:pt x="787" y="304"/>
                    </a:lnTo>
                    <a:lnTo>
                      <a:pt x="788" y="305"/>
                    </a:lnTo>
                    <a:lnTo>
                      <a:pt x="788" y="307"/>
                    </a:lnTo>
                    <a:lnTo>
                      <a:pt x="790" y="309"/>
                    </a:lnTo>
                    <a:lnTo>
                      <a:pt x="791" y="311"/>
                    </a:lnTo>
                    <a:lnTo>
                      <a:pt x="791" y="312"/>
                    </a:lnTo>
                    <a:lnTo>
                      <a:pt x="792" y="313"/>
                    </a:lnTo>
                    <a:lnTo>
                      <a:pt x="794" y="315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09679" name="Freeform 87">
                <a:extLst>
                  <a:ext uri="{FF2B5EF4-FFF2-40B4-BE49-F238E27FC236}">
                    <a16:creationId xmlns:a16="http://schemas.microsoft.com/office/drawing/2014/main" id="{042725FD-5378-43CA-B00E-B2CD5A4B4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758314"/>
                <a:ext cx="630237" cy="249238"/>
              </a:xfrm>
              <a:custGeom>
                <a:avLst/>
                <a:gdLst>
                  <a:gd name="T0" fmla="*/ 2147483646 w 794"/>
                  <a:gd name="T1" fmla="*/ 2147483646 h 315"/>
                  <a:gd name="T2" fmla="*/ 2147483646 w 794"/>
                  <a:gd name="T3" fmla="*/ 2147483646 h 315"/>
                  <a:gd name="T4" fmla="*/ 2147483646 w 794"/>
                  <a:gd name="T5" fmla="*/ 2147483646 h 315"/>
                  <a:gd name="T6" fmla="*/ 2147483646 w 794"/>
                  <a:gd name="T7" fmla="*/ 2147483646 h 315"/>
                  <a:gd name="T8" fmla="*/ 2147483646 w 794"/>
                  <a:gd name="T9" fmla="*/ 2147483646 h 315"/>
                  <a:gd name="T10" fmla="*/ 2147483646 w 794"/>
                  <a:gd name="T11" fmla="*/ 2147483646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315"/>
                    </a:moveTo>
                    <a:lnTo>
                      <a:pt x="31" y="315"/>
                    </a:lnTo>
                    <a:lnTo>
                      <a:pt x="60" y="315"/>
                    </a:lnTo>
                    <a:lnTo>
                      <a:pt x="86" y="315"/>
                    </a:lnTo>
                    <a:lnTo>
                      <a:pt x="110" y="315"/>
                    </a:lnTo>
                    <a:lnTo>
                      <a:pt x="134" y="315"/>
                    </a:lnTo>
                    <a:lnTo>
                      <a:pt x="155" y="315"/>
                    </a:lnTo>
                    <a:lnTo>
                      <a:pt x="175" y="315"/>
                    </a:lnTo>
                    <a:lnTo>
                      <a:pt x="194" y="315"/>
                    </a:lnTo>
                    <a:lnTo>
                      <a:pt x="211" y="315"/>
                    </a:lnTo>
                    <a:lnTo>
                      <a:pt x="227" y="315"/>
                    </a:lnTo>
                    <a:lnTo>
                      <a:pt x="240" y="315"/>
                    </a:lnTo>
                    <a:lnTo>
                      <a:pt x="254" y="315"/>
                    </a:lnTo>
                    <a:lnTo>
                      <a:pt x="265" y="315"/>
                    </a:lnTo>
                    <a:lnTo>
                      <a:pt x="276" y="315"/>
                    </a:lnTo>
                    <a:lnTo>
                      <a:pt x="287" y="315"/>
                    </a:lnTo>
                    <a:lnTo>
                      <a:pt x="296" y="315"/>
                    </a:lnTo>
                    <a:lnTo>
                      <a:pt x="303" y="315"/>
                    </a:lnTo>
                    <a:lnTo>
                      <a:pt x="311" y="315"/>
                    </a:lnTo>
                    <a:lnTo>
                      <a:pt x="317" y="315"/>
                    </a:lnTo>
                    <a:lnTo>
                      <a:pt x="323" y="315"/>
                    </a:lnTo>
                    <a:lnTo>
                      <a:pt x="328" y="315"/>
                    </a:lnTo>
                    <a:lnTo>
                      <a:pt x="332" y="315"/>
                    </a:lnTo>
                    <a:lnTo>
                      <a:pt x="336" y="315"/>
                    </a:lnTo>
                    <a:lnTo>
                      <a:pt x="338" y="315"/>
                    </a:lnTo>
                    <a:lnTo>
                      <a:pt x="342" y="315"/>
                    </a:lnTo>
                    <a:lnTo>
                      <a:pt x="345" y="315"/>
                    </a:lnTo>
                    <a:lnTo>
                      <a:pt x="348" y="315"/>
                    </a:lnTo>
                    <a:lnTo>
                      <a:pt x="349" y="314"/>
                    </a:lnTo>
                    <a:lnTo>
                      <a:pt x="352" y="314"/>
                    </a:lnTo>
                    <a:lnTo>
                      <a:pt x="353" y="314"/>
                    </a:lnTo>
                    <a:lnTo>
                      <a:pt x="356" y="314"/>
                    </a:lnTo>
                    <a:lnTo>
                      <a:pt x="358" y="314"/>
                    </a:lnTo>
                    <a:lnTo>
                      <a:pt x="360" y="314"/>
                    </a:lnTo>
                    <a:lnTo>
                      <a:pt x="362" y="314"/>
                    </a:lnTo>
                    <a:lnTo>
                      <a:pt x="364" y="314"/>
                    </a:lnTo>
                    <a:lnTo>
                      <a:pt x="366" y="314"/>
                    </a:lnTo>
                    <a:lnTo>
                      <a:pt x="368" y="314"/>
                    </a:lnTo>
                    <a:lnTo>
                      <a:pt x="369" y="314"/>
                    </a:lnTo>
                    <a:lnTo>
                      <a:pt x="370" y="312"/>
                    </a:lnTo>
                    <a:lnTo>
                      <a:pt x="372" y="312"/>
                    </a:lnTo>
                    <a:lnTo>
                      <a:pt x="374" y="312"/>
                    </a:lnTo>
                    <a:lnTo>
                      <a:pt x="376" y="312"/>
                    </a:lnTo>
                    <a:lnTo>
                      <a:pt x="377" y="312"/>
                    </a:lnTo>
                    <a:lnTo>
                      <a:pt x="378" y="312"/>
                    </a:lnTo>
                    <a:lnTo>
                      <a:pt x="380" y="312"/>
                    </a:lnTo>
                    <a:lnTo>
                      <a:pt x="381" y="312"/>
                    </a:lnTo>
                    <a:lnTo>
                      <a:pt x="382" y="312"/>
                    </a:lnTo>
                    <a:lnTo>
                      <a:pt x="384" y="312"/>
                    </a:lnTo>
                    <a:lnTo>
                      <a:pt x="385" y="311"/>
                    </a:lnTo>
                    <a:lnTo>
                      <a:pt x="386" y="311"/>
                    </a:lnTo>
                    <a:lnTo>
                      <a:pt x="388" y="311"/>
                    </a:lnTo>
                    <a:lnTo>
                      <a:pt x="389" y="311"/>
                    </a:lnTo>
                    <a:lnTo>
                      <a:pt x="390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4" y="311"/>
                    </a:lnTo>
                    <a:lnTo>
                      <a:pt x="396" y="310"/>
                    </a:lnTo>
                    <a:lnTo>
                      <a:pt x="398" y="310"/>
                    </a:lnTo>
                    <a:lnTo>
                      <a:pt x="400" y="310"/>
                    </a:lnTo>
                    <a:lnTo>
                      <a:pt x="401" y="310"/>
                    </a:lnTo>
                    <a:lnTo>
                      <a:pt x="403" y="310"/>
                    </a:lnTo>
                    <a:lnTo>
                      <a:pt x="405" y="308"/>
                    </a:lnTo>
                    <a:lnTo>
                      <a:pt x="407" y="308"/>
                    </a:lnTo>
                    <a:lnTo>
                      <a:pt x="409" y="308"/>
                    </a:lnTo>
                    <a:lnTo>
                      <a:pt x="411" y="308"/>
                    </a:lnTo>
                    <a:lnTo>
                      <a:pt x="413" y="307"/>
                    </a:lnTo>
                    <a:lnTo>
                      <a:pt x="414" y="307"/>
                    </a:lnTo>
                    <a:lnTo>
                      <a:pt x="417" y="307"/>
                    </a:lnTo>
                    <a:lnTo>
                      <a:pt x="418" y="307"/>
                    </a:lnTo>
                    <a:lnTo>
                      <a:pt x="419" y="307"/>
                    </a:lnTo>
                    <a:lnTo>
                      <a:pt x="421" y="307"/>
                    </a:lnTo>
                    <a:lnTo>
                      <a:pt x="422" y="306"/>
                    </a:lnTo>
                    <a:lnTo>
                      <a:pt x="423" y="306"/>
                    </a:lnTo>
                    <a:lnTo>
                      <a:pt x="425" y="306"/>
                    </a:lnTo>
                    <a:lnTo>
                      <a:pt x="426" y="306"/>
                    </a:lnTo>
                    <a:lnTo>
                      <a:pt x="427" y="306"/>
                    </a:lnTo>
                    <a:lnTo>
                      <a:pt x="429" y="304"/>
                    </a:lnTo>
                    <a:lnTo>
                      <a:pt x="430" y="304"/>
                    </a:lnTo>
                    <a:lnTo>
                      <a:pt x="431" y="304"/>
                    </a:lnTo>
                    <a:lnTo>
                      <a:pt x="433" y="304"/>
                    </a:lnTo>
                    <a:lnTo>
                      <a:pt x="434" y="303"/>
                    </a:lnTo>
                    <a:lnTo>
                      <a:pt x="435" y="303"/>
                    </a:lnTo>
                    <a:lnTo>
                      <a:pt x="437" y="303"/>
                    </a:lnTo>
                    <a:lnTo>
                      <a:pt x="438" y="303"/>
                    </a:lnTo>
                    <a:lnTo>
                      <a:pt x="439" y="302"/>
                    </a:lnTo>
                    <a:lnTo>
                      <a:pt x="441" y="302"/>
                    </a:lnTo>
                    <a:lnTo>
                      <a:pt x="443" y="300"/>
                    </a:lnTo>
                    <a:lnTo>
                      <a:pt x="445" y="300"/>
                    </a:lnTo>
                    <a:lnTo>
                      <a:pt x="446" y="300"/>
                    </a:lnTo>
                    <a:lnTo>
                      <a:pt x="449" y="299"/>
                    </a:lnTo>
                    <a:lnTo>
                      <a:pt x="450" y="299"/>
                    </a:lnTo>
                    <a:lnTo>
                      <a:pt x="453" y="298"/>
                    </a:lnTo>
                    <a:lnTo>
                      <a:pt x="455" y="296"/>
                    </a:lnTo>
                    <a:lnTo>
                      <a:pt x="458" y="296"/>
                    </a:lnTo>
                    <a:lnTo>
                      <a:pt x="459" y="295"/>
                    </a:lnTo>
                    <a:lnTo>
                      <a:pt x="462" y="295"/>
                    </a:lnTo>
                    <a:lnTo>
                      <a:pt x="465" y="294"/>
                    </a:lnTo>
                    <a:lnTo>
                      <a:pt x="466" y="294"/>
                    </a:lnTo>
                    <a:lnTo>
                      <a:pt x="467" y="294"/>
                    </a:lnTo>
                    <a:lnTo>
                      <a:pt x="470" y="292"/>
                    </a:lnTo>
                    <a:lnTo>
                      <a:pt x="471" y="292"/>
                    </a:lnTo>
                    <a:lnTo>
                      <a:pt x="473" y="291"/>
                    </a:lnTo>
                    <a:lnTo>
                      <a:pt x="474" y="291"/>
                    </a:lnTo>
                    <a:lnTo>
                      <a:pt x="475" y="291"/>
                    </a:lnTo>
                    <a:lnTo>
                      <a:pt x="476" y="290"/>
                    </a:lnTo>
                    <a:lnTo>
                      <a:pt x="478" y="290"/>
                    </a:lnTo>
                    <a:lnTo>
                      <a:pt x="479" y="290"/>
                    </a:lnTo>
                    <a:lnTo>
                      <a:pt x="480" y="288"/>
                    </a:lnTo>
                    <a:lnTo>
                      <a:pt x="482" y="288"/>
                    </a:lnTo>
                    <a:lnTo>
                      <a:pt x="483" y="287"/>
                    </a:lnTo>
                    <a:lnTo>
                      <a:pt x="484" y="287"/>
                    </a:lnTo>
                    <a:lnTo>
                      <a:pt x="486" y="286"/>
                    </a:lnTo>
                    <a:lnTo>
                      <a:pt x="487" y="286"/>
                    </a:lnTo>
                    <a:lnTo>
                      <a:pt x="488" y="286"/>
                    </a:lnTo>
                    <a:lnTo>
                      <a:pt x="490" y="284"/>
                    </a:lnTo>
                    <a:lnTo>
                      <a:pt x="491" y="284"/>
                    </a:lnTo>
                    <a:lnTo>
                      <a:pt x="492" y="283"/>
                    </a:lnTo>
                    <a:lnTo>
                      <a:pt x="494" y="283"/>
                    </a:lnTo>
                    <a:lnTo>
                      <a:pt x="495" y="282"/>
                    </a:lnTo>
                    <a:lnTo>
                      <a:pt x="498" y="280"/>
                    </a:lnTo>
                    <a:lnTo>
                      <a:pt x="499" y="280"/>
                    </a:lnTo>
                    <a:lnTo>
                      <a:pt x="500" y="279"/>
                    </a:lnTo>
                    <a:lnTo>
                      <a:pt x="503" y="278"/>
                    </a:lnTo>
                    <a:lnTo>
                      <a:pt x="504" y="276"/>
                    </a:lnTo>
                    <a:lnTo>
                      <a:pt x="507" y="276"/>
                    </a:lnTo>
                    <a:lnTo>
                      <a:pt x="508" y="275"/>
                    </a:lnTo>
                    <a:lnTo>
                      <a:pt x="511" y="274"/>
                    </a:lnTo>
                    <a:lnTo>
                      <a:pt x="512" y="274"/>
                    </a:lnTo>
                    <a:lnTo>
                      <a:pt x="514" y="272"/>
                    </a:lnTo>
                    <a:lnTo>
                      <a:pt x="516" y="271"/>
                    </a:lnTo>
                    <a:lnTo>
                      <a:pt x="518" y="271"/>
                    </a:lnTo>
                    <a:lnTo>
                      <a:pt x="519" y="270"/>
                    </a:lnTo>
                    <a:lnTo>
                      <a:pt x="520" y="270"/>
                    </a:lnTo>
                    <a:lnTo>
                      <a:pt x="522" y="268"/>
                    </a:lnTo>
                    <a:lnTo>
                      <a:pt x="523" y="268"/>
                    </a:lnTo>
                    <a:lnTo>
                      <a:pt x="524" y="267"/>
                    </a:lnTo>
                    <a:lnTo>
                      <a:pt x="526" y="267"/>
                    </a:lnTo>
                    <a:lnTo>
                      <a:pt x="527" y="266"/>
                    </a:lnTo>
                    <a:lnTo>
                      <a:pt x="528" y="266"/>
                    </a:lnTo>
                    <a:lnTo>
                      <a:pt x="528" y="264"/>
                    </a:lnTo>
                    <a:lnTo>
                      <a:pt x="530" y="264"/>
                    </a:lnTo>
                    <a:lnTo>
                      <a:pt x="531" y="264"/>
                    </a:lnTo>
                    <a:lnTo>
                      <a:pt x="532" y="263"/>
                    </a:lnTo>
                    <a:lnTo>
                      <a:pt x="534" y="263"/>
                    </a:lnTo>
                    <a:lnTo>
                      <a:pt x="534" y="262"/>
                    </a:lnTo>
                    <a:lnTo>
                      <a:pt x="535" y="262"/>
                    </a:lnTo>
                    <a:lnTo>
                      <a:pt x="536" y="261"/>
                    </a:lnTo>
                    <a:lnTo>
                      <a:pt x="538" y="261"/>
                    </a:lnTo>
                    <a:lnTo>
                      <a:pt x="539" y="259"/>
                    </a:lnTo>
                    <a:lnTo>
                      <a:pt x="540" y="259"/>
                    </a:lnTo>
                    <a:lnTo>
                      <a:pt x="542" y="258"/>
                    </a:lnTo>
                    <a:lnTo>
                      <a:pt x="543" y="257"/>
                    </a:lnTo>
                    <a:lnTo>
                      <a:pt x="546" y="257"/>
                    </a:lnTo>
                    <a:lnTo>
                      <a:pt x="547" y="255"/>
                    </a:lnTo>
                    <a:lnTo>
                      <a:pt x="548" y="254"/>
                    </a:lnTo>
                    <a:lnTo>
                      <a:pt x="551" y="253"/>
                    </a:lnTo>
                    <a:lnTo>
                      <a:pt x="552" y="253"/>
                    </a:lnTo>
                    <a:lnTo>
                      <a:pt x="553" y="251"/>
                    </a:lnTo>
                    <a:lnTo>
                      <a:pt x="556" y="250"/>
                    </a:lnTo>
                    <a:lnTo>
                      <a:pt x="557" y="250"/>
                    </a:lnTo>
                    <a:lnTo>
                      <a:pt x="559" y="249"/>
                    </a:lnTo>
                    <a:lnTo>
                      <a:pt x="560" y="247"/>
                    </a:lnTo>
                    <a:lnTo>
                      <a:pt x="561" y="247"/>
                    </a:lnTo>
                    <a:lnTo>
                      <a:pt x="563" y="246"/>
                    </a:lnTo>
                    <a:lnTo>
                      <a:pt x="564" y="245"/>
                    </a:lnTo>
                    <a:lnTo>
                      <a:pt x="565" y="245"/>
                    </a:lnTo>
                    <a:lnTo>
                      <a:pt x="567" y="245"/>
                    </a:lnTo>
                    <a:lnTo>
                      <a:pt x="567" y="243"/>
                    </a:lnTo>
                    <a:lnTo>
                      <a:pt x="568" y="243"/>
                    </a:lnTo>
                    <a:lnTo>
                      <a:pt x="569" y="242"/>
                    </a:lnTo>
                    <a:lnTo>
                      <a:pt x="571" y="242"/>
                    </a:lnTo>
                    <a:lnTo>
                      <a:pt x="572" y="241"/>
                    </a:lnTo>
                    <a:lnTo>
                      <a:pt x="573" y="239"/>
                    </a:lnTo>
                    <a:lnTo>
                      <a:pt x="575" y="239"/>
                    </a:lnTo>
                    <a:lnTo>
                      <a:pt x="575" y="238"/>
                    </a:lnTo>
                    <a:lnTo>
                      <a:pt x="576" y="238"/>
                    </a:lnTo>
                    <a:lnTo>
                      <a:pt x="577" y="237"/>
                    </a:lnTo>
                    <a:lnTo>
                      <a:pt x="579" y="237"/>
                    </a:lnTo>
                    <a:lnTo>
                      <a:pt x="580" y="235"/>
                    </a:lnTo>
                    <a:lnTo>
                      <a:pt x="581" y="235"/>
                    </a:lnTo>
                    <a:lnTo>
                      <a:pt x="581" y="234"/>
                    </a:lnTo>
                    <a:lnTo>
                      <a:pt x="583" y="234"/>
                    </a:lnTo>
                    <a:lnTo>
                      <a:pt x="585" y="233"/>
                    </a:lnTo>
                    <a:lnTo>
                      <a:pt x="587" y="231"/>
                    </a:lnTo>
                    <a:lnTo>
                      <a:pt x="588" y="230"/>
                    </a:lnTo>
                    <a:lnTo>
                      <a:pt x="589" y="230"/>
                    </a:lnTo>
                    <a:lnTo>
                      <a:pt x="591" y="229"/>
                    </a:lnTo>
                    <a:lnTo>
                      <a:pt x="592" y="227"/>
                    </a:lnTo>
                    <a:lnTo>
                      <a:pt x="593" y="227"/>
                    </a:lnTo>
                    <a:lnTo>
                      <a:pt x="593" y="226"/>
                    </a:lnTo>
                    <a:lnTo>
                      <a:pt x="595" y="226"/>
                    </a:lnTo>
                    <a:lnTo>
                      <a:pt x="596" y="225"/>
                    </a:lnTo>
                    <a:lnTo>
                      <a:pt x="597" y="225"/>
                    </a:lnTo>
                    <a:lnTo>
                      <a:pt x="597" y="223"/>
                    </a:lnTo>
                    <a:lnTo>
                      <a:pt x="599" y="223"/>
                    </a:lnTo>
                    <a:lnTo>
                      <a:pt x="600" y="223"/>
                    </a:lnTo>
                    <a:lnTo>
                      <a:pt x="600" y="222"/>
                    </a:lnTo>
                    <a:lnTo>
                      <a:pt x="601" y="222"/>
                    </a:lnTo>
                    <a:lnTo>
                      <a:pt x="603" y="221"/>
                    </a:lnTo>
                    <a:lnTo>
                      <a:pt x="604" y="221"/>
                    </a:lnTo>
                    <a:lnTo>
                      <a:pt x="604" y="219"/>
                    </a:lnTo>
                    <a:lnTo>
                      <a:pt x="605" y="219"/>
                    </a:lnTo>
                    <a:lnTo>
                      <a:pt x="605" y="218"/>
                    </a:lnTo>
                    <a:lnTo>
                      <a:pt x="607" y="218"/>
                    </a:lnTo>
                    <a:lnTo>
                      <a:pt x="608" y="217"/>
                    </a:lnTo>
                    <a:lnTo>
                      <a:pt x="609" y="215"/>
                    </a:lnTo>
                    <a:lnTo>
                      <a:pt x="611" y="214"/>
                    </a:lnTo>
                    <a:lnTo>
                      <a:pt x="612" y="214"/>
                    </a:lnTo>
                    <a:lnTo>
                      <a:pt x="612" y="213"/>
                    </a:lnTo>
                    <a:lnTo>
                      <a:pt x="613" y="213"/>
                    </a:lnTo>
                    <a:lnTo>
                      <a:pt x="615" y="211"/>
                    </a:lnTo>
                    <a:lnTo>
                      <a:pt x="616" y="210"/>
                    </a:lnTo>
                    <a:lnTo>
                      <a:pt x="617" y="209"/>
                    </a:lnTo>
                    <a:lnTo>
                      <a:pt x="619" y="209"/>
                    </a:lnTo>
                    <a:lnTo>
                      <a:pt x="619" y="207"/>
                    </a:lnTo>
                    <a:lnTo>
                      <a:pt x="620" y="207"/>
                    </a:lnTo>
                    <a:lnTo>
                      <a:pt x="621" y="206"/>
                    </a:lnTo>
                    <a:lnTo>
                      <a:pt x="622" y="206"/>
                    </a:lnTo>
                    <a:lnTo>
                      <a:pt x="622" y="205"/>
                    </a:lnTo>
                    <a:lnTo>
                      <a:pt x="624" y="205"/>
                    </a:lnTo>
                    <a:lnTo>
                      <a:pt x="625" y="203"/>
                    </a:lnTo>
                    <a:lnTo>
                      <a:pt x="626" y="202"/>
                    </a:lnTo>
                    <a:lnTo>
                      <a:pt x="628" y="202"/>
                    </a:lnTo>
                    <a:lnTo>
                      <a:pt x="628" y="201"/>
                    </a:lnTo>
                    <a:lnTo>
                      <a:pt x="629" y="201"/>
                    </a:lnTo>
                    <a:lnTo>
                      <a:pt x="630" y="199"/>
                    </a:lnTo>
                    <a:lnTo>
                      <a:pt x="632" y="199"/>
                    </a:lnTo>
                    <a:lnTo>
                      <a:pt x="632" y="198"/>
                    </a:lnTo>
                    <a:lnTo>
                      <a:pt x="633" y="198"/>
                    </a:lnTo>
                    <a:lnTo>
                      <a:pt x="634" y="197"/>
                    </a:lnTo>
                    <a:lnTo>
                      <a:pt x="636" y="195"/>
                    </a:lnTo>
                    <a:lnTo>
                      <a:pt x="637" y="195"/>
                    </a:lnTo>
                    <a:lnTo>
                      <a:pt x="638" y="194"/>
                    </a:lnTo>
                    <a:lnTo>
                      <a:pt x="640" y="193"/>
                    </a:lnTo>
                    <a:lnTo>
                      <a:pt x="641" y="193"/>
                    </a:lnTo>
                    <a:lnTo>
                      <a:pt x="641" y="191"/>
                    </a:lnTo>
                    <a:lnTo>
                      <a:pt x="642" y="191"/>
                    </a:lnTo>
                    <a:lnTo>
                      <a:pt x="644" y="190"/>
                    </a:lnTo>
                    <a:lnTo>
                      <a:pt x="645" y="190"/>
                    </a:lnTo>
                    <a:lnTo>
                      <a:pt x="645" y="189"/>
                    </a:lnTo>
                    <a:lnTo>
                      <a:pt x="646" y="189"/>
                    </a:lnTo>
                    <a:lnTo>
                      <a:pt x="648" y="188"/>
                    </a:lnTo>
                    <a:lnTo>
                      <a:pt x="649" y="186"/>
                    </a:lnTo>
                    <a:lnTo>
                      <a:pt x="650" y="186"/>
                    </a:lnTo>
                    <a:lnTo>
                      <a:pt x="650" y="185"/>
                    </a:lnTo>
                    <a:lnTo>
                      <a:pt x="652" y="185"/>
                    </a:lnTo>
                    <a:lnTo>
                      <a:pt x="652" y="184"/>
                    </a:lnTo>
                    <a:lnTo>
                      <a:pt x="653" y="184"/>
                    </a:lnTo>
                    <a:lnTo>
                      <a:pt x="654" y="182"/>
                    </a:lnTo>
                    <a:lnTo>
                      <a:pt x="656" y="181"/>
                    </a:lnTo>
                    <a:lnTo>
                      <a:pt x="657" y="180"/>
                    </a:lnTo>
                    <a:lnTo>
                      <a:pt x="657" y="178"/>
                    </a:lnTo>
                    <a:lnTo>
                      <a:pt x="658" y="178"/>
                    </a:lnTo>
                    <a:lnTo>
                      <a:pt x="660" y="177"/>
                    </a:lnTo>
                    <a:lnTo>
                      <a:pt x="661" y="176"/>
                    </a:lnTo>
                    <a:lnTo>
                      <a:pt x="662" y="174"/>
                    </a:lnTo>
                    <a:lnTo>
                      <a:pt x="664" y="173"/>
                    </a:lnTo>
                    <a:lnTo>
                      <a:pt x="664" y="172"/>
                    </a:lnTo>
                    <a:lnTo>
                      <a:pt x="665" y="170"/>
                    </a:lnTo>
                    <a:lnTo>
                      <a:pt x="666" y="169"/>
                    </a:lnTo>
                    <a:lnTo>
                      <a:pt x="668" y="168"/>
                    </a:lnTo>
                    <a:lnTo>
                      <a:pt x="669" y="166"/>
                    </a:lnTo>
                    <a:lnTo>
                      <a:pt x="670" y="165"/>
                    </a:lnTo>
                    <a:lnTo>
                      <a:pt x="672" y="165"/>
                    </a:lnTo>
                    <a:lnTo>
                      <a:pt x="673" y="164"/>
                    </a:lnTo>
                    <a:lnTo>
                      <a:pt x="673" y="162"/>
                    </a:lnTo>
                    <a:lnTo>
                      <a:pt x="674" y="161"/>
                    </a:lnTo>
                    <a:lnTo>
                      <a:pt x="676" y="161"/>
                    </a:lnTo>
                    <a:lnTo>
                      <a:pt x="676" y="160"/>
                    </a:lnTo>
                    <a:lnTo>
                      <a:pt x="677" y="158"/>
                    </a:lnTo>
                    <a:lnTo>
                      <a:pt x="678" y="157"/>
                    </a:lnTo>
                    <a:lnTo>
                      <a:pt x="680" y="156"/>
                    </a:lnTo>
                    <a:lnTo>
                      <a:pt x="681" y="154"/>
                    </a:lnTo>
                    <a:lnTo>
                      <a:pt x="682" y="153"/>
                    </a:lnTo>
                    <a:lnTo>
                      <a:pt x="682" y="152"/>
                    </a:lnTo>
                    <a:lnTo>
                      <a:pt x="684" y="152"/>
                    </a:lnTo>
                    <a:lnTo>
                      <a:pt x="684" y="150"/>
                    </a:lnTo>
                    <a:lnTo>
                      <a:pt x="685" y="149"/>
                    </a:lnTo>
                    <a:lnTo>
                      <a:pt x="686" y="149"/>
                    </a:lnTo>
                    <a:lnTo>
                      <a:pt x="686" y="148"/>
                    </a:lnTo>
                    <a:lnTo>
                      <a:pt x="688" y="146"/>
                    </a:lnTo>
                    <a:lnTo>
                      <a:pt x="689" y="145"/>
                    </a:lnTo>
                    <a:lnTo>
                      <a:pt x="689" y="144"/>
                    </a:lnTo>
                    <a:lnTo>
                      <a:pt x="690" y="142"/>
                    </a:lnTo>
                    <a:lnTo>
                      <a:pt x="692" y="141"/>
                    </a:lnTo>
                    <a:lnTo>
                      <a:pt x="693" y="140"/>
                    </a:lnTo>
                    <a:lnTo>
                      <a:pt x="694" y="138"/>
                    </a:lnTo>
                    <a:lnTo>
                      <a:pt x="695" y="136"/>
                    </a:lnTo>
                    <a:lnTo>
                      <a:pt x="697" y="134"/>
                    </a:lnTo>
                    <a:lnTo>
                      <a:pt x="698" y="133"/>
                    </a:lnTo>
                    <a:lnTo>
                      <a:pt x="701" y="130"/>
                    </a:lnTo>
                    <a:lnTo>
                      <a:pt x="702" y="129"/>
                    </a:lnTo>
                    <a:lnTo>
                      <a:pt x="702" y="128"/>
                    </a:lnTo>
                    <a:lnTo>
                      <a:pt x="703" y="126"/>
                    </a:lnTo>
                    <a:lnTo>
                      <a:pt x="705" y="125"/>
                    </a:lnTo>
                    <a:lnTo>
                      <a:pt x="706" y="124"/>
                    </a:lnTo>
                    <a:lnTo>
                      <a:pt x="707" y="122"/>
                    </a:lnTo>
                    <a:lnTo>
                      <a:pt x="707" y="121"/>
                    </a:lnTo>
                    <a:lnTo>
                      <a:pt x="709" y="120"/>
                    </a:lnTo>
                    <a:lnTo>
                      <a:pt x="710" y="120"/>
                    </a:lnTo>
                    <a:lnTo>
                      <a:pt x="710" y="118"/>
                    </a:lnTo>
                    <a:lnTo>
                      <a:pt x="711" y="117"/>
                    </a:lnTo>
                    <a:lnTo>
                      <a:pt x="713" y="116"/>
                    </a:lnTo>
                    <a:lnTo>
                      <a:pt x="714" y="114"/>
                    </a:lnTo>
                    <a:lnTo>
                      <a:pt x="714" y="113"/>
                    </a:lnTo>
                    <a:lnTo>
                      <a:pt x="715" y="112"/>
                    </a:lnTo>
                    <a:lnTo>
                      <a:pt x="717" y="111"/>
                    </a:lnTo>
                    <a:lnTo>
                      <a:pt x="718" y="109"/>
                    </a:lnTo>
                    <a:lnTo>
                      <a:pt x="719" y="108"/>
                    </a:lnTo>
                    <a:lnTo>
                      <a:pt x="719" y="107"/>
                    </a:lnTo>
                    <a:lnTo>
                      <a:pt x="721" y="105"/>
                    </a:lnTo>
                    <a:lnTo>
                      <a:pt x="722" y="104"/>
                    </a:lnTo>
                    <a:lnTo>
                      <a:pt x="722" y="103"/>
                    </a:lnTo>
                    <a:lnTo>
                      <a:pt x="723" y="101"/>
                    </a:lnTo>
                    <a:lnTo>
                      <a:pt x="725" y="99"/>
                    </a:lnTo>
                    <a:lnTo>
                      <a:pt x="726" y="97"/>
                    </a:lnTo>
                    <a:lnTo>
                      <a:pt x="727" y="96"/>
                    </a:lnTo>
                    <a:lnTo>
                      <a:pt x="729" y="93"/>
                    </a:lnTo>
                    <a:lnTo>
                      <a:pt x="730" y="91"/>
                    </a:lnTo>
                    <a:lnTo>
                      <a:pt x="731" y="89"/>
                    </a:lnTo>
                    <a:lnTo>
                      <a:pt x="734" y="87"/>
                    </a:lnTo>
                    <a:lnTo>
                      <a:pt x="735" y="85"/>
                    </a:lnTo>
                    <a:lnTo>
                      <a:pt x="735" y="84"/>
                    </a:lnTo>
                    <a:lnTo>
                      <a:pt x="737" y="81"/>
                    </a:lnTo>
                    <a:lnTo>
                      <a:pt x="738" y="80"/>
                    </a:lnTo>
                    <a:lnTo>
                      <a:pt x="739" y="79"/>
                    </a:lnTo>
                    <a:lnTo>
                      <a:pt x="741" y="77"/>
                    </a:lnTo>
                    <a:lnTo>
                      <a:pt x="742" y="76"/>
                    </a:lnTo>
                    <a:lnTo>
                      <a:pt x="742" y="75"/>
                    </a:lnTo>
                    <a:lnTo>
                      <a:pt x="743" y="73"/>
                    </a:lnTo>
                    <a:lnTo>
                      <a:pt x="745" y="72"/>
                    </a:lnTo>
                    <a:lnTo>
                      <a:pt x="746" y="71"/>
                    </a:lnTo>
                    <a:lnTo>
                      <a:pt x="746" y="69"/>
                    </a:lnTo>
                    <a:lnTo>
                      <a:pt x="747" y="68"/>
                    </a:lnTo>
                    <a:lnTo>
                      <a:pt x="749" y="67"/>
                    </a:lnTo>
                    <a:lnTo>
                      <a:pt x="749" y="65"/>
                    </a:lnTo>
                    <a:lnTo>
                      <a:pt x="750" y="64"/>
                    </a:lnTo>
                    <a:lnTo>
                      <a:pt x="751" y="63"/>
                    </a:lnTo>
                    <a:lnTo>
                      <a:pt x="753" y="61"/>
                    </a:lnTo>
                    <a:lnTo>
                      <a:pt x="754" y="60"/>
                    </a:lnTo>
                    <a:lnTo>
                      <a:pt x="754" y="59"/>
                    </a:lnTo>
                    <a:lnTo>
                      <a:pt x="755" y="57"/>
                    </a:lnTo>
                    <a:lnTo>
                      <a:pt x="757" y="55"/>
                    </a:lnTo>
                    <a:lnTo>
                      <a:pt x="758" y="53"/>
                    </a:lnTo>
                    <a:lnTo>
                      <a:pt x="759" y="52"/>
                    </a:lnTo>
                    <a:lnTo>
                      <a:pt x="761" y="51"/>
                    </a:lnTo>
                    <a:lnTo>
                      <a:pt x="762" y="48"/>
                    </a:lnTo>
                    <a:lnTo>
                      <a:pt x="763" y="47"/>
                    </a:lnTo>
                    <a:lnTo>
                      <a:pt x="765" y="44"/>
                    </a:lnTo>
                    <a:lnTo>
                      <a:pt x="766" y="41"/>
                    </a:lnTo>
                    <a:lnTo>
                      <a:pt x="767" y="40"/>
                    </a:lnTo>
                    <a:lnTo>
                      <a:pt x="769" y="38"/>
                    </a:lnTo>
                    <a:lnTo>
                      <a:pt x="770" y="36"/>
                    </a:lnTo>
                    <a:lnTo>
                      <a:pt x="771" y="35"/>
                    </a:lnTo>
                    <a:lnTo>
                      <a:pt x="772" y="32"/>
                    </a:lnTo>
                    <a:lnTo>
                      <a:pt x="774" y="31"/>
                    </a:lnTo>
                    <a:lnTo>
                      <a:pt x="775" y="30"/>
                    </a:lnTo>
                    <a:lnTo>
                      <a:pt x="775" y="28"/>
                    </a:lnTo>
                    <a:lnTo>
                      <a:pt x="776" y="27"/>
                    </a:lnTo>
                    <a:lnTo>
                      <a:pt x="778" y="26"/>
                    </a:lnTo>
                    <a:lnTo>
                      <a:pt x="778" y="24"/>
                    </a:lnTo>
                    <a:lnTo>
                      <a:pt x="779" y="24"/>
                    </a:lnTo>
                    <a:lnTo>
                      <a:pt x="780" y="23"/>
                    </a:lnTo>
                    <a:lnTo>
                      <a:pt x="780" y="22"/>
                    </a:lnTo>
                    <a:lnTo>
                      <a:pt x="782" y="20"/>
                    </a:lnTo>
                    <a:lnTo>
                      <a:pt x="783" y="19"/>
                    </a:lnTo>
                    <a:lnTo>
                      <a:pt x="783" y="18"/>
                    </a:lnTo>
                    <a:lnTo>
                      <a:pt x="784" y="16"/>
                    </a:lnTo>
                    <a:lnTo>
                      <a:pt x="784" y="15"/>
                    </a:lnTo>
                    <a:lnTo>
                      <a:pt x="786" y="15"/>
                    </a:lnTo>
                    <a:lnTo>
                      <a:pt x="786" y="14"/>
                    </a:lnTo>
                    <a:lnTo>
                      <a:pt x="787" y="12"/>
                    </a:lnTo>
                    <a:lnTo>
                      <a:pt x="787" y="11"/>
                    </a:lnTo>
                    <a:lnTo>
                      <a:pt x="788" y="10"/>
                    </a:lnTo>
                    <a:lnTo>
                      <a:pt x="788" y="8"/>
                    </a:lnTo>
                    <a:lnTo>
                      <a:pt x="790" y="7"/>
                    </a:lnTo>
                    <a:lnTo>
                      <a:pt x="791" y="6"/>
                    </a:lnTo>
                    <a:lnTo>
                      <a:pt x="791" y="4"/>
                    </a:lnTo>
                    <a:lnTo>
                      <a:pt x="792" y="2"/>
                    </a:lnTo>
                    <a:lnTo>
                      <a:pt x="794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09680" name="Freeform 88">
                <a:extLst>
                  <a:ext uri="{FF2B5EF4-FFF2-40B4-BE49-F238E27FC236}">
                    <a16:creationId xmlns:a16="http://schemas.microsoft.com/office/drawing/2014/main" id="{1D935172-86B9-4E97-BCF3-9402E506F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505902"/>
                <a:ext cx="74612" cy="252412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0"/>
                    </a:moveTo>
                    <a:lnTo>
                      <a:pt x="3" y="4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7" y="13"/>
                    </a:lnTo>
                    <a:lnTo>
                      <a:pt x="9" y="16"/>
                    </a:lnTo>
                    <a:lnTo>
                      <a:pt x="11" y="19"/>
                    </a:lnTo>
                    <a:lnTo>
                      <a:pt x="12" y="20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9" y="33"/>
                    </a:lnTo>
                    <a:lnTo>
                      <a:pt x="20" y="35"/>
                    </a:lnTo>
                    <a:lnTo>
                      <a:pt x="20" y="36"/>
                    </a:lnTo>
                    <a:lnTo>
                      <a:pt x="21" y="37"/>
                    </a:lnTo>
                    <a:lnTo>
                      <a:pt x="21" y="39"/>
                    </a:lnTo>
                    <a:lnTo>
                      <a:pt x="23" y="40"/>
                    </a:lnTo>
                    <a:lnTo>
                      <a:pt x="23" y="41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4" y="45"/>
                    </a:lnTo>
                    <a:lnTo>
                      <a:pt x="25" y="47"/>
                    </a:lnTo>
                    <a:lnTo>
                      <a:pt x="25" y="48"/>
                    </a:lnTo>
                    <a:lnTo>
                      <a:pt x="27" y="49"/>
                    </a:lnTo>
                    <a:lnTo>
                      <a:pt x="27" y="51"/>
                    </a:lnTo>
                    <a:lnTo>
                      <a:pt x="28" y="52"/>
                    </a:lnTo>
                    <a:lnTo>
                      <a:pt x="28" y="53"/>
                    </a:lnTo>
                    <a:lnTo>
                      <a:pt x="29" y="55"/>
                    </a:lnTo>
                    <a:lnTo>
                      <a:pt x="29" y="57"/>
                    </a:lnTo>
                    <a:lnTo>
                      <a:pt x="31" y="58"/>
                    </a:lnTo>
                    <a:lnTo>
                      <a:pt x="31" y="60"/>
                    </a:lnTo>
                    <a:lnTo>
                      <a:pt x="32" y="62"/>
                    </a:lnTo>
                    <a:lnTo>
                      <a:pt x="32" y="64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5" y="70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7" y="74"/>
                    </a:lnTo>
                    <a:lnTo>
                      <a:pt x="37" y="76"/>
                    </a:lnTo>
                    <a:lnTo>
                      <a:pt x="37" y="77"/>
                    </a:lnTo>
                    <a:lnTo>
                      <a:pt x="39" y="78"/>
                    </a:lnTo>
                    <a:lnTo>
                      <a:pt x="39" y="80"/>
                    </a:lnTo>
                    <a:lnTo>
                      <a:pt x="40" y="81"/>
                    </a:lnTo>
                    <a:lnTo>
                      <a:pt x="40" y="82"/>
                    </a:lnTo>
                    <a:lnTo>
                      <a:pt x="41" y="84"/>
                    </a:lnTo>
                    <a:lnTo>
                      <a:pt x="41" y="85"/>
                    </a:lnTo>
                    <a:lnTo>
                      <a:pt x="41" y="86"/>
                    </a:lnTo>
                    <a:lnTo>
                      <a:pt x="42" y="88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4" y="93"/>
                    </a:lnTo>
                    <a:lnTo>
                      <a:pt x="44" y="94"/>
                    </a:lnTo>
                    <a:lnTo>
                      <a:pt x="45" y="96"/>
                    </a:lnTo>
                    <a:lnTo>
                      <a:pt x="45" y="98"/>
                    </a:lnTo>
                    <a:lnTo>
                      <a:pt x="46" y="100"/>
                    </a:lnTo>
                    <a:lnTo>
                      <a:pt x="48" y="102"/>
                    </a:lnTo>
                    <a:lnTo>
                      <a:pt x="48" y="105"/>
                    </a:lnTo>
                    <a:lnTo>
                      <a:pt x="49" y="106"/>
                    </a:lnTo>
                    <a:lnTo>
                      <a:pt x="49" y="109"/>
                    </a:lnTo>
                    <a:lnTo>
                      <a:pt x="50" y="110"/>
                    </a:lnTo>
                    <a:lnTo>
                      <a:pt x="52" y="112"/>
                    </a:lnTo>
                    <a:lnTo>
                      <a:pt x="52" y="113"/>
                    </a:lnTo>
                    <a:lnTo>
                      <a:pt x="52" y="116"/>
                    </a:lnTo>
                    <a:lnTo>
                      <a:pt x="53" y="117"/>
                    </a:lnTo>
                    <a:lnTo>
                      <a:pt x="53" y="118"/>
                    </a:lnTo>
                    <a:lnTo>
                      <a:pt x="54" y="120"/>
                    </a:lnTo>
                    <a:lnTo>
                      <a:pt x="54" y="121"/>
                    </a:lnTo>
                    <a:lnTo>
                      <a:pt x="54" y="122"/>
                    </a:lnTo>
                    <a:lnTo>
                      <a:pt x="56" y="122"/>
                    </a:lnTo>
                    <a:lnTo>
                      <a:pt x="56" y="124"/>
                    </a:lnTo>
                    <a:lnTo>
                      <a:pt x="56" y="125"/>
                    </a:lnTo>
                    <a:lnTo>
                      <a:pt x="57" y="126"/>
                    </a:lnTo>
                    <a:lnTo>
                      <a:pt x="57" y="128"/>
                    </a:lnTo>
                    <a:lnTo>
                      <a:pt x="57" y="129"/>
                    </a:lnTo>
                    <a:lnTo>
                      <a:pt x="57" y="130"/>
                    </a:lnTo>
                    <a:lnTo>
                      <a:pt x="58" y="131"/>
                    </a:lnTo>
                    <a:lnTo>
                      <a:pt x="58" y="133"/>
                    </a:lnTo>
                    <a:lnTo>
                      <a:pt x="60" y="134"/>
                    </a:lnTo>
                    <a:lnTo>
                      <a:pt x="60" y="135"/>
                    </a:lnTo>
                    <a:lnTo>
                      <a:pt x="60" y="137"/>
                    </a:lnTo>
                    <a:lnTo>
                      <a:pt x="61" y="139"/>
                    </a:lnTo>
                    <a:lnTo>
                      <a:pt x="61" y="141"/>
                    </a:lnTo>
                    <a:lnTo>
                      <a:pt x="61" y="142"/>
                    </a:lnTo>
                    <a:lnTo>
                      <a:pt x="62" y="143"/>
                    </a:lnTo>
                    <a:lnTo>
                      <a:pt x="62" y="146"/>
                    </a:lnTo>
                    <a:lnTo>
                      <a:pt x="64" y="147"/>
                    </a:lnTo>
                    <a:lnTo>
                      <a:pt x="64" y="150"/>
                    </a:lnTo>
                    <a:lnTo>
                      <a:pt x="65" y="153"/>
                    </a:lnTo>
                    <a:lnTo>
                      <a:pt x="65" y="154"/>
                    </a:lnTo>
                    <a:lnTo>
                      <a:pt x="66" y="157"/>
                    </a:lnTo>
                    <a:lnTo>
                      <a:pt x="66" y="158"/>
                    </a:lnTo>
                    <a:lnTo>
                      <a:pt x="68" y="159"/>
                    </a:lnTo>
                    <a:lnTo>
                      <a:pt x="68" y="162"/>
                    </a:lnTo>
                    <a:lnTo>
                      <a:pt x="68" y="163"/>
                    </a:lnTo>
                    <a:lnTo>
                      <a:pt x="69" y="165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0" y="170"/>
                    </a:lnTo>
                    <a:lnTo>
                      <a:pt x="70" y="171"/>
                    </a:lnTo>
                    <a:lnTo>
                      <a:pt x="70" y="173"/>
                    </a:lnTo>
                    <a:lnTo>
                      <a:pt x="72" y="173"/>
                    </a:lnTo>
                    <a:lnTo>
                      <a:pt x="72" y="174"/>
                    </a:lnTo>
                    <a:lnTo>
                      <a:pt x="72" y="175"/>
                    </a:lnTo>
                    <a:lnTo>
                      <a:pt x="72" y="177"/>
                    </a:lnTo>
                    <a:lnTo>
                      <a:pt x="73" y="178"/>
                    </a:lnTo>
                    <a:lnTo>
                      <a:pt x="73" y="179"/>
                    </a:lnTo>
                    <a:lnTo>
                      <a:pt x="73" y="181"/>
                    </a:lnTo>
                    <a:lnTo>
                      <a:pt x="74" y="182"/>
                    </a:lnTo>
                    <a:lnTo>
                      <a:pt x="74" y="183"/>
                    </a:lnTo>
                    <a:lnTo>
                      <a:pt x="74" y="185"/>
                    </a:lnTo>
                    <a:lnTo>
                      <a:pt x="76" y="186"/>
                    </a:lnTo>
                    <a:lnTo>
                      <a:pt x="76" y="187"/>
                    </a:lnTo>
                    <a:lnTo>
                      <a:pt x="76" y="189"/>
                    </a:lnTo>
                    <a:lnTo>
                      <a:pt x="77" y="190"/>
                    </a:lnTo>
                    <a:lnTo>
                      <a:pt x="77" y="193"/>
                    </a:lnTo>
                    <a:lnTo>
                      <a:pt x="78" y="194"/>
                    </a:lnTo>
                    <a:lnTo>
                      <a:pt x="78" y="197"/>
                    </a:lnTo>
                    <a:lnTo>
                      <a:pt x="78" y="198"/>
                    </a:lnTo>
                    <a:lnTo>
                      <a:pt x="80" y="201"/>
                    </a:lnTo>
                    <a:lnTo>
                      <a:pt x="80" y="203"/>
                    </a:lnTo>
                    <a:lnTo>
                      <a:pt x="81" y="205"/>
                    </a:lnTo>
                    <a:lnTo>
                      <a:pt x="81" y="206"/>
                    </a:lnTo>
                    <a:lnTo>
                      <a:pt x="82" y="208"/>
                    </a:lnTo>
                    <a:lnTo>
                      <a:pt x="82" y="210"/>
                    </a:lnTo>
                    <a:lnTo>
                      <a:pt x="82" y="211"/>
                    </a:lnTo>
                    <a:lnTo>
                      <a:pt x="84" y="212"/>
                    </a:lnTo>
                    <a:lnTo>
                      <a:pt x="84" y="214"/>
                    </a:lnTo>
                    <a:lnTo>
                      <a:pt x="84" y="215"/>
                    </a:lnTo>
                    <a:lnTo>
                      <a:pt x="85" y="216"/>
                    </a:lnTo>
                    <a:lnTo>
                      <a:pt x="85" y="218"/>
                    </a:lnTo>
                    <a:lnTo>
                      <a:pt x="85" y="219"/>
                    </a:lnTo>
                    <a:lnTo>
                      <a:pt x="85" y="220"/>
                    </a:lnTo>
                    <a:lnTo>
                      <a:pt x="86" y="222"/>
                    </a:lnTo>
                    <a:lnTo>
                      <a:pt x="86" y="223"/>
                    </a:lnTo>
                    <a:lnTo>
                      <a:pt x="86" y="224"/>
                    </a:lnTo>
                    <a:lnTo>
                      <a:pt x="86" y="226"/>
                    </a:lnTo>
                    <a:lnTo>
                      <a:pt x="86" y="227"/>
                    </a:lnTo>
                    <a:lnTo>
                      <a:pt x="86" y="228"/>
                    </a:lnTo>
                    <a:lnTo>
                      <a:pt x="86" y="230"/>
                    </a:lnTo>
                    <a:lnTo>
                      <a:pt x="88" y="231"/>
                    </a:lnTo>
                    <a:lnTo>
                      <a:pt x="88" y="232"/>
                    </a:lnTo>
                    <a:lnTo>
                      <a:pt x="88" y="234"/>
                    </a:lnTo>
                    <a:lnTo>
                      <a:pt x="88" y="235"/>
                    </a:lnTo>
                    <a:lnTo>
                      <a:pt x="88" y="236"/>
                    </a:lnTo>
                    <a:lnTo>
                      <a:pt x="88" y="238"/>
                    </a:lnTo>
                    <a:lnTo>
                      <a:pt x="88" y="239"/>
                    </a:lnTo>
                    <a:lnTo>
                      <a:pt x="88" y="242"/>
                    </a:lnTo>
                    <a:lnTo>
                      <a:pt x="88" y="243"/>
                    </a:lnTo>
                    <a:lnTo>
                      <a:pt x="88" y="246"/>
                    </a:lnTo>
                    <a:lnTo>
                      <a:pt x="89" y="247"/>
                    </a:lnTo>
                    <a:lnTo>
                      <a:pt x="89" y="248"/>
                    </a:lnTo>
                    <a:lnTo>
                      <a:pt x="89" y="250"/>
                    </a:lnTo>
                    <a:lnTo>
                      <a:pt x="89" y="251"/>
                    </a:lnTo>
                    <a:lnTo>
                      <a:pt x="89" y="252"/>
                    </a:lnTo>
                    <a:lnTo>
                      <a:pt x="89" y="254"/>
                    </a:lnTo>
                    <a:lnTo>
                      <a:pt x="89" y="255"/>
                    </a:lnTo>
                    <a:lnTo>
                      <a:pt x="89" y="256"/>
                    </a:lnTo>
                    <a:lnTo>
                      <a:pt x="89" y="258"/>
                    </a:lnTo>
                    <a:lnTo>
                      <a:pt x="89" y="259"/>
                    </a:lnTo>
                    <a:lnTo>
                      <a:pt x="89" y="260"/>
                    </a:lnTo>
                    <a:lnTo>
                      <a:pt x="90" y="260"/>
                    </a:lnTo>
                    <a:lnTo>
                      <a:pt x="90" y="262"/>
                    </a:lnTo>
                    <a:lnTo>
                      <a:pt x="90" y="263"/>
                    </a:lnTo>
                    <a:lnTo>
                      <a:pt x="90" y="264"/>
                    </a:lnTo>
                    <a:lnTo>
                      <a:pt x="90" y="266"/>
                    </a:lnTo>
                    <a:lnTo>
                      <a:pt x="90" y="267"/>
                    </a:lnTo>
                    <a:lnTo>
                      <a:pt x="90" y="268"/>
                    </a:lnTo>
                    <a:lnTo>
                      <a:pt x="90" y="270"/>
                    </a:lnTo>
                    <a:lnTo>
                      <a:pt x="92" y="270"/>
                    </a:lnTo>
                    <a:lnTo>
                      <a:pt x="92" y="271"/>
                    </a:lnTo>
                    <a:lnTo>
                      <a:pt x="92" y="272"/>
                    </a:lnTo>
                    <a:lnTo>
                      <a:pt x="92" y="274"/>
                    </a:lnTo>
                    <a:lnTo>
                      <a:pt x="92" y="275"/>
                    </a:lnTo>
                    <a:lnTo>
                      <a:pt x="92" y="276"/>
                    </a:lnTo>
                    <a:lnTo>
                      <a:pt x="93" y="278"/>
                    </a:lnTo>
                    <a:lnTo>
                      <a:pt x="93" y="279"/>
                    </a:lnTo>
                    <a:lnTo>
                      <a:pt x="93" y="280"/>
                    </a:lnTo>
                    <a:lnTo>
                      <a:pt x="93" y="281"/>
                    </a:lnTo>
                    <a:lnTo>
                      <a:pt x="93" y="283"/>
                    </a:lnTo>
                    <a:lnTo>
                      <a:pt x="94" y="284"/>
                    </a:lnTo>
                    <a:lnTo>
                      <a:pt x="94" y="285"/>
                    </a:lnTo>
                    <a:lnTo>
                      <a:pt x="94" y="287"/>
                    </a:lnTo>
                    <a:lnTo>
                      <a:pt x="94" y="288"/>
                    </a:lnTo>
                    <a:lnTo>
                      <a:pt x="94" y="289"/>
                    </a:lnTo>
                    <a:lnTo>
                      <a:pt x="94" y="291"/>
                    </a:lnTo>
                    <a:lnTo>
                      <a:pt x="94" y="292"/>
                    </a:lnTo>
                    <a:lnTo>
                      <a:pt x="94" y="293"/>
                    </a:lnTo>
                    <a:lnTo>
                      <a:pt x="94" y="295"/>
                    </a:lnTo>
                    <a:lnTo>
                      <a:pt x="94" y="296"/>
                    </a:lnTo>
                    <a:lnTo>
                      <a:pt x="94" y="297"/>
                    </a:lnTo>
                    <a:lnTo>
                      <a:pt x="94" y="299"/>
                    </a:lnTo>
                    <a:lnTo>
                      <a:pt x="94" y="300"/>
                    </a:lnTo>
                    <a:lnTo>
                      <a:pt x="94" y="303"/>
                    </a:lnTo>
                    <a:lnTo>
                      <a:pt x="94" y="304"/>
                    </a:lnTo>
                    <a:lnTo>
                      <a:pt x="94" y="305"/>
                    </a:lnTo>
                    <a:lnTo>
                      <a:pt x="93" y="308"/>
                    </a:lnTo>
                    <a:lnTo>
                      <a:pt x="93" y="309"/>
                    </a:lnTo>
                    <a:lnTo>
                      <a:pt x="93" y="312"/>
                    </a:lnTo>
                    <a:lnTo>
                      <a:pt x="93" y="315"/>
                    </a:lnTo>
                    <a:lnTo>
                      <a:pt x="93" y="317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09681" name="Freeform 89">
                <a:extLst>
                  <a:ext uri="{FF2B5EF4-FFF2-40B4-BE49-F238E27FC236}">
                    <a16:creationId xmlns:a16="http://schemas.microsoft.com/office/drawing/2014/main" id="{60334ECD-2037-4D2F-8D7A-CE0DEED79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755138"/>
                <a:ext cx="74612" cy="252413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317"/>
                    </a:moveTo>
                    <a:lnTo>
                      <a:pt x="3" y="314"/>
                    </a:lnTo>
                    <a:lnTo>
                      <a:pt x="4" y="310"/>
                    </a:lnTo>
                    <a:lnTo>
                      <a:pt x="5" y="308"/>
                    </a:lnTo>
                    <a:lnTo>
                      <a:pt x="7" y="305"/>
                    </a:lnTo>
                    <a:lnTo>
                      <a:pt x="9" y="302"/>
                    </a:lnTo>
                    <a:lnTo>
                      <a:pt x="11" y="300"/>
                    </a:lnTo>
                    <a:lnTo>
                      <a:pt x="12" y="297"/>
                    </a:lnTo>
                    <a:lnTo>
                      <a:pt x="13" y="294"/>
                    </a:lnTo>
                    <a:lnTo>
                      <a:pt x="13" y="293"/>
                    </a:lnTo>
                    <a:lnTo>
                      <a:pt x="15" y="290"/>
                    </a:lnTo>
                    <a:lnTo>
                      <a:pt x="16" y="289"/>
                    </a:lnTo>
                    <a:lnTo>
                      <a:pt x="17" y="288"/>
                    </a:lnTo>
                    <a:lnTo>
                      <a:pt x="17" y="286"/>
                    </a:lnTo>
                    <a:lnTo>
                      <a:pt x="19" y="284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21" y="280"/>
                    </a:lnTo>
                    <a:lnTo>
                      <a:pt x="21" y="278"/>
                    </a:lnTo>
                    <a:lnTo>
                      <a:pt x="23" y="277"/>
                    </a:lnTo>
                    <a:lnTo>
                      <a:pt x="23" y="276"/>
                    </a:lnTo>
                    <a:lnTo>
                      <a:pt x="23" y="274"/>
                    </a:lnTo>
                    <a:lnTo>
                      <a:pt x="24" y="274"/>
                    </a:lnTo>
                    <a:lnTo>
                      <a:pt x="24" y="273"/>
                    </a:lnTo>
                    <a:lnTo>
                      <a:pt x="25" y="272"/>
                    </a:lnTo>
                    <a:lnTo>
                      <a:pt x="25" y="270"/>
                    </a:lnTo>
                    <a:lnTo>
                      <a:pt x="27" y="269"/>
                    </a:lnTo>
                    <a:lnTo>
                      <a:pt x="27" y="268"/>
                    </a:lnTo>
                    <a:lnTo>
                      <a:pt x="28" y="266"/>
                    </a:lnTo>
                    <a:lnTo>
                      <a:pt x="28" y="264"/>
                    </a:lnTo>
                    <a:lnTo>
                      <a:pt x="29" y="263"/>
                    </a:lnTo>
                    <a:lnTo>
                      <a:pt x="29" y="261"/>
                    </a:lnTo>
                    <a:lnTo>
                      <a:pt x="31" y="259"/>
                    </a:lnTo>
                    <a:lnTo>
                      <a:pt x="31" y="257"/>
                    </a:lnTo>
                    <a:lnTo>
                      <a:pt x="32" y="256"/>
                    </a:lnTo>
                    <a:lnTo>
                      <a:pt x="32" y="255"/>
                    </a:lnTo>
                    <a:lnTo>
                      <a:pt x="33" y="253"/>
                    </a:lnTo>
                    <a:lnTo>
                      <a:pt x="33" y="251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6" y="247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7" y="243"/>
                    </a:lnTo>
                    <a:lnTo>
                      <a:pt x="37" y="241"/>
                    </a:lnTo>
                    <a:lnTo>
                      <a:pt x="39" y="240"/>
                    </a:lnTo>
                    <a:lnTo>
                      <a:pt x="39" y="239"/>
                    </a:lnTo>
                    <a:lnTo>
                      <a:pt x="39" y="237"/>
                    </a:lnTo>
                    <a:lnTo>
                      <a:pt x="40" y="237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2" y="229"/>
                    </a:lnTo>
                    <a:lnTo>
                      <a:pt x="42" y="228"/>
                    </a:lnTo>
                    <a:lnTo>
                      <a:pt x="42" y="227"/>
                    </a:lnTo>
                    <a:lnTo>
                      <a:pt x="44" y="225"/>
                    </a:lnTo>
                    <a:lnTo>
                      <a:pt x="44" y="223"/>
                    </a:lnTo>
                    <a:lnTo>
                      <a:pt x="45" y="221"/>
                    </a:lnTo>
                    <a:lnTo>
                      <a:pt x="45" y="220"/>
                    </a:lnTo>
                    <a:lnTo>
                      <a:pt x="46" y="217"/>
                    </a:lnTo>
                    <a:lnTo>
                      <a:pt x="48" y="215"/>
                    </a:lnTo>
                    <a:lnTo>
                      <a:pt x="48" y="213"/>
                    </a:lnTo>
                    <a:lnTo>
                      <a:pt x="49" y="211"/>
                    </a:lnTo>
                    <a:lnTo>
                      <a:pt x="49" y="209"/>
                    </a:lnTo>
                    <a:lnTo>
                      <a:pt x="50" y="207"/>
                    </a:lnTo>
                    <a:lnTo>
                      <a:pt x="52" y="205"/>
                    </a:lnTo>
                    <a:lnTo>
                      <a:pt x="52" y="204"/>
                    </a:lnTo>
                    <a:lnTo>
                      <a:pt x="52" y="203"/>
                    </a:lnTo>
                    <a:lnTo>
                      <a:pt x="53" y="201"/>
                    </a:lnTo>
                    <a:lnTo>
                      <a:pt x="53" y="200"/>
                    </a:lnTo>
                    <a:lnTo>
                      <a:pt x="54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6" y="195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7" y="191"/>
                    </a:lnTo>
                    <a:lnTo>
                      <a:pt x="57" y="190"/>
                    </a:lnTo>
                    <a:lnTo>
                      <a:pt x="57" y="188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4"/>
                    </a:lnTo>
                    <a:lnTo>
                      <a:pt x="60" y="183"/>
                    </a:lnTo>
                    <a:lnTo>
                      <a:pt x="60" y="182"/>
                    </a:lnTo>
                    <a:lnTo>
                      <a:pt x="60" y="180"/>
                    </a:lnTo>
                    <a:lnTo>
                      <a:pt x="61" y="179"/>
                    </a:lnTo>
                    <a:lnTo>
                      <a:pt x="61" y="176"/>
                    </a:lnTo>
                    <a:lnTo>
                      <a:pt x="61" y="175"/>
                    </a:lnTo>
                    <a:lnTo>
                      <a:pt x="62" y="174"/>
                    </a:lnTo>
                    <a:lnTo>
                      <a:pt x="62" y="171"/>
                    </a:lnTo>
                    <a:lnTo>
                      <a:pt x="64" y="170"/>
                    </a:lnTo>
                    <a:lnTo>
                      <a:pt x="64" y="167"/>
                    </a:lnTo>
                    <a:lnTo>
                      <a:pt x="65" y="164"/>
                    </a:lnTo>
                    <a:lnTo>
                      <a:pt x="65" y="163"/>
                    </a:lnTo>
                    <a:lnTo>
                      <a:pt x="66" y="160"/>
                    </a:lnTo>
                    <a:lnTo>
                      <a:pt x="66" y="159"/>
                    </a:lnTo>
                    <a:lnTo>
                      <a:pt x="68" y="158"/>
                    </a:lnTo>
                    <a:lnTo>
                      <a:pt x="68" y="156"/>
                    </a:lnTo>
                    <a:lnTo>
                      <a:pt x="68" y="154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0" y="148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72" y="144"/>
                    </a:lnTo>
                    <a:lnTo>
                      <a:pt x="72" y="143"/>
                    </a:lnTo>
                    <a:lnTo>
                      <a:pt x="72" y="142"/>
                    </a:lnTo>
                    <a:lnTo>
                      <a:pt x="72" y="140"/>
                    </a:lnTo>
                    <a:lnTo>
                      <a:pt x="73" y="139"/>
                    </a:lnTo>
                    <a:lnTo>
                      <a:pt x="73" y="138"/>
                    </a:lnTo>
                    <a:lnTo>
                      <a:pt x="74" y="136"/>
                    </a:lnTo>
                    <a:lnTo>
                      <a:pt x="74" y="135"/>
                    </a:lnTo>
                    <a:lnTo>
                      <a:pt x="74" y="134"/>
                    </a:lnTo>
                    <a:lnTo>
                      <a:pt x="76" y="132"/>
                    </a:lnTo>
                    <a:lnTo>
                      <a:pt x="76" y="130"/>
                    </a:lnTo>
                    <a:lnTo>
                      <a:pt x="76" y="128"/>
                    </a:lnTo>
                    <a:lnTo>
                      <a:pt x="77" y="127"/>
                    </a:lnTo>
                    <a:lnTo>
                      <a:pt x="77" y="126"/>
                    </a:lnTo>
                    <a:lnTo>
                      <a:pt x="78" y="123"/>
                    </a:lnTo>
                    <a:lnTo>
                      <a:pt x="78" y="122"/>
                    </a:lnTo>
                    <a:lnTo>
                      <a:pt x="78" y="119"/>
                    </a:lnTo>
                    <a:lnTo>
                      <a:pt x="80" y="116"/>
                    </a:lnTo>
                    <a:lnTo>
                      <a:pt x="80" y="115"/>
                    </a:lnTo>
                    <a:lnTo>
                      <a:pt x="81" y="113"/>
                    </a:lnTo>
                    <a:lnTo>
                      <a:pt x="81" y="111"/>
                    </a:lnTo>
                    <a:lnTo>
                      <a:pt x="82" y="110"/>
                    </a:lnTo>
                    <a:lnTo>
                      <a:pt x="82" y="107"/>
                    </a:lnTo>
                    <a:lnTo>
                      <a:pt x="82" y="106"/>
                    </a:lnTo>
                    <a:lnTo>
                      <a:pt x="84" y="105"/>
                    </a:lnTo>
                    <a:lnTo>
                      <a:pt x="84" y="103"/>
                    </a:lnTo>
                    <a:lnTo>
                      <a:pt x="84" y="102"/>
                    </a:lnTo>
                    <a:lnTo>
                      <a:pt x="85" y="101"/>
                    </a:lnTo>
                    <a:lnTo>
                      <a:pt x="85" y="99"/>
                    </a:lnTo>
                    <a:lnTo>
                      <a:pt x="85" y="98"/>
                    </a:lnTo>
                    <a:lnTo>
                      <a:pt x="85" y="97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3"/>
                    </a:lnTo>
                    <a:lnTo>
                      <a:pt x="86" y="91"/>
                    </a:lnTo>
                    <a:lnTo>
                      <a:pt x="86" y="90"/>
                    </a:lnTo>
                    <a:lnTo>
                      <a:pt x="86" y="89"/>
                    </a:lnTo>
                    <a:lnTo>
                      <a:pt x="86" y="87"/>
                    </a:lnTo>
                    <a:lnTo>
                      <a:pt x="88" y="87"/>
                    </a:lnTo>
                    <a:lnTo>
                      <a:pt x="88" y="86"/>
                    </a:lnTo>
                    <a:lnTo>
                      <a:pt x="88" y="85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8" y="79"/>
                    </a:lnTo>
                    <a:lnTo>
                      <a:pt x="88" y="78"/>
                    </a:lnTo>
                    <a:lnTo>
                      <a:pt x="88" y="77"/>
                    </a:lnTo>
                    <a:lnTo>
                      <a:pt x="88" y="74"/>
                    </a:lnTo>
                    <a:lnTo>
                      <a:pt x="88" y="73"/>
                    </a:lnTo>
                    <a:lnTo>
                      <a:pt x="89" y="70"/>
                    </a:lnTo>
                    <a:lnTo>
                      <a:pt x="89" y="69"/>
                    </a:lnTo>
                    <a:lnTo>
                      <a:pt x="89" y="67"/>
                    </a:lnTo>
                    <a:lnTo>
                      <a:pt x="89" y="66"/>
                    </a:lnTo>
                    <a:lnTo>
                      <a:pt x="89" y="65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89" y="61"/>
                    </a:lnTo>
                    <a:lnTo>
                      <a:pt x="89" y="59"/>
                    </a:lnTo>
                    <a:lnTo>
                      <a:pt x="89" y="58"/>
                    </a:lnTo>
                    <a:lnTo>
                      <a:pt x="90" y="57"/>
                    </a:lnTo>
                    <a:lnTo>
                      <a:pt x="90" y="55"/>
                    </a:lnTo>
                    <a:lnTo>
                      <a:pt x="90" y="54"/>
                    </a:lnTo>
                    <a:lnTo>
                      <a:pt x="90" y="53"/>
                    </a:lnTo>
                    <a:lnTo>
                      <a:pt x="90" y="51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2" y="47"/>
                    </a:lnTo>
                    <a:lnTo>
                      <a:pt x="92" y="46"/>
                    </a:lnTo>
                    <a:lnTo>
                      <a:pt x="92" y="45"/>
                    </a:lnTo>
                    <a:lnTo>
                      <a:pt x="92" y="43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3" y="40"/>
                    </a:lnTo>
                    <a:lnTo>
                      <a:pt x="93" y="38"/>
                    </a:lnTo>
                    <a:lnTo>
                      <a:pt x="93" y="37"/>
                    </a:lnTo>
                    <a:lnTo>
                      <a:pt x="93" y="36"/>
                    </a:lnTo>
                    <a:lnTo>
                      <a:pt x="93" y="34"/>
                    </a:lnTo>
                    <a:lnTo>
                      <a:pt x="94" y="33"/>
                    </a:lnTo>
                    <a:lnTo>
                      <a:pt x="94" y="32"/>
                    </a:lnTo>
                    <a:lnTo>
                      <a:pt x="94" y="30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4" y="24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0"/>
                    </a:lnTo>
                    <a:lnTo>
                      <a:pt x="94" y="18"/>
                    </a:lnTo>
                    <a:lnTo>
                      <a:pt x="94" y="17"/>
                    </a:lnTo>
                    <a:lnTo>
                      <a:pt x="94" y="16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3" y="10"/>
                    </a:lnTo>
                    <a:lnTo>
                      <a:pt x="93" y="8"/>
                    </a:lnTo>
                    <a:lnTo>
                      <a:pt x="93" y="5"/>
                    </a:lnTo>
                    <a:lnTo>
                      <a:pt x="93" y="2"/>
                    </a:lnTo>
                    <a:lnTo>
                      <a:pt x="93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09644" name="Freeform 45">
              <a:extLst>
                <a:ext uri="{FF2B5EF4-FFF2-40B4-BE49-F238E27FC236}">
                  <a16:creationId xmlns:a16="http://schemas.microsoft.com/office/drawing/2014/main" id="{345DDFDC-FFD5-48E3-8FC4-1D484674A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674" y="2957298"/>
              <a:ext cx="3699109" cy="2735272"/>
            </a:xfrm>
            <a:custGeom>
              <a:avLst/>
              <a:gdLst>
                <a:gd name="T0" fmla="*/ 1278345235 w 10704"/>
                <a:gd name="T1" fmla="*/ 0 h 21003"/>
                <a:gd name="T2" fmla="*/ 2388662 w 10704"/>
                <a:gd name="T3" fmla="*/ 1102418 h 21003"/>
                <a:gd name="T4" fmla="*/ 0 w 10704"/>
                <a:gd name="T5" fmla="*/ 356221155 h 21003"/>
                <a:gd name="T6" fmla="*/ 135430103 w 10704"/>
                <a:gd name="T7" fmla="*/ 356102383 h 210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04" h="21003">
                  <a:moveTo>
                    <a:pt x="10704" y="0"/>
                  </a:move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1134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9645" name="Line 14">
              <a:extLst>
                <a:ext uri="{FF2B5EF4-FFF2-40B4-BE49-F238E27FC236}">
                  <a16:creationId xmlns:a16="http://schemas.microsoft.com/office/drawing/2014/main" id="{2F04B9C4-8E72-49D3-9B5F-4314EEB6C4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07413" y="5790467"/>
              <a:ext cx="580100" cy="31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9646" name="Freeform 48">
              <a:extLst>
                <a:ext uri="{FF2B5EF4-FFF2-40B4-BE49-F238E27FC236}">
                  <a16:creationId xmlns:a16="http://schemas.microsoft.com/office/drawing/2014/main" id="{4277B364-EBE0-42D1-BCDE-46C14748298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594887" y="2914643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9647" name="Freeform 48">
              <a:extLst>
                <a:ext uri="{FF2B5EF4-FFF2-40B4-BE49-F238E27FC236}">
                  <a16:creationId xmlns:a16="http://schemas.microsoft.com/office/drawing/2014/main" id="{94F972D6-D1C4-4035-9C41-ECE0F907DC7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434954" y="2931576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9648" name="Freeform 5">
              <a:extLst>
                <a:ext uri="{FF2B5EF4-FFF2-40B4-BE49-F238E27FC236}">
                  <a16:creationId xmlns:a16="http://schemas.microsoft.com/office/drawing/2014/main" id="{EB859563-D2CA-42E9-9057-3E363CEBE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272" y="5755462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9649" name="Freeform 7">
              <a:extLst>
                <a:ext uri="{FF2B5EF4-FFF2-40B4-BE49-F238E27FC236}">
                  <a16:creationId xmlns:a16="http://schemas.microsoft.com/office/drawing/2014/main" id="{1B1621D3-BB41-4150-A401-8AA47FD12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167" y="5867731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409650" name="Group 4">
              <a:extLst>
                <a:ext uri="{FF2B5EF4-FFF2-40B4-BE49-F238E27FC236}">
                  <a16:creationId xmlns:a16="http://schemas.microsoft.com/office/drawing/2014/main" id="{E90DD411-BA1C-4CBE-B7BF-81025E4B8C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62243" y="1638205"/>
              <a:ext cx="3228751" cy="750888"/>
              <a:chOff x="5768352" y="3768775"/>
              <a:chExt cx="3229577" cy="750332"/>
            </a:xfrm>
          </p:grpSpPr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599B3B8F-0413-8B40-8261-B877B622A517}"/>
                  </a:ext>
                </a:extLst>
              </p:cNvPr>
              <p:cNvCxnSpPr/>
              <p:nvPr/>
            </p:nvCxnSpPr>
            <p:spPr>
              <a:xfrm flipV="1">
                <a:off x="5768098" y="4206637"/>
                <a:ext cx="1980137" cy="15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DC083C92-E00D-CC4D-A1E7-2876BFAA4464}"/>
                  </a:ext>
                </a:extLst>
              </p:cNvPr>
              <p:cNvCxnSpPr/>
              <p:nvPr/>
            </p:nvCxnSpPr>
            <p:spPr>
              <a:xfrm>
                <a:off x="7749823" y="4065443"/>
                <a:ext cx="565300" cy="1586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62F83F63-36F1-604C-9896-B7C7AC975434}"/>
                  </a:ext>
                </a:extLst>
              </p:cNvPr>
              <p:cNvCxnSpPr/>
              <p:nvPr/>
            </p:nvCxnSpPr>
            <p:spPr>
              <a:xfrm>
                <a:off x="7745059" y="4346246"/>
                <a:ext cx="565300" cy="15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CD2C8CC1-9F78-6744-BA01-03DA5317535C}"/>
                  </a:ext>
                </a:extLst>
              </p:cNvPr>
              <p:cNvCxnSpPr/>
              <p:nvPr/>
            </p:nvCxnSpPr>
            <p:spPr>
              <a:xfrm flipH="1" flipV="1">
                <a:off x="7749823" y="4062270"/>
                <a:ext cx="3176" cy="28397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9675" name="TextBox 93">
                <a:extLst>
                  <a:ext uri="{FF2B5EF4-FFF2-40B4-BE49-F238E27FC236}">
                    <a16:creationId xmlns:a16="http://schemas.microsoft.com/office/drawing/2014/main" id="{B7DBBE39-DF12-46D2-BDE9-62CA31A236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76877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09676" name="TextBox 6">
                <a:extLst>
                  <a:ext uri="{FF2B5EF4-FFF2-40B4-BE49-F238E27FC236}">
                    <a16:creationId xmlns:a16="http://schemas.microsoft.com/office/drawing/2014/main" id="{D852DE50-14FD-470F-81EA-300C3F2E38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149775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9677" name="Freeform 48">
                <a:extLst>
                  <a:ext uri="{FF2B5EF4-FFF2-40B4-BE49-F238E27FC236}">
                    <a16:creationId xmlns:a16="http://schemas.microsoft.com/office/drawing/2014/main" id="{2CA92B02-55D7-40A4-AFF2-C3C1886C264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08850" y="4183965"/>
                <a:ext cx="77241" cy="73098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09651" name="Group 88">
              <a:extLst>
                <a:ext uri="{FF2B5EF4-FFF2-40B4-BE49-F238E27FC236}">
                  <a16:creationId xmlns:a16="http://schemas.microsoft.com/office/drawing/2014/main" id="{FEBE36B2-A078-44C7-B776-16EF8FE13D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53438" y="2428748"/>
              <a:ext cx="2803076" cy="749300"/>
              <a:chOff x="6194136" y="3853561"/>
              <a:chExt cx="2803793" cy="750332"/>
            </a:xfrm>
          </p:grpSpPr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2785B18C-FF21-7443-8223-EDBE9E8805B4}"/>
                  </a:ext>
                </a:extLst>
              </p:cNvPr>
              <p:cNvCxnSpPr/>
              <p:nvPr/>
            </p:nvCxnSpPr>
            <p:spPr>
              <a:xfrm>
                <a:off x="6194803" y="4205011"/>
                <a:ext cx="1565690" cy="1589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10630BEE-8989-4E43-B21B-146445194E25}"/>
                  </a:ext>
                </a:extLst>
              </p:cNvPr>
              <p:cNvCxnSpPr/>
              <p:nvPr/>
            </p:nvCxnSpPr>
            <p:spPr>
              <a:xfrm>
                <a:off x="7744614" y="4065107"/>
                <a:ext cx="565300" cy="1589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Straight Connector 99">
                <a:extLst>
                  <a:ext uri="{FF2B5EF4-FFF2-40B4-BE49-F238E27FC236}">
                    <a16:creationId xmlns:a16="http://schemas.microsoft.com/office/drawing/2014/main" id="{481093C1-3B6A-894C-AB4D-FD9F17ADE3E2}"/>
                  </a:ext>
                </a:extLst>
              </p:cNvPr>
              <p:cNvCxnSpPr/>
              <p:nvPr/>
            </p:nvCxnSpPr>
            <p:spPr>
              <a:xfrm>
                <a:off x="7739851" y="4340145"/>
                <a:ext cx="565300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2443645E-335B-6745-8C11-0C8619DF2667}"/>
                  </a:ext>
                </a:extLst>
              </p:cNvPr>
              <p:cNvCxnSpPr/>
              <p:nvPr/>
            </p:nvCxnSpPr>
            <p:spPr>
              <a:xfrm flipH="1" flipV="1">
                <a:off x="7749378" y="4057157"/>
                <a:ext cx="3176" cy="284578"/>
              </a:xfrm>
              <a:prstGeom prst="line">
                <a:avLst/>
              </a:prstGeom>
              <a:solidFill>
                <a:srgbClr val="00B050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9668" name="TextBox 93">
                <a:extLst>
                  <a:ext uri="{FF2B5EF4-FFF2-40B4-BE49-F238E27FC236}">
                    <a16:creationId xmlns:a16="http://schemas.microsoft.com/office/drawing/2014/main" id="{C28E29B5-3AE4-49E5-B20A-1F550EB2FF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853561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09669" name="TextBox 6">
                <a:extLst>
                  <a:ext uri="{FF2B5EF4-FFF2-40B4-BE49-F238E27FC236}">
                    <a16:creationId xmlns:a16="http://schemas.microsoft.com/office/drawing/2014/main" id="{F0052C72-9657-4678-A13E-CCD15E3DB4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234561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9670" name="Freeform 48">
                <a:extLst>
                  <a:ext uri="{FF2B5EF4-FFF2-40B4-BE49-F238E27FC236}">
                    <a16:creationId xmlns:a16="http://schemas.microsoft.com/office/drawing/2014/main" id="{AE91CFE1-406A-46A8-B5EF-E27ABD775B3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08850" y="4178383"/>
                <a:ext cx="77241" cy="73253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09652" name="Group 8">
              <a:extLst>
                <a:ext uri="{FF2B5EF4-FFF2-40B4-BE49-F238E27FC236}">
                  <a16:creationId xmlns:a16="http://schemas.microsoft.com/office/drawing/2014/main" id="{AFCE19D0-84AB-4B78-9A61-C8655D2977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8227" y="3282987"/>
              <a:ext cx="1863862" cy="914400"/>
              <a:chOff x="7168853" y="823310"/>
              <a:chExt cx="1863684" cy="915796"/>
            </a:xfrm>
          </p:grpSpPr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AFB1DC13-2D3E-9E44-981F-F4F942E6045A}"/>
                  </a:ext>
                </a:extLst>
              </p:cNvPr>
              <p:cNvCxnSpPr/>
              <p:nvPr/>
            </p:nvCxnSpPr>
            <p:spPr>
              <a:xfrm flipV="1">
                <a:off x="7169302" y="1289204"/>
                <a:ext cx="1122265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2F3C5A69-62E0-E548-86D2-F25AE111AAB5}"/>
                  </a:ext>
                </a:extLst>
              </p:cNvPr>
              <p:cNvCxnSpPr/>
              <p:nvPr/>
            </p:nvCxnSpPr>
            <p:spPr>
              <a:xfrm>
                <a:off x="7750277" y="1025255"/>
                <a:ext cx="565101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0B36F277-9FFA-A34F-9274-013FC5E1BFD3}"/>
                  </a:ext>
                </a:extLst>
              </p:cNvPr>
              <p:cNvCxnSpPr/>
              <p:nvPr/>
            </p:nvCxnSpPr>
            <p:spPr>
              <a:xfrm>
                <a:off x="7745514" y="1521353"/>
                <a:ext cx="565101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Straight Connector 108">
                <a:extLst>
                  <a:ext uri="{FF2B5EF4-FFF2-40B4-BE49-F238E27FC236}">
                    <a16:creationId xmlns:a16="http://schemas.microsoft.com/office/drawing/2014/main" id="{C6D0DEC6-BB8C-D447-A19F-2DE5448EDFB6}"/>
                  </a:ext>
                </a:extLst>
              </p:cNvPr>
              <p:cNvCxnSpPr/>
              <p:nvPr/>
            </p:nvCxnSpPr>
            <p:spPr>
              <a:xfrm flipH="1" flipV="1">
                <a:off x="7745514" y="1018895"/>
                <a:ext cx="3175" cy="505638"/>
              </a:xfrm>
              <a:prstGeom prst="line">
                <a:avLst/>
              </a:prstGeom>
              <a:solidFill>
                <a:srgbClr val="00B050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9660" name="TextBox 101">
                <a:extLst>
                  <a:ext uri="{FF2B5EF4-FFF2-40B4-BE49-F238E27FC236}">
                    <a16:creationId xmlns:a16="http://schemas.microsoft.com/office/drawing/2014/main" id="{0A7FA9EC-FFDE-4FE0-9855-75C182183E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0792" y="108674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09661" name="TextBox 6">
                <a:extLst>
                  <a:ext uri="{FF2B5EF4-FFF2-40B4-BE49-F238E27FC236}">
                    <a16:creationId xmlns:a16="http://schemas.microsoft.com/office/drawing/2014/main" id="{ED238EB4-DFEC-4818-B648-B9AAE227391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16032" y="823310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9662" name="Freeform 48">
                <a:extLst>
                  <a:ext uri="{FF2B5EF4-FFF2-40B4-BE49-F238E27FC236}">
                    <a16:creationId xmlns:a16="http://schemas.microsoft.com/office/drawing/2014/main" id="{F2288731-839E-48D8-AE26-FC8511B559C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10106" y="1261218"/>
                <a:ext cx="73145" cy="73264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09663" name="TextBox 107">
                <a:extLst>
                  <a:ext uri="{FF2B5EF4-FFF2-40B4-BE49-F238E27FC236}">
                    <a16:creationId xmlns:a16="http://schemas.microsoft.com/office/drawing/2014/main" id="{E4843616-AD14-45B7-910D-280D607B3B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96438" y="1369774"/>
                <a:ext cx="736099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Done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sp>
          <p:nvSpPr>
            <p:cNvPr id="409653" name="Freeform 48">
              <a:extLst>
                <a:ext uri="{FF2B5EF4-FFF2-40B4-BE49-F238E27FC236}">
                  <a16:creationId xmlns:a16="http://schemas.microsoft.com/office/drawing/2014/main" id="{35091AE4-6FEA-4556-B2E7-2244915A8A6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232937" y="2733668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9654" name="Freeform 48">
              <a:extLst>
                <a:ext uri="{FF2B5EF4-FFF2-40B4-BE49-F238E27FC236}">
                  <a16:creationId xmlns:a16="http://schemas.microsoft.com/office/drawing/2014/main" id="{BE75AEAD-F060-41B1-ABDF-24E24197E9D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823362" y="2047868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9655" name="Freeform 48">
              <a:extLst>
                <a:ext uri="{FF2B5EF4-FFF2-40B4-BE49-F238E27FC236}">
                  <a16:creationId xmlns:a16="http://schemas.microsoft.com/office/drawing/2014/main" id="{88097DC1-FA36-4841-83D6-4DC038AD22D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186470" y="3716834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14" name="Rectangle 2">
            <a:extLst>
              <a:ext uri="{FF2B5EF4-FFF2-40B4-BE49-F238E27FC236}">
                <a16:creationId xmlns:a16="http://schemas.microsoft.com/office/drawing/2014/main" id="{68A3E28C-84BC-CA42-87C1-B08590002B3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4763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/>
              <a:t>Let's Complete the Circuit Diagram</a:t>
            </a:r>
            <a:endParaRPr lang="en-US" dirty="0">
              <a:ea typeface="+mj-ea"/>
              <a:cs typeface="+mj-cs"/>
            </a:endParaRP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" name="Rectangle 2">
            <a:extLst>
              <a:ext uri="{FF2B5EF4-FFF2-40B4-BE49-F238E27FC236}">
                <a16:creationId xmlns:a16="http://schemas.microsoft.com/office/drawing/2014/main" id="{DF264BFF-1F2D-4142-89FF-EF479E5199A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4763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/>
              <a:t>Let's Complete the Circuit Diagram</a:t>
            </a:r>
            <a:endParaRPr lang="en-US" dirty="0">
              <a:ea typeface="+mj-ea"/>
              <a:cs typeface="+mj-cs"/>
            </a:endParaRPr>
          </a:p>
        </p:txBody>
      </p:sp>
      <p:grpSp>
        <p:nvGrpSpPr>
          <p:cNvPr id="410626" name="Group 5">
            <a:extLst>
              <a:ext uri="{FF2B5EF4-FFF2-40B4-BE49-F238E27FC236}">
                <a16:creationId xmlns:a16="http://schemas.microsoft.com/office/drawing/2014/main" id="{3EDE24D5-8A2B-4D0C-B562-8C2FDCE8D6DB}"/>
              </a:ext>
            </a:extLst>
          </p:cNvPr>
          <p:cNvGrpSpPr>
            <a:grpSpLocks/>
          </p:cNvGrpSpPr>
          <p:nvPr/>
        </p:nvGrpSpPr>
        <p:grpSpPr bwMode="auto">
          <a:xfrm>
            <a:off x="93663" y="1638300"/>
            <a:ext cx="8997950" cy="5070475"/>
            <a:chOff x="92960" y="1638205"/>
            <a:chExt cx="8998034" cy="5070820"/>
          </a:xfrm>
        </p:grpSpPr>
        <p:sp>
          <p:nvSpPr>
            <p:cNvPr id="410627" name="Line 14">
              <a:extLst>
                <a:ext uri="{FF2B5EF4-FFF2-40B4-BE49-F238E27FC236}">
                  <a16:creationId xmlns:a16="http://schemas.microsoft.com/office/drawing/2014/main" id="{46915274-9270-403C-AC93-8E140A5830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9416" y="5920630"/>
              <a:ext cx="10703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628" name="Line 14">
              <a:extLst>
                <a:ext uri="{FF2B5EF4-FFF2-40B4-BE49-F238E27FC236}">
                  <a16:creationId xmlns:a16="http://schemas.microsoft.com/office/drawing/2014/main" id="{7896C5E7-87AC-49FF-B9A9-1C57F46F5F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50" y="5937564"/>
              <a:ext cx="14246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629" name="Rectangle 7">
              <a:extLst>
                <a:ext uri="{FF2B5EF4-FFF2-40B4-BE49-F238E27FC236}">
                  <a16:creationId xmlns:a16="http://schemas.microsoft.com/office/drawing/2014/main" id="{DFC09F1F-A2CA-4224-B43C-30F99FC9E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7960" y="5073446"/>
              <a:ext cx="1806575" cy="10302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630" name="Freeform 8">
              <a:extLst>
                <a:ext uri="{FF2B5EF4-FFF2-40B4-BE49-F238E27FC236}">
                  <a16:creationId xmlns:a16="http://schemas.microsoft.com/office/drawing/2014/main" id="{FFEB792C-A70F-424D-9B92-6249A124C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960" y="5302046"/>
              <a:ext cx="158750" cy="160338"/>
            </a:xfrm>
            <a:custGeom>
              <a:avLst/>
              <a:gdLst>
                <a:gd name="T0" fmla="*/ 0 w 202"/>
                <a:gd name="T1" fmla="*/ 630239 h 202"/>
                <a:gd name="T2" fmla="*/ 0 w 202"/>
                <a:gd name="T3" fmla="*/ 630239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631" name="Rectangle 10">
              <a:extLst>
                <a:ext uri="{FF2B5EF4-FFF2-40B4-BE49-F238E27FC236}">
                  <a16:creationId xmlns:a16="http://schemas.microsoft.com/office/drawing/2014/main" id="{B389120B-1D52-4CD3-AFC8-E52E201649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4323" y="5765596"/>
              <a:ext cx="65723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clear_n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632" name="Rectangle 11">
              <a:extLst>
                <a:ext uri="{FF2B5EF4-FFF2-40B4-BE49-F238E27FC236}">
                  <a16:creationId xmlns:a16="http://schemas.microsoft.com/office/drawing/2014/main" id="{57CBFB4B-7F46-4A18-80EC-B88427053C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1010" y="5465559"/>
              <a:ext cx="1331912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2-bit up-counter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633" name="Line 14">
              <a:extLst>
                <a:ext uri="{FF2B5EF4-FFF2-40B4-BE49-F238E27FC236}">
                  <a16:creationId xmlns:a16="http://schemas.microsoft.com/office/drawing/2014/main" id="{888906EC-B82D-4D25-AE2F-7CFA7F0DC4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48" y="5396934"/>
              <a:ext cx="4202381" cy="39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634" name="Rectangle 17">
              <a:extLst>
                <a:ext uri="{FF2B5EF4-FFF2-40B4-BE49-F238E27FC236}">
                  <a16:creationId xmlns:a16="http://schemas.microsoft.com/office/drawing/2014/main" id="{7B35EBF1-D3F0-4FC7-9C56-8A0C3664E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895" y="5791514"/>
              <a:ext cx="166712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635" name="Rectangle 18">
              <a:extLst>
                <a:ext uri="{FF2B5EF4-FFF2-40B4-BE49-F238E27FC236}">
                  <a16:creationId xmlns:a16="http://schemas.microsoft.com/office/drawing/2014/main" id="{D49D8F5C-9138-4C32-AADA-529BF34F2C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7935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636" name="Rectangle 19">
              <a:extLst>
                <a:ext uri="{FF2B5EF4-FFF2-40B4-BE49-F238E27FC236}">
                  <a16:creationId xmlns:a16="http://schemas.microsoft.com/office/drawing/2014/main" id="{20AF8AC7-360C-4CE5-BAE8-5DD7191FB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6560" y="3084309"/>
              <a:ext cx="1806575" cy="107473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637" name="Rectangle 20">
              <a:extLst>
                <a:ext uri="{FF2B5EF4-FFF2-40B4-BE49-F238E27FC236}">
                  <a16:creationId xmlns:a16="http://schemas.microsoft.com/office/drawing/2014/main" id="{6DC2DC95-0573-4F9C-A273-162374F12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2398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638" name="Line 21">
              <a:extLst>
                <a:ext uri="{FF2B5EF4-FFF2-40B4-BE49-F238E27FC236}">
                  <a16:creationId xmlns:a16="http://schemas.microsoft.com/office/drawing/2014/main" id="{D4D2F30E-3BF5-4402-ABFC-1131AF43EC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473545" y="1898087"/>
              <a:ext cx="2103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639" name="Line 22">
              <a:extLst>
                <a:ext uri="{FF2B5EF4-FFF2-40B4-BE49-F238E27FC236}">
                  <a16:creationId xmlns:a16="http://schemas.microsoft.com/office/drawing/2014/main" id="{ED7168E8-D058-409B-B219-D3349033BE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20235" y="1895799"/>
              <a:ext cx="3168" cy="11885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640" name="Rectangle 23">
              <a:extLst>
                <a:ext uri="{FF2B5EF4-FFF2-40B4-BE49-F238E27FC236}">
                  <a16:creationId xmlns:a16="http://schemas.microsoft.com/office/drawing/2014/main" id="{1528A121-4DD6-419C-AFE6-71B7F05CF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9598" y="3843134"/>
              <a:ext cx="2276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En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641" name="Rectangle 24">
              <a:extLst>
                <a:ext uri="{FF2B5EF4-FFF2-40B4-BE49-F238E27FC236}">
                  <a16:creationId xmlns:a16="http://schemas.microsoft.com/office/drawing/2014/main" id="{1DBF4126-7838-441E-B094-D28534E91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7860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642" name="Rectangle 25">
              <a:extLst>
                <a:ext uri="{FF2B5EF4-FFF2-40B4-BE49-F238E27FC236}">
                  <a16:creationId xmlns:a16="http://schemas.microsoft.com/office/drawing/2014/main" id="{99BEEE98-F474-4531-92F9-158A1B5C8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6285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643" name="Rectangle 26">
              <a:extLst>
                <a:ext uri="{FF2B5EF4-FFF2-40B4-BE49-F238E27FC236}">
                  <a16:creationId xmlns:a16="http://schemas.microsoft.com/office/drawing/2014/main" id="{7A21F0D9-6C76-4A47-B17E-EF816BC35A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2148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644" name="Rectangle 27">
              <a:extLst>
                <a:ext uri="{FF2B5EF4-FFF2-40B4-BE49-F238E27FC236}">
                  <a16:creationId xmlns:a16="http://schemas.microsoft.com/office/drawing/2014/main" id="{08C6D52A-107E-4502-9ED7-8704BFBF9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6610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645" name="Rectangle 28">
              <a:extLst>
                <a:ext uri="{FF2B5EF4-FFF2-40B4-BE49-F238E27FC236}">
                  <a16:creationId xmlns:a16="http://schemas.microsoft.com/office/drawing/2014/main" id="{8335D8BC-D9CD-4D3B-94D7-B4441B6842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79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646" name="Rectangle 29">
              <a:extLst>
                <a:ext uri="{FF2B5EF4-FFF2-40B4-BE49-F238E27FC236}">
                  <a16:creationId xmlns:a16="http://schemas.microsoft.com/office/drawing/2014/main" id="{F6B60394-9095-42B9-A480-B4C44594F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5223" y="3217659"/>
              <a:ext cx="8335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647" name="Rectangle 30">
              <a:extLst>
                <a:ext uri="{FF2B5EF4-FFF2-40B4-BE49-F238E27FC236}">
                  <a16:creationId xmlns:a16="http://schemas.microsoft.com/office/drawing/2014/main" id="{50047B79-B040-4C98-B803-0332FBABC1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3035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648" name="Rectangle 31">
              <a:extLst>
                <a:ext uri="{FF2B5EF4-FFF2-40B4-BE49-F238E27FC236}">
                  <a16:creationId xmlns:a16="http://schemas.microsoft.com/office/drawing/2014/main" id="{52B3FC41-580F-4DF9-AC7A-2ED0C5114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3048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649" name="Rectangle 32">
              <a:extLst>
                <a:ext uri="{FF2B5EF4-FFF2-40B4-BE49-F238E27FC236}">
                  <a16:creationId xmlns:a16="http://schemas.microsoft.com/office/drawing/2014/main" id="{9593B437-DEF6-4EBF-AC83-EC280959E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974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650" name="Line 33">
              <a:extLst>
                <a:ext uri="{FF2B5EF4-FFF2-40B4-BE49-F238E27FC236}">
                  <a16:creationId xmlns:a16="http://schemas.microsoft.com/office/drawing/2014/main" id="{C9145542-6CA2-4860-8A13-32CB19FA65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66219" y="1895799"/>
              <a:ext cx="1583" cy="11885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651" name="Line 34">
              <a:extLst>
                <a:ext uri="{FF2B5EF4-FFF2-40B4-BE49-F238E27FC236}">
                  <a16:creationId xmlns:a16="http://schemas.microsoft.com/office/drawing/2014/main" id="{6EC73BA9-5C3B-49C3-80B1-B75C51FB25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862119" y="1898087"/>
              <a:ext cx="2465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652" name="Rectangle 37">
              <a:extLst>
                <a:ext uri="{FF2B5EF4-FFF2-40B4-BE49-F238E27FC236}">
                  <a16:creationId xmlns:a16="http://schemas.microsoft.com/office/drawing/2014/main" id="{4F2073EB-AD7C-4968-8111-06AE242E4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817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653" name="Rectangle 38">
              <a:extLst>
                <a:ext uri="{FF2B5EF4-FFF2-40B4-BE49-F238E27FC236}">
                  <a16:creationId xmlns:a16="http://schemas.microsoft.com/office/drawing/2014/main" id="{A97E1783-A60F-4A3C-9BDA-8AFADB8E3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1510" y="4657521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654" name="Rectangle 45">
              <a:extLst>
                <a:ext uri="{FF2B5EF4-FFF2-40B4-BE49-F238E27FC236}">
                  <a16:creationId xmlns:a16="http://schemas.microsoft.com/office/drawing/2014/main" id="{DA81CA1F-46BC-44F1-B6C4-5ACD94A42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6123" y="3519284"/>
              <a:ext cx="11938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2-to-4 decoder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655" name="Rectangle 46">
              <a:extLst>
                <a:ext uri="{FF2B5EF4-FFF2-40B4-BE49-F238E27FC236}">
                  <a16:creationId xmlns:a16="http://schemas.microsoft.com/office/drawing/2014/main" id="{59E1285F-DC36-4717-A286-D913A77C28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3735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656" name="Rectangle 47">
              <a:extLst>
                <a:ext uri="{FF2B5EF4-FFF2-40B4-BE49-F238E27FC236}">
                  <a16:creationId xmlns:a16="http://schemas.microsoft.com/office/drawing/2014/main" id="{40231244-4877-4029-BB45-BA91A3E25C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0898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657" name="Rectangle 48">
              <a:extLst>
                <a:ext uri="{FF2B5EF4-FFF2-40B4-BE49-F238E27FC236}">
                  <a16:creationId xmlns:a16="http://schemas.microsoft.com/office/drawing/2014/main" id="{115F108D-3E78-41C5-9A35-86A5DC147A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8410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658" name="Rectangle 49">
              <a:extLst>
                <a:ext uri="{FF2B5EF4-FFF2-40B4-BE49-F238E27FC236}">
                  <a16:creationId xmlns:a16="http://schemas.microsoft.com/office/drawing/2014/main" id="{32A4CFDA-E2C3-45D8-ABF6-7ABBC66FC8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5573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659" name="Rectangle 50">
              <a:extLst>
                <a:ext uri="{FF2B5EF4-FFF2-40B4-BE49-F238E27FC236}">
                  <a16:creationId xmlns:a16="http://schemas.microsoft.com/office/drawing/2014/main" id="{FAA5DB3D-FADE-4D79-8D28-3CDE6DCF1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60" y="5214195"/>
              <a:ext cx="55143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Clock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cxnSp>
          <p:nvCxnSpPr>
            <p:cNvPr id="410660" name="Straight Arrow Connector 2">
              <a:extLst>
                <a:ext uri="{FF2B5EF4-FFF2-40B4-BE49-F238E27FC236}">
                  <a16:creationId xmlns:a16="http://schemas.microsoft.com/office/drawing/2014/main" id="{78BA63A5-CF27-4408-8F19-53AA17BEABA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109145" y="4165226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10661" name="Straight Arrow Connector 52">
              <a:extLst>
                <a:ext uri="{FF2B5EF4-FFF2-40B4-BE49-F238E27FC236}">
                  <a16:creationId xmlns:a16="http://schemas.microsoft.com/office/drawing/2014/main" id="{51BC6018-5DED-4694-8BF3-C9D5ABA932F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38675" y="4169345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10662" name="Straight Arrow Connector 53">
              <a:extLst>
                <a:ext uri="{FF2B5EF4-FFF2-40B4-BE49-F238E27FC236}">
                  <a16:creationId xmlns:a16="http://schemas.microsoft.com/office/drawing/2014/main" id="{32E858B1-C88F-454F-8308-F73DF6E5FEA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706475" y="4171404"/>
              <a:ext cx="0" cy="423475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10663" name="Freeform 5">
              <a:extLst>
                <a:ext uri="{FF2B5EF4-FFF2-40B4-BE49-F238E27FC236}">
                  <a16:creationId xmlns:a16="http://schemas.microsoft.com/office/drawing/2014/main" id="{51888044-7007-4E25-A63A-8CAADF509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005" y="5772396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664" name="Freeform 7">
              <a:extLst>
                <a:ext uri="{FF2B5EF4-FFF2-40B4-BE49-F238E27FC236}">
                  <a16:creationId xmlns:a16="http://schemas.microsoft.com/office/drawing/2014/main" id="{36F81013-FD6F-4F6A-A829-E692B5707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900" y="5884665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665" name="AutoShape 57">
              <a:extLst>
                <a:ext uri="{FF2B5EF4-FFF2-40B4-BE49-F238E27FC236}">
                  <a16:creationId xmlns:a16="http://schemas.microsoft.com/office/drawing/2014/main" id="{E24FF64C-770F-4936-AEDB-2434519DE3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501" y="5556352"/>
              <a:ext cx="554038" cy="47148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grpSp>
          <p:nvGrpSpPr>
            <p:cNvPr id="410666" name="Group 66">
              <a:extLst>
                <a:ext uri="{FF2B5EF4-FFF2-40B4-BE49-F238E27FC236}">
                  <a16:creationId xmlns:a16="http://schemas.microsoft.com/office/drawing/2014/main" id="{4055041F-58BA-4433-9279-062450B257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24676" y="5661598"/>
              <a:ext cx="636587" cy="501650"/>
              <a:chOff x="4164013" y="5505902"/>
              <a:chExt cx="636587" cy="501650"/>
            </a:xfrm>
          </p:grpSpPr>
          <p:sp>
            <p:nvSpPr>
              <p:cNvPr id="410707" name="Freeform 86">
                <a:extLst>
                  <a:ext uri="{FF2B5EF4-FFF2-40B4-BE49-F238E27FC236}">
                    <a16:creationId xmlns:a16="http://schemas.microsoft.com/office/drawing/2014/main" id="{86A8EB09-658E-43E6-B7DA-F37BCFD80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505902"/>
                <a:ext cx="630237" cy="249237"/>
              </a:xfrm>
              <a:custGeom>
                <a:avLst/>
                <a:gdLst>
                  <a:gd name="T0" fmla="*/ 2147483646 w 794"/>
                  <a:gd name="T1" fmla="*/ 0 h 315"/>
                  <a:gd name="T2" fmla="*/ 2147483646 w 794"/>
                  <a:gd name="T3" fmla="*/ 0 h 315"/>
                  <a:gd name="T4" fmla="*/ 2147483646 w 794"/>
                  <a:gd name="T5" fmla="*/ 0 h 315"/>
                  <a:gd name="T6" fmla="*/ 2147483646 w 794"/>
                  <a:gd name="T7" fmla="*/ 0 h 315"/>
                  <a:gd name="T8" fmla="*/ 2147483646 w 794"/>
                  <a:gd name="T9" fmla="*/ 0 h 315"/>
                  <a:gd name="T10" fmla="*/ 2147483646 w 794"/>
                  <a:gd name="T11" fmla="*/ 0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0"/>
                    </a:moveTo>
                    <a:lnTo>
                      <a:pt x="31" y="0"/>
                    </a:lnTo>
                    <a:lnTo>
                      <a:pt x="60" y="0"/>
                    </a:lnTo>
                    <a:lnTo>
                      <a:pt x="86" y="0"/>
                    </a:lnTo>
                    <a:lnTo>
                      <a:pt x="110" y="0"/>
                    </a:lnTo>
                    <a:lnTo>
                      <a:pt x="134" y="0"/>
                    </a:lnTo>
                    <a:lnTo>
                      <a:pt x="155" y="0"/>
                    </a:lnTo>
                    <a:lnTo>
                      <a:pt x="175" y="0"/>
                    </a:lnTo>
                    <a:lnTo>
                      <a:pt x="194" y="0"/>
                    </a:lnTo>
                    <a:lnTo>
                      <a:pt x="211" y="0"/>
                    </a:lnTo>
                    <a:lnTo>
                      <a:pt x="227" y="0"/>
                    </a:lnTo>
                    <a:lnTo>
                      <a:pt x="240" y="0"/>
                    </a:lnTo>
                    <a:lnTo>
                      <a:pt x="254" y="0"/>
                    </a:lnTo>
                    <a:lnTo>
                      <a:pt x="265" y="0"/>
                    </a:lnTo>
                    <a:lnTo>
                      <a:pt x="276" y="0"/>
                    </a:lnTo>
                    <a:lnTo>
                      <a:pt x="287" y="0"/>
                    </a:lnTo>
                    <a:lnTo>
                      <a:pt x="296" y="0"/>
                    </a:lnTo>
                    <a:lnTo>
                      <a:pt x="303" y="0"/>
                    </a:lnTo>
                    <a:lnTo>
                      <a:pt x="311" y="0"/>
                    </a:lnTo>
                    <a:lnTo>
                      <a:pt x="317" y="0"/>
                    </a:lnTo>
                    <a:lnTo>
                      <a:pt x="323" y="0"/>
                    </a:lnTo>
                    <a:lnTo>
                      <a:pt x="328" y="0"/>
                    </a:lnTo>
                    <a:lnTo>
                      <a:pt x="332" y="0"/>
                    </a:lnTo>
                    <a:lnTo>
                      <a:pt x="336" y="1"/>
                    </a:lnTo>
                    <a:lnTo>
                      <a:pt x="338" y="1"/>
                    </a:lnTo>
                    <a:lnTo>
                      <a:pt x="342" y="1"/>
                    </a:lnTo>
                    <a:lnTo>
                      <a:pt x="345" y="1"/>
                    </a:lnTo>
                    <a:lnTo>
                      <a:pt x="348" y="1"/>
                    </a:lnTo>
                    <a:lnTo>
                      <a:pt x="349" y="1"/>
                    </a:lnTo>
                    <a:lnTo>
                      <a:pt x="352" y="1"/>
                    </a:lnTo>
                    <a:lnTo>
                      <a:pt x="353" y="1"/>
                    </a:lnTo>
                    <a:lnTo>
                      <a:pt x="356" y="1"/>
                    </a:lnTo>
                    <a:lnTo>
                      <a:pt x="358" y="1"/>
                    </a:lnTo>
                    <a:lnTo>
                      <a:pt x="360" y="1"/>
                    </a:lnTo>
                    <a:lnTo>
                      <a:pt x="362" y="3"/>
                    </a:lnTo>
                    <a:lnTo>
                      <a:pt x="364" y="3"/>
                    </a:lnTo>
                    <a:lnTo>
                      <a:pt x="366" y="3"/>
                    </a:lnTo>
                    <a:lnTo>
                      <a:pt x="368" y="3"/>
                    </a:lnTo>
                    <a:lnTo>
                      <a:pt x="369" y="3"/>
                    </a:lnTo>
                    <a:lnTo>
                      <a:pt x="370" y="3"/>
                    </a:lnTo>
                    <a:lnTo>
                      <a:pt x="372" y="3"/>
                    </a:lnTo>
                    <a:lnTo>
                      <a:pt x="374" y="3"/>
                    </a:lnTo>
                    <a:lnTo>
                      <a:pt x="376" y="3"/>
                    </a:lnTo>
                    <a:lnTo>
                      <a:pt x="377" y="3"/>
                    </a:lnTo>
                    <a:lnTo>
                      <a:pt x="378" y="3"/>
                    </a:lnTo>
                    <a:lnTo>
                      <a:pt x="380" y="4"/>
                    </a:lnTo>
                    <a:lnTo>
                      <a:pt x="381" y="4"/>
                    </a:lnTo>
                    <a:lnTo>
                      <a:pt x="382" y="4"/>
                    </a:lnTo>
                    <a:lnTo>
                      <a:pt x="384" y="4"/>
                    </a:lnTo>
                    <a:lnTo>
                      <a:pt x="385" y="4"/>
                    </a:lnTo>
                    <a:lnTo>
                      <a:pt x="386" y="4"/>
                    </a:lnTo>
                    <a:lnTo>
                      <a:pt x="388" y="4"/>
                    </a:lnTo>
                    <a:lnTo>
                      <a:pt x="389" y="4"/>
                    </a:lnTo>
                    <a:lnTo>
                      <a:pt x="390" y="4"/>
                    </a:lnTo>
                    <a:lnTo>
                      <a:pt x="392" y="5"/>
                    </a:lnTo>
                    <a:lnTo>
                      <a:pt x="393" y="5"/>
                    </a:lnTo>
                    <a:lnTo>
                      <a:pt x="394" y="5"/>
                    </a:lnTo>
                    <a:lnTo>
                      <a:pt x="396" y="5"/>
                    </a:lnTo>
                    <a:lnTo>
                      <a:pt x="398" y="5"/>
                    </a:lnTo>
                    <a:lnTo>
                      <a:pt x="400" y="5"/>
                    </a:lnTo>
                    <a:lnTo>
                      <a:pt x="401" y="7"/>
                    </a:lnTo>
                    <a:lnTo>
                      <a:pt x="403" y="7"/>
                    </a:lnTo>
                    <a:lnTo>
                      <a:pt x="405" y="7"/>
                    </a:lnTo>
                    <a:lnTo>
                      <a:pt x="407" y="7"/>
                    </a:lnTo>
                    <a:lnTo>
                      <a:pt x="409" y="8"/>
                    </a:lnTo>
                    <a:lnTo>
                      <a:pt x="411" y="8"/>
                    </a:lnTo>
                    <a:lnTo>
                      <a:pt x="413" y="8"/>
                    </a:lnTo>
                    <a:lnTo>
                      <a:pt x="414" y="8"/>
                    </a:lnTo>
                    <a:lnTo>
                      <a:pt x="417" y="8"/>
                    </a:lnTo>
                    <a:lnTo>
                      <a:pt x="418" y="8"/>
                    </a:lnTo>
                    <a:lnTo>
                      <a:pt x="419" y="9"/>
                    </a:lnTo>
                    <a:lnTo>
                      <a:pt x="421" y="9"/>
                    </a:lnTo>
                    <a:lnTo>
                      <a:pt x="422" y="9"/>
                    </a:lnTo>
                    <a:lnTo>
                      <a:pt x="423" y="9"/>
                    </a:lnTo>
                    <a:lnTo>
                      <a:pt x="425" y="9"/>
                    </a:lnTo>
                    <a:lnTo>
                      <a:pt x="426" y="9"/>
                    </a:lnTo>
                    <a:lnTo>
                      <a:pt x="426" y="11"/>
                    </a:lnTo>
                    <a:lnTo>
                      <a:pt x="427" y="11"/>
                    </a:lnTo>
                    <a:lnTo>
                      <a:pt x="429" y="11"/>
                    </a:lnTo>
                    <a:lnTo>
                      <a:pt x="430" y="11"/>
                    </a:lnTo>
                    <a:lnTo>
                      <a:pt x="431" y="11"/>
                    </a:lnTo>
                    <a:lnTo>
                      <a:pt x="433" y="12"/>
                    </a:lnTo>
                    <a:lnTo>
                      <a:pt x="434" y="12"/>
                    </a:lnTo>
                    <a:lnTo>
                      <a:pt x="435" y="12"/>
                    </a:lnTo>
                    <a:lnTo>
                      <a:pt x="437" y="13"/>
                    </a:lnTo>
                    <a:lnTo>
                      <a:pt x="438" y="13"/>
                    </a:lnTo>
                    <a:lnTo>
                      <a:pt x="439" y="13"/>
                    </a:lnTo>
                    <a:lnTo>
                      <a:pt x="441" y="15"/>
                    </a:lnTo>
                    <a:lnTo>
                      <a:pt x="443" y="15"/>
                    </a:lnTo>
                    <a:lnTo>
                      <a:pt x="445" y="15"/>
                    </a:lnTo>
                    <a:lnTo>
                      <a:pt x="446" y="16"/>
                    </a:lnTo>
                    <a:lnTo>
                      <a:pt x="449" y="16"/>
                    </a:lnTo>
                    <a:lnTo>
                      <a:pt x="450" y="17"/>
                    </a:lnTo>
                    <a:lnTo>
                      <a:pt x="453" y="17"/>
                    </a:lnTo>
                    <a:lnTo>
                      <a:pt x="455" y="19"/>
                    </a:lnTo>
                    <a:lnTo>
                      <a:pt x="458" y="19"/>
                    </a:lnTo>
                    <a:lnTo>
                      <a:pt x="459" y="20"/>
                    </a:lnTo>
                    <a:lnTo>
                      <a:pt x="462" y="20"/>
                    </a:lnTo>
                    <a:lnTo>
                      <a:pt x="465" y="21"/>
                    </a:lnTo>
                    <a:lnTo>
                      <a:pt x="466" y="21"/>
                    </a:lnTo>
                    <a:lnTo>
                      <a:pt x="467" y="23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4"/>
                    </a:lnTo>
                    <a:lnTo>
                      <a:pt x="474" y="24"/>
                    </a:lnTo>
                    <a:lnTo>
                      <a:pt x="475" y="25"/>
                    </a:lnTo>
                    <a:lnTo>
                      <a:pt x="476" y="25"/>
                    </a:lnTo>
                    <a:lnTo>
                      <a:pt x="478" y="25"/>
                    </a:lnTo>
                    <a:lnTo>
                      <a:pt x="479" y="27"/>
                    </a:lnTo>
                    <a:lnTo>
                      <a:pt x="480" y="27"/>
                    </a:lnTo>
                    <a:lnTo>
                      <a:pt x="482" y="27"/>
                    </a:lnTo>
                    <a:lnTo>
                      <a:pt x="482" y="28"/>
                    </a:lnTo>
                    <a:lnTo>
                      <a:pt x="483" y="28"/>
                    </a:lnTo>
                    <a:lnTo>
                      <a:pt x="484" y="29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31"/>
                    </a:lnTo>
                    <a:lnTo>
                      <a:pt x="490" y="31"/>
                    </a:lnTo>
                    <a:lnTo>
                      <a:pt x="491" y="32"/>
                    </a:lnTo>
                    <a:lnTo>
                      <a:pt x="492" y="32"/>
                    </a:lnTo>
                    <a:lnTo>
                      <a:pt x="494" y="33"/>
                    </a:lnTo>
                    <a:lnTo>
                      <a:pt x="495" y="33"/>
                    </a:lnTo>
                    <a:lnTo>
                      <a:pt x="498" y="35"/>
                    </a:lnTo>
                    <a:lnTo>
                      <a:pt x="499" y="36"/>
                    </a:lnTo>
                    <a:lnTo>
                      <a:pt x="500" y="36"/>
                    </a:lnTo>
                    <a:lnTo>
                      <a:pt x="503" y="37"/>
                    </a:lnTo>
                    <a:lnTo>
                      <a:pt x="504" y="39"/>
                    </a:lnTo>
                    <a:lnTo>
                      <a:pt x="507" y="40"/>
                    </a:lnTo>
                    <a:lnTo>
                      <a:pt x="508" y="40"/>
                    </a:lnTo>
                    <a:lnTo>
                      <a:pt x="511" y="41"/>
                    </a:lnTo>
                    <a:lnTo>
                      <a:pt x="512" y="43"/>
                    </a:lnTo>
                    <a:lnTo>
                      <a:pt x="514" y="43"/>
                    </a:lnTo>
                    <a:lnTo>
                      <a:pt x="516" y="44"/>
                    </a:lnTo>
                    <a:lnTo>
                      <a:pt x="518" y="44"/>
                    </a:lnTo>
                    <a:lnTo>
                      <a:pt x="519" y="45"/>
                    </a:lnTo>
                    <a:lnTo>
                      <a:pt x="520" y="45"/>
                    </a:lnTo>
                    <a:lnTo>
                      <a:pt x="522" y="47"/>
                    </a:lnTo>
                    <a:lnTo>
                      <a:pt x="523" y="47"/>
                    </a:lnTo>
                    <a:lnTo>
                      <a:pt x="523" y="48"/>
                    </a:lnTo>
                    <a:lnTo>
                      <a:pt x="524" y="48"/>
                    </a:lnTo>
                    <a:lnTo>
                      <a:pt x="526" y="49"/>
                    </a:lnTo>
                    <a:lnTo>
                      <a:pt x="527" y="49"/>
                    </a:lnTo>
                    <a:lnTo>
                      <a:pt x="528" y="51"/>
                    </a:lnTo>
                    <a:lnTo>
                      <a:pt x="530" y="51"/>
                    </a:lnTo>
                    <a:lnTo>
                      <a:pt x="531" y="52"/>
                    </a:lnTo>
                    <a:lnTo>
                      <a:pt x="532" y="52"/>
                    </a:lnTo>
                    <a:lnTo>
                      <a:pt x="534" y="53"/>
                    </a:lnTo>
                    <a:lnTo>
                      <a:pt x="535" y="55"/>
                    </a:lnTo>
                    <a:lnTo>
                      <a:pt x="536" y="55"/>
                    </a:lnTo>
                    <a:lnTo>
                      <a:pt x="538" y="56"/>
                    </a:lnTo>
                    <a:lnTo>
                      <a:pt x="539" y="56"/>
                    </a:lnTo>
                    <a:lnTo>
                      <a:pt x="540" y="57"/>
                    </a:lnTo>
                    <a:lnTo>
                      <a:pt x="542" y="57"/>
                    </a:lnTo>
                    <a:lnTo>
                      <a:pt x="543" y="58"/>
                    </a:lnTo>
                    <a:lnTo>
                      <a:pt x="546" y="60"/>
                    </a:lnTo>
                    <a:lnTo>
                      <a:pt x="547" y="60"/>
                    </a:lnTo>
                    <a:lnTo>
                      <a:pt x="548" y="61"/>
                    </a:lnTo>
                    <a:lnTo>
                      <a:pt x="551" y="62"/>
                    </a:lnTo>
                    <a:lnTo>
                      <a:pt x="552" y="64"/>
                    </a:lnTo>
                    <a:lnTo>
                      <a:pt x="553" y="65"/>
                    </a:lnTo>
                    <a:lnTo>
                      <a:pt x="556" y="65"/>
                    </a:lnTo>
                    <a:lnTo>
                      <a:pt x="557" y="66"/>
                    </a:lnTo>
                    <a:lnTo>
                      <a:pt x="559" y="66"/>
                    </a:lnTo>
                    <a:lnTo>
                      <a:pt x="560" y="68"/>
                    </a:lnTo>
                    <a:lnTo>
                      <a:pt x="561" y="69"/>
                    </a:lnTo>
                    <a:lnTo>
                      <a:pt x="563" y="69"/>
                    </a:lnTo>
                    <a:lnTo>
                      <a:pt x="564" y="70"/>
                    </a:lnTo>
                    <a:lnTo>
                      <a:pt x="565" y="70"/>
                    </a:lnTo>
                    <a:lnTo>
                      <a:pt x="567" y="72"/>
                    </a:lnTo>
                    <a:lnTo>
                      <a:pt x="568" y="73"/>
                    </a:lnTo>
                    <a:lnTo>
                      <a:pt x="569" y="73"/>
                    </a:lnTo>
                    <a:lnTo>
                      <a:pt x="571" y="74"/>
                    </a:lnTo>
                    <a:lnTo>
                      <a:pt x="572" y="74"/>
                    </a:lnTo>
                    <a:lnTo>
                      <a:pt x="572" y="76"/>
                    </a:lnTo>
                    <a:lnTo>
                      <a:pt x="573" y="76"/>
                    </a:lnTo>
                    <a:lnTo>
                      <a:pt x="575" y="76"/>
                    </a:lnTo>
                    <a:lnTo>
                      <a:pt x="575" y="77"/>
                    </a:lnTo>
                    <a:lnTo>
                      <a:pt x="576" y="77"/>
                    </a:lnTo>
                    <a:lnTo>
                      <a:pt x="577" y="78"/>
                    </a:lnTo>
                    <a:lnTo>
                      <a:pt x="579" y="78"/>
                    </a:lnTo>
                    <a:lnTo>
                      <a:pt x="580" y="80"/>
                    </a:lnTo>
                    <a:lnTo>
                      <a:pt x="581" y="80"/>
                    </a:lnTo>
                    <a:lnTo>
                      <a:pt x="581" y="81"/>
                    </a:lnTo>
                    <a:lnTo>
                      <a:pt x="583" y="82"/>
                    </a:lnTo>
                    <a:lnTo>
                      <a:pt x="585" y="82"/>
                    </a:lnTo>
                    <a:lnTo>
                      <a:pt x="587" y="84"/>
                    </a:lnTo>
                    <a:lnTo>
                      <a:pt x="588" y="85"/>
                    </a:lnTo>
                    <a:lnTo>
                      <a:pt x="589" y="86"/>
                    </a:lnTo>
                    <a:lnTo>
                      <a:pt x="591" y="86"/>
                    </a:lnTo>
                    <a:lnTo>
                      <a:pt x="592" y="88"/>
                    </a:lnTo>
                    <a:lnTo>
                      <a:pt x="593" y="88"/>
                    </a:lnTo>
                    <a:lnTo>
                      <a:pt x="593" y="89"/>
                    </a:lnTo>
                    <a:lnTo>
                      <a:pt x="595" y="89"/>
                    </a:lnTo>
                    <a:lnTo>
                      <a:pt x="596" y="90"/>
                    </a:lnTo>
                    <a:lnTo>
                      <a:pt x="597" y="90"/>
                    </a:lnTo>
                    <a:lnTo>
                      <a:pt x="597" y="92"/>
                    </a:lnTo>
                    <a:lnTo>
                      <a:pt x="599" y="92"/>
                    </a:lnTo>
                    <a:lnTo>
                      <a:pt x="600" y="93"/>
                    </a:lnTo>
                    <a:lnTo>
                      <a:pt x="601" y="93"/>
                    </a:lnTo>
                    <a:lnTo>
                      <a:pt x="601" y="94"/>
                    </a:lnTo>
                    <a:lnTo>
                      <a:pt x="603" y="94"/>
                    </a:lnTo>
                    <a:lnTo>
                      <a:pt x="604" y="96"/>
                    </a:lnTo>
                    <a:lnTo>
                      <a:pt x="605" y="97"/>
                    </a:lnTo>
                    <a:lnTo>
                      <a:pt x="607" y="97"/>
                    </a:lnTo>
                    <a:lnTo>
                      <a:pt x="607" y="98"/>
                    </a:lnTo>
                    <a:lnTo>
                      <a:pt x="608" y="98"/>
                    </a:lnTo>
                    <a:lnTo>
                      <a:pt x="609" y="100"/>
                    </a:lnTo>
                    <a:lnTo>
                      <a:pt x="611" y="101"/>
                    </a:lnTo>
                    <a:lnTo>
                      <a:pt x="612" y="101"/>
                    </a:lnTo>
                    <a:lnTo>
                      <a:pt x="612" y="102"/>
                    </a:lnTo>
                    <a:lnTo>
                      <a:pt x="613" y="102"/>
                    </a:lnTo>
                    <a:lnTo>
                      <a:pt x="615" y="104"/>
                    </a:lnTo>
                    <a:lnTo>
                      <a:pt x="616" y="105"/>
                    </a:lnTo>
                    <a:lnTo>
                      <a:pt x="617" y="106"/>
                    </a:lnTo>
                    <a:lnTo>
                      <a:pt x="619" y="106"/>
                    </a:lnTo>
                    <a:lnTo>
                      <a:pt x="619" y="108"/>
                    </a:lnTo>
                    <a:lnTo>
                      <a:pt x="620" y="108"/>
                    </a:lnTo>
                    <a:lnTo>
                      <a:pt x="621" y="109"/>
                    </a:lnTo>
                    <a:lnTo>
                      <a:pt x="622" y="110"/>
                    </a:lnTo>
                    <a:lnTo>
                      <a:pt x="624" y="110"/>
                    </a:lnTo>
                    <a:lnTo>
                      <a:pt x="624" y="112"/>
                    </a:lnTo>
                    <a:lnTo>
                      <a:pt x="625" y="112"/>
                    </a:lnTo>
                    <a:lnTo>
                      <a:pt x="625" y="113"/>
                    </a:lnTo>
                    <a:lnTo>
                      <a:pt x="626" y="113"/>
                    </a:lnTo>
                    <a:lnTo>
                      <a:pt x="628" y="114"/>
                    </a:lnTo>
                    <a:lnTo>
                      <a:pt x="629" y="114"/>
                    </a:lnTo>
                    <a:lnTo>
                      <a:pt x="629" y="116"/>
                    </a:lnTo>
                    <a:lnTo>
                      <a:pt x="630" y="116"/>
                    </a:lnTo>
                    <a:lnTo>
                      <a:pt x="632" y="117"/>
                    </a:lnTo>
                    <a:lnTo>
                      <a:pt x="633" y="118"/>
                    </a:lnTo>
                    <a:lnTo>
                      <a:pt x="634" y="118"/>
                    </a:lnTo>
                    <a:lnTo>
                      <a:pt x="634" y="120"/>
                    </a:lnTo>
                    <a:lnTo>
                      <a:pt x="636" y="120"/>
                    </a:lnTo>
                    <a:lnTo>
                      <a:pt x="637" y="121"/>
                    </a:lnTo>
                    <a:lnTo>
                      <a:pt x="638" y="121"/>
                    </a:lnTo>
                    <a:lnTo>
                      <a:pt x="640" y="122"/>
                    </a:lnTo>
                    <a:lnTo>
                      <a:pt x="641" y="124"/>
                    </a:lnTo>
                    <a:lnTo>
                      <a:pt x="642" y="125"/>
                    </a:lnTo>
                    <a:lnTo>
                      <a:pt x="644" y="125"/>
                    </a:lnTo>
                    <a:lnTo>
                      <a:pt x="645" y="126"/>
                    </a:lnTo>
                    <a:lnTo>
                      <a:pt x="646" y="128"/>
                    </a:lnTo>
                    <a:lnTo>
                      <a:pt x="648" y="128"/>
                    </a:lnTo>
                    <a:lnTo>
                      <a:pt x="648" y="129"/>
                    </a:lnTo>
                    <a:lnTo>
                      <a:pt x="649" y="129"/>
                    </a:lnTo>
                    <a:lnTo>
                      <a:pt x="650" y="130"/>
                    </a:lnTo>
                    <a:lnTo>
                      <a:pt x="652" y="131"/>
                    </a:lnTo>
                    <a:lnTo>
                      <a:pt x="653" y="131"/>
                    </a:lnTo>
                    <a:lnTo>
                      <a:pt x="653" y="133"/>
                    </a:lnTo>
                    <a:lnTo>
                      <a:pt x="654" y="133"/>
                    </a:lnTo>
                    <a:lnTo>
                      <a:pt x="654" y="134"/>
                    </a:lnTo>
                    <a:lnTo>
                      <a:pt x="656" y="134"/>
                    </a:lnTo>
                    <a:lnTo>
                      <a:pt x="656" y="135"/>
                    </a:lnTo>
                    <a:lnTo>
                      <a:pt x="657" y="135"/>
                    </a:lnTo>
                    <a:lnTo>
                      <a:pt x="657" y="137"/>
                    </a:lnTo>
                    <a:lnTo>
                      <a:pt x="658" y="138"/>
                    </a:lnTo>
                    <a:lnTo>
                      <a:pt x="660" y="138"/>
                    </a:lnTo>
                    <a:lnTo>
                      <a:pt x="660" y="139"/>
                    </a:lnTo>
                    <a:lnTo>
                      <a:pt x="661" y="141"/>
                    </a:lnTo>
                    <a:lnTo>
                      <a:pt x="662" y="141"/>
                    </a:lnTo>
                    <a:lnTo>
                      <a:pt x="664" y="142"/>
                    </a:lnTo>
                    <a:lnTo>
                      <a:pt x="664" y="143"/>
                    </a:lnTo>
                    <a:lnTo>
                      <a:pt x="665" y="145"/>
                    </a:lnTo>
                    <a:lnTo>
                      <a:pt x="666" y="146"/>
                    </a:lnTo>
                    <a:lnTo>
                      <a:pt x="668" y="147"/>
                    </a:lnTo>
                    <a:lnTo>
                      <a:pt x="669" y="149"/>
                    </a:lnTo>
                    <a:lnTo>
                      <a:pt x="670" y="150"/>
                    </a:lnTo>
                    <a:lnTo>
                      <a:pt x="672" y="151"/>
                    </a:lnTo>
                    <a:lnTo>
                      <a:pt x="673" y="153"/>
                    </a:lnTo>
                    <a:lnTo>
                      <a:pt x="674" y="154"/>
                    </a:lnTo>
                    <a:lnTo>
                      <a:pt x="676" y="155"/>
                    </a:lnTo>
                    <a:lnTo>
                      <a:pt x="677" y="157"/>
                    </a:lnTo>
                    <a:lnTo>
                      <a:pt x="677" y="158"/>
                    </a:lnTo>
                    <a:lnTo>
                      <a:pt x="678" y="158"/>
                    </a:lnTo>
                    <a:lnTo>
                      <a:pt x="680" y="159"/>
                    </a:lnTo>
                    <a:lnTo>
                      <a:pt x="680" y="161"/>
                    </a:lnTo>
                    <a:lnTo>
                      <a:pt x="681" y="161"/>
                    </a:lnTo>
                    <a:lnTo>
                      <a:pt x="681" y="162"/>
                    </a:lnTo>
                    <a:lnTo>
                      <a:pt x="682" y="162"/>
                    </a:lnTo>
                    <a:lnTo>
                      <a:pt x="682" y="163"/>
                    </a:lnTo>
                    <a:lnTo>
                      <a:pt x="684" y="165"/>
                    </a:lnTo>
                    <a:lnTo>
                      <a:pt x="685" y="166"/>
                    </a:lnTo>
                    <a:lnTo>
                      <a:pt x="686" y="167"/>
                    </a:lnTo>
                    <a:lnTo>
                      <a:pt x="686" y="169"/>
                    </a:lnTo>
                    <a:lnTo>
                      <a:pt x="688" y="169"/>
                    </a:lnTo>
                    <a:lnTo>
                      <a:pt x="689" y="170"/>
                    </a:lnTo>
                    <a:lnTo>
                      <a:pt x="689" y="171"/>
                    </a:lnTo>
                    <a:lnTo>
                      <a:pt x="690" y="173"/>
                    </a:lnTo>
                    <a:lnTo>
                      <a:pt x="692" y="174"/>
                    </a:lnTo>
                    <a:lnTo>
                      <a:pt x="693" y="175"/>
                    </a:lnTo>
                    <a:lnTo>
                      <a:pt x="694" y="178"/>
                    </a:lnTo>
                    <a:lnTo>
                      <a:pt x="695" y="179"/>
                    </a:lnTo>
                    <a:lnTo>
                      <a:pt x="697" y="181"/>
                    </a:lnTo>
                    <a:lnTo>
                      <a:pt x="698" y="183"/>
                    </a:lnTo>
                    <a:lnTo>
                      <a:pt x="701" y="185"/>
                    </a:lnTo>
                    <a:lnTo>
                      <a:pt x="702" y="186"/>
                    </a:lnTo>
                    <a:lnTo>
                      <a:pt x="702" y="187"/>
                    </a:lnTo>
                    <a:lnTo>
                      <a:pt x="703" y="189"/>
                    </a:lnTo>
                    <a:lnTo>
                      <a:pt x="705" y="190"/>
                    </a:lnTo>
                    <a:lnTo>
                      <a:pt x="706" y="191"/>
                    </a:lnTo>
                    <a:lnTo>
                      <a:pt x="707" y="193"/>
                    </a:lnTo>
                    <a:lnTo>
                      <a:pt x="707" y="194"/>
                    </a:lnTo>
                    <a:lnTo>
                      <a:pt x="709" y="195"/>
                    </a:lnTo>
                    <a:lnTo>
                      <a:pt x="710" y="197"/>
                    </a:lnTo>
                    <a:lnTo>
                      <a:pt x="710" y="198"/>
                    </a:lnTo>
                    <a:lnTo>
                      <a:pt x="711" y="198"/>
                    </a:lnTo>
                    <a:lnTo>
                      <a:pt x="713" y="199"/>
                    </a:lnTo>
                    <a:lnTo>
                      <a:pt x="713" y="201"/>
                    </a:lnTo>
                    <a:lnTo>
                      <a:pt x="714" y="202"/>
                    </a:lnTo>
                    <a:lnTo>
                      <a:pt x="715" y="203"/>
                    </a:lnTo>
                    <a:lnTo>
                      <a:pt x="717" y="205"/>
                    </a:lnTo>
                    <a:lnTo>
                      <a:pt x="717" y="206"/>
                    </a:lnTo>
                    <a:lnTo>
                      <a:pt x="718" y="207"/>
                    </a:lnTo>
                    <a:lnTo>
                      <a:pt x="719" y="208"/>
                    </a:lnTo>
                    <a:lnTo>
                      <a:pt x="721" y="210"/>
                    </a:lnTo>
                    <a:lnTo>
                      <a:pt x="722" y="212"/>
                    </a:lnTo>
                    <a:lnTo>
                      <a:pt x="722" y="214"/>
                    </a:lnTo>
                    <a:lnTo>
                      <a:pt x="723" y="215"/>
                    </a:lnTo>
                    <a:lnTo>
                      <a:pt x="725" y="216"/>
                    </a:lnTo>
                    <a:lnTo>
                      <a:pt x="726" y="218"/>
                    </a:lnTo>
                    <a:lnTo>
                      <a:pt x="727" y="220"/>
                    </a:lnTo>
                    <a:lnTo>
                      <a:pt x="729" y="222"/>
                    </a:lnTo>
                    <a:lnTo>
                      <a:pt x="730" y="224"/>
                    </a:lnTo>
                    <a:lnTo>
                      <a:pt x="731" y="226"/>
                    </a:lnTo>
                    <a:lnTo>
                      <a:pt x="734" y="228"/>
                    </a:lnTo>
                    <a:lnTo>
                      <a:pt x="735" y="230"/>
                    </a:lnTo>
                    <a:lnTo>
                      <a:pt x="735" y="232"/>
                    </a:lnTo>
                    <a:lnTo>
                      <a:pt x="737" y="234"/>
                    </a:lnTo>
                    <a:lnTo>
                      <a:pt x="738" y="235"/>
                    </a:lnTo>
                    <a:lnTo>
                      <a:pt x="739" y="236"/>
                    </a:lnTo>
                    <a:lnTo>
                      <a:pt x="741" y="238"/>
                    </a:lnTo>
                    <a:lnTo>
                      <a:pt x="742" y="239"/>
                    </a:lnTo>
                    <a:lnTo>
                      <a:pt x="742" y="240"/>
                    </a:lnTo>
                    <a:lnTo>
                      <a:pt x="743" y="242"/>
                    </a:lnTo>
                    <a:lnTo>
                      <a:pt x="745" y="243"/>
                    </a:lnTo>
                    <a:lnTo>
                      <a:pt x="745" y="244"/>
                    </a:lnTo>
                    <a:lnTo>
                      <a:pt x="746" y="246"/>
                    </a:lnTo>
                    <a:lnTo>
                      <a:pt x="746" y="247"/>
                    </a:lnTo>
                    <a:lnTo>
                      <a:pt x="747" y="247"/>
                    </a:lnTo>
                    <a:lnTo>
                      <a:pt x="749" y="248"/>
                    </a:lnTo>
                    <a:lnTo>
                      <a:pt x="749" y="250"/>
                    </a:lnTo>
                    <a:lnTo>
                      <a:pt x="750" y="251"/>
                    </a:lnTo>
                    <a:lnTo>
                      <a:pt x="750" y="252"/>
                    </a:lnTo>
                    <a:lnTo>
                      <a:pt x="751" y="254"/>
                    </a:lnTo>
                    <a:lnTo>
                      <a:pt x="753" y="255"/>
                    </a:lnTo>
                    <a:lnTo>
                      <a:pt x="754" y="256"/>
                    </a:lnTo>
                    <a:lnTo>
                      <a:pt x="754" y="258"/>
                    </a:lnTo>
                    <a:lnTo>
                      <a:pt x="755" y="259"/>
                    </a:lnTo>
                    <a:lnTo>
                      <a:pt x="757" y="260"/>
                    </a:lnTo>
                    <a:lnTo>
                      <a:pt x="758" y="262"/>
                    </a:lnTo>
                    <a:lnTo>
                      <a:pt x="759" y="263"/>
                    </a:lnTo>
                    <a:lnTo>
                      <a:pt x="761" y="266"/>
                    </a:lnTo>
                    <a:lnTo>
                      <a:pt x="762" y="267"/>
                    </a:lnTo>
                    <a:lnTo>
                      <a:pt x="763" y="270"/>
                    </a:lnTo>
                    <a:lnTo>
                      <a:pt x="765" y="271"/>
                    </a:lnTo>
                    <a:lnTo>
                      <a:pt x="766" y="274"/>
                    </a:lnTo>
                    <a:lnTo>
                      <a:pt x="767" y="276"/>
                    </a:lnTo>
                    <a:lnTo>
                      <a:pt x="769" y="278"/>
                    </a:lnTo>
                    <a:lnTo>
                      <a:pt x="770" y="279"/>
                    </a:lnTo>
                    <a:lnTo>
                      <a:pt x="771" y="281"/>
                    </a:lnTo>
                    <a:lnTo>
                      <a:pt x="772" y="283"/>
                    </a:lnTo>
                    <a:lnTo>
                      <a:pt x="774" y="284"/>
                    </a:lnTo>
                    <a:lnTo>
                      <a:pt x="775" y="285"/>
                    </a:lnTo>
                    <a:lnTo>
                      <a:pt x="775" y="287"/>
                    </a:lnTo>
                    <a:lnTo>
                      <a:pt x="776" y="288"/>
                    </a:lnTo>
                    <a:lnTo>
                      <a:pt x="778" y="289"/>
                    </a:lnTo>
                    <a:lnTo>
                      <a:pt x="778" y="291"/>
                    </a:lnTo>
                    <a:lnTo>
                      <a:pt x="779" y="292"/>
                    </a:lnTo>
                    <a:lnTo>
                      <a:pt x="780" y="293"/>
                    </a:lnTo>
                    <a:lnTo>
                      <a:pt x="782" y="295"/>
                    </a:lnTo>
                    <a:lnTo>
                      <a:pt x="782" y="296"/>
                    </a:lnTo>
                    <a:lnTo>
                      <a:pt x="783" y="297"/>
                    </a:lnTo>
                    <a:lnTo>
                      <a:pt x="784" y="299"/>
                    </a:lnTo>
                    <a:lnTo>
                      <a:pt x="784" y="300"/>
                    </a:lnTo>
                    <a:lnTo>
                      <a:pt x="786" y="301"/>
                    </a:lnTo>
                    <a:lnTo>
                      <a:pt x="786" y="303"/>
                    </a:lnTo>
                    <a:lnTo>
                      <a:pt x="787" y="304"/>
                    </a:lnTo>
                    <a:lnTo>
                      <a:pt x="788" y="305"/>
                    </a:lnTo>
                    <a:lnTo>
                      <a:pt x="788" y="307"/>
                    </a:lnTo>
                    <a:lnTo>
                      <a:pt x="790" y="309"/>
                    </a:lnTo>
                    <a:lnTo>
                      <a:pt x="791" y="311"/>
                    </a:lnTo>
                    <a:lnTo>
                      <a:pt x="791" y="312"/>
                    </a:lnTo>
                    <a:lnTo>
                      <a:pt x="792" y="313"/>
                    </a:lnTo>
                    <a:lnTo>
                      <a:pt x="794" y="315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10708" name="Freeform 87">
                <a:extLst>
                  <a:ext uri="{FF2B5EF4-FFF2-40B4-BE49-F238E27FC236}">
                    <a16:creationId xmlns:a16="http://schemas.microsoft.com/office/drawing/2014/main" id="{07A0B27E-A7C5-4E54-986D-706941C06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758314"/>
                <a:ext cx="630237" cy="249238"/>
              </a:xfrm>
              <a:custGeom>
                <a:avLst/>
                <a:gdLst>
                  <a:gd name="T0" fmla="*/ 2147483646 w 794"/>
                  <a:gd name="T1" fmla="*/ 2147483646 h 315"/>
                  <a:gd name="T2" fmla="*/ 2147483646 w 794"/>
                  <a:gd name="T3" fmla="*/ 2147483646 h 315"/>
                  <a:gd name="T4" fmla="*/ 2147483646 w 794"/>
                  <a:gd name="T5" fmla="*/ 2147483646 h 315"/>
                  <a:gd name="T6" fmla="*/ 2147483646 w 794"/>
                  <a:gd name="T7" fmla="*/ 2147483646 h 315"/>
                  <a:gd name="T8" fmla="*/ 2147483646 w 794"/>
                  <a:gd name="T9" fmla="*/ 2147483646 h 315"/>
                  <a:gd name="T10" fmla="*/ 2147483646 w 794"/>
                  <a:gd name="T11" fmla="*/ 2147483646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315"/>
                    </a:moveTo>
                    <a:lnTo>
                      <a:pt x="31" y="315"/>
                    </a:lnTo>
                    <a:lnTo>
                      <a:pt x="60" y="315"/>
                    </a:lnTo>
                    <a:lnTo>
                      <a:pt x="86" y="315"/>
                    </a:lnTo>
                    <a:lnTo>
                      <a:pt x="110" y="315"/>
                    </a:lnTo>
                    <a:lnTo>
                      <a:pt x="134" y="315"/>
                    </a:lnTo>
                    <a:lnTo>
                      <a:pt x="155" y="315"/>
                    </a:lnTo>
                    <a:lnTo>
                      <a:pt x="175" y="315"/>
                    </a:lnTo>
                    <a:lnTo>
                      <a:pt x="194" y="315"/>
                    </a:lnTo>
                    <a:lnTo>
                      <a:pt x="211" y="315"/>
                    </a:lnTo>
                    <a:lnTo>
                      <a:pt x="227" y="315"/>
                    </a:lnTo>
                    <a:lnTo>
                      <a:pt x="240" y="315"/>
                    </a:lnTo>
                    <a:lnTo>
                      <a:pt x="254" y="315"/>
                    </a:lnTo>
                    <a:lnTo>
                      <a:pt x="265" y="315"/>
                    </a:lnTo>
                    <a:lnTo>
                      <a:pt x="276" y="315"/>
                    </a:lnTo>
                    <a:lnTo>
                      <a:pt x="287" y="315"/>
                    </a:lnTo>
                    <a:lnTo>
                      <a:pt x="296" y="315"/>
                    </a:lnTo>
                    <a:lnTo>
                      <a:pt x="303" y="315"/>
                    </a:lnTo>
                    <a:lnTo>
                      <a:pt x="311" y="315"/>
                    </a:lnTo>
                    <a:lnTo>
                      <a:pt x="317" y="315"/>
                    </a:lnTo>
                    <a:lnTo>
                      <a:pt x="323" y="315"/>
                    </a:lnTo>
                    <a:lnTo>
                      <a:pt x="328" y="315"/>
                    </a:lnTo>
                    <a:lnTo>
                      <a:pt x="332" y="315"/>
                    </a:lnTo>
                    <a:lnTo>
                      <a:pt x="336" y="315"/>
                    </a:lnTo>
                    <a:lnTo>
                      <a:pt x="338" y="315"/>
                    </a:lnTo>
                    <a:lnTo>
                      <a:pt x="342" y="315"/>
                    </a:lnTo>
                    <a:lnTo>
                      <a:pt x="345" y="315"/>
                    </a:lnTo>
                    <a:lnTo>
                      <a:pt x="348" y="315"/>
                    </a:lnTo>
                    <a:lnTo>
                      <a:pt x="349" y="314"/>
                    </a:lnTo>
                    <a:lnTo>
                      <a:pt x="352" y="314"/>
                    </a:lnTo>
                    <a:lnTo>
                      <a:pt x="353" y="314"/>
                    </a:lnTo>
                    <a:lnTo>
                      <a:pt x="356" y="314"/>
                    </a:lnTo>
                    <a:lnTo>
                      <a:pt x="358" y="314"/>
                    </a:lnTo>
                    <a:lnTo>
                      <a:pt x="360" y="314"/>
                    </a:lnTo>
                    <a:lnTo>
                      <a:pt x="362" y="314"/>
                    </a:lnTo>
                    <a:lnTo>
                      <a:pt x="364" y="314"/>
                    </a:lnTo>
                    <a:lnTo>
                      <a:pt x="366" y="314"/>
                    </a:lnTo>
                    <a:lnTo>
                      <a:pt x="368" y="314"/>
                    </a:lnTo>
                    <a:lnTo>
                      <a:pt x="369" y="314"/>
                    </a:lnTo>
                    <a:lnTo>
                      <a:pt x="370" y="312"/>
                    </a:lnTo>
                    <a:lnTo>
                      <a:pt x="372" y="312"/>
                    </a:lnTo>
                    <a:lnTo>
                      <a:pt x="374" y="312"/>
                    </a:lnTo>
                    <a:lnTo>
                      <a:pt x="376" y="312"/>
                    </a:lnTo>
                    <a:lnTo>
                      <a:pt x="377" y="312"/>
                    </a:lnTo>
                    <a:lnTo>
                      <a:pt x="378" y="312"/>
                    </a:lnTo>
                    <a:lnTo>
                      <a:pt x="380" y="312"/>
                    </a:lnTo>
                    <a:lnTo>
                      <a:pt x="381" y="312"/>
                    </a:lnTo>
                    <a:lnTo>
                      <a:pt x="382" y="312"/>
                    </a:lnTo>
                    <a:lnTo>
                      <a:pt x="384" y="312"/>
                    </a:lnTo>
                    <a:lnTo>
                      <a:pt x="385" y="311"/>
                    </a:lnTo>
                    <a:lnTo>
                      <a:pt x="386" y="311"/>
                    </a:lnTo>
                    <a:lnTo>
                      <a:pt x="388" y="311"/>
                    </a:lnTo>
                    <a:lnTo>
                      <a:pt x="389" y="311"/>
                    </a:lnTo>
                    <a:lnTo>
                      <a:pt x="390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4" y="311"/>
                    </a:lnTo>
                    <a:lnTo>
                      <a:pt x="396" y="310"/>
                    </a:lnTo>
                    <a:lnTo>
                      <a:pt x="398" y="310"/>
                    </a:lnTo>
                    <a:lnTo>
                      <a:pt x="400" y="310"/>
                    </a:lnTo>
                    <a:lnTo>
                      <a:pt x="401" y="310"/>
                    </a:lnTo>
                    <a:lnTo>
                      <a:pt x="403" y="310"/>
                    </a:lnTo>
                    <a:lnTo>
                      <a:pt x="405" y="308"/>
                    </a:lnTo>
                    <a:lnTo>
                      <a:pt x="407" y="308"/>
                    </a:lnTo>
                    <a:lnTo>
                      <a:pt x="409" y="308"/>
                    </a:lnTo>
                    <a:lnTo>
                      <a:pt x="411" y="308"/>
                    </a:lnTo>
                    <a:lnTo>
                      <a:pt x="413" y="307"/>
                    </a:lnTo>
                    <a:lnTo>
                      <a:pt x="414" y="307"/>
                    </a:lnTo>
                    <a:lnTo>
                      <a:pt x="417" y="307"/>
                    </a:lnTo>
                    <a:lnTo>
                      <a:pt x="418" y="307"/>
                    </a:lnTo>
                    <a:lnTo>
                      <a:pt x="419" y="307"/>
                    </a:lnTo>
                    <a:lnTo>
                      <a:pt x="421" y="307"/>
                    </a:lnTo>
                    <a:lnTo>
                      <a:pt x="422" y="306"/>
                    </a:lnTo>
                    <a:lnTo>
                      <a:pt x="423" y="306"/>
                    </a:lnTo>
                    <a:lnTo>
                      <a:pt x="425" y="306"/>
                    </a:lnTo>
                    <a:lnTo>
                      <a:pt x="426" y="306"/>
                    </a:lnTo>
                    <a:lnTo>
                      <a:pt x="427" y="306"/>
                    </a:lnTo>
                    <a:lnTo>
                      <a:pt x="429" y="304"/>
                    </a:lnTo>
                    <a:lnTo>
                      <a:pt x="430" y="304"/>
                    </a:lnTo>
                    <a:lnTo>
                      <a:pt x="431" y="304"/>
                    </a:lnTo>
                    <a:lnTo>
                      <a:pt x="433" y="304"/>
                    </a:lnTo>
                    <a:lnTo>
                      <a:pt x="434" y="303"/>
                    </a:lnTo>
                    <a:lnTo>
                      <a:pt x="435" y="303"/>
                    </a:lnTo>
                    <a:lnTo>
                      <a:pt x="437" y="303"/>
                    </a:lnTo>
                    <a:lnTo>
                      <a:pt x="438" y="303"/>
                    </a:lnTo>
                    <a:lnTo>
                      <a:pt x="439" y="302"/>
                    </a:lnTo>
                    <a:lnTo>
                      <a:pt x="441" y="302"/>
                    </a:lnTo>
                    <a:lnTo>
                      <a:pt x="443" y="300"/>
                    </a:lnTo>
                    <a:lnTo>
                      <a:pt x="445" y="300"/>
                    </a:lnTo>
                    <a:lnTo>
                      <a:pt x="446" y="300"/>
                    </a:lnTo>
                    <a:lnTo>
                      <a:pt x="449" y="299"/>
                    </a:lnTo>
                    <a:lnTo>
                      <a:pt x="450" y="299"/>
                    </a:lnTo>
                    <a:lnTo>
                      <a:pt x="453" y="298"/>
                    </a:lnTo>
                    <a:lnTo>
                      <a:pt x="455" y="296"/>
                    </a:lnTo>
                    <a:lnTo>
                      <a:pt x="458" y="296"/>
                    </a:lnTo>
                    <a:lnTo>
                      <a:pt x="459" y="295"/>
                    </a:lnTo>
                    <a:lnTo>
                      <a:pt x="462" y="295"/>
                    </a:lnTo>
                    <a:lnTo>
                      <a:pt x="465" y="294"/>
                    </a:lnTo>
                    <a:lnTo>
                      <a:pt x="466" y="294"/>
                    </a:lnTo>
                    <a:lnTo>
                      <a:pt x="467" y="294"/>
                    </a:lnTo>
                    <a:lnTo>
                      <a:pt x="470" y="292"/>
                    </a:lnTo>
                    <a:lnTo>
                      <a:pt x="471" y="292"/>
                    </a:lnTo>
                    <a:lnTo>
                      <a:pt x="473" y="291"/>
                    </a:lnTo>
                    <a:lnTo>
                      <a:pt x="474" y="291"/>
                    </a:lnTo>
                    <a:lnTo>
                      <a:pt x="475" y="291"/>
                    </a:lnTo>
                    <a:lnTo>
                      <a:pt x="476" y="290"/>
                    </a:lnTo>
                    <a:lnTo>
                      <a:pt x="478" y="290"/>
                    </a:lnTo>
                    <a:lnTo>
                      <a:pt x="479" y="290"/>
                    </a:lnTo>
                    <a:lnTo>
                      <a:pt x="480" y="288"/>
                    </a:lnTo>
                    <a:lnTo>
                      <a:pt x="482" y="288"/>
                    </a:lnTo>
                    <a:lnTo>
                      <a:pt x="483" y="287"/>
                    </a:lnTo>
                    <a:lnTo>
                      <a:pt x="484" y="287"/>
                    </a:lnTo>
                    <a:lnTo>
                      <a:pt x="486" y="286"/>
                    </a:lnTo>
                    <a:lnTo>
                      <a:pt x="487" y="286"/>
                    </a:lnTo>
                    <a:lnTo>
                      <a:pt x="488" y="286"/>
                    </a:lnTo>
                    <a:lnTo>
                      <a:pt x="490" y="284"/>
                    </a:lnTo>
                    <a:lnTo>
                      <a:pt x="491" y="284"/>
                    </a:lnTo>
                    <a:lnTo>
                      <a:pt x="492" y="283"/>
                    </a:lnTo>
                    <a:lnTo>
                      <a:pt x="494" y="283"/>
                    </a:lnTo>
                    <a:lnTo>
                      <a:pt x="495" y="282"/>
                    </a:lnTo>
                    <a:lnTo>
                      <a:pt x="498" y="280"/>
                    </a:lnTo>
                    <a:lnTo>
                      <a:pt x="499" y="280"/>
                    </a:lnTo>
                    <a:lnTo>
                      <a:pt x="500" y="279"/>
                    </a:lnTo>
                    <a:lnTo>
                      <a:pt x="503" y="278"/>
                    </a:lnTo>
                    <a:lnTo>
                      <a:pt x="504" y="276"/>
                    </a:lnTo>
                    <a:lnTo>
                      <a:pt x="507" y="276"/>
                    </a:lnTo>
                    <a:lnTo>
                      <a:pt x="508" y="275"/>
                    </a:lnTo>
                    <a:lnTo>
                      <a:pt x="511" y="274"/>
                    </a:lnTo>
                    <a:lnTo>
                      <a:pt x="512" y="274"/>
                    </a:lnTo>
                    <a:lnTo>
                      <a:pt x="514" y="272"/>
                    </a:lnTo>
                    <a:lnTo>
                      <a:pt x="516" y="271"/>
                    </a:lnTo>
                    <a:lnTo>
                      <a:pt x="518" y="271"/>
                    </a:lnTo>
                    <a:lnTo>
                      <a:pt x="519" y="270"/>
                    </a:lnTo>
                    <a:lnTo>
                      <a:pt x="520" y="270"/>
                    </a:lnTo>
                    <a:lnTo>
                      <a:pt x="522" y="268"/>
                    </a:lnTo>
                    <a:lnTo>
                      <a:pt x="523" y="268"/>
                    </a:lnTo>
                    <a:lnTo>
                      <a:pt x="524" y="267"/>
                    </a:lnTo>
                    <a:lnTo>
                      <a:pt x="526" y="267"/>
                    </a:lnTo>
                    <a:lnTo>
                      <a:pt x="527" y="266"/>
                    </a:lnTo>
                    <a:lnTo>
                      <a:pt x="528" y="266"/>
                    </a:lnTo>
                    <a:lnTo>
                      <a:pt x="528" y="264"/>
                    </a:lnTo>
                    <a:lnTo>
                      <a:pt x="530" y="264"/>
                    </a:lnTo>
                    <a:lnTo>
                      <a:pt x="531" y="264"/>
                    </a:lnTo>
                    <a:lnTo>
                      <a:pt x="532" y="263"/>
                    </a:lnTo>
                    <a:lnTo>
                      <a:pt x="534" y="263"/>
                    </a:lnTo>
                    <a:lnTo>
                      <a:pt x="534" y="262"/>
                    </a:lnTo>
                    <a:lnTo>
                      <a:pt x="535" y="262"/>
                    </a:lnTo>
                    <a:lnTo>
                      <a:pt x="536" y="261"/>
                    </a:lnTo>
                    <a:lnTo>
                      <a:pt x="538" y="261"/>
                    </a:lnTo>
                    <a:lnTo>
                      <a:pt x="539" y="259"/>
                    </a:lnTo>
                    <a:lnTo>
                      <a:pt x="540" y="259"/>
                    </a:lnTo>
                    <a:lnTo>
                      <a:pt x="542" y="258"/>
                    </a:lnTo>
                    <a:lnTo>
                      <a:pt x="543" y="257"/>
                    </a:lnTo>
                    <a:lnTo>
                      <a:pt x="546" y="257"/>
                    </a:lnTo>
                    <a:lnTo>
                      <a:pt x="547" y="255"/>
                    </a:lnTo>
                    <a:lnTo>
                      <a:pt x="548" y="254"/>
                    </a:lnTo>
                    <a:lnTo>
                      <a:pt x="551" y="253"/>
                    </a:lnTo>
                    <a:lnTo>
                      <a:pt x="552" y="253"/>
                    </a:lnTo>
                    <a:lnTo>
                      <a:pt x="553" y="251"/>
                    </a:lnTo>
                    <a:lnTo>
                      <a:pt x="556" y="250"/>
                    </a:lnTo>
                    <a:lnTo>
                      <a:pt x="557" y="250"/>
                    </a:lnTo>
                    <a:lnTo>
                      <a:pt x="559" y="249"/>
                    </a:lnTo>
                    <a:lnTo>
                      <a:pt x="560" y="247"/>
                    </a:lnTo>
                    <a:lnTo>
                      <a:pt x="561" y="247"/>
                    </a:lnTo>
                    <a:lnTo>
                      <a:pt x="563" y="246"/>
                    </a:lnTo>
                    <a:lnTo>
                      <a:pt x="564" y="245"/>
                    </a:lnTo>
                    <a:lnTo>
                      <a:pt x="565" y="245"/>
                    </a:lnTo>
                    <a:lnTo>
                      <a:pt x="567" y="245"/>
                    </a:lnTo>
                    <a:lnTo>
                      <a:pt x="567" y="243"/>
                    </a:lnTo>
                    <a:lnTo>
                      <a:pt x="568" y="243"/>
                    </a:lnTo>
                    <a:lnTo>
                      <a:pt x="569" y="242"/>
                    </a:lnTo>
                    <a:lnTo>
                      <a:pt x="571" y="242"/>
                    </a:lnTo>
                    <a:lnTo>
                      <a:pt x="572" y="241"/>
                    </a:lnTo>
                    <a:lnTo>
                      <a:pt x="573" y="239"/>
                    </a:lnTo>
                    <a:lnTo>
                      <a:pt x="575" y="239"/>
                    </a:lnTo>
                    <a:lnTo>
                      <a:pt x="575" y="238"/>
                    </a:lnTo>
                    <a:lnTo>
                      <a:pt x="576" y="238"/>
                    </a:lnTo>
                    <a:lnTo>
                      <a:pt x="577" y="237"/>
                    </a:lnTo>
                    <a:lnTo>
                      <a:pt x="579" y="237"/>
                    </a:lnTo>
                    <a:lnTo>
                      <a:pt x="580" y="235"/>
                    </a:lnTo>
                    <a:lnTo>
                      <a:pt x="581" y="235"/>
                    </a:lnTo>
                    <a:lnTo>
                      <a:pt x="581" y="234"/>
                    </a:lnTo>
                    <a:lnTo>
                      <a:pt x="583" y="234"/>
                    </a:lnTo>
                    <a:lnTo>
                      <a:pt x="585" y="233"/>
                    </a:lnTo>
                    <a:lnTo>
                      <a:pt x="587" y="231"/>
                    </a:lnTo>
                    <a:lnTo>
                      <a:pt x="588" y="230"/>
                    </a:lnTo>
                    <a:lnTo>
                      <a:pt x="589" y="230"/>
                    </a:lnTo>
                    <a:lnTo>
                      <a:pt x="591" y="229"/>
                    </a:lnTo>
                    <a:lnTo>
                      <a:pt x="592" y="227"/>
                    </a:lnTo>
                    <a:lnTo>
                      <a:pt x="593" y="227"/>
                    </a:lnTo>
                    <a:lnTo>
                      <a:pt x="593" y="226"/>
                    </a:lnTo>
                    <a:lnTo>
                      <a:pt x="595" y="226"/>
                    </a:lnTo>
                    <a:lnTo>
                      <a:pt x="596" y="225"/>
                    </a:lnTo>
                    <a:lnTo>
                      <a:pt x="597" y="225"/>
                    </a:lnTo>
                    <a:lnTo>
                      <a:pt x="597" y="223"/>
                    </a:lnTo>
                    <a:lnTo>
                      <a:pt x="599" y="223"/>
                    </a:lnTo>
                    <a:lnTo>
                      <a:pt x="600" y="223"/>
                    </a:lnTo>
                    <a:lnTo>
                      <a:pt x="600" y="222"/>
                    </a:lnTo>
                    <a:lnTo>
                      <a:pt x="601" y="222"/>
                    </a:lnTo>
                    <a:lnTo>
                      <a:pt x="603" y="221"/>
                    </a:lnTo>
                    <a:lnTo>
                      <a:pt x="604" y="221"/>
                    </a:lnTo>
                    <a:lnTo>
                      <a:pt x="604" y="219"/>
                    </a:lnTo>
                    <a:lnTo>
                      <a:pt x="605" y="219"/>
                    </a:lnTo>
                    <a:lnTo>
                      <a:pt x="605" y="218"/>
                    </a:lnTo>
                    <a:lnTo>
                      <a:pt x="607" y="218"/>
                    </a:lnTo>
                    <a:lnTo>
                      <a:pt x="608" y="217"/>
                    </a:lnTo>
                    <a:lnTo>
                      <a:pt x="609" y="215"/>
                    </a:lnTo>
                    <a:lnTo>
                      <a:pt x="611" y="214"/>
                    </a:lnTo>
                    <a:lnTo>
                      <a:pt x="612" y="214"/>
                    </a:lnTo>
                    <a:lnTo>
                      <a:pt x="612" y="213"/>
                    </a:lnTo>
                    <a:lnTo>
                      <a:pt x="613" y="213"/>
                    </a:lnTo>
                    <a:lnTo>
                      <a:pt x="615" y="211"/>
                    </a:lnTo>
                    <a:lnTo>
                      <a:pt x="616" y="210"/>
                    </a:lnTo>
                    <a:lnTo>
                      <a:pt x="617" y="209"/>
                    </a:lnTo>
                    <a:lnTo>
                      <a:pt x="619" y="209"/>
                    </a:lnTo>
                    <a:lnTo>
                      <a:pt x="619" y="207"/>
                    </a:lnTo>
                    <a:lnTo>
                      <a:pt x="620" y="207"/>
                    </a:lnTo>
                    <a:lnTo>
                      <a:pt x="621" y="206"/>
                    </a:lnTo>
                    <a:lnTo>
                      <a:pt x="622" y="206"/>
                    </a:lnTo>
                    <a:lnTo>
                      <a:pt x="622" y="205"/>
                    </a:lnTo>
                    <a:lnTo>
                      <a:pt x="624" y="205"/>
                    </a:lnTo>
                    <a:lnTo>
                      <a:pt x="625" y="203"/>
                    </a:lnTo>
                    <a:lnTo>
                      <a:pt x="626" y="202"/>
                    </a:lnTo>
                    <a:lnTo>
                      <a:pt x="628" y="202"/>
                    </a:lnTo>
                    <a:lnTo>
                      <a:pt x="628" y="201"/>
                    </a:lnTo>
                    <a:lnTo>
                      <a:pt x="629" y="201"/>
                    </a:lnTo>
                    <a:lnTo>
                      <a:pt x="630" y="199"/>
                    </a:lnTo>
                    <a:lnTo>
                      <a:pt x="632" y="199"/>
                    </a:lnTo>
                    <a:lnTo>
                      <a:pt x="632" y="198"/>
                    </a:lnTo>
                    <a:lnTo>
                      <a:pt x="633" y="198"/>
                    </a:lnTo>
                    <a:lnTo>
                      <a:pt x="634" y="197"/>
                    </a:lnTo>
                    <a:lnTo>
                      <a:pt x="636" y="195"/>
                    </a:lnTo>
                    <a:lnTo>
                      <a:pt x="637" y="195"/>
                    </a:lnTo>
                    <a:lnTo>
                      <a:pt x="638" y="194"/>
                    </a:lnTo>
                    <a:lnTo>
                      <a:pt x="640" y="193"/>
                    </a:lnTo>
                    <a:lnTo>
                      <a:pt x="641" y="193"/>
                    </a:lnTo>
                    <a:lnTo>
                      <a:pt x="641" y="191"/>
                    </a:lnTo>
                    <a:lnTo>
                      <a:pt x="642" y="191"/>
                    </a:lnTo>
                    <a:lnTo>
                      <a:pt x="644" y="190"/>
                    </a:lnTo>
                    <a:lnTo>
                      <a:pt x="645" y="190"/>
                    </a:lnTo>
                    <a:lnTo>
                      <a:pt x="645" y="189"/>
                    </a:lnTo>
                    <a:lnTo>
                      <a:pt x="646" y="189"/>
                    </a:lnTo>
                    <a:lnTo>
                      <a:pt x="648" y="188"/>
                    </a:lnTo>
                    <a:lnTo>
                      <a:pt x="649" y="186"/>
                    </a:lnTo>
                    <a:lnTo>
                      <a:pt x="650" y="186"/>
                    </a:lnTo>
                    <a:lnTo>
                      <a:pt x="650" y="185"/>
                    </a:lnTo>
                    <a:lnTo>
                      <a:pt x="652" y="185"/>
                    </a:lnTo>
                    <a:lnTo>
                      <a:pt x="652" y="184"/>
                    </a:lnTo>
                    <a:lnTo>
                      <a:pt x="653" y="184"/>
                    </a:lnTo>
                    <a:lnTo>
                      <a:pt x="654" y="182"/>
                    </a:lnTo>
                    <a:lnTo>
                      <a:pt x="656" y="181"/>
                    </a:lnTo>
                    <a:lnTo>
                      <a:pt x="657" y="180"/>
                    </a:lnTo>
                    <a:lnTo>
                      <a:pt x="657" y="178"/>
                    </a:lnTo>
                    <a:lnTo>
                      <a:pt x="658" y="178"/>
                    </a:lnTo>
                    <a:lnTo>
                      <a:pt x="660" y="177"/>
                    </a:lnTo>
                    <a:lnTo>
                      <a:pt x="661" y="176"/>
                    </a:lnTo>
                    <a:lnTo>
                      <a:pt x="662" y="174"/>
                    </a:lnTo>
                    <a:lnTo>
                      <a:pt x="664" y="173"/>
                    </a:lnTo>
                    <a:lnTo>
                      <a:pt x="664" y="172"/>
                    </a:lnTo>
                    <a:lnTo>
                      <a:pt x="665" y="170"/>
                    </a:lnTo>
                    <a:lnTo>
                      <a:pt x="666" y="169"/>
                    </a:lnTo>
                    <a:lnTo>
                      <a:pt x="668" y="168"/>
                    </a:lnTo>
                    <a:lnTo>
                      <a:pt x="669" y="166"/>
                    </a:lnTo>
                    <a:lnTo>
                      <a:pt x="670" y="165"/>
                    </a:lnTo>
                    <a:lnTo>
                      <a:pt x="672" y="165"/>
                    </a:lnTo>
                    <a:lnTo>
                      <a:pt x="673" y="164"/>
                    </a:lnTo>
                    <a:lnTo>
                      <a:pt x="673" y="162"/>
                    </a:lnTo>
                    <a:lnTo>
                      <a:pt x="674" y="161"/>
                    </a:lnTo>
                    <a:lnTo>
                      <a:pt x="676" y="161"/>
                    </a:lnTo>
                    <a:lnTo>
                      <a:pt x="676" y="160"/>
                    </a:lnTo>
                    <a:lnTo>
                      <a:pt x="677" y="158"/>
                    </a:lnTo>
                    <a:lnTo>
                      <a:pt x="678" y="157"/>
                    </a:lnTo>
                    <a:lnTo>
                      <a:pt x="680" y="156"/>
                    </a:lnTo>
                    <a:lnTo>
                      <a:pt x="681" y="154"/>
                    </a:lnTo>
                    <a:lnTo>
                      <a:pt x="682" y="153"/>
                    </a:lnTo>
                    <a:lnTo>
                      <a:pt x="682" y="152"/>
                    </a:lnTo>
                    <a:lnTo>
                      <a:pt x="684" y="152"/>
                    </a:lnTo>
                    <a:lnTo>
                      <a:pt x="684" y="150"/>
                    </a:lnTo>
                    <a:lnTo>
                      <a:pt x="685" y="149"/>
                    </a:lnTo>
                    <a:lnTo>
                      <a:pt x="686" y="149"/>
                    </a:lnTo>
                    <a:lnTo>
                      <a:pt x="686" y="148"/>
                    </a:lnTo>
                    <a:lnTo>
                      <a:pt x="688" y="146"/>
                    </a:lnTo>
                    <a:lnTo>
                      <a:pt x="689" y="145"/>
                    </a:lnTo>
                    <a:lnTo>
                      <a:pt x="689" y="144"/>
                    </a:lnTo>
                    <a:lnTo>
                      <a:pt x="690" y="142"/>
                    </a:lnTo>
                    <a:lnTo>
                      <a:pt x="692" y="141"/>
                    </a:lnTo>
                    <a:lnTo>
                      <a:pt x="693" y="140"/>
                    </a:lnTo>
                    <a:lnTo>
                      <a:pt x="694" y="138"/>
                    </a:lnTo>
                    <a:lnTo>
                      <a:pt x="695" y="136"/>
                    </a:lnTo>
                    <a:lnTo>
                      <a:pt x="697" y="134"/>
                    </a:lnTo>
                    <a:lnTo>
                      <a:pt x="698" y="133"/>
                    </a:lnTo>
                    <a:lnTo>
                      <a:pt x="701" y="130"/>
                    </a:lnTo>
                    <a:lnTo>
                      <a:pt x="702" y="129"/>
                    </a:lnTo>
                    <a:lnTo>
                      <a:pt x="702" y="128"/>
                    </a:lnTo>
                    <a:lnTo>
                      <a:pt x="703" y="126"/>
                    </a:lnTo>
                    <a:lnTo>
                      <a:pt x="705" y="125"/>
                    </a:lnTo>
                    <a:lnTo>
                      <a:pt x="706" y="124"/>
                    </a:lnTo>
                    <a:lnTo>
                      <a:pt x="707" y="122"/>
                    </a:lnTo>
                    <a:lnTo>
                      <a:pt x="707" y="121"/>
                    </a:lnTo>
                    <a:lnTo>
                      <a:pt x="709" y="120"/>
                    </a:lnTo>
                    <a:lnTo>
                      <a:pt x="710" y="120"/>
                    </a:lnTo>
                    <a:lnTo>
                      <a:pt x="710" y="118"/>
                    </a:lnTo>
                    <a:lnTo>
                      <a:pt x="711" y="117"/>
                    </a:lnTo>
                    <a:lnTo>
                      <a:pt x="713" y="116"/>
                    </a:lnTo>
                    <a:lnTo>
                      <a:pt x="714" y="114"/>
                    </a:lnTo>
                    <a:lnTo>
                      <a:pt x="714" y="113"/>
                    </a:lnTo>
                    <a:lnTo>
                      <a:pt x="715" y="112"/>
                    </a:lnTo>
                    <a:lnTo>
                      <a:pt x="717" y="111"/>
                    </a:lnTo>
                    <a:lnTo>
                      <a:pt x="718" y="109"/>
                    </a:lnTo>
                    <a:lnTo>
                      <a:pt x="719" y="108"/>
                    </a:lnTo>
                    <a:lnTo>
                      <a:pt x="719" y="107"/>
                    </a:lnTo>
                    <a:lnTo>
                      <a:pt x="721" y="105"/>
                    </a:lnTo>
                    <a:lnTo>
                      <a:pt x="722" y="104"/>
                    </a:lnTo>
                    <a:lnTo>
                      <a:pt x="722" y="103"/>
                    </a:lnTo>
                    <a:lnTo>
                      <a:pt x="723" y="101"/>
                    </a:lnTo>
                    <a:lnTo>
                      <a:pt x="725" y="99"/>
                    </a:lnTo>
                    <a:lnTo>
                      <a:pt x="726" y="97"/>
                    </a:lnTo>
                    <a:lnTo>
                      <a:pt x="727" y="96"/>
                    </a:lnTo>
                    <a:lnTo>
                      <a:pt x="729" y="93"/>
                    </a:lnTo>
                    <a:lnTo>
                      <a:pt x="730" y="91"/>
                    </a:lnTo>
                    <a:lnTo>
                      <a:pt x="731" y="89"/>
                    </a:lnTo>
                    <a:lnTo>
                      <a:pt x="734" y="87"/>
                    </a:lnTo>
                    <a:lnTo>
                      <a:pt x="735" y="85"/>
                    </a:lnTo>
                    <a:lnTo>
                      <a:pt x="735" y="84"/>
                    </a:lnTo>
                    <a:lnTo>
                      <a:pt x="737" y="81"/>
                    </a:lnTo>
                    <a:lnTo>
                      <a:pt x="738" y="80"/>
                    </a:lnTo>
                    <a:lnTo>
                      <a:pt x="739" y="79"/>
                    </a:lnTo>
                    <a:lnTo>
                      <a:pt x="741" y="77"/>
                    </a:lnTo>
                    <a:lnTo>
                      <a:pt x="742" y="76"/>
                    </a:lnTo>
                    <a:lnTo>
                      <a:pt x="742" y="75"/>
                    </a:lnTo>
                    <a:lnTo>
                      <a:pt x="743" y="73"/>
                    </a:lnTo>
                    <a:lnTo>
                      <a:pt x="745" y="72"/>
                    </a:lnTo>
                    <a:lnTo>
                      <a:pt x="746" y="71"/>
                    </a:lnTo>
                    <a:lnTo>
                      <a:pt x="746" y="69"/>
                    </a:lnTo>
                    <a:lnTo>
                      <a:pt x="747" y="68"/>
                    </a:lnTo>
                    <a:lnTo>
                      <a:pt x="749" y="67"/>
                    </a:lnTo>
                    <a:lnTo>
                      <a:pt x="749" y="65"/>
                    </a:lnTo>
                    <a:lnTo>
                      <a:pt x="750" y="64"/>
                    </a:lnTo>
                    <a:lnTo>
                      <a:pt x="751" y="63"/>
                    </a:lnTo>
                    <a:lnTo>
                      <a:pt x="753" y="61"/>
                    </a:lnTo>
                    <a:lnTo>
                      <a:pt x="754" y="60"/>
                    </a:lnTo>
                    <a:lnTo>
                      <a:pt x="754" y="59"/>
                    </a:lnTo>
                    <a:lnTo>
                      <a:pt x="755" y="57"/>
                    </a:lnTo>
                    <a:lnTo>
                      <a:pt x="757" y="55"/>
                    </a:lnTo>
                    <a:lnTo>
                      <a:pt x="758" y="53"/>
                    </a:lnTo>
                    <a:lnTo>
                      <a:pt x="759" y="52"/>
                    </a:lnTo>
                    <a:lnTo>
                      <a:pt x="761" y="51"/>
                    </a:lnTo>
                    <a:lnTo>
                      <a:pt x="762" y="48"/>
                    </a:lnTo>
                    <a:lnTo>
                      <a:pt x="763" y="47"/>
                    </a:lnTo>
                    <a:lnTo>
                      <a:pt x="765" y="44"/>
                    </a:lnTo>
                    <a:lnTo>
                      <a:pt x="766" y="41"/>
                    </a:lnTo>
                    <a:lnTo>
                      <a:pt x="767" y="40"/>
                    </a:lnTo>
                    <a:lnTo>
                      <a:pt x="769" y="38"/>
                    </a:lnTo>
                    <a:lnTo>
                      <a:pt x="770" y="36"/>
                    </a:lnTo>
                    <a:lnTo>
                      <a:pt x="771" y="35"/>
                    </a:lnTo>
                    <a:lnTo>
                      <a:pt x="772" y="32"/>
                    </a:lnTo>
                    <a:lnTo>
                      <a:pt x="774" y="31"/>
                    </a:lnTo>
                    <a:lnTo>
                      <a:pt x="775" y="30"/>
                    </a:lnTo>
                    <a:lnTo>
                      <a:pt x="775" y="28"/>
                    </a:lnTo>
                    <a:lnTo>
                      <a:pt x="776" y="27"/>
                    </a:lnTo>
                    <a:lnTo>
                      <a:pt x="778" y="26"/>
                    </a:lnTo>
                    <a:lnTo>
                      <a:pt x="778" y="24"/>
                    </a:lnTo>
                    <a:lnTo>
                      <a:pt x="779" y="24"/>
                    </a:lnTo>
                    <a:lnTo>
                      <a:pt x="780" y="23"/>
                    </a:lnTo>
                    <a:lnTo>
                      <a:pt x="780" y="22"/>
                    </a:lnTo>
                    <a:lnTo>
                      <a:pt x="782" y="20"/>
                    </a:lnTo>
                    <a:lnTo>
                      <a:pt x="783" y="19"/>
                    </a:lnTo>
                    <a:lnTo>
                      <a:pt x="783" y="18"/>
                    </a:lnTo>
                    <a:lnTo>
                      <a:pt x="784" y="16"/>
                    </a:lnTo>
                    <a:lnTo>
                      <a:pt x="784" y="15"/>
                    </a:lnTo>
                    <a:lnTo>
                      <a:pt x="786" y="15"/>
                    </a:lnTo>
                    <a:lnTo>
                      <a:pt x="786" y="14"/>
                    </a:lnTo>
                    <a:lnTo>
                      <a:pt x="787" y="12"/>
                    </a:lnTo>
                    <a:lnTo>
                      <a:pt x="787" y="11"/>
                    </a:lnTo>
                    <a:lnTo>
                      <a:pt x="788" y="10"/>
                    </a:lnTo>
                    <a:lnTo>
                      <a:pt x="788" y="8"/>
                    </a:lnTo>
                    <a:lnTo>
                      <a:pt x="790" y="7"/>
                    </a:lnTo>
                    <a:lnTo>
                      <a:pt x="791" y="6"/>
                    </a:lnTo>
                    <a:lnTo>
                      <a:pt x="791" y="4"/>
                    </a:lnTo>
                    <a:lnTo>
                      <a:pt x="792" y="2"/>
                    </a:lnTo>
                    <a:lnTo>
                      <a:pt x="794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10709" name="Freeform 88">
                <a:extLst>
                  <a:ext uri="{FF2B5EF4-FFF2-40B4-BE49-F238E27FC236}">
                    <a16:creationId xmlns:a16="http://schemas.microsoft.com/office/drawing/2014/main" id="{B6E159C0-4C8C-4EA8-9A55-4EF94ED73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505902"/>
                <a:ext cx="74612" cy="252412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0"/>
                    </a:moveTo>
                    <a:lnTo>
                      <a:pt x="3" y="4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7" y="13"/>
                    </a:lnTo>
                    <a:lnTo>
                      <a:pt x="9" y="16"/>
                    </a:lnTo>
                    <a:lnTo>
                      <a:pt x="11" y="19"/>
                    </a:lnTo>
                    <a:lnTo>
                      <a:pt x="12" y="20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9" y="33"/>
                    </a:lnTo>
                    <a:lnTo>
                      <a:pt x="20" y="35"/>
                    </a:lnTo>
                    <a:lnTo>
                      <a:pt x="20" y="36"/>
                    </a:lnTo>
                    <a:lnTo>
                      <a:pt x="21" y="37"/>
                    </a:lnTo>
                    <a:lnTo>
                      <a:pt x="21" y="39"/>
                    </a:lnTo>
                    <a:lnTo>
                      <a:pt x="23" y="40"/>
                    </a:lnTo>
                    <a:lnTo>
                      <a:pt x="23" y="41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4" y="45"/>
                    </a:lnTo>
                    <a:lnTo>
                      <a:pt x="25" y="47"/>
                    </a:lnTo>
                    <a:lnTo>
                      <a:pt x="25" y="48"/>
                    </a:lnTo>
                    <a:lnTo>
                      <a:pt x="27" y="49"/>
                    </a:lnTo>
                    <a:lnTo>
                      <a:pt x="27" y="51"/>
                    </a:lnTo>
                    <a:lnTo>
                      <a:pt x="28" y="52"/>
                    </a:lnTo>
                    <a:lnTo>
                      <a:pt x="28" y="53"/>
                    </a:lnTo>
                    <a:lnTo>
                      <a:pt x="29" y="55"/>
                    </a:lnTo>
                    <a:lnTo>
                      <a:pt x="29" y="57"/>
                    </a:lnTo>
                    <a:lnTo>
                      <a:pt x="31" y="58"/>
                    </a:lnTo>
                    <a:lnTo>
                      <a:pt x="31" y="60"/>
                    </a:lnTo>
                    <a:lnTo>
                      <a:pt x="32" y="62"/>
                    </a:lnTo>
                    <a:lnTo>
                      <a:pt x="32" y="64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5" y="70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7" y="74"/>
                    </a:lnTo>
                    <a:lnTo>
                      <a:pt x="37" y="76"/>
                    </a:lnTo>
                    <a:lnTo>
                      <a:pt x="37" y="77"/>
                    </a:lnTo>
                    <a:lnTo>
                      <a:pt x="39" y="78"/>
                    </a:lnTo>
                    <a:lnTo>
                      <a:pt x="39" y="80"/>
                    </a:lnTo>
                    <a:lnTo>
                      <a:pt x="40" y="81"/>
                    </a:lnTo>
                    <a:lnTo>
                      <a:pt x="40" y="82"/>
                    </a:lnTo>
                    <a:lnTo>
                      <a:pt x="41" y="84"/>
                    </a:lnTo>
                    <a:lnTo>
                      <a:pt x="41" y="85"/>
                    </a:lnTo>
                    <a:lnTo>
                      <a:pt x="41" y="86"/>
                    </a:lnTo>
                    <a:lnTo>
                      <a:pt x="42" y="88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4" y="93"/>
                    </a:lnTo>
                    <a:lnTo>
                      <a:pt x="44" y="94"/>
                    </a:lnTo>
                    <a:lnTo>
                      <a:pt x="45" y="96"/>
                    </a:lnTo>
                    <a:lnTo>
                      <a:pt x="45" y="98"/>
                    </a:lnTo>
                    <a:lnTo>
                      <a:pt x="46" y="100"/>
                    </a:lnTo>
                    <a:lnTo>
                      <a:pt x="48" y="102"/>
                    </a:lnTo>
                    <a:lnTo>
                      <a:pt x="48" y="105"/>
                    </a:lnTo>
                    <a:lnTo>
                      <a:pt x="49" y="106"/>
                    </a:lnTo>
                    <a:lnTo>
                      <a:pt x="49" y="109"/>
                    </a:lnTo>
                    <a:lnTo>
                      <a:pt x="50" y="110"/>
                    </a:lnTo>
                    <a:lnTo>
                      <a:pt x="52" y="112"/>
                    </a:lnTo>
                    <a:lnTo>
                      <a:pt x="52" y="113"/>
                    </a:lnTo>
                    <a:lnTo>
                      <a:pt x="52" y="116"/>
                    </a:lnTo>
                    <a:lnTo>
                      <a:pt x="53" y="117"/>
                    </a:lnTo>
                    <a:lnTo>
                      <a:pt x="53" y="118"/>
                    </a:lnTo>
                    <a:lnTo>
                      <a:pt x="54" y="120"/>
                    </a:lnTo>
                    <a:lnTo>
                      <a:pt x="54" y="121"/>
                    </a:lnTo>
                    <a:lnTo>
                      <a:pt x="54" y="122"/>
                    </a:lnTo>
                    <a:lnTo>
                      <a:pt x="56" y="122"/>
                    </a:lnTo>
                    <a:lnTo>
                      <a:pt x="56" y="124"/>
                    </a:lnTo>
                    <a:lnTo>
                      <a:pt x="56" y="125"/>
                    </a:lnTo>
                    <a:lnTo>
                      <a:pt x="57" y="126"/>
                    </a:lnTo>
                    <a:lnTo>
                      <a:pt x="57" y="128"/>
                    </a:lnTo>
                    <a:lnTo>
                      <a:pt x="57" y="129"/>
                    </a:lnTo>
                    <a:lnTo>
                      <a:pt x="57" y="130"/>
                    </a:lnTo>
                    <a:lnTo>
                      <a:pt x="58" y="131"/>
                    </a:lnTo>
                    <a:lnTo>
                      <a:pt x="58" y="133"/>
                    </a:lnTo>
                    <a:lnTo>
                      <a:pt x="60" y="134"/>
                    </a:lnTo>
                    <a:lnTo>
                      <a:pt x="60" y="135"/>
                    </a:lnTo>
                    <a:lnTo>
                      <a:pt x="60" y="137"/>
                    </a:lnTo>
                    <a:lnTo>
                      <a:pt x="61" y="139"/>
                    </a:lnTo>
                    <a:lnTo>
                      <a:pt x="61" y="141"/>
                    </a:lnTo>
                    <a:lnTo>
                      <a:pt x="61" y="142"/>
                    </a:lnTo>
                    <a:lnTo>
                      <a:pt x="62" y="143"/>
                    </a:lnTo>
                    <a:lnTo>
                      <a:pt x="62" y="146"/>
                    </a:lnTo>
                    <a:lnTo>
                      <a:pt x="64" y="147"/>
                    </a:lnTo>
                    <a:lnTo>
                      <a:pt x="64" y="150"/>
                    </a:lnTo>
                    <a:lnTo>
                      <a:pt x="65" y="153"/>
                    </a:lnTo>
                    <a:lnTo>
                      <a:pt x="65" y="154"/>
                    </a:lnTo>
                    <a:lnTo>
                      <a:pt x="66" y="157"/>
                    </a:lnTo>
                    <a:lnTo>
                      <a:pt x="66" y="158"/>
                    </a:lnTo>
                    <a:lnTo>
                      <a:pt x="68" y="159"/>
                    </a:lnTo>
                    <a:lnTo>
                      <a:pt x="68" y="162"/>
                    </a:lnTo>
                    <a:lnTo>
                      <a:pt x="68" y="163"/>
                    </a:lnTo>
                    <a:lnTo>
                      <a:pt x="69" y="165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0" y="170"/>
                    </a:lnTo>
                    <a:lnTo>
                      <a:pt x="70" y="171"/>
                    </a:lnTo>
                    <a:lnTo>
                      <a:pt x="70" y="173"/>
                    </a:lnTo>
                    <a:lnTo>
                      <a:pt x="72" y="173"/>
                    </a:lnTo>
                    <a:lnTo>
                      <a:pt x="72" y="174"/>
                    </a:lnTo>
                    <a:lnTo>
                      <a:pt x="72" y="175"/>
                    </a:lnTo>
                    <a:lnTo>
                      <a:pt x="72" y="177"/>
                    </a:lnTo>
                    <a:lnTo>
                      <a:pt x="73" y="178"/>
                    </a:lnTo>
                    <a:lnTo>
                      <a:pt x="73" y="179"/>
                    </a:lnTo>
                    <a:lnTo>
                      <a:pt x="73" y="181"/>
                    </a:lnTo>
                    <a:lnTo>
                      <a:pt x="74" y="182"/>
                    </a:lnTo>
                    <a:lnTo>
                      <a:pt x="74" y="183"/>
                    </a:lnTo>
                    <a:lnTo>
                      <a:pt x="74" y="185"/>
                    </a:lnTo>
                    <a:lnTo>
                      <a:pt x="76" y="186"/>
                    </a:lnTo>
                    <a:lnTo>
                      <a:pt x="76" y="187"/>
                    </a:lnTo>
                    <a:lnTo>
                      <a:pt x="76" y="189"/>
                    </a:lnTo>
                    <a:lnTo>
                      <a:pt x="77" y="190"/>
                    </a:lnTo>
                    <a:lnTo>
                      <a:pt x="77" y="193"/>
                    </a:lnTo>
                    <a:lnTo>
                      <a:pt x="78" y="194"/>
                    </a:lnTo>
                    <a:lnTo>
                      <a:pt x="78" y="197"/>
                    </a:lnTo>
                    <a:lnTo>
                      <a:pt x="78" y="198"/>
                    </a:lnTo>
                    <a:lnTo>
                      <a:pt x="80" y="201"/>
                    </a:lnTo>
                    <a:lnTo>
                      <a:pt x="80" y="203"/>
                    </a:lnTo>
                    <a:lnTo>
                      <a:pt x="81" y="205"/>
                    </a:lnTo>
                    <a:lnTo>
                      <a:pt x="81" y="206"/>
                    </a:lnTo>
                    <a:lnTo>
                      <a:pt x="82" y="208"/>
                    </a:lnTo>
                    <a:lnTo>
                      <a:pt x="82" y="210"/>
                    </a:lnTo>
                    <a:lnTo>
                      <a:pt x="82" y="211"/>
                    </a:lnTo>
                    <a:lnTo>
                      <a:pt x="84" y="212"/>
                    </a:lnTo>
                    <a:lnTo>
                      <a:pt x="84" y="214"/>
                    </a:lnTo>
                    <a:lnTo>
                      <a:pt x="84" y="215"/>
                    </a:lnTo>
                    <a:lnTo>
                      <a:pt x="85" y="216"/>
                    </a:lnTo>
                    <a:lnTo>
                      <a:pt x="85" y="218"/>
                    </a:lnTo>
                    <a:lnTo>
                      <a:pt x="85" y="219"/>
                    </a:lnTo>
                    <a:lnTo>
                      <a:pt x="85" y="220"/>
                    </a:lnTo>
                    <a:lnTo>
                      <a:pt x="86" y="222"/>
                    </a:lnTo>
                    <a:lnTo>
                      <a:pt x="86" y="223"/>
                    </a:lnTo>
                    <a:lnTo>
                      <a:pt x="86" y="224"/>
                    </a:lnTo>
                    <a:lnTo>
                      <a:pt x="86" y="226"/>
                    </a:lnTo>
                    <a:lnTo>
                      <a:pt x="86" y="227"/>
                    </a:lnTo>
                    <a:lnTo>
                      <a:pt x="86" y="228"/>
                    </a:lnTo>
                    <a:lnTo>
                      <a:pt x="86" y="230"/>
                    </a:lnTo>
                    <a:lnTo>
                      <a:pt x="88" y="231"/>
                    </a:lnTo>
                    <a:lnTo>
                      <a:pt x="88" y="232"/>
                    </a:lnTo>
                    <a:lnTo>
                      <a:pt x="88" y="234"/>
                    </a:lnTo>
                    <a:lnTo>
                      <a:pt x="88" y="235"/>
                    </a:lnTo>
                    <a:lnTo>
                      <a:pt x="88" y="236"/>
                    </a:lnTo>
                    <a:lnTo>
                      <a:pt x="88" y="238"/>
                    </a:lnTo>
                    <a:lnTo>
                      <a:pt x="88" y="239"/>
                    </a:lnTo>
                    <a:lnTo>
                      <a:pt x="88" y="242"/>
                    </a:lnTo>
                    <a:lnTo>
                      <a:pt x="88" y="243"/>
                    </a:lnTo>
                    <a:lnTo>
                      <a:pt x="88" y="246"/>
                    </a:lnTo>
                    <a:lnTo>
                      <a:pt x="89" y="247"/>
                    </a:lnTo>
                    <a:lnTo>
                      <a:pt x="89" y="248"/>
                    </a:lnTo>
                    <a:lnTo>
                      <a:pt x="89" y="250"/>
                    </a:lnTo>
                    <a:lnTo>
                      <a:pt x="89" y="251"/>
                    </a:lnTo>
                    <a:lnTo>
                      <a:pt x="89" y="252"/>
                    </a:lnTo>
                    <a:lnTo>
                      <a:pt x="89" y="254"/>
                    </a:lnTo>
                    <a:lnTo>
                      <a:pt x="89" y="255"/>
                    </a:lnTo>
                    <a:lnTo>
                      <a:pt x="89" y="256"/>
                    </a:lnTo>
                    <a:lnTo>
                      <a:pt x="89" y="258"/>
                    </a:lnTo>
                    <a:lnTo>
                      <a:pt x="89" y="259"/>
                    </a:lnTo>
                    <a:lnTo>
                      <a:pt x="89" y="260"/>
                    </a:lnTo>
                    <a:lnTo>
                      <a:pt x="90" y="260"/>
                    </a:lnTo>
                    <a:lnTo>
                      <a:pt x="90" y="262"/>
                    </a:lnTo>
                    <a:lnTo>
                      <a:pt x="90" y="263"/>
                    </a:lnTo>
                    <a:lnTo>
                      <a:pt x="90" y="264"/>
                    </a:lnTo>
                    <a:lnTo>
                      <a:pt x="90" y="266"/>
                    </a:lnTo>
                    <a:lnTo>
                      <a:pt x="90" y="267"/>
                    </a:lnTo>
                    <a:lnTo>
                      <a:pt x="90" y="268"/>
                    </a:lnTo>
                    <a:lnTo>
                      <a:pt x="90" y="270"/>
                    </a:lnTo>
                    <a:lnTo>
                      <a:pt x="92" y="270"/>
                    </a:lnTo>
                    <a:lnTo>
                      <a:pt x="92" y="271"/>
                    </a:lnTo>
                    <a:lnTo>
                      <a:pt x="92" y="272"/>
                    </a:lnTo>
                    <a:lnTo>
                      <a:pt x="92" y="274"/>
                    </a:lnTo>
                    <a:lnTo>
                      <a:pt x="92" y="275"/>
                    </a:lnTo>
                    <a:lnTo>
                      <a:pt x="92" y="276"/>
                    </a:lnTo>
                    <a:lnTo>
                      <a:pt x="93" y="278"/>
                    </a:lnTo>
                    <a:lnTo>
                      <a:pt x="93" y="279"/>
                    </a:lnTo>
                    <a:lnTo>
                      <a:pt x="93" y="280"/>
                    </a:lnTo>
                    <a:lnTo>
                      <a:pt x="93" y="281"/>
                    </a:lnTo>
                    <a:lnTo>
                      <a:pt x="93" y="283"/>
                    </a:lnTo>
                    <a:lnTo>
                      <a:pt x="94" y="284"/>
                    </a:lnTo>
                    <a:lnTo>
                      <a:pt x="94" y="285"/>
                    </a:lnTo>
                    <a:lnTo>
                      <a:pt x="94" y="287"/>
                    </a:lnTo>
                    <a:lnTo>
                      <a:pt x="94" y="288"/>
                    </a:lnTo>
                    <a:lnTo>
                      <a:pt x="94" y="289"/>
                    </a:lnTo>
                    <a:lnTo>
                      <a:pt x="94" y="291"/>
                    </a:lnTo>
                    <a:lnTo>
                      <a:pt x="94" y="292"/>
                    </a:lnTo>
                    <a:lnTo>
                      <a:pt x="94" y="293"/>
                    </a:lnTo>
                    <a:lnTo>
                      <a:pt x="94" y="295"/>
                    </a:lnTo>
                    <a:lnTo>
                      <a:pt x="94" y="296"/>
                    </a:lnTo>
                    <a:lnTo>
                      <a:pt x="94" y="297"/>
                    </a:lnTo>
                    <a:lnTo>
                      <a:pt x="94" y="299"/>
                    </a:lnTo>
                    <a:lnTo>
                      <a:pt x="94" y="300"/>
                    </a:lnTo>
                    <a:lnTo>
                      <a:pt x="94" y="303"/>
                    </a:lnTo>
                    <a:lnTo>
                      <a:pt x="94" y="304"/>
                    </a:lnTo>
                    <a:lnTo>
                      <a:pt x="94" y="305"/>
                    </a:lnTo>
                    <a:lnTo>
                      <a:pt x="93" y="308"/>
                    </a:lnTo>
                    <a:lnTo>
                      <a:pt x="93" y="309"/>
                    </a:lnTo>
                    <a:lnTo>
                      <a:pt x="93" y="312"/>
                    </a:lnTo>
                    <a:lnTo>
                      <a:pt x="93" y="315"/>
                    </a:lnTo>
                    <a:lnTo>
                      <a:pt x="93" y="317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10710" name="Freeform 89">
                <a:extLst>
                  <a:ext uri="{FF2B5EF4-FFF2-40B4-BE49-F238E27FC236}">
                    <a16:creationId xmlns:a16="http://schemas.microsoft.com/office/drawing/2014/main" id="{6D58862A-9789-4BFF-80D3-2523BCE39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755138"/>
                <a:ext cx="74612" cy="252413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317"/>
                    </a:moveTo>
                    <a:lnTo>
                      <a:pt x="3" y="314"/>
                    </a:lnTo>
                    <a:lnTo>
                      <a:pt x="4" y="310"/>
                    </a:lnTo>
                    <a:lnTo>
                      <a:pt x="5" y="308"/>
                    </a:lnTo>
                    <a:lnTo>
                      <a:pt x="7" y="305"/>
                    </a:lnTo>
                    <a:lnTo>
                      <a:pt x="9" y="302"/>
                    </a:lnTo>
                    <a:lnTo>
                      <a:pt x="11" y="300"/>
                    </a:lnTo>
                    <a:lnTo>
                      <a:pt x="12" y="297"/>
                    </a:lnTo>
                    <a:lnTo>
                      <a:pt x="13" y="294"/>
                    </a:lnTo>
                    <a:lnTo>
                      <a:pt x="13" y="293"/>
                    </a:lnTo>
                    <a:lnTo>
                      <a:pt x="15" y="290"/>
                    </a:lnTo>
                    <a:lnTo>
                      <a:pt x="16" y="289"/>
                    </a:lnTo>
                    <a:lnTo>
                      <a:pt x="17" y="288"/>
                    </a:lnTo>
                    <a:lnTo>
                      <a:pt x="17" y="286"/>
                    </a:lnTo>
                    <a:lnTo>
                      <a:pt x="19" y="284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21" y="280"/>
                    </a:lnTo>
                    <a:lnTo>
                      <a:pt x="21" y="278"/>
                    </a:lnTo>
                    <a:lnTo>
                      <a:pt x="23" y="277"/>
                    </a:lnTo>
                    <a:lnTo>
                      <a:pt x="23" y="276"/>
                    </a:lnTo>
                    <a:lnTo>
                      <a:pt x="23" y="274"/>
                    </a:lnTo>
                    <a:lnTo>
                      <a:pt x="24" y="274"/>
                    </a:lnTo>
                    <a:lnTo>
                      <a:pt x="24" y="273"/>
                    </a:lnTo>
                    <a:lnTo>
                      <a:pt x="25" y="272"/>
                    </a:lnTo>
                    <a:lnTo>
                      <a:pt x="25" y="270"/>
                    </a:lnTo>
                    <a:lnTo>
                      <a:pt x="27" y="269"/>
                    </a:lnTo>
                    <a:lnTo>
                      <a:pt x="27" y="268"/>
                    </a:lnTo>
                    <a:lnTo>
                      <a:pt x="28" y="266"/>
                    </a:lnTo>
                    <a:lnTo>
                      <a:pt x="28" y="264"/>
                    </a:lnTo>
                    <a:lnTo>
                      <a:pt x="29" y="263"/>
                    </a:lnTo>
                    <a:lnTo>
                      <a:pt x="29" y="261"/>
                    </a:lnTo>
                    <a:lnTo>
                      <a:pt x="31" y="259"/>
                    </a:lnTo>
                    <a:lnTo>
                      <a:pt x="31" y="257"/>
                    </a:lnTo>
                    <a:lnTo>
                      <a:pt x="32" y="256"/>
                    </a:lnTo>
                    <a:lnTo>
                      <a:pt x="32" y="255"/>
                    </a:lnTo>
                    <a:lnTo>
                      <a:pt x="33" y="253"/>
                    </a:lnTo>
                    <a:lnTo>
                      <a:pt x="33" y="251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6" y="247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7" y="243"/>
                    </a:lnTo>
                    <a:lnTo>
                      <a:pt x="37" y="241"/>
                    </a:lnTo>
                    <a:lnTo>
                      <a:pt x="39" y="240"/>
                    </a:lnTo>
                    <a:lnTo>
                      <a:pt x="39" y="239"/>
                    </a:lnTo>
                    <a:lnTo>
                      <a:pt x="39" y="237"/>
                    </a:lnTo>
                    <a:lnTo>
                      <a:pt x="40" y="237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2" y="229"/>
                    </a:lnTo>
                    <a:lnTo>
                      <a:pt x="42" y="228"/>
                    </a:lnTo>
                    <a:lnTo>
                      <a:pt x="42" y="227"/>
                    </a:lnTo>
                    <a:lnTo>
                      <a:pt x="44" y="225"/>
                    </a:lnTo>
                    <a:lnTo>
                      <a:pt x="44" y="223"/>
                    </a:lnTo>
                    <a:lnTo>
                      <a:pt x="45" y="221"/>
                    </a:lnTo>
                    <a:lnTo>
                      <a:pt x="45" y="220"/>
                    </a:lnTo>
                    <a:lnTo>
                      <a:pt x="46" y="217"/>
                    </a:lnTo>
                    <a:lnTo>
                      <a:pt x="48" y="215"/>
                    </a:lnTo>
                    <a:lnTo>
                      <a:pt x="48" y="213"/>
                    </a:lnTo>
                    <a:lnTo>
                      <a:pt x="49" y="211"/>
                    </a:lnTo>
                    <a:lnTo>
                      <a:pt x="49" y="209"/>
                    </a:lnTo>
                    <a:lnTo>
                      <a:pt x="50" y="207"/>
                    </a:lnTo>
                    <a:lnTo>
                      <a:pt x="52" y="205"/>
                    </a:lnTo>
                    <a:lnTo>
                      <a:pt x="52" y="204"/>
                    </a:lnTo>
                    <a:lnTo>
                      <a:pt x="52" y="203"/>
                    </a:lnTo>
                    <a:lnTo>
                      <a:pt x="53" y="201"/>
                    </a:lnTo>
                    <a:lnTo>
                      <a:pt x="53" y="200"/>
                    </a:lnTo>
                    <a:lnTo>
                      <a:pt x="54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6" y="195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7" y="191"/>
                    </a:lnTo>
                    <a:lnTo>
                      <a:pt x="57" y="190"/>
                    </a:lnTo>
                    <a:lnTo>
                      <a:pt x="57" y="188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4"/>
                    </a:lnTo>
                    <a:lnTo>
                      <a:pt x="60" y="183"/>
                    </a:lnTo>
                    <a:lnTo>
                      <a:pt x="60" y="182"/>
                    </a:lnTo>
                    <a:lnTo>
                      <a:pt x="60" y="180"/>
                    </a:lnTo>
                    <a:lnTo>
                      <a:pt x="61" y="179"/>
                    </a:lnTo>
                    <a:lnTo>
                      <a:pt x="61" y="176"/>
                    </a:lnTo>
                    <a:lnTo>
                      <a:pt x="61" y="175"/>
                    </a:lnTo>
                    <a:lnTo>
                      <a:pt x="62" y="174"/>
                    </a:lnTo>
                    <a:lnTo>
                      <a:pt x="62" y="171"/>
                    </a:lnTo>
                    <a:lnTo>
                      <a:pt x="64" y="170"/>
                    </a:lnTo>
                    <a:lnTo>
                      <a:pt x="64" y="167"/>
                    </a:lnTo>
                    <a:lnTo>
                      <a:pt x="65" y="164"/>
                    </a:lnTo>
                    <a:lnTo>
                      <a:pt x="65" y="163"/>
                    </a:lnTo>
                    <a:lnTo>
                      <a:pt x="66" y="160"/>
                    </a:lnTo>
                    <a:lnTo>
                      <a:pt x="66" y="159"/>
                    </a:lnTo>
                    <a:lnTo>
                      <a:pt x="68" y="158"/>
                    </a:lnTo>
                    <a:lnTo>
                      <a:pt x="68" y="156"/>
                    </a:lnTo>
                    <a:lnTo>
                      <a:pt x="68" y="154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0" y="148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72" y="144"/>
                    </a:lnTo>
                    <a:lnTo>
                      <a:pt x="72" y="143"/>
                    </a:lnTo>
                    <a:lnTo>
                      <a:pt x="72" y="142"/>
                    </a:lnTo>
                    <a:lnTo>
                      <a:pt x="72" y="140"/>
                    </a:lnTo>
                    <a:lnTo>
                      <a:pt x="73" y="139"/>
                    </a:lnTo>
                    <a:lnTo>
                      <a:pt x="73" y="138"/>
                    </a:lnTo>
                    <a:lnTo>
                      <a:pt x="74" y="136"/>
                    </a:lnTo>
                    <a:lnTo>
                      <a:pt x="74" y="135"/>
                    </a:lnTo>
                    <a:lnTo>
                      <a:pt x="74" y="134"/>
                    </a:lnTo>
                    <a:lnTo>
                      <a:pt x="76" y="132"/>
                    </a:lnTo>
                    <a:lnTo>
                      <a:pt x="76" y="130"/>
                    </a:lnTo>
                    <a:lnTo>
                      <a:pt x="76" y="128"/>
                    </a:lnTo>
                    <a:lnTo>
                      <a:pt x="77" y="127"/>
                    </a:lnTo>
                    <a:lnTo>
                      <a:pt x="77" y="126"/>
                    </a:lnTo>
                    <a:lnTo>
                      <a:pt x="78" y="123"/>
                    </a:lnTo>
                    <a:lnTo>
                      <a:pt x="78" y="122"/>
                    </a:lnTo>
                    <a:lnTo>
                      <a:pt x="78" y="119"/>
                    </a:lnTo>
                    <a:lnTo>
                      <a:pt x="80" y="116"/>
                    </a:lnTo>
                    <a:lnTo>
                      <a:pt x="80" y="115"/>
                    </a:lnTo>
                    <a:lnTo>
                      <a:pt x="81" y="113"/>
                    </a:lnTo>
                    <a:lnTo>
                      <a:pt x="81" y="111"/>
                    </a:lnTo>
                    <a:lnTo>
                      <a:pt x="82" y="110"/>
                    </a:lnTo>
                    <a:lnTo>
                      <a:pt x="82" y="107"/>
                    </a:lnTo>
                    <a:lnTo>
                      <a:pt x="82" y="106"/>
                    </a:lnTo>
                    <a:lnTo>
                      <a:pt x="84" y="105"/>
                    </a:lnTo>
                    <a:lnTo>
                      <a:pt x="84" y="103"/>
                    </a:lnTo>
                    <a:lnTo>
                      <a:pt x="84" y="102"/>
                    </a:lnTo>
                    <a:lnTo>
                      <a:pt x="85" y="101"/>
                    </a:lnTo>
                    <a:lnTo>
                      <a:pt x="85" y="99"/>
                    </a:lnTo>
                    <a:lnTo>
                      <a:pt x="85" y="98"/>
                    </a:lnTo>
                    <a:lnTo>
                      <a:pt x="85" y="97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3"/>
                    </a:lnTo>
                    <a:lnTo>
                      <a:pt x="86" y="91"/>
                    </a:lnTo>
                    <a:lnTo>
                      <a:pt x="86" y="90"/>
                    </a:lnTo>
                    <a:lnTo>
                      <a:pt x="86" y="89"/>
                    </a:lnTo>
                    <a:lnTo>
                      <a:pt x="86" y="87"/>
                    </a:lnTo>
                    <a:lnTo>
                      <a:pt x="88" y="87"/>
                    </a:lnTo>
                    <a:lnTo>
                      <a:pt x="88" y="86"/>
                    </a:lnTo>
                    <a:lnTo>
                      <a:pt x="88" y="85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8" y="79"/>
                    </a:lnTo>
                    <a:lnTo>
                      <a:pt x="88" y="78"/>
                    </a:lnTo>
                    <a:lnTo>
                      <a:pt x="88" y="77"/>
                    </a:lnTo>
                    <a:lnTo>
                      <a:pt x="88" y="74"/>
                    </a:lnTo>
                    <a:lnTo>
                      <a:pt x="88" y="73"/>
                    </a:lnTo>
                    <a:lnTo>
                      <a:pt x="89" y="70"/>
                    </a:lnTo>
                    <a:lnTo>
                      <a:pt x="89" y="69"/>
                    </a:lnTo>
                    <a:lnTo>
                      <a:pt x="89" y="67"/>
                    </a:lnTo>
                    <a:lnTo>
                      <a:pt x="89" y="66"/>
                    </a:lnTo>
                    <a:lnTo>
                      <a:pt x="89" y="65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89" y="61"/>
                    </a:lnTo>
                    <a:lnTo>
                      <a:pt x="89" y="59"/>
                    </a:lnTo>
                    <a:lnTo>
                      <a:pt x="89" y="58"/>
                    </a:lnTo>
                    <a:lnTo>
                      <a:pt x="90" y="57"/>
                    </a:lnTo>
                    <a:lnTo>
                      <a:pt x="90" y="55"/>
                    </a:lnTo>
                    <a:lnTo>
                      <a:pt x="90" y="54"/>
                    </a:lnTo>
                    <a:lnTo>
                      <a:pt x="90" y="53"/>
                    </a:lnTo>
                    <a:lnTo>
                      <a:pt x="90" y="51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2" y="47"/>
                    </a:lnTo>
                    <a:lnTo>
                      <a:pt x="92" y="46"/>
                    </a:lnTo>
                    <a:lnTo>
                      <a:pt x="92" y="45"/>
                    </a:lnTo>
                    <a:lnTo>
                      <a:pt x="92" y="43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3" y="40"/>
                    </a:lnTo>
                    <a:lnTo>
                      <a:pt x="93" y="38"/>
                    </a:lnTo>
                    <a:lnTo>
                      <a:pt x="93" y="37"/>
                    </a:lnTo>
                    <a:lnTo>
                      <a:pt x="93" y="36"/>
                    </a:lnTo>
                    <a:lnTo>
                      <a:pt x="93" y="34"/>
                    </a:lnTo>
                    <a:lnTo>
                      <a:pt x="94" y="33"/>
                    </a:lnTo>
                    <a:lnTo>
                      <a:pt x="94" y="32"/>
                    </a:lnTo>
                    <a:lnTo>
                      <a:pt x="94" y="30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4" y="24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0"/>
                    </a:lnTo>
                    <a:lnTo>
                      <a:pt x="94" y="18"/>
                    </a:lnTo>
                    <a:lnTo>
                      <a:pt x="94" y="17"/>
                    </a:lnTo>
                    <a:lnTo>
                      <a:pt x="94" y="16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3" y="10"/>
                    </a:lnTo>
                    <a:lnTo>
                      <a:pt x="93" y="8"/>
                    </a:lnTo>
                    <a:lnTo>
                      <a:pt x="93" y="5"/>
                    </a:lnTo>
                    <a:lnTo>
                      <a:pt x="93" y="2"/>
                    </a:lnTo>
                    <a:lnTo>
                      <a:pt x="93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10667" name="Freeform 45">
              <a:extLst>
                <a:ext uri="{FF2B5EF4-FFF2-40B4-BE49-F238E27FC236}">
                  <a16:creationId xmlns:a16="http://schemas.microsoft.com/office/drawing/2014/main" id="{4F08BD88-8421-407F-BC74-D971DDA53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674" y="2957298"/>
              <a:ext cx="3699109" cy="2735272"/>
            </a:xfrm>
            <a:custGeom>
              <a:avLst/>
              <a:gdLst>
                <a:gd name="T0" fmla="*/ 1278345235 w 10704"/>
                <a:gd name="T1" fmla="*/ 0 h 21003"/>
                <a:gd name="T2" fmla="*/ 2388662 w 10704"/>
                <a:gd name="T3" fmla="*/ 1102418 h 21003"/>
                <a:gd name="T4" fmla="*/ 0 w 10704"/>
                <a:gd name="T5" fmla="*/ 356221155 h 21003"/>
                <a:gd name="T6" fmla="*/ 135430103 w 10704"/>
                <a:gd name="T7" fmla="*/ 356102383 h 210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04" h="21003">
                  <a:moveTo>
                    <a:pt x="10704" y="0"/>
                  </a:move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1134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668" name="Line 14">
              <a:extLst>
                <a:ext uri="{FF2B5EF4-FFF2-40B4-BE49-F238E27FC236}">
                  <a16:creationId xmlns:a16="http://schemas.microsoft.com/office/drawing/2014/main" id="{3D09F7EB-7FB6-4AF6-B936-C71BA7DB22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07413" y="5790467"/>
              <a:ext cx="580100" cy="31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669" name="Freeform 48">
              <a:extLst>
                <a:ext uri="{FF2B5EF4-FFF2-40B4-BE49-F238E27FC236}">
                  <a16:creationId xmlns:a16="http://schemas.microsoft.com/office/drawing/2014/main" id="{C2F1759D-BEF2-4721-841B-9BDB05CEB0C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594887" y="2914643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670" name="Freeform 48">
              <a:extLst>
                <a:ext uri="{FF2B5EF4-FFF2-40B4-BE49-F238E27FC236}">
                  <a16:creationId xmlns:a16="http://schemas.microsoft.com/office/drawing/2014/main" id="{052FA78E-523D-4E41-9249-F273BAB6209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434954" y="2931576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671" name="Freeform 5">
              <a:extLst>
                <a:ext uri="{FF2B5EF4-FFF2-40B4-BE49-F238E27FC236}">
                  <a16:creationId xmlns:a16="http://schemas.microsoft.com/office/drawing/2014/main" id="{02EA9491-CD66-4B5F-861C-4B0EB3950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272" y="5755462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672" name="Freeform 7">
              <a:extLst>
                <a:ext uri="{FF2B5EF4-FFF2-40B4-BE49-F238E27FC236}">
                  <a16:creationId xmlns:a16="http://schemas.microsoft.com/office/drawing/2014/main" id="{E8BF86FF-DEDE-44B6-9C05-157AF86C2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167" y="5867731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410673" name="Group 4">
              <a:extLst>
                <a:ext uri="{FF2B5EF4-FFF2-40B4-BE49-F238E27FC236}">
                  <a16:creationId xmlns:a16="http://schemas.microsoft.com/office/drawing/2014/main" id="{0EA9CDB3-5F31-4219-8346-356810197A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62243" y="1638205"/>
              <a:ext cx="3228751" cy="750888"/>
              <a:chOff x="5768352" y="3768775"/>
              <a:chExt cx="3229577" cy="750332"/>
            </a:xfrm>
          </p:grpSpPr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64A62B67-C4AE-FA4A-A47E-34BB89E586B0}"/>
                  </a:ext>
                </a:extLst>
              </p:cNvPr>
              <p:cNvCxnSpPr/>
              <p:nvPr/>
            </p:nvCxnSpPr>
            <p:spPr>
              <a:xfrm flipV="1">
                <a:off x="5768098" y="4206630"/>
                <a:ext cx="1980137" cy="15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7B0D2C3D-22DE-A645-B062-C143EEA74031}"/>
                  </a:ext>
                </a:extLst>
              </p:cNvPr>
              <p:cNvCxnSpPr/>
              <p:nvPr/>
            </p:nvCxnSpPr>
            <p:spPr>
              <a:xfrm>
                <a:off x="7749823" y="4065438"/>
                <a:ext cx="565300" cy="1586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3FB04C6C-0714-E64F-BA23-3A273A1A9230}"/>
                  </a:ext>
                </a:extLst>
              </p:cNvPr>
              <p:cNvCxnSpPr/>
              <p:nvPr/>
            </p:nvCxnSpPr>
            <p:spPr>
              <a:xfrm>
                <a:off x="7745059" y="4346236"/>
                <a:ext cx="565300" cy="15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00D7C954-3276-0141-BDD6-23FE9AC5384A}"/>
                  </a:ext>
                </a:extLst>
              </p:cNvPr>
              <p:cNvCxnSpPr/>
              <p:nvPr/>
            </p:nvCxnSpPr>
            <p:spPr>
              <a:xfrm flipH="1" flipV="1">
                <a:off x="7749823" y="4062265"/>
                <a:ext cx="3176" cy="28397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0704" name="TextBox 93">
                <a:extLst>
                  <a:ext uri="{FF2B5EF4-FFF2-40B4-BE49-F238E27FC236}">
                    <a16:creationId xmlns:a16="http://schemas.microsoft.com/office/drawing/2014/main" id="{1E9D71D3-3BF5-432E-B94E-1A75E2ACFE0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76877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10705" name="TextBox 6">
                <a:extLst>
                  <a:ext uri="{FF2B5EF4-FFF2-40B4-BE49-F238E27FC236}">
                    <a16:creationId xmlns:a16="http://schemas.microsoft.com/office/drawing/2014/main" id="{ED100606-73F9-45DA-A020-3C177A7B71F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149775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0706" name="Freeform 48">
                <a:extLst>
                  <a:ext uri="{FF2B5EF4-FFF2-40B4-BE49-F238E27FC236}">
                    <a16:creationId xmlns:a16="http://schemas.microsoft.com/office/drawing/2014/main" id="{E2E19809-00A4-45C6-A651-9150BA88D8D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08850" y="4183965"/>
                <a:ext cx="77241" cy="73098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10674" name="Group 88">
              <a:extLst>
                <a:ext uri="{FF2B5EF4-FFF2-40B4-BE49-F238E27FC236}">
                  <a16:creationId xmlns:a16="http://schemas.microsoft.com/office/drawing/2014/main" id="{A54BD0CF-3FC5-4A30-8545-54F1F43BFF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53438" y="2428748"/>
              <a:ext cx="2803076" cy="749300"/>
              <a:chOff x="6194136" y="3853561"/>
              <a:chExt cx="2803793" cy="750332"/>
            </a:xfrm>
          </p:grpSpPr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DABE5E6A-4587-244C-BDBB-171B1697C90C}"/>
                  </a:ext>
                </a:extLst>
              </p:cNvPr>
              <p:cNvCxnSpPr/>
              <p:nvPr/>
            </p:nvCxnSpPr>
            <p:spPr>
              <a:xfrm>
                <a:off x="6194803" y="4204992"/>
                <a:ext cx="1565690" cy="1589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8D88CCCE-B556-AF47-B61C-987AA7A52D3A}"/>
                  </a:ext>
                </a:extLst>
              </p:cNvPr>
              <p:cNvCxnSpPr/>
              <p:nvPr/>
            </p:nvCxnSpPr>
            <p:spPr>
              <a:xfrm>
                <a:off x="7744614" y="4065090"/>
                <a:ext cx="565300" cy="1589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Straight Connector 99">
                <a:extLst>
                  <a:ext uri="{FF2B5EF4-FFF2-40B4-BE49-F238E27FC236}">
                    <a16:creationId xmlns:a16="http://schemas.microsoft.com/office/drawing/2014/main" id="{1D7735FD-3277-CE41-96BE-30A0CBFE182A}"/>
                  </a:ext>
                </a:extLst>
              </p:cNvPr>
              <p:cNvCxnSpPr/>
              <p:nvPr/>
            </p:nvCxnSpPr>
            <p:spPr>
              <a:xfrm>
                <a:off x="7739851" y="4340124"/>
                <a:ext cx="565300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731C47D1-26EE-A647-9EBF-052A64C066C2}"/>
                  </a:ext>
                </a:extLst>
              </p:cNvPr>
              <p:cNvCxnSpPr/>
              <p:nvPr/>
            </p:nvCxnSpPr>
            <p:spPr>
              <a:xfrm flipH="1" flipV="1">
                <a:off x="7749378" y="4057141"/>
                <a:ext cx="3176" cy="284574"/>
              </a:xfrm>
              <a:prstGeom prst="line">
                <a:avLst/>
              </a:prstGeom>
              <a:solidFill>
                <a:srgbClr val="00B050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0697" name="TextBox 93">
                <a:extLst>
                  <a:ext uri="{FF2B5EF4-FFF2-40B4-BE49-F238E27FC236}">
                    <a16:creationId xmlns:a16="http://schemas.microsoft.com/office/drawing/2014/main" id="{C0FAB751-DFF6-4CE9-A16D-4ED8AA81EE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853561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10698" name="TextBox 6">
                <a:extLst>
                  <a:ext uri="{FF2B5EF4-FFF2-40B4-BE49-F238E27FC236}">
                    <a16:creationId xmlns:a16="http://schemas.microsoft.com/office/drawing/2014/main" id="{2C5675B3-7B67-4FC0-95DB-B43821BEA61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234561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0699" name="Freeform 48">
                <a:extLst>
                  <a:ext uri="{FF2B5EF4-FFF2-40B4-BE49-F238E27FC236}">
                    <a16:creationId xmlns:a16="http://schemas.microsoft.com/office/drawing/2014/main" id="{524D8937-541E-48BA-8BC1-6E11E230664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08850" y="4178383"/>
                <a:ext cx="77241" cy="73253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10675" name="Group 8">
              <a:extLst>
                <a:ext uri="{FF2B5EF4-FFF2-40B4-BE49-F238E27FC236}">
                  <a16:creationId xmlns:a16="http://schemas.microsoft.com/office/drawing/2014/main" id="{9B37285D-67FE-4F15-BD18-95889E379A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8227" y="3282987"/>
              <a:ext cx="1863862" cy="914400"/>
              <a:chOff x="7168853" y="823310"/>
              <a:chExt cx="1863684" cy="915796"/>
            </a:xfrm>
          </p:grpSpPr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DB3DFA8A-32DA-E049-8852-E03B27498F95}"/>
                  </a:ext>
                </a:extLst>
              </p:cNvPr>
              <p:cNvCxnSpPr/>
              <p:nvPr/>
            </p:nvCxnSpPr>
            <p:spPr>
              <a:xfrm flipV="1">
                <a:off x="7169302" y="1289170"/>
                <a:ext cx="1122265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83F1791B-17F0-1540-B848-5B634553CA60}"/>
                  </a:ext>
                </a:extLst>
              </p:cNvPr>
              <p:cNvCxnSpPr/>
              <p:nvPr/>
            </p:nvCxnSpPr>
            <p:spPr>
              <a:xfrm>
                <a:off x="7750277" y="1025224"/>
                <a:ext cx="565101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7727301C-1D3F-4D4C-8EB4-2107B2BC4B44}"/>
                  </a:ext>
                </a:extLst>
              </p:cNvPr>
              <p:cNvCxnSpPr/>
              <p:nvPr/>
            </p:nvCxnSpPr>
            <p:spPr>
              <a:xfrm>
                <a:off x="7745514" y="1521314"/>
                <a:ext cx="565101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Straight Connector 108">
                <a:extLst>
                  <a:ext uri="{FF2B5EF4-FFF2-40B4-BE49-F238E27FC236}">
                    <a16:creationId xmlns:a16="http://schemas.microsoft.com/office/drawing/2014/main" id="{BDC9A17E-8A04-2643-AC28-F6995AE7D1C7}"/>
                  </a:ext>
                </a:extLst>
              </p:cNvPr>
              <p:cNvCxnSpPr/>
              <p:nvPr/>
            </p:nvCxnSpPr>
            <p:spPr>
              <a:xfrm flipH="1" flipV="1">
                <a:off x="7745514" y="1018864"/>
                <a:ext cx="3175" cy="505630"/>
              </a:xfrm>
              <a:prstGeom prst="line">
                <a:avLst/>
              </a:prstGeom>
              <a:solidFill>
                <a:srgbClr val="00B050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0689" name="TextBox 101">
                <a:extLst>
                  <a:ext uri="{FF2B5EF4-FFF2-40B4-BE49-F238E27FC236}">
                    <a16:creationId xmlns:a16="http://schemas.microsoft.com/office/drawing/2014/main" id="{B6109F9C-FE10-4C39-AB37-943D35A0A2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0792" y="108674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10690" name="TextBox 6">
                <a:extLst>
                  <a:ext uri="{FF2B5EF4-FFF2-40B4-BE49-F238E27FC236}">
                    <a16:creationId xmlns:a16="http://schemas.microsoft.com/office/drawing/2014/main" id="{BCD855E2-E25C-4C6A-8BD5-A6FEC72759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16032" y="823310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0691" name="Freeform 48">
                <a:extLst>
                  <a:ext uri="{FF2B5EF4-FFF2-40B4-BE49-F238E27FC236}">
                    <a16:creationId xmlns:a16="http://schemas.microsoft.com/office/drawing/2014/main" id="{4D2EC1B0-F10B-457C-AE45-770EC600F92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10106" y="1261218"/>
                <a:ext cx="73145" cy="73264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10692" name="TextBox 107">
                <a:extLst>
                  <a:ext uri="{FF2B5EF4-FFF2-40B4-BE49-F238E27FC236}">
                    <a16:creationId xmlns:a16="http://schemas.microsoft.com/office/drawing/2014/main" id="{8B1DFC5E-59E5-4C51-8C75-C766DE9448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96438" y="1369774"/>
                <a:ext cx="736099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Done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sp>
          <p:nvSpPr>
            <p:cNvPr id="410676" name="Freeform 48">
              <a:extLst>
                <a:ext uri="{FF2B5EF4-FFF2-40B4-BE49-F238E27FC236}">
                  <a16:creationId xmlns:a16="http://schemas.microsoft.com/office/drawing/2014/main" id="{B3318C07-0125-4DFB-8FED-BD694DCB3B7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232937" y="2733668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677" name="Freeform 48">
              <a:extLst>
                <a:ext uri="{FF2B5EF4-FFF2-40B4-BE49-F238E27FC236}">
                  <a16:creationId xmlns:a16="http://schemas.microsoft.com/office/drawing/2014/main" id="{32AD45F3-FC3E-420B-BF5E-BAF3F19D791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823362" y="2047868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" name="Donut 1">
              <a:extLst>
                <a:ext uri="{FF2B5EF4-FFF2-40B4-BE49-F238E27FC236}">
                  <a16:creationId xmlns:a16="http://schemas.microsoft.com/office/drawing/2014/main" id="{0DF54F84-BCE4-3641-8622-7553A1268CE4}"/>
                </a:ext>
              </a:extLst>
            </p:cNvPr>
            <p:cNvSpPr/>
            <p:nvPr/>
          </p:nvSpPr>
          <p:spPr>
            <a:xfrm>
              <a:off x="966093" y="5300817"/>
              <a:ext cx="3081366" cy="1408208"/>
            </a:xfrm>
            <a:prstGeom prst="donut">
              <a:avLst>
                <a:gd name="adj" fmla="val 0"/>
              </a:avLst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cs typeface="+mn-cs"/>
                <a:sym typeface="Arial" charset="0"/>
              </a:endParaRPr>
            </a:p>
          </p:txBody>
        </p:sp>
        <p:grpSp>
          <p:nvGrpSpPr>
            <p:cNvPr id="410679" name="Group 3">
              <a:extLst>
                <a:ext uri="{FF2B5EF4-FFF2-40B4-BE49-F238E27FC236}">
                  <a16:creationId xmlns:a16="http://schemas.microsoft.com/office/drawing/2014/main" id="{A50D92A2-8F42-494A-B870-8DFFB24648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23065" y="4784529"/>
              <a:ext cx="1058303" cy="369332"/>
              <a:chOff x="2323065" y="4784529"/>
              <a:chExt cx="1058303" cy="369332"/>
            </a:xfrm>
          </p:grpSpPr>
          <p:sp>
            <p:nvSpPr>
              <p:cNvPr id="410683" name="TextBox 70">
                <a:extLst>
                  <a:ext uri="{FF2B5EF4-FFF2-40B4-BE49-F238E27FC236}">
                    <a16:creationId xmlns:a16="http://schemas.microsoft.com/office/drawing/2014/main" id="{9ADA97AE-4854-43C8-A650-1F2FDD91A51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23065" y="4784529"/>
                <a:ext cx="1058303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1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w y</a:t>
                </a:r>
                <a:r>
                  <a:rPr kumimoji="0" lang="en-US" altLang="en-US" sz="1800" b="0" i="1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1 </a:t>
                </a:r>
                <a:r>
                  <a:rPr kumimoji="0" lang="en-US" altLang="en-US" sz="1800" b="0" i="1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+ y</a:t>
                </a:r>
                <a:r>
                  <a:rPr kumimoji="0" lang="en-US" altLang="en-US" sz="1800" b="0" i="1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410684" name="Shape 3478">
                <a:extLst>
                  <a:ext uri="{FF2B5EF4-FFF2-40B4-BE49-F238E27FC236}">
                    <a16:creationId xmlns:a16="http://schemas.microsoft.com/office/drawing/2014/main" id="{1FD43F40-4466-4D5B-8365-A680C0D60A5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438446" y="4860165"/>
                <a:ext cx="158881" cy="1583"/>
              </a:xfrm>
              <a:prstGeom prst="straightConnector1">
                <a:avLst/>
              </a:prstGeom>
              <a:noFill/>
              <a:ln w="22225" cap="rnd">
                <a:solidFill>
                  <a:srgbClr val="FF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410680" name="TextBox 4">
              <a:extLst>
                <a:ext uri="{FF2B5EF4-FFF2-40B4-BE49-F238E27FC236}">
                  <a16:creationId xmlns:a16="http://schemas.microsoft.com/office/drawing/2014/main" id="{365D9F7B-CB04-480B-8601-B470588DD4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02181" y="6059842"/>
              <a:ext cx="207460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This is the same as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in the previous example</a:t>
              </a:r>
            </a:p>
          </p:txBody>
        </p:sp>
        <p:sp>
          <p:nvSpPr>
            <p:cNvPr id="410681" name="Freeform 45">
              <a:extLst>
                <a:ext uri="{FF2B5EF4-FFF2-40B4-BE49-F238E27FC236}">
                  <a16:creationId xmlns:a16="http://schemas.microsoft.com/office/drawing/2014/main" id="{90620470-CDEF-4B53-B595-D0FBCE85AA0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852089" y="2959411"/>
              <a:ext cx="4372447" cy="3609986"/>
            </a:xfrm>
            <a:custGeom>
              <a:avLst/>
              <a:gdLst>
                <a:gd name="T0" fmla="*/ 1541469344 w 10704"/>
                <a:gd name="T1" fmla="*/ 86678321 h 150349"/>
                <a:gd name="T2" fmla="*/ 1782751296 w 10704"/>
                <a:gd name="T3" fmla="*/ 86601655 h 150349"/>
                <a:gd name="T4" fmla="*/ 1786088637 w 10704"/>
                <a:gd name="T5" fmla="*/ 0 h 150349"/>
                <a:gd name="T6" fmla="*/ 3337340 w 10704"/>
                <a:gd name="T7" fmla="*/ 37481 h 150349"/>
                <a:gd name="T8" fmla="*/ 0 w 10704"/>
                <a:gd name="T9" fmla="*/ 12108528 h 150349"/>
                <a:gd name="T10" fmla="*/ 164025176 w 10704"/>
                <a:gd name="T11" fmla="*/ 12104494 h 1503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04" h="150349">
                  <a:moveTo>
                    <a:pt x="9238" y="150349"/>
                  </a:moveTo>
                  <a:lnTo>
                    <a:pt x="10684" y="150216"/>
                  </a:lnTo>
                  <a:cubicBezTo>
                    <a:pt x="10716" y="100026"/>
                    <a:pt x="10672" y="50190"/>
                    <a:pt x="10704" y="0"/>
                  </a:cubicBez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983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0682" name="Freeform 48">
              <a:extLst>
                <a:ext uri="{FF2B5EF4-FFF2-40B4-BE49-F238E27FC236}">
                  <a16:creationId xmlns:a16="http://schemas.microsoft.com/office/drawing/2014/main" id="{81F1A094-8098-4516-B829-312EBF003E3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186470" y="3716834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86F72794-4882-7B42-9691-7ED99A7AF82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4763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/>
              <a:t>The Solution for Encoding # 3</a:t>
            </a:r>
            <a:endParaRPr lang="en-US" dirty="0">
              <a:ea typeface="+mj-ea"/>
              <a:cs typeface="+mj-cs"/>
            </a:endParaRPr>
          </a:p>
        </p:txBody>
      </p:sp>
      <p:grpSp>
        <p:nvGrpSpPr>
          <p:cNvPr id="411650" name="Group 3">
            <a:extLst>
              <a:ext uri="{FF2B5EF4-FFF2-40B4-BE49-F238E27FC236}">
                <a16:creationId xmlns:a16="http://schemas.microsoft.com/office/drawing/2014/main" id="{58EFD9AD-A7B2-413F-AA5D-CD1CEEF987AF}"/>
              </a:ext>
            </a:extLst>
          </p:cNvPr>
          <p:cNvGrpSpPr>
            <a:grpSpLocks/>
          </p:cNvGrpSpPr>
          <p:nvPr/>
        </p:nvGrpSpPr>
        <p:grpSpPr bwMode="auto">
          <a:xfrm>
            <a:off x="0" y="771525"/>
            <a:ext cx="2741613" cy="1243013"/>
            <a:chOff x="6044966" y="5489499"/>
            <a:chExt cx="2741195" cy="1242883"/>
          </a:xfrm>
        </p:grpSpPr>
        <p:sp>
          <p:nvSpPr>
            <p:cNvPr id="411772" name="TextBox 4">
              <a:extLst>
                <a:ext uri="{FF2B5EF4-FFF2-40B4-BE49-F238E27FC236}">
                  <a16:creationId xmlns:a16="http://schemas.microsoft.com/office/drawing/2014/main" id="{CCF5E624-8ACC-4456-B913-14497038D1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44966" y="5489499"/>
              <a:ext cx="183565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R1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out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R2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in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3</a:t>
              </a:r>
            </a:p>
          </p:txBody>
        </p:sp>
        <p:sp>
          <p:nvSpPr>
            <p:cNvPr id="411773" name="TextBox 6">
              <a:extLst>
                <a:ext uri="{FF2B5EF4-FFF2-40B4-BE49-F238E27FC236}">
                  <a16:creationId xmlns:a16="http://schemas.microsoft.com/office/drawing/2014/main" id="{088A6388-E32E-472A-8C1C-D1669A47F0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73300" y="6363050"/>
              <a:ext cx="183565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R2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out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R3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in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</a:t>
              </a:r>
            </a:p>
          </p:txBody>
        </p:sp>
        <p:sp>
          <p:nvSpPr>
            <p:cNvPr id="411774" name="TextBox 9">
              <a:extLst>
                <a:ext uri="{FF2B5EF4-FFF2-40B4-BE49-F238E27FC236}">
                  <a16:creationId xmlns:a16="http://schemas.microsoft.com/office/drawing/2014/main" id="{5F04BA4C-D070-40A8-B734-764CE1594C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35601" y="5959926"/>
              <a:ext cx="265056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R1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in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R3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out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Done = y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</a:t>
              </a:r>
            </a:p>
          </p:txBody>
        </p:sp>
      </p:grpSp>
      <p:sp>
        <p:nvSpPr>
          <p:cNvPr id="411651" name="TextBox 1">
            <a:extLst>
              <a:ext uri="{FF2B5EF4-FFF2-40B4-BE49-F238E27FC236}">
                <a16:creationId xmlns:a16="http://schemas.microsoft.com/office/drawing/2014/main" id="{7530F7FA-B06F-4D5D-9F32-B7740230EF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963" y="5673725"/>
            <a:ext cx="11620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Y</a:t>
            </a:r>
            <a:r>
              <a:rPr kumimoji="0" lang="en-US" altLang="en-US" sz="1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2</a:t>
            </a: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 = w y</a:t>
            </a:r>
            <a:r>
              <a:rPr kumimoji="0" lang="en-US" altLang="en-US" sz="1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1</a:t>
            </a:r>
          </a:p>
        </p:txBody>
      </p:sp>
      <p:sp>
        <p:nvSpPr>
          <p:cNvPr id="411652" name="TextBox 65">
            <a:extLst>
              <a:ext uri="{FF2B5EF4-FFF2-40B4-BE49-F238E27FC236}">
                <a16:creationId xmlns:a16="http://schemas.microsoft.com/office/drawing/2014/main" id="{CD392000-734B-4836-BFB4-0C4C68EB23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138" y="6002338"/>
            <a:ext cx="887412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Y</a:t>
            </a:r>
            <a:r>
              <a:rPr kumimoji="0" lang="en-US" altLang="en-US" sz="1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3</a:t>
            </a: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 = y</a:t>
            </a:r>
            <a:r>
              <a:rPr kumimoji="0" lang="en-US" altLang="en-US" sz="1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2</a:t>
            </a:r>
          </a:p>
        </p:txBody>
      </p:sp>
      <p:sp>
        <p:nvSpPr>
          <p:cNvPr id="411653" name="TextBox 68">
            <a:extLst>
              <a:ext uri="{FF2B5EF4-FFF2-40B4-BE49-F238E27FC236}">
                <a16:creationId xmlns:a16="http://schemas.microsoft.com/office/drawing/2014/main" id="{2613B2FD-3623-476D-BE4D-C396B31511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250" y="6367463"/>
            <a:ext cx="887413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Y</a:t>
            </a:r>
            <a:r>
              <a:rPr kumimoji="0" lang="en-US" altLang="en-US" sz="1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4</a:t>
            </a: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 = y</a:t>
            </a:r>
            <a:r>
              <a:rPr kumimoji="0" lang="en-US" altLang="en-US" sz="18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3</a:t>
            </a:r>
          </a:p>
        </p:txBody>
      </p:sp>
      <p:grpSp>
        <p:nvGrpSpPr>
          <p:cNvPr id="411654" name="Group 2">
            <a:extLst>
              <a:ext uri="{FF2B5EF4-FFF2-40B4-BE49-F238E27FC236}">
                <a16:creationId xmlns:a16="http://schemas.microsoft.com/office/drawing/2014/main" id="{9EB37080-1036-4CD4-A77E-6188BD9751F3}"/>
              </a:ext>
            </a:extLst>
          </p:cNvPr>
          <p:cNvGrpSpPr>
            <a:grpSpLocks/>
          </p:cNvGrpSpPr>
          <p:nvPr/>
        </p:nvGrpSpPr>
        <p:grpSpPr bwMode="auto">
          <a:xfrm>
            <a:off x="73025" y="5287963"/>
            <a:ext cx="1603375" cy="368300"/>
            <a:chOff x="72925" y="5287195"/>
            <a:chExt cx="1603972" cy="369332"/>
          </a:xfrm>
        </p:grpSpPr>
        <p:sp>
          <p:nvSpPr>
            <p:cNvPr id="411770" name="TextBox 70">
              <a:extLst>
                <a:ext uri="{FF2B5EF4-FFF2-40B4-BE49-F238E27FC236}">
                  <a16:creationId xmlns:a16="http://schemas.microsoft.com/office/drawing/2014/main" id="{83195097-D261-4580-BC63-7B138592AB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925" y="5287195"/>
              <a:ext cx="160397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w 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+ 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</a:t>
              </a:r>
            </a:p>
          </p:txBody>
        </p:sp>
        <p:cxnSp>
          <p:nvCxnSpPr>
            <p:cNvPr id="411771" name="Shape 3478">
              <a:extLst>
                <a:ext uri="{FF2B5EF4-FFF2-40B4-BE49-F238E27FC236}">
                  <a16:creationId xmlns:a16="http://schemas.microsoft.com/office/drawing/2014/main" id="{14F89D8A-F20C-4FD4-BDEA-28EC762C1D5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99194" y="5363042"/>
              <a:ext cx="144491" cy="1587"/>
            </a:xfrm>
            <a:prstGeom prst="straightConnector1">
              <a:avLst/>
            </a:prstGeom>
            <a:noFill/>
            <a:ln w="22225" cap="rnd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411655" name="Rectangle 13">
            <a:extLst>
              <a:ext uri="{FF2B5EF4-FFF2-40B4-BE49-F238E27FC236}">
                <a16:creationId xmlns:a16="http://schemas.microsoft.com/office/drawing/2014/main" id="{E5004601-CA07-4956-A854-CF8ED7844C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7838" y="3878263"/>
            <a:ext cx="800100" cy="1303337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11656" name="Rectangle 14">
            <a:extLst>
              <a:ext uri="{FF2B5EF4-FFF2-40B4-BE49-F238E27FC236}">
                <a16:creationId xmlns:a16="http://schemas.microsoft.com/office/drawing/2014/main" id="{EC4D0BD6-E4E3-4218-97E2-45FB8EC8D4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7213" y="4102100"/>
            <a:ext cx="295275" cy="290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D </a:t>
            </a: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11657" name="Rectangle 15">
            <a:extLst>
              <a:ext uri="{FF2B5EF4-FFF2-40B4-BE49-F238E27FC236}">
                <a16:creationId xmlns:a16="http://schemas.microsoft.com/office/drawing/2014/main" id="{A1FC36AA-BC2E-4DB3-83B4-FB413FB33C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13463" y="4094163"/>
            <a:ext cx="295275" cy="290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Q </a:t>
            </a: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11658" name="Line 16">
            <a:extLst>
              <a:ext uri="{FF2B5EF4-FFF2-40B4-BE49-F238E27FC236}">
                <a16:creationId xmlns:a16="http://schemas.microsoft.com/office/drawing/2014/main" id="{8B871E42-6CD4-4F34-BB5F-79CC65252F3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9338" y="4724400"/>
            <a:ext cx="114300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659" name="Freeform 17">
            <a:extLst>
              <a:ext uri="{FF2B5EF4-FFF2-40B4-BE49-F238E27FC236}">
                <a16:creationId xmlns:a16="http://schemas.microsoft.com/office/drawing/2014/main" id="{3367CFE5-1ACB-4C23-9FF9-A716FD2ADF68}"/>
              </a:ext>
            </a:extLst>
          </p:cNvPr>
          <p:cNvSpPr>
            <a:spLocks/>
          </p:cNvSpPr>
          <p:nvPr/>
        </p:nvSpPr>
        <p:spPr bwMode="auto">
          <a:xfrm>
            <a:off x="5557838" y="4770438"/>
            <a:ext cx="160337" cy="158750"/>
          </a:xfrm>
          <a:custGeom>
            <a:avLst/>
            <a:gdLst>
              <a:gd name="T0" fmla="*/ 0 w 202"/>
              <a:gd name="T1" fmla="*/ 2147483646 h 202"/>
              <a:gd name="T2" fmla="*/ 2147483646 w 202"/>
              <a:gd name="T3" fmla="*/ 2147483646 h 202"/>
              <a:gd name="T4" fmla="*/ 0 w 202"/>
              <a:gd name="T5" fmla="*/ 0 h 202"/>
              <a:gd name="T6" fmla="*/ 0 60000 65536"/>
              <a:gd name="T7" fmla="*/ 0 60000 65536"/>
              <a:gd name="T8" fmla="*/ 0 60000 65536"/>
              <a:gd name="T9" fmla="*/ 0 w 202"/>
              <a:gd name="T10" fmla="*/ 0 h 202"/>
              <a:gd name="T11" fmla="*/ 202 w 202"/>
              <a:gd name="T12" fmla="*/ 202 h 20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2" h="202">
                <a:moveTo>
                  <a:pt x="0" y="202"/>
                </a:moveTo>
                <a:lnTo>
                  <a:pt x="202" y="115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660" name="Line 20">
            <a:extLst>
              <a:ext uri="{FF2B5EF4-FFF2-40B4-BE49-F238E27FC236}">
                <a16:creationId xmlns:a16="http://schemas.microsoft.com/office/drawing/2014/main" id="{086FE343-FA17-46E4-9205-55A934EDF94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52975" y="4198938"/>
            <a:ext cx="804863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661" name="Rectangle 22">
            <a:extLst>
              <a:ext uri="{FF2B5EF4-FFF2-40B4-BE49-F238E27FC236}">
                <a16:creationId xmlns:a16="http://schemas.microsoft.com/office/drawing/2014/main" id="{B604724A-0757-4A96-B546-79C8E6574A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7838" y="5408613"/>
            <a:ext cx="800100" cy="1301750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11662" name="Rectangle 23">
            <a:extLst>
              <a:ext uri="{FF2B5EF4-FFF2-40B4-BE49-F238E27FC236}">
                <a16:creationId xmlns:a16="http://schemas.microsoft.com/office/drawing/2014/main" id="{E5377C44-DA80-4374-8C26-539209AE92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15050" y="4746625"/>
            <a:ext cx="295275" cy="290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Q </a:t>
            </a: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11663" name="Rectangle 24">
            <a:extLst>
              <a:ext uri="{FF2B5EF4-FFF2-40B4-BE49-F238E27FC236}">
                <a16:creationId xmlns:a16="http://schemas.microsoft.com/office/drawing/2014/main" id="{D5DD349C-07F4-483B-817E-BB02790C2F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7213" y="5635625"/>
            <a:ext cx="295275" cy="290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D </a:t>
            </a: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11664" name="Rectangle 25">
            <a:extLst>
              <a:ext uri="{FF2B5EF4-FFF2-40B4-BE49-F238E27FC236}">
                <a16:creationId xmlns:a16="http://schemas.microsoft.com/office/drawing/2014/main" id="{C0E03D7C-38E1-45EC-AF91-FB586C5EFF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13463" y="5627688"/>
            <a:ext cx="295275" cy="290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Q </a:t>
            </a: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11665" name="Line 26">
            <a:extLst>
              <a:ext uri="{FF2B5EF4-FFF2-40B4-BE49-F238E27FC236}">
                <a16:creationId xmlns:a16="http://schemas.microsoft.com/office/drawing/2014/main" id="{50C49AAD-45E1-448D-A618-5048B42C780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9338" y="6276975"/>
            <a:ext cx="114300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666" name="Freeform 27">
            <a:extLst>
              <a:ext uri="{FF2B5EF4-FFF2-40B4-BE49-F238E27FC236}">
                <a16:creationId xmlns:a16="http://schemas.microsoft.com/office/drawing/2014/main" id="{3717496F-4568-4712-BB86-27531E5A6EA7}"/>
              </a:ext>
            </a:extLst>
          </p:cNvPr>
          <p:cNvSpPr>
            <a:spLocks/>
          </p:cNvSpPr>
          <p:nvPr/>
        </p:nvSpPr>
        <p:spPr bwMode="auto">
          <a:xfrm>
            <a:off x="5557838" y="6299200"/>
            <a:ext cx="160337" cy="160338"/>
          </a:xfrm>
          <a:custGeom>
            <a:avLst/>
            <a:gdLst>
              <a:gd name="T0" fmla="*/ 0 w 202"/>
              <a:gd name="T1" fmla="*/ 2147483646 h 201"/>
              <a:gd name="T2" fmla="*/ 2147483646 w 202"/>
              <a:gd name="T3" fmla="*/ 2147483646 h 201"/>
              <a:gd name="T4" fmla="*/ 0 w 202"/>
              <a:gd name="T5" fmla="*/ 0 h 201"/>
              <a:gd name="T6" fmla="*/ 0 60000 65536"/>
              <a:gd name="T7" fmla="*/ 0 60000 65536"/>
              <a:gd name="T8" fmla="*/ 0 60000 65536"/>
              <a:gd name="T9" fmla="*/ 0 w 202"/>
              <a:gd name="T10" fmla="*/ 0 h 201"/>
              <a:gd name="T11" fmla="*/ 202 w 202"/>
              <a:gd name="T12" fmla="*/ 201 h 20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2" h="201">
                <a:moveTo>
                  <a:pt x="0" y="201"/>
                </a:moveTo>
                <a:lnTo>
                  <a:pt x="202" y="115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667" name="Rectangle 32">
            <a:extLst>
              <a:ext uri="{FF2B5EF4-FFF2-40B4-BE49-F238E27FC236}">
                <a16:creationId xmlns:a16="http://schemas.microsoft.com/office/drawing/2014/main" id="{D000D59C-B7EC-407C-8887-361A00C936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15050" y="6281738"/>
            <a:ext cx="295275" cy="290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Q </a:t>
            </a: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11668" name="Rectangle 33">
            <a:extLst>
              <a:ext uri="{FF2B5EF4-FFF2-40B4-BE49-F238E27FC236}">
                <a16:creationId xmlns:a16="http://schemas.microsoft.com/office/drawing/2014/main" id="{B78D26F8-EA70-473B-8AF3-B7FBA71E64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7150" y="3865563"/>
            <a:ext cx="2603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Y </a:t>
            </a: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11669" name="Rectangle 34">
            <a:extLst>
              <a:ext uri="{FF2B5EF4-FFF2-40B4-BE49-F238E27FC236}">
                <a16:creationId xmlns:a16="http://schemas.microsoft.com/office/drawing/2014/main" id="{7BEC55FE-84F0-44AB-8CC4-7EE3C6E3A6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1450" y="3952875"/>
            <a:ext cx="206375" cy="242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2 </a:t>
            </a: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11670" name="Rectangle 35">
            <a:extLst>
              <a:ext uri="{FF2B5EF4-FFF2-40B4-BE49-F238E27FC236}">
                <a16:creationId xmlns:a16="http://schemas.microsoft.com/office/drawing/2014/main" id="{FC0F5A40-41F7-4C3A-BD1A-409B1F8B9F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7150" y="5400675"/>
            <a:ext cx="2603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Y </a:t>
            </a: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11671" name="Rectangle 36">
            <a:extLst>
              <a:ext uri="{FF2B5EF4-FFF2-40B4-BE49-F238E27FC236}">
                <a16:creationId xmlns:a16="http://schemas.microsoft.com/office/drawing/2014/main" id="{30F64489-C952-4839-806F-F6D1687969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1450" y="5486400"/>
            <a:ext cx="206375" cy="242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1 </a:t>
            </a: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11672" name="Rectangle 37">
            <a:extLst>
              <a:ext uri="{FF2B5EF4-FFF2-40B4-BE49-F238E27FC236}">
                <a16:creationId xmlns:a16="http://schemas.microsoft.com/office/drawing/2014/main" id="{00D04FA2-3AA8-4DE5-BD4B-EFB2D117E2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31975" y="5918200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w </a:t>
            </a: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11673" name="Rectangle 38">
            <a:extLst>
              <a:ext uri="{FF2B5EF4-FFF2-40B4-BE49-F238E27FC236}">
                <a16:creationId xmlns:a16="http://schemas.microsoft.com/office/drawing/2014/main" id="{0A25B3CF-E9C5-427A-BA4D-AE2393C042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06575" y="6270625"/>
            <a:ext cx="64611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Clock </a:t>
            </a: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11674" name="Rectangle 40">
            <a:extLst>
              <a:ext uri="{FF2B5EF4-FFF2-40B4-BE49-F238E27FC236}">
                <a16:creationId xmlns:a16="http://schemas.microsoft.com/office/drawing/2014/main" id="{B0124F94-74E3-4927-B181-05E6E23E9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7813" y="5400675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y </a:t>
            </a: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11675" name="Rectangle 41">
            <a:extLst>
              <a:ext uri="{FF2B5EF4-FFF2-40B4-BE49-F238E27FC236}">
                <a16:creationId xmlns:a16="http://schemas.microsoft.com/office/drawing/2014/main" id="{D042EDD2-9D44-48C2-B1B9-D7442077C4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19888" y="5486400"/>
            <a:ext cx="125412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1 </a:t>
            </a: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11676" name="Rectangle 42">
            <a:extLst>
              <a:ext uri="{FF2B5EF4-FFF2-40B4-BE49-F238E27FC236}">
                <a16:creationId xmlns:a16="http://schemas.microsoft.com/office/drawing/2014/main" id="{D679E3DF-3356-42B8-B27F-5733E43373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7813" y="3865563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y </a:t>
            </a: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11677" name="Rectangle 43">
            <a:extLst>
              <a:ext uri="{FF2B5EF4-FFF2-40B4-BE49-F238E27FC236}">
                <a16:creationId xmlns:a16="http://schemas.microsoft.com/office/drawing/2014/main" id="{507301F9-07EB-4010-B895-65C120C7B0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19888" y="3952875"/>
            <a:ext cx="125412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2 </a:t>
            </a: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11678" name="Freeform 45">
            <a:extLst>
              <a:ext uri="{FF2B5EF4-FFF2-40B4-BE49-F238E27FC236}">
                <a16:creationId xmlns:a16="http://schemas.microsoft.com/office/drawing/2014/main" id="{47C68137-FE43-4E60-884F-2D26DE8FAF16}"/>
              </a:ext>
            </a:extLst>
          </p:cNvPr>
          <p:cNvSpPr>
            <a:spLocks/>
          </p:cNvSpPr>
          <p:nvPr/>
        </p:nvSpPr>
        <p:spPr bwMode="auto">
          <a:xfrm>
            <a:off x="2474913" y="4860925"/>
            <a:ext cx="3082925" cy="1541463"/>
          </a:xfrm>
          <a:custGeom>
            <a:avLst/>
            <a:gdLst>
              <a:gd name="T0" fmla="*/ 0 w 11935"/>
              <a:gd name="T1" fmla="*/ 235838175 h 10070"/>
              <a:gd name="T2" fmla="*/ 630950630 w 11935"/>
              <a:gd name="T3" fmla="*/ 234198744 h 10070"/>
              <a:gd name="T4" fmla="*/ 630950630 w 11935"/>
              <a:gd name="T5" fmla="*/ 0 h 10070"/>
              <a:gd name="T6" fmla="*/ 796277294 w 11935"/>
              <a:gd name="T7" fmla="*/ 0 h 1007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1935" h="10070">
                <a:moveTo>
                  <a:pt x="0" y="10070"/>
                </a:moveTo>
                <a:lnTo>
                  <a:pt x="9457" y="10000"/>
                </a:lnTo>
                <a:lnTo>
                  <a:pt x="9457" y="0"/>
                </a:lnTo>
                <a:lnTo>
                  <a:pt x="11935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679" name="Line 46">
            <a:extLst>
              <a:ext uri="{FF2B5EF4-FFF2-40B4-BE49-F238E27FC236}">
                <a16:creationId xmlns:a16="http://schemas.microsoft.com/office/drawing/2014/main" id="{78420DFC-CA19-4B1D-96C7-D843D87F0425}"/>
              </a:ext>
            </a:extLst>
          </p:cNvPr>
          <p:cNvSpPr>
            <a:spLocks noChangeShapeType="1"/>
          </p:cNvSpPr>
          <p:nvPr/>
        </p:nvSpPr>
        <p:spPr bwMode="auto">
          <a:xfrm>
            <a:off x="4918075" y="6391275"/>
            <a:ext cx="639763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680" name="Freeform 48">
            <a:extLst>
              <a:ext uri="{FF2B5EF4-FFF2-40B4-BE49-F238E27FC236}">
                <a16:creationId xmlns:a16="http://schemas.microsoft.com/office/drawing/2014/main" id="{5BC55158-37D3-4BAB-A3B3-3E2FEB29E88E}"/>
              </a:ext>
            </a:extLst>
          </p:cNvPr>
          <p:cNvSpPr>
            <a:spLocks/>
          </p:cNvSpPr>
          <p:nvPr/>
        </p:nvSpPr>
        <p:spPr bwMode="auto">
          <a:xfrm>
            <a:off x="4868863" y="6356350"/>
            <a:ext cx="74612" cy="44450"/>
          </a:xfrm>
          <a:custGeom>
            <a:avLst/>
            <a:gdLst>
              <a:gd name="T0" fmla="*/ 0 w 87"/>
              <a:gd name="T1" fmla="*/ 2147483646 h 58"/>
              <a:gd name="T2" fmla="*/ 0 w 87"/>
              <a:gd name="T3" fmla="*/ 2147483646 h 58"/>
              <a:gd name="T4" fmla="*/ 2147483646 w 87"/>
              <a:gd name="T5" fmla="*/ 2147483646 h 58"/>
              <a:gd name="T6" fmla="*/ 2147483646 w 87"/>
              <a:gd name="T7" fmla="*/ 2147483646 h 58"/>
              <a:gd name="T8" fmla="*/ 2147483646 w 87"/>
              <a:gd name="T9" fmla="*/ 2147483646 h 58"/>
              <a:gd name="T10" fmla="*/ 2147483646 w 87"/>
              <a:gd name="T11" fmla="*/ 2147483646 h 58"/>
              <a:gd name="T12" fmla="*/ 2147483646 w 87"/>
              <a:gd name="T13" fmla="*/ 2147483646 h 58"/>
              <a:gd name="T14" fmla="*/ 2147483646 w 87"/>
              <a:gd name="T15" fmla="*/ 2147483646 h 58"/>
              <a:gd name="T16" fmla="*/ 2147483646 w 87"/>
              <a:gd name="T17" fmla="*/ 2147483646 h 58"/>
              <a:gd name="T18" fmla="*/ 2147483646 w 87"/>
              <a:gd name="T19" fmla="*/ 2147483646 h 58"/>
              <a:gd name="T20" fmla="*/ 2147483646 w 87"/>
              <a:gd name="T21" fmla="*/ 0 h 58"/>
              <a:gd name="T22" fmla="*/ 2147483646 w 87"/>
              <a:gd name="T23" fmla="*/ 0 h 58"/>
              <a:gd name="T24" fmla="*/ 2147483646 w 87"/>
              <a:gd name="T25" fmla="*/ 0 h 58"/>
              <a:gd name="T26" fmla="*/ 2147483646 w 87"/>
              <a:gd name="T27" fmla="*/ 2147483646 h 58"/>
              <a:gd name="T28" fmla="*/ 2147483646 w 87"/>
              <a:gd name="T29" fmla="*/ 2147483646 h 58"/>
              <a:gd name="T30" fmla="*/ 2147483646 w 87"/>
              <a:gd name="T31" fmla="*/ 2147483646 h 58"/>
              <a:gd name="T32" fmla="*/ 2147483646 w 87"/>
              <a:gd name="T33" fmla="*/ 2147483646 h 58"/>
              <a:gd name="T34" fmla="*/ 2147483646 w 87"/>
              <a:gd name="T35" fmla="*/ 2147483646 h 58"/>
              <a:gd name="T36" fmla="*/ 2147483646 w 87"/>
              <a:gd name="T37" fmla="*/ 2147483646 h 58"/>
              <a:gd name="T38" fmla="*/ 2147483646 w 87"/>
              <a:gd name="T39" fmla="*/ 2147483646 h 58"/>
              <a:gd name="T40" fmla="*/ 2147483646 w 87"/>
              <a:gd name="T41" fmla="*/ 2147483646 h 58"/>
              <a:gd name="T42" fmla="*/ 2147483646 w 87"/>
              <a:gd name="T43" fmla="*/ 2147483646 h 58"/>
              <a:gd name="T44" fmla="*/ 2147483646 w 87"/>
              <a:gd name="T45" fmla="*/ 2147483646 h 58"/>
              <a:gd name="T46" fmla="*/ 2147483646 w 87"/>
              <a:gd name="T47" fmla="*/ 2147483646 h 58"/>
              <a:gd name="T48" fmla="*/ 2147483646 w 87"/>
              <a:gd name="T49" fmla="*/ 2147483646 h 58"/>
              <a:gd name="T50" fmla="*/ 2147483646 w 87"/>
              <a:gd name="T51" fmla="*/ 2147483646 h 58"/>
              <a:gd name="T52" fmla="*/ 2147483646 w 87"/>
              <a:gd name="T53" fmla="*/ 2147483646 h 58"/>
              <a:gd name="T54" fmla="*/ 2147483646 w 87"/>
              <a:gd name="T55" fmla="*/ 2147483646 h 58"/>
              <a:gd name="T56" fmla="*/ 2147483646 w 87"/>
              <a:gd name="T57" fmla="*/ 2147483646 h 58"/>
              <a:gd name="T58" fmla="*/ 2147483646 w 87"/>
              <a:gd name="T59" fmla="*/ 2147483646 h 58"/>
              <a:gd name="T60" fmla="*/ 2147483646 w 87"/>
              <a:gd name="T61" fmla="*/ 2147483646 h 58"/>
              <a:gd name="T62" fmla="*/ 2147483646 w 87"/>
              <a:gd name="T63" fmla="*/ 2147483646 h 58"/>
              <a:gd name="T64" fmla="*/ 2147483646 w 87"/>
              <a:gd name="T65" fmla="*/ 2147483646 h 58"/>
              <a:gd name="T66" fmla="*/ 2147483646 w 87"/>
              <a:gd name="T67" fmla="*/ 2147483646 h 58"/>
              <a:gd name="T68" fmla="*/ 2147483646 w 87"/>
              <a:gd name="T69" fmla="*/ 2147483646 h 58"/>
              <a:gd name="T70" fmla="*/ 2147483646 w 87"/>
              <a:gd name="T71" fmla="*/ 2147483646 h 58"/>
              <a:gd name="T72" fmla="*/ 2147483646 w 87"/>
              <a:gd name="T73" fmla="*/ 2147483646 h 58"/>
              <a:gd name="T74" fmla="*/ 2147483646 w 87"/>
              <a:gd name="T75" fmla="*/ 2147483646 h 58"/>
              <a:gd name="T76" fmla="*/ 2147483646 w 87"/>
              <a:gd name="T77" fmla="*/ 2147483646 h 58"/>
              <a:gd name="T78" fmla="*/ 2147483646 w 87"/>
              <a:gd name="T79" fmla="*/ 2147483646 h 58"/>
              <a:gd name="T80" fmla="*/ 2147483646 w 87"/>
              <a:gd name="T81" fmla="*/ 2147483646 h 58"/>
              <a:gd name="T82" fmla="*/ 2147483646 w 87"/>
              <a:gd name="T83" fmla="*/ 2147483646 h 58"/>
              <a:gd name="T84" fmla="*/ 2147483646 w 87"/>
              <a:gd name="T85" fmla="*/ 2147483646 h 58"/>
              <a:gd name="T86" fmla="*/ 2147483646 w 87"/>
              <a:gd name="T87" fmla="*/ 2147483646 h 58"/>
              <a:gd name="T88" fmla="*/ 2147483646 w 87"/>
              <a:gd name="T89" fmla="*/ 2147483646 h 58"/>
              <a:gd name="T90" fmla="*/ 2147483646 w 87"/>
              <a:gd name="T91" fmla="*/ 2147483646 h 58"/>
              <a:gd name="T92" fmla="*/ 2147483646 w 87"/>
              <a:gd name="T93" fmla="*/ 2147483646 h 58"/>
              <a:gd name="T94" fmla="*/ 2147483646 w 87"/>
              <a:gd name="T95" fmla="*/ 2147483646 h 58"/>
              <a:gd name="T96" fmla="*/ 2147483646 w 87"/>
              <a:gd name="T97" fmla="*/ 2147483646 h 58"/>
              <a:gd name="T98" fmla="*/ 2147483646 w 87"/>
              <a:gd name="T99" fmla="*/ 2147483646 h 58"/>
              <a:gd name="T100" fmla="*/ 2147483646 w 87"/>
              <a:gd name="T101" fmla="*/ 2147483646 h 58"/>
              <a:gd name="T102" fmla="*/ 2147483646 w 87"/>
              <a:gd name="T103" fmla="*/ 2147483646 h 58"/>
              <a:gd name="T104" fmla="*/ 2147483646 w 87"/>
              <a:gd name="T105" fmla="*/ 2147483646 h 58"/>
              <a:gd name="T106" fmla="*/ 2147483646 w 87"/>
              <a:gd name="T107" fmla="*/ 2147483646 h 58"/>
              <a:gd name="T108" fmla="*/ 0 w 87"/>
              <a:gd name="T109" fmla="*/ 2147483646 h 58"/>
              <a:gd name="T110" fmla="*/ 0 w 87"/>
              <a:gd name="T111" fmla="*/ 2147483646 h 58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7"/>
              <a:gd name="T169" fmla="*/ 0 h 58"/>
              <a:gd name="T170" fmla="*/ 87 w 87"/>
              <a:gd name="T171" fmla="*/ 58 h 58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7" h="58">
                <a:moveTo>
                  <a:pt x="0" y="23"/>
                </a:moveTo>
                <a:lnTo>
                  <a:pt x="0" y="35"/>
                </a:lnTo>
                <a:lnTo>
                  <a:pt x="0" y="33"/>
                </a:lnTo>
                <a:lnTo>
                  <a:pt x="0" y="32"/>
                </a:lnTo>
                <a:lnTo>
                  <a:pt x="0" y="30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3" y="22"/>
                </a:lnTo>
                <a:lnTo>
                  <a:pt x="3" y="20"/>
                </a:lnTo>
                <a:lnTo>
                  <a:pt x="5" y="19"/>
                </a:lnTo>
                <a:lnTo>
                  <a:pt x="5" y="17"/>
                </a:lnTo>
                <a:lnTo>
                  <a:pt x="6" y="16"/>
                </a:lnTo>
                <a:lnTo>
                  <a:pt x="6" y="14"/>
                </a:lnTo>
                <a:lnTo>
                  <a:pt x="8" y="13"/>
                </a:lnTo>
                <a:lnTo>
                  <a:pt x="9" y="12"/>
                </a:lnTo>
                <a:lnTo>
                  <a:pt x="10" y="10"/>
                </a:lnTo>
                <a:lnTo>
                  <a:pt x="12" y="9"/>
                </a:lnTo>
                <a:lnTo>
                  <a:pt x="13" y="7"/>
                </a:lnTo>
                <a:lnTo>
                  <a:pt x="15" y="6"/>
                </a:lnTo>
                <a:lnTo>
                  <a:pt x="16" y="6"/>
                </a:lnTo>
                <a:lnTo>
                  <a:pt x="18" y="4"/>
                </a:lnTo>
                <a:lnTo>
                  <a:pt x="19" y="3"/>
                </a:lnTo>
                <a:lnTo>
                  <a:pt x="21" y="3"/>
                </a:lnTo>
                <a:lnTo>
                  <a:pt x="23" y="3"/>
                </a:lnTo>
                <a:lnTo>
                  <a:pt x="25" y="1"/>
                </a:lnTo>
                <a:lnTo>
                  <a:pt x="26" y="1"/>
                </a:lnTo>
                <a:lnTo>
                  <a:pt x="28" y="1"/>
                </a:lnTo>
                <a:lnTo>
                  <a:pt x="29" y="0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51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61" y="1"/>
                </a:lnTo>
                <a:lnTo>
                  <a:pt x="62" y="1"/>
                </a:lnTo>
                <a:lnTo>
                  <a:pt x="64" y="3"/>
                </a:lnTo>
                <a:lnTo>
                  <a:pt x="65" y="3"/>
                </a:lnTo>
                <a:lnTo>
                  <a:pt x="67" y="3"/>
                </a:lnTo>
                <a:lnTo>
                  <a:pt x="68" y="4"/>
                </a:lnTo>
                <a:lnTo>
                  <a:pt x="69" y="6"/>
                </a:lnTo>
                <a:lnTo>
                  <a:pt x="71" y="6"/>
                </a:lnTo>
                <a:lnTo>
                  <a:pt x="72" y="7"/>
                </a:lnTo>
                <a:lnTo>
                  <a:pt x="74" y="9"/>
                </a:lnTo>
                <a:lnTo>
                  <a:pt x="75" y="9"/>
                </a:lnTo>
                <a:lnTo>
                  <a:pt x="77" y="10"/>
                </a:lnTo>
                <a:lnTo>
                  <a:pt x="77" y="12"/>
                </a:lnTo>
                <a:lnTo>
                  <a:pt x="78" y="13"/>
                </a:lnTo>
                <a:lnTo>
                  <a:pt x="80" y="14"/>
                </a:lnTo>
                <a:lnTo>
                  <a:pt x="81" y="16"/>
                </a:lnTo>
                <a:lnTo>
                  <a:pt x="81" y="17"/>
                </a:lnTo>
                <a:lnTo>
                  <a:pt x="82" y="19"/>
                </a:lnTo>
                <a:lnTo>
                  <a:pt x="82" y="20"/>
                </a:lnTo>
                <a:lnTo>
                  <a:pt x="84" y="22"/>
                </a:lnTo>
                <a:lnTo>
                  <a:pt x="84" y="23"/>
                </a:lnTo>
                <a:lnTo>
                  <a:pt x="85" y="24"/>
                </a:lnTo>
                <a:lnTo>
                  <a:pt x="85" y="26"/>
                </a:lnTo>
                <a:lnTo>
                  <a:pt x="85" y="27"/>
                </a:lnTo>
                <a:lnTo>
                  <a:pt x="85" y="30"/>
                </a:lnTo>
                <a:lnTo>
                  <a:pt x="87" y="32"/>
                </a:lnTo>
                <a:lnTo>
                  <a:pt x="87" y="33"/>
                </a:lnTo>
                <a:lnTo>
                  <a:pt x="87" y="35"/>
                </a:lnTo>
                <a:lnTo>
                  <a:pt x="87" y="23"/>
                </a:lnTo>
                <a:lnTo>
                  <a:pt x="87" y="24"/>
                </a:lnTo>
                <a:lnTo>
                  <a:pt x="87" y="26"/>
                </a:lnTo>
                <a:lnTo>
                  <a:pt x="85" y="29"/>
                </a:lnTo>
                <a:lnTo>
                  <a:pt x="85" y="30"/>
                </a:lnTo>
                <a:lnTo>
                  <a:pt x="85" y="32"/>
                </a:lnTo>
                <a:lnTo>
                  <a:pt x="85" y="33"/>
                </a:lnTo>
                <a:lnTo>
                  <a:pt x="84" y="35"/>
                </a:lnTo>
                <a:lnTo>
                  <a:pt x="84" y="36"/>
                </a:lnTo>
                <a:lnTo>
                  <a:pt x="82" y="37"/>
                </a:lnTo>
                <a:lnTo>
                  <a:pt x="82" y="39"/>
                </a:lnTo>
                <a:lnTo>
                  <a:pt x="81" y="40"/>
                </a:lnTo>
                <a:lnTo>
                  <a:pt x="81" y="42"/>
                </a:lnTo>
                <a:lnTo>
                  <a:pt x="80" y="43"/>
                </a:lnTo>
                <a:lnTo>
                  <a:pt x="78" y="45"/>
                </a:lnTo>
                <a:lnTo>
                  <a:pt x="77" y="46"/>
                </a:lnTo>
                <a:lnTo>
                  <a:pt x="77" y="48"/>
                </a:lnTo>
                <a:lnTo>
                  <a:pt x="75" y="49"/>
                </a:lnTo>
                <a:lnTo>
                  <a:pt x="74" y="50"/>
                </a:lnTo>
                <a:lnTo>
                  <a:pt x="72" y="50"/>
                </a:lnTo>
                <a:lnTo>
                  <a:pt x="71" y="52"/>
                </a:lnTo>
                <a:lnTo>
                  <a:pt x="69" y="53"/>
                </a:lnTo>
                <a:lnTo>
                  <a:pt x="68" y="53"/>
                </a:lnTo>
                <a:lnTo>
                  <a:pt x="67" y="55"/>
                </a:lnTo>
                <a:lnTo>
                  <a:pt x="65" y="55"/>
                </a:lnTo>
                <a:lnTo>
                  <a:pt x="64" y="56"/>
                </a:lnTo>
                <a:lnTo>
                  <a:pt x="62" y="56"/>
                </a:lnTo>
                <a:lnTo>
                  <a:pt x="61" y="56"/>
                </a:lnTo>
                <a:lnTo>
                  <a:pt x="58" y="58"/>
                </a:lnTo>
                <a:lnTo>
                  <a:pt x="57" y="58"/>
                </a:lnTo>
                <a:lnTo>
                  <a:pt x="55" y="58"/>
                </a:lnTo>
                <a:lnTo>
                  <a:pt x="54" y="58"/>
                </a:lnTo>
                <a:lnTo>
                  <a:pt x="51" y="58"/>
                </a:lnTo>
                <a:lnTo>
                  <a:pt x="35" y="58"/>
                </a:lnTo>
                <a:lnTo>
                  <a:pt x="33" y="58"/>
                </a:lnTo>
                <a:lnTo>
                  <a:pt x="31" y="58"/>
                </a:lnTo>
                <a:lnTo>
                  <a:pt x="29" y="58"/>
                </a:lnTo>
                <a:lnTo>
                  <a:pt x="28" y="58"/>
                </a:lnTo>
                <a:lnTo>
                  <a:pt x="26" y="56"/>
                </a:lnTo>
                <a:lnTo>
                  <a:pt x="25" y="56"/>
                </a:lnTo>
                <a:lnTo>
                  <a:pt x="23" y="56"/>
                </a:lnTo>
                <a:lnTo>
                  <a:pt x="21" y="55"/>
                </a:lnTo>
                <a:lnTo>
                  <a:pt x="19" y="55"/>
                </a:lnTo>
                <a:lnTo>
                  <a:pt x="18" y="53"/>
                </a:lnTo>
                <a:lnTo>
                  <a:pt x="16" y="53"/>
                </a:lnTo>
                <a:lnTo>
                  <a:pt x="15" y="52"/>
                </a:lnTo>
                <a:lnTo>
                  <a:pt x="13" y="50"/>
                </a:lnTo>
                <a:lnTo>
                  <a:pt x="12" y="50"/>
                </a:lnTo>
                <a:lnTo>
                  <a:pt x="12" y="49"/>
                </a:lnTo>
                <a:lnTo>
                  <a:pt x="10" y="48"/>
                </a:lnTo>
                <a:lnTo>
                  <a:pt x="9" y="46"/>
                </a:lnTo>
                <a:lnTo>
                  <a:pt x="8" y="45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5" y="39"/>
                </a:lnTo>
                <a:lnTo>
                  <a:pt x="3" y="37"/>
                </a:lnTo>
                <a:lnTo>
                  <a:pt x="3" y="36"/>
                </a:lnTo>
                <a:lnTo>
                  <a:pt x="2" y="35"/>
                </a:lnTo>
                <a:lnTo>
                  <a:pt x="2" y="33"/>
                </a:lnTo>
                <a:lnTo>
                  <a:pt x="0" y="32"/>
                </a:lnTo>
                <a:lnTo>
                  <a:pt x="0" y="30"/>
                </a:lnTo>
                <a:lnTo>
                  <a:pt x="0" y="29"/>
                </a:lnTo>
                <a:lnTo>
                  <a:pt x="0" y="26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681" name="Line 20">
            <a:extLst>
              <a:ext uri="{FF2B5EF4-FFF2-40B4-BE49-F238E27FC236}">
                <a16:creationId xmlns:a16="http://schemas.microsoft.com/office/drawing/2014/main" id="{182463F8-034C-403A-8256-90D18518BE4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53013" y="5759450"/>
            <a:ext cx="487362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682" name="Line 20">
            <a:extLst>
              <a:ext uri="{FF2B5EF4-FFF2-40B4-BE49-F238E27FC236}">
                <a16:creationId xmlns:a16="http://schemas.microsoft.com/office/drawing/2014/main" id="{70C5FB36-999D-4F2D-96C0-E471362C555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69050" y="5738813"/>
            <a:ext cx="487363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683" name="Line 20">
            <a:extLst>
              <a:ext uri="{FF2B5EF4-FFF2-40B4-BE49-F238E27FC236}">
                <a16:creationId xmlns:a16="http://schemas.microsoft.com/office/drawing/2014/main" id="{BB3FF406-6D09-46F2-8150-D8FF70C60C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78575" y="6423025"/>
            <a:ext cx="487363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684" name="Line 20">
            <a:extLst>
              <a:ext uri="{FF2B5EF4-FFF2-40B4-BE49-F238E27FC236}">
                <a16:creationId xmlns:a16="http://schemas.microsoft.com/office/drawing/2014/main" id="{287D4D0D-FE5C-4AAA-ACC3-CFA72164AD8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78575" y="4860925"/>
            <a:ext cx="487363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685" name="Line 20">
            <a:extLst>
              <a:ext uri="{FF2B5EF4-FFF2-40B4-BE49-F238E27FC236}">
                <a16:creationId xmlns:a16="http://schemas.microsoft.com/office/drawing/2014/main" id="{FE8F43D2-4835-46EE-8C8C-32D790BCC4A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57938" y="4205288"/>
            <a:ext cx="487362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686" name="Line 20">
            <a:extLst>
              <a:ext uri="{FF2B5EF4-FFF2-40B4-BE49-F238E27FC236}">
                <a16:creationId xmlns:a16="http://schemas.microsoft.com/office/drawing/2014/main" id="{679F1D22-FD3E-4DA1-B911-2C622562BA1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35388" y="5910263"/>
            <a:ext cx="487362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687" name="Rectangle 13">
            <a:extLst>
              <a:ext uri="{FF2B5EF4-FFF2-40B4-BE49-F238E27FC236}">
                <a16:creationId xmlns:a16="http://schemas.microsoft.com/office/drawing/2014/main" id="{BE7BFC0C-7685-4174-9CE5-AB073254CA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8950" y="2435225"/>
            <a:ext cx="800100" cy="1303338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11688" name="Rectangle 14">
            <a:extLst>
              <a:ext uri="{FF2B5EF4-FFF2-40B4-BE49-F238E27FC236}">
                <a16:creationId xmlns:a16="http://schemas.microsoft.com/office/drawing/2014/main" id="{EB8625B7-2A4B-4F0B-B674-1180C1D83A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48325" y="2659063"/>
            <a:ext cx="295275" cy="290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D </a:t>
            </a: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11689" name="Rectangle 15">
            <a:extLst>
              <a:ext uri="{FF2B5EF4-FFF2-40B4-BE49-F238E27FC236}">
                <a16:creationId xmlns:a16="http://schemas.microsoft.com/office/drawing/2014/main" id="{52959606-8B12-47D0-B26C-EB0C966DFB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4575" y="2651125"/>
            <a:ext cx="295275" cy="290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Q </a:t>
            </a: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11690" name="Line 16">
            <a:extLst>
              <a:ext uri="{FF2B5EF4-FFF2-40B4-BE49-F238E27FC236}">
                <a16:creationId xmlns:a16="http://schemas.microsoft.com/office/drawing/2014/main" id="{BDC5FCFF-867A-49C0-9723-5E0735DE64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40450" y="3281363"/>
            <a:ext cx="114300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691" name="Freeform 17">
            <a:extLst>
              <a:ext uri="{FF2B5EF4-FFF2-40B4-BE49-F238E27FC236}">
                <a16:creationId xmlns:a16="http://schemas.microsoft.com/office/drawing/2014/main" id="{CB95655F-0971-4666-80CF-75D0200845D5}"/>
              </a:ext>
            </a:extLst>
          </p:cNvPr>
          <p:cNvSpPr>
            <a:spLocks/>
          </p:cNvSpPr>
          <p:nvPr/>
        </p:nvSpPr>
        <p:spPr bwMode="auto">
          <a:xfrm>
            <a:off x="5568950" y="3327400"/>
            <a:ext cx="160338" cy="158750"/>
          </a:xfrm>
          <a:custGeom>
            <a:avLst/>
            <a:gdLst>
              <a:gd name="T0" fmla="*/ 0 w 202"/>
              <a:gd name="T1" fmla="*/ 2147483646 h 202"/>
              <a:gd name="T2" fmla="*/ 2147483646 w 202"/>
              <a:gd name="T3" fmla="*/ 2147483646 h 202"/>
              <a:gd name="T4" fmla="*/ 0 w 202"/>
              <a:gd name="T5" fmla="*/ 0 h 202"/>
              <a:gd name="T6" fmla="*/ 0 60000 65536"/>
              <a:gd name="T7" fmla="*/ 0 60000 65536"/>
              <a:gd name="T8" fmla="*/ 0 60000 65536"/>
              <a:gd name="T9" fmla="*/ 0 w 202"/>
              <a:gd name="T10" fmla="*/ 0 h 202"/>
              <a:gd name="T11" fmla="*/ 202 w 202"/>
              <a:gd name="T12" fmla="*/ 202 h 20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2" h="202">
                <a:moveTo>
                  <a:pt x="0" y="202"/>
                </a:moveTo>
                <a:lnTo>
                  <a:pt x="202" y="115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692" name="Line 20">
            <a:extLst>
              <a:ext uri="{FF2B5EF4-FFF2-40B4-BE49-F238E27FC236}">
                <a16:creationId xmlns:a16="http://schemas.microsoft.com/office/drawing/2014/main" id="{D23C99C5-66DA-42B1-AF37-BE1A65F87C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81588" y="2755900"/>
            <a:ext cx="487362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693" name="Rectangle 23">
            <a:extLst>
              <a:ext uri="{FF2B5EF4-FFF2-40B4-BE49-F238E27FC236}">
                <a16:creationId xmlns:a16="http://schemas.microsoft.com/office/drawing/2014/main" id="{6F147097-AD33-4460-A0C6-B6B3087F55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3303588"/>
            <a:ext cx="295275" cy="290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Q </a:t>
            </a: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11694" name="Rectangle 33">
            <a:extLst>
              <a:ext uri="{FF2B5EF4-FFF2-40B4-BE49-F238E27FC236}">
                <a16:creationId xmlns:a16="http://schemas.microsoft.com/office/drawing/2014/main" id="{96A8AB21-7CB9-4996-9F8B-30BDC3361A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8263" y="2422525"/>
            <a:ext cx="2603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Y </a:t>
            </a: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11695" name="Rectangle 34">
            <a:extLst>
              <a:ext uri="{FF2B5EF4-FFF2-40B4-BE49-F238E27FC236}">
                <a16:creationId xmlns:a16="http://schemas.microsoft.com/office/drawing/2014/main" id="{5F3A2645-66A1-4722-BC29-16B1788C2A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62563" y="2509838"/>
            <a:ext cx="841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3 </a:t>
            </a: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11696" name="Rectangle 42">
            <a:extLst>
              <a:ext uri="{FF2B5EF4-FFF2-40B4-BE49-F238E27FC236}">
                <a16:creationId xmlns:a16="http://schemas.microsoft.com/office/drawing/2014/main" id="{C52EBE5C-A3D1-4CDB-B1F2-2D38B11A88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8925" y="2422525"/>
            <a:ext cx="236538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y </a:t>
            </a: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11697" name="Rectangle 43">
            <a:extLst>
              <a:ext uri="{FF2B5EF4-FFF2-40B4-BE49-F238E27FC236}">
                <a16:creationId xmlns:a16="http://schemas.microsoft.com/office/drawing/2014/main" id="{87D7F60F-ADFC-4EF4-A4FE-D323F648E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1000" y="2509838"/>
            <a:ext cx="125413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3 </a:t>
            </a: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11698" name="Line 20">
            <a:extLst>
              <a:ext uri="{FF2B5EF4-FFF2-40B4-BE49-F238E27FC236}">
                <a16:creationId xmlns:a16="http://schemas.microsoft.com/office/drawing/2014/main" id="{C98E21BC-1F55-4C33-B248-83CF0A68DBC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89688" y="3417888"/>
            <a:ext cx="487362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699" name="Line 20">
            <a:extLst>
              <a:ext uri="{FF2B5EF4-FFF2-40B4-BE49-F238E27FC236}">
                <a16:creationId xmlns:a16="http://schemas.microsoft.com/office/drawing/2014/main" id="{D16BD4A0-0CEE-481E-8843-4150CFD2265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69050" y="2762250"/>
            <a:ext cx="487363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700" name="Rectangle 13">
            <a:extLst>
              <a:ext uri="{FF2B5EF4-FFF2-40B4-BE49-F238E27FC236}">
                <a16:creationId xmlns:a16="http://schemas.microsoft.com/office/drawing/2014/main" id="{C05D7439-9A1A-4A01-B507-5E1CEF3DF4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0063" y="965200"/>
            <a:ext cx="800100" cy="1303338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11701" name="Rectangle 14">
            <a:extLst>
              <a:ext uri="{FF2B5EF4-FFF2-40B4-BE49-F238E27FC236}">
                <a16:creationId xmlns:a16="http://schemas.microsoft.com/office/drawing/2014/main" id="{9A675EC2-24CF-443F-8387-6B311CA155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59438" y="1189038"/>
            <a:ext cx="295275" cy="290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D </a:t>
            </a: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11702" name="Rectangle 15">
            <a:extLst>
              <a:ext uri="{FF2B5EF4-FFF2-40B4-BE49-F238E27FC236}">
                <a16:creationId xmlns:a16="http://schemas.microsoft.com/office/drawing/2014/main" id="{CAF2B975-4B00-46ED-B47C-2F8230CE9E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5688" y="1181100"/>
            <a:ext cx="295275" cy="290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Q </a:t>
            </a: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11703" name="Line 16">
            <a:extLst>
              <a:ext uri="{FF2B5EF4-FFF2-40B4-BE49-F238E27FC236}">
                <a16:creationId xmlns:a16="http://schemas.microsoft.com/office/drawing/2014/main" id="{93094AE2-0ECB-4457-91E6-43A36457ED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51563" y="1811338"/>
            <a:ext cx="114300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704" name="Freeform 17">
            <a:extLst>
              <a:ext uri="{FF2B5EF4-FFF2-40B4-BE49-F238E27FC236}">
                <a16:creationId xmlns:a16="http://schemas.microsoft.com/office/drawing/2014/main" id="{1529F837-BD41-4C81-8829-362855BEFEC7}"/>
              </a:ext>
            </a:extLst>
          </p:cNvPr>
          <p:cNvSpPr>
            <a:spLocks/>
          </p:cNvSpPr>
          <p:nvPr/>
        </p:nvSpPr>
        <p:spPr bwMode="auto">
          <a:xfrm>
            <a:off x="5580063" y="1857375"/>
            <a:ext cx="160337" cy="158750"/>
          </a:xfrm>
          <a:custGeom>
            <a:avLst/>
            <a:gdLst>
              <a:gd name="T0" fmla="*/ 0 w 202"/>
              <a:gd name="T1" fmla="*/ 2147483646 h 202"/>
              <a:gd name="T2" fmla="*/ 2147483646 w 202"/>
              <a:gd name="T3" fmla="*/ 2147483646 h 202"/>
              <a:gd name="T4" fmla="*/ 0 w 202"/>
              <a:gd name="T5" fmla="*/ 0 h 202"/>
              <a:gd name="T6" fmla="*/ 0 60000 65536"/>
              <a:gd name="T7" fmla="*/ 0 60000 65536"/>
              <a:gd name="T8" fmla="*/ 0 60000 65536"/>
              <a:gd name="T9" fmla="*/ 0 w 202"/>
              <a:gd name="T10" fmla="*/ 0 h 202"/>
              <a:gd name="T11" fmla="*/ 202 w 202"/>
              <a:gd name="T12" fmla="*/ 202 h 20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2" h="202">
                <a:moveTo>
                  <a:pt x="0" y="202"/>
                </a:moveTo>
                <a:lnTo>
                  <a:pt x="202" y="115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705" name="Line 20">
            <a:extLst>
              <a:ext uri="{FF2B5EF4-FFF2-40B4-BE49-F238E27FC236}">
                <a16:creationId xmlns:a16="http://schemas.microsoft.com/office/drawing/2014/main" id="{645E53CB-675B-4D25-94F1-64DD3ACC0AE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94288" y="1285875"/>
            <a:ext cx="48577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706" name="Rectangle 23">
            <a:extLst>
              <a:ext uri="{FF2B5EF4-FFF2-40B4-BE49-F238E27FC236}">
                <a16:creationId xmlns:a16="http://schemas.microsoft.com/office/drawing/2014/main" id="{43EA91FC-C9C7-46AE-9FDD-B19379A0A7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7275" y="1833563"/>
            <a:ext cx="295275" cy="290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Q </a:t>
            </a: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11707" name="Rectangle 33">
            <a:extLst>
              <a:ext uri="{FF2B5EF4-FFF2-40B4-BE49-F238E27FC236}">
                <a16:creationId xmlns:a16="http://schemas.microsoft.com/office/drawing/2014/main" id="{6AFA7AE7-EC84-4D3B-8C96-0F5CDAFEE8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9375" y="952500"/>
            <a:ext cx="2603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Y </a:t>
            </a: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11708" name="Rectangle 34">
            <a:extLst>
              <a:ext uri="{FF2B5EF4-FFF2-40B4-BE49-F238E27FC236}">
                <a16:creationId xmlns:a16="http://schemas.microsoft.com/office/drawing/2014/main" id="{D968526E-F38B-4401-AD29-DEB2B06E20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3675" y="1039813"/>
            <a:ext cx="84138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4 </a:t>
            </a: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11709" name="Rectangle 42">
            <a:extLst>
              <a:ext uri="{FF2B5EF4-FFF2-40B4-BE49-F238E27FC236}">
                <a16:creationId xmlns:a16="http://schemas.microsoft.com/office/drawing/2014/main" id="{CA9F329E-63D9-4DDD-9C59-42988579D5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0038" y="952500"/>
            <a:ext cx="236537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y </a:t>
            </a: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11710" name="Rectangle 43">
            <a:extLst>
              <a:ext uri="{FF2B5EF4-FFF2-40B4-BE49-F238E27FC236}">
                <a16:creationId xmlns:a16="http://schemas.microsoft.com/office/drawing/2014/main" id="{100F1F16-33C7-4EE2-9740-1F9AA764C8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1039813"/>
            <a:ext cx="125412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-Roman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4 </a:t>
            </a: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11711" name="Line 20">
            <a:extLst>
              <a:ext uri="{FF2B5EF4-FFF2-40B4-BE49-F238E27FC236}">
                <a16:creationId xmlns:a16="http://schemas.microsoft.com/office/drawing/2014/main" id="{8546A850-B5F9-404B-82EE-54A6D65EDC2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00800" y="1947863"/>
            <a:ext cx="487363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712" name="Line 20">
            <a:extLst>
              <a:ext uri="{FF2B5EF4-FFF2-40B4-BE49-F238E27FC236}">
                <a16:creationId xmlns:a16="http://schemas.microsoft.com/office/drawing/2014/main" id="{4EA7A066-2BF7-437C-A785-82BFE97CE4A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80163" y="1292225"/>
            <a:ext cx="487362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713" name="Line 20">
            <a:extLst>
              <a:ext uri="{FF2B5EF4-FFF2-40B4-BE49-F238E27FC236}">
                <a16:creationId xmlns:a16="http://schemas.microsoft.com/office/drawing/2014/main" id="{ACB8488F-49B1-4C09-9613-083120FD484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40300" y="1943100"/>
            <a:ext cx="639763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714" name="Line 20">
            <a:extLst>
              <a:ext uri="{FF2B5EF4-FFF2-40B4-BE49-F238E27FC236}">
                <a16:creationId xmlns:a16="http://schemas.microsoft.com/office/drawing/2014/main" id="{0AD0238E-4055-4C6B-82D6-64B952DB50F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40300" y="3414713"/>
            <a:ext cx="633413" cy="476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715" name="Line 20">
            <a:extLst>
              <a:ext uri="{FF2B5EF4-FFF2-40B4-BE49-F238E27FC236}">
                <a16:creationId xmlns:a16="http://schemas.microsoft.com/office/drawing/2014/main" id="{7AEB0064-76EB-4043-8F41-F1E1A0C4462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18075" y="1943100"/>
            <a:ext cx="22225" cy="29178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716" name="Freeform 48">
            <a:extLst>
              <a:ext uri="{FF2B5EF4-FFF2-40B4-BE49-F238E27FC236}">
                <a16:creationId xmlns:a16="http://schemas.microsoft.com/office/drawing/2014/main" id="{D09D873C-D157-4704-B9B8-6FD8710EA578}"/>
              </a:ext>
            </a:extLst>
          </p:cNvPr>
          <p:cNvSpPr>
            <a:spLocks/>
          </p:cNvSpPr>
          <p:nvPr/>
        </p:nvSpPr>
        <p:spPr bwMode="auto">
          <a:xfrm>
            <a:off x="4889500" y="4833938"/>
            <a:ext cx="74613" cy="44450"/>
          </a:xfrm>
          <a:custGeom>
            <a:avLst/>
            <a:gdLst>
              <a:gd name="T0" fmla="*/ 0 w 87"/>
              <a:gd name="T1" fmla="*/ 2147483646 h 58"/>
              <a:gd name="T2" fmla="*/ 0 w 87"/>
              <a:gd name="T3" fmla="*/ 2147483646 h 58"/>
              <a:gd name="T4" fmla="*/ 2147483646 w 87"/>
              <a:gd name="T5" fmla="*/ 2147483646 h 58"/>
              <a:gd name="T6" fmla="*/ 2147483646 w 87"/>
              <a:gd name="T7" fmla="*/ 2147483646 h 58"/>
              <a:gd name="T8" fmla="*/ 2147483646 w 87"/>
              <a:gd name="T9" fmla="*/ 2147483646 h 58"/>
              <a:gd name="T10" fmla="*/ 2147483646 w 87"/>
              <a:gd name="T11" fmla="*/ 2147483646 h 58"/>
              <a:gd name="T12" fmla="*/ 2147483646 w 87"/>
              <a:gd name="T13" fmla="*/ 2147483646 h 58"/>
              <a:gd name="T14" fmla="*/ 2147483646 w 87"/>
              <a:gd name="T15" fmla="*/ 2147483646 h 58"/>
              <a:gd name="T16" fmla="*/ 2147483646 w 87"/>
              <a:gd name="T17" fmla="*/ 2147483646 h 58"/>
              <a:gd name="T18" fmla="*/ 2147483646 w 87"/>
              <a:gd name="T19" fmla="*/ 2147483646 h 58"/>
              <a:gd name="T20" fmla="*/ 2147483646 w 87"/>
              <a:gd name="T21" fmla="*/ 0 h 58"/>
              <a:gd name="T22" fmla="*/ 2147483646 w 87"/>
              <a:gd name="T23" fmla="*/ 0 h 58"/>
              <a:gd name="T24" fmla="*/ 2147483646 w 87"/>
              <a:gd name="T25" fmla="*/ 0 h 58"/>
              <a:gd name="T26" fmla="*/ 2147483646 w 87"/>
              <a:gd name="T27" fmla="*/ 2147483646 h 58"/>
              <a:gd name="T28" fmla="*/ 2147483646 w 87"/>
              <a:gd name="T29" fmla="*/ 2147483646 h 58"/>
              <a:gd name="T30" fmla="*/ 2147483646 w 87"/>
              <a:gd name="T31" fmla="*/ 2147483646 h 58"/>
              <a:gd name="T32" fmla="*/ 2147483646 w 87"/>
              <a:gd name="T33" fmla="*/ 2147483646 h 58"/>
              <a:gd name="T34" fmla="*/ 2147483646 w 87"/>
              <a:gd name="T35" fmla="*/ 2147483646 h 58"/>
              <a:gd name="T36" fmla="*/ 2147483646 w 87"/>
              <a:gd name="T37" fmla="*/ 2147483646 h 58"/>
              <a:gd name="T38" fmla="*/ 2147483646 w 87"/>
              <a:gd name="T39" fmla="*/ 2147483646 h 58"/>
              <a:gd name="T40" fmla="*/ 2147483646 w 87"/>
              <a:gd name="T41" fmla="*/ 2147483646 h 58"/>
              <a:gd name="T42" fmla="*/ 2147483646 w 87"/>
              <a:gd name="T43" fmla="*/ 2147483646 h 58"/>
              <a:gd name="T44" fmla="*/ 2147483646 w 87"/>
              <a:gd name="T45" fmla="*/ 2147483646 h 58"/>
              <a:gd name="T46" fmla="*/ 2147483646 w 87"/>
              <a:gd name="T47" fmla="*/ 2147483646 h 58"/>
              <a:gd name="T48" fmla="*/ 2147483646 w 87"/>
              <a:gd name="T49" fmla="*/ 2147483646 h 58"/>
              <a:gd name="T50" fmla="*/ 2147483646 w 87"/>
              <a:gd name="T51" fmla="*/ 2147483646 h 58"/>
              <a:gd name="T52" fmla="*/ 2147483646 w 87"/>
              <a:gd name="T53" fmla="*/ 2147483646 h 58"/>
              <a:gd name="T54" fmla="*/ 2147483646 w 87"/>
              <a:gd name="T55" fmla="*/ 2147483646 h 58"/>
              <a:gd name="T56" fmla="*/ 2147483646 w 87"/>
              <a:gd name="T57" fmla="*/ 2147483646 h 58"/>
              <a:gd name="T58" fmla="*/ 2147483646 w 87"/>
              <a:gd name="T59" fmla="*/ 2147483646 h 58"/>
              <a:gd name="T60" fmla="*/ 2147483646 w 87"/>
              <a:gd name="T61" fmla="*/ 2147483646 h 58"/>
              <a:gd name="T62" fmla="*/ 2147483646 w 87"/>
              <a:gd name="T63" fmla="*/ 2147483646 h 58"/>
              <a:gd name="T64" fmla="*/ 2147483646 w 87"/>
              <a:gd name="T65" fmla="*/ 2147483646 h 58"/>
              <a:gd name="T66" fmla="*/ 2147483646 w 87"/>
              <a:gd name="T67" fmla="*/ 2147483646 h 58"/>
              <a:gd name="T68" fmla="*/ 2147483646 w 87"/>
              <a:gd name="T69" fmla="*/ 2147483646 h 58"/>
              <a:gd name="T70" fmla="*/ 2147483646 w 87"/>
              <a:gd name="T71" fmla="*/ 2147483646 h 58"/>
              <a:gd name="T72" fmla="*/ 2147483646 w 87"/>
              <a:gd name="T73" fmla="*/ 2147483646 h 58"/>
              <a:gd name="T74" fmla="*/ 2147483646 w 87"/>
              <a:gd name="T75" fmla="*/ 2147483646 h 58"/>
              <a:gd name="T76" fmla="*/ 2147483646 w 87"/>
              <a:gd name="T77" fmla="*/ 2147483646 h 58"/>
              <a:gd name="T78" fmla="*/ 2147483646 w 87"/>
              <a:gd name="T79" fmla="*/ 2147483646 h 58"/>
              <a:gd name="T80" fmla="*/ 2147483646 w 87"/>
              <a:gd name="T81" fmla="*/ 2147483646 h 58"/>
              <a:gd name="T82" fmla="*/ 2147483646 w 87"/>
              <a:gd name="T83" fmla="*/ 2147483646 h 58"/>
              <a:gd name="T84" fmla="*/ 2147483646 w 87"/>
              <a:gd name="T85" fmla="*/ 2147483646 h 58"/>
              <a:gd name="T86" fmla="*/ 2147483646 w 87"/>
              <a:gd name="T87" fmla="*/ 2147483646 h 58"/>
              <a:gd name="T88" fmla="*/ 2147483646 w 87"/>
              <a:gd name="T89" fmla="*/ 2147483646 h 58"/>
              <a:gd name="T90" fmla="*/ 2147483646 w 87"/>
              <a:gd name="T91" fmla="*/ 2147483646 h 58"/>
              <a:gd name="T92" fmla="*/ 2147483646 w 87"/>
              <a:gd name="T93" fmla="*/ 2147483646 h 58"/>
              <a:gd name="T94" fmla="*/ 2147483646 w 87"/>
              <a:gd name="T95" fmla="*/ 2147483646 h 58"/>
              <a:gd name="T96" fmla="*/ 2147483646 w 87"/>
              <a:gd name="T97" fmla="*/ 2147483646 h 58"/>
              <a:gd name="T98" fmla="*/ 2147483646 w 87"/>
              <a:gd name="T99" fmla="*/ 2147483646 h 58"/>
              <a:gd name="T100" fmla="*/ 2147483646 w 87"/>
              <a:gd name="T101" fmla="*/ 2147483646 h 58"/>
              <a:gd name="T102" fmla="*/ 2147483646 w 87"/>
              <a:gd name="T103" fmla="*/ 2147483646 h 58"/>
              <a:gd name="T104" fmla="*/ 2147483646 w 87"/>
              <a:gd name="T105" fmla="*/ 2147483646 h 58"/>
              <a:gd name="T106" fmla="*/ 2147483646 w 87"/>
              <a:gd name="T107" fmla="*/ 2147483646 h 58"/>
              <a:gd name="T108" fmla="*/ 0 w 87"/>
              <a:gd name="T109" fmla="*/ 2147483646 h 58"/>
              <a:gd name="T110" fmla="*/ 0 w 87"/>
              <a:gd name="T111" fmla="*/ 2147483646 h 58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7"/>
              <a:gd name="T169" fmla="*/ 0 h 58"/>
              <a:gd name="T170" fmla="*/ 87 w 87"/>
              <a:gd name="T171" fmla="*/ 58 h 58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7" h="58">
                <a:moveTo>
                  <a:pt x="0" y="23"/>
                </a:moveTo>
                <a:lnTo>
                  <a:pt x="0" y="35"/>
                </a:lnTo>
                <a:lnTo>
                  <a:pt x="0" y="33"/>
                </a:lnTo>
                <a:lnTo>
                  <a:pt x="0" y="32"/>
                </a:lnTo>
                <a:lnTo>
                  <a:pt x="0" y="30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3" y="22"/>
                </a:lnTo>
                <a:lnTo>
                  <a:pt x="3" y="20"/>
                </a:lnTo>
                <a:lnTo>
                  <a:pt x="5" y="19"/>
                </a:lnTo>
                <a:lnTo>
                  <a:pt x="5" y="17"/>
                </a:lnTo>
                <a:lnTo>
                  <a:pt x="6" y="16"/>
                </a:lnTo>
                <a:lnTo>
                  <a:pt x="6" y="14"/>
                </a:lnTo>
                <a:lnTo>
                  <a:pt x="8" y="13"/>
                </a:lnTo>
                <a:lnTo>
                  <a:pt x="9" y="12"/>
                </a:lnTo>
                <a:lnTo>
                  <a:pt x="10" y="10"/>
                </a:lnTo>
                <a:lnTo>
                  <a:pt x="12" y="9"/>
                </a:lnTo>
                <a:lnTo>
                  <a:pt x="13" y="7"/>
                </a:lnTo>
                <a:lnTo>
                  <a:pt x="15" y="6"/>
                </a:lnTo>
                <a:lnTo>
                  <a:pt x="16" y="6"/>
                </a:lnTo>
                <a:lnTo>
                  <a:pt x="18" y="4"/>
                </a:lnTo>
                <a:lnTo>
                  <a:pt x="19" y="3"/>
                </a:lnTo>
                <a:lnTo>
                  <a:pt x="21" y="3"/>
                </a:lnTo>
                <a:lnTo>
                  <a:pt x="23" y="3"/>
                </a:lnTo>
                <a:lnTo>
                  <a:pt x="25" y="1"/>
                </a:lnTo>
                <a:lnTo>
                  <a:pt x="26" y="1"/>
                </a:lnTo>
                <a:lnTo>
                  <a:pt x="28" y="1"/>
                </a:lnTo>
                <a:lnTo>
                  <a:pt x="29" y="0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51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61" y="1"/>
                </a:lnTo>
                <a:lnTo>
                  <a:pt x="62" y="1"/>
                </a:lnTo>
                <a:lnTo>
                  <a:pt x="64" y="3"/>
                </a:lnTo>
                <a:lnTo>
                  <a:pt x="65" y="3"/>
                </a:lnTo>
                <a:lnTo>
                  <a:pt x="67" y="3"/>
                </a:lnTo>
                <a:lnTo>
                  <a:pt x="68" y="4"/>
                </a:lnTo>
                <a:lnTo>
                  <a:pt x="69" y="6"/>
                </a:lnTo>
                <a:lnTo>
                  <a:pt x="71" y="6"/>
                </a:lnTo>
                <a:lnTo>
                  <a:pt x="72" y="7"/>
                </a:lnTo>
                <a:lnTo>
                  <a:pt x="74" y="9"/>
                </a:lnTo>
                <a:lnTo>
                  <a:pt x="75" y="9"/>
                </a:lnTo>
                <a:lnTo>
                  <a:pt x="77" y="10"/>
                </a:lnTo>
                <a:lnTo>
                  <a:pt x="77" y="12"/>
                </a:lnTo>
                <a:lnTo>
                  <a:pt x="78" y="13"/>
                </a:lnTo>
                <a:lnTo>
                  <a:pt x="80" y="14"/>
                </a:lnTo>
                <a:lnTo>
                  <a:pt x="81" y="16"/>
                </a:lnTo>
                <a:lnTo>
                  <a:pt x="81" y="17"/>
                </a:lnTo>
                <a:lnTo>
                  <a:pt x="82" y="19"/>
                </a:lnTo>
                <a:lnTo>
                  <a:pt x="82" y="20"/>
                </a:lnTo>
                <a:lnTo>
                  <a:pt x="84" y="22"/>
                </a:lnTo>
                <a:lnTo>
                  <a:pt x="84" y="23"/>
                </a:lnTo>
                <a:lnTo>
                  <a:pt x="85" y="24"/>
                </a:lnTo>
                <a:lnTo>
                  <a:pt x="85" y="26"/>
                </a:lnTo>
                <a:lnTo>
                  <a:pt x="85" y="27"/>
                </a:lnTo>
                <a:lnTo>
                  <a:pt x="85" y="30"/>
                </a:lnTo>
                <a:lnTo>
                  <a:pt x="87" y="32"/>
                </a:lnTo>
                <a:lnTo>
                  <a:pt x="87" y="33"/>
                </a:lnTo>
                <a:lnTo>
                  <a:pt x="87" y="35"/>
                </a:lnTo>
                <a:lnTo>
                  <a:pt x="87" y="23"/>
                </a:lnTo>
                <a:lnTo>
                  <a:pt x="87" y="24"/>
                </a:lnTo>
                <a:lnTo>
                  <a:pt x="87" y="26"/>
                </a:lnTo>
                <a:lnTo>
                  <a:pt x="85" y="29"/>
                </a:lnTo>
                <a:lnTo>
                  <a:pt x="85" y="30"/>
                </a:lnTo>
                <a:lnTo>
                  <a:pt x="85" y="32"/>
                </a:lnTo>
                <a:lnTo>
                  <a:pt x="85" y="33"/>
                </a:lnTo>
                <a:lnTo>
                  <a:pt x="84" y="35"/>
                </a:lnTo>
                <a:lnTo>
                  <a:pt x="84" y="36"/>
                </a:lnTo>
                <a:lnTo>
                  <a:pt x="82" y="37"/>
                </a:lnTo>
                <a:lnTo>
                  <a:pt x="82" y="39"/>
                </a:lnTo>
                <a:lnTo>
                  <a:pt x="81" y="40"/>
                </a:lnTo>
                <a:lnTo>
                  <a:pt x="81" y="42"/>
                </a:lnTo>
                <a:lnTo>
                  <a:pt x="80" y="43"/>
                </a:lnTo>
                <a:lnTo>
                  <a:pt x="78" y="45"/>
                </a:lnTo>
                <a:lnTo>
                  <a:pt x="77" y="46"/>
                </a:lnTo>
                <a:lnTo>
                  <a:pt x="77" y="48"/>
                </a:lnTo>
                <a:lnTo>
                  <a:pt x="75" y="49"/>
                </a:lnTo>
                <a:lnTo>
                  <a:pt x="74" y="50"/>
                </a:lnTo>
                <a:lnTo>
                  <a:pt x="72" y="50"/>
                </a:lnTo>
                <a:lnTo>
                  <a:pt x="71" y="52"/>
                </a:lnTo>
                <a:lnTo>
                  <a:pt x="69" y="53"/>
                </a:lnTo>
                <a:lnTo>
                  <a:pt x="68" y="53"/>
                </a:lnTo>
                <a:lnTo>
                  <a:pt x="67" y="55"/>
                </a:lnTo>
                <a:lnTo>
                  <a:pt x="65" y="55"/>
                </a:lnTo>
                <a:lnTo>
                  <a:pt x="64" y="56"/>
                </a:lnTo>
                <a:lnTo>
                  <a:pt x="62" y="56"/>
                </a:lnTo>
                <a:lnTo>
                  <a:pt x="61" y="56"/>
                </a:lnTo>
                <a:lnTo>
                  <a:pt x="58" y="58"/>
                </a:lnTo>
                <a:lnTo>
                  <a:pt x="57" y="58"/>
                </a:lnTo>
                <a:lnTo>
                  <a:pt x="55" y="58"/>
                </a:lnTo>
                <a:lnTo>
                  <a:pt x="54" y="58"/>
                </a:lnTo>
                <a:lnTo>
                  <a:pt x="51" y="58"/>
                </a:lnTo>
                <a:lnTo>
                  <a:pt x="35" y="58"/>
                </a:lnTo>
                <a:lnTo>
                  <a:pt x="33" y="58"/>
                </a:lnTo>
                <a:lnTo>
                  <a:pt x="31" y="58"/>
                </a:lnTo>
                <a:lnTo>
                  <a:pt x="29" y="58"/>
                </a:lnTo>
                <a:lnTo>
                  <a:pt x="28" y="58"/>
                </a:lnTo>
                <a:lnTo>
                  <a:pt x="26" y="56"/>
                </a:lnTo>
                <a:lnTo>
                  <a:pt x="25" y="56"/>
                </a:lnTo>
                <a:lnTo>
                  <a:pt x="23" y="56"/>
                </a:lnTo>
                <a:lnTo>
                  <a:pt x="21" y="55"/>
                </a:lnTo>
                <a:lnTo>
                  <a:pt x="19" y="55"/>
                </a:lnTo>
                <a:lnTo>
                  <a:pt x="18" y="53"/>
                </a:lnTo>
                <a:lnTo>
                  <a:pt x="16" y="53"/>
                </a:lnTo>
                <a:lnTo>
                  <a:pt x="15" y="52"/>
                </a:lnTo>
                <a:lnTo>
                  <a:pt x="13" y="50"/>
                </a:lnTo>
                <a:lnTo>
                  <a:pt x="12" y="50"/>
                </a:lnTo>
                <a:lnTo>
                  <a:pt x="12" y="49"/>
                </a:lnTo>
                <a:lnTo>
                  <a:pt x="10" y="48"/>
                </a:lnTo>
                <a:lnTo>
                  <a:pt x="9" y="46"/>
                </a:lnTo>
                <a:lnTo>
                  <a:pt x="8" y="45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5" y="39"/>
                </a:lnTo>
                <a:lnTo>
                  <a:pt x="3" y="37"/>
                </a:lnTo>
                <a:lnTo>
                  <a:pt x="3" y="36"/>
                </a:lnTo>
                <a:lnTo>
                  <a:pt x="2" y="35"/>
                </a:lnTo>
                <a:lnTo>
                  <a:pt x="2" y="33"/>
                </a:lnTo>
                <a:lnTo>
                  <a:pt x="0" y="32"/>
                </a:lnTo>
                <a:lnTo>
                  <a:pt x="0" y="30"/>
                </a:lnTo>
                <a:lnTo>
                  <a:pt x="0" y="29"/>
                </a:lnTo>
                <a:lnTo>
                  <a:pt x="0" y="26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717" name="Freeform 48">
            <a:extLst>
              <a:ext uri="{FF2B5EF4-FFF2-40B4-BE49-F238E27FC236}">
                <a16:creationId xmlns:a16="http://schemas.microsoft.com/office/drawing/2014/main" id="{789B5EE5-C649-4DC1-B9E7-38766E0EBD7C}"/>
              </a:ext>
            </a:extLst>
          </p:cNvPr>
          <p:cNvSpPr>
            <a:spLocks/>
          </p:cNvSpPr>
          <p:nvPr/>
        </p:nvSpPr>
        <p:spPr bwMode="auto">
          <a:xfrm>
            <a:off x="4891088" y="3406775"/>
            <a:ext cx="74612" cy="44450"/>
          </a:xfrm>
          <a:custGeom>
            <a:avLst/>
            <a:gdLst>
              <a:gd name="T0" fmla="*/ 0 w 87"/>
              <a:gd name="T1" fmla="*/ 2147483646 h 58"/>
              <a:gd name="T2" fmla="*/ 0 w 87"/>
              <a:gd name="T3" fmla="*/ 2147483646 h 58"/>
              <a:gd name="T4" fmla="*/ 2147483646 w 87"/>
              <a:gd name="T5" fmla="*/ 2147483646 h 58"/>
              <a:gd name="T6" fmla="*/ 2147483646 w 87"/>
              <a:gd name="T7" fmla="*/ 2147483646 h 58"/>
              <a:gd name="T8" fmla="*/ 2147483646 w 87"/>
              <a:gd name="T9" fmla="*/ 2147483646 h 58"/>
              <a:gd name="T10" fmla="*/ 2147483646 w 87"/>
              <a:gd name="T11" fmla="*/ 2147483646 h 58"/>
              <a:gd name="T12" fmla="*/ 2147483646 w 87"/>
              <a:gd name="T13" fmla="*/ 2147483646 h 58"/>
              <a:gd name="T14" fmla="*/ 2147483646 w 87"/>
              <a:gd name="T15" fmla="*/ 2147483646 h 58"/>
              <a:gd name="T16" fmla="*/ 2147483646 w 87"/>
              <a:gd name="T17" fmla="*/ 2147483646 h 58"/>
              <a:gd name="T18" fmla="*/ 2147483646 w 87"/>
              <a:gd name="T19" fmla="*/ 2147483646 h 58"/>
              <a:gd name="T20" fmla="*/ 2147483646 w 87"/>
              <a:gd name="T21" fmla="*/ 0 h 58"/>
              <a:gd name="T22" fmla="*/ 2147483646 w 87"/>
              <a:gd name="T23" fmla="*/ 0 h 58"/>
              <a:gd name="T24" fmla="*/ 2147483646 w 87"/>
              <a:gd name="T25" fmla="*/ 0 h 58"/>
              <a:gd name="T26" fmla="*/ 2147483646 w 87"/>
              <a:gd name="T27" fmla="*/ 2147483646 h 58"/>
              <a:gd name="T28" fmla="*/ 2147483646 w 87"/>
              <a:gd name="T29" fmla="*/ 2147483646 h 58"/>
              <a:gd name="T30" fmla="*/ 2147483646 w 87"/>
              <a:gd name="T31" fmla="*/ 2147483646 h 58"/>
              <a:gd name="T32" fmla="*/ 2147483646 w 87"/>
              <a:gd name="T33" fmla="*/ 2147483646 h 58"/>
              <a:gd name="T34" fmla="*/ 2147483646 w 87"/>
              <a:gd name="T35" fmla="*/ 2147483646 h 58"/>
              <a:gd name="T36" fmla="*/ 2147483646 w 87"/>
              <a:gd name="T37" fmla="*/ 2147483646 h 58"/>
              <a:gd name="T38" fmla="*/ 2147483646 w 87"/>
              <a:gd name="T39" fmla="*/ 2147483646 h 58"/>
              <a:gd name="T40" fmla="*/ 2147483646 w 87"/>
              <a:gd name="T41" fmla="*/ 2147483646 h 58"/>
              <a:gd name="T42" fmla="*/ 2147483646 w 87"/>
              <a:gd name="T43" fmla="*/ 2147483646 h 58"/>
              <a:gd name="T44" fmla="*/ 2147483646 w 87"/>
              <a:gd name="T45" fmla="*/ 2147483646 h 58"/>
              <a:gd name="T46" fmla="*/ 2147483646 w 87"/>
              <a:gd name="T47" fmla="*/ 2147483646 h 58"/>
              <a:gd name="T48" fmla="*/ 2147483646 w 87"/>
              <a:gd name="T49" fmla="*/ 2147483646 h 58"/>
              <a:gd name="T50" fmla="*/ 2147483646 w 87"/>
              <a:gd name="T51" fmla="*/ 2147483646 h 58"/>
              <a:gd name="T52" fmla="*/ 2147483646 w 87"/>
              <a:gd name="T53" fmla="*/ 2147483646 h 58"/>
              <a:gd name="T54" fmla="*/ 2147483646 w 87"/>
              <a:gd name="T55" fmla="*/ 2147483646 h 58"/>
              <a:gd name="T56" fmla="*/ 2147483646 w 87"/>
              <a:gd name="T57" fmla="*/ 2147483646 h 58"/>
              <a:gd name="T58" fmla="*/ 2147483646 w 87"/>
              <a:gd name="T59" fmla="*/ 2147483646 h 58"/>
              <a:gd name="T60" fmla="*/ 2147483646 w 87"/>
              <a:gd name="T61" fmla="*/ 2147483646 h 58"/>
              <a:gd name="T62" fmla="*/ 2147483646 w 87"/>
              <a:gd name="T63" fmla="*/ 2147483646 h 58"/>
              <a:gd name="T64" fmla="*/ 2147483646 w 87"/>
              <a:gd name="T65" fmla="*/ 2147483646 h 58"/>
              <a:gd name="T66" fmla="*/ 2147483646 w 87"/>
              <a:gd name="T67" fmla="*/ 2147483646 h 58"/>
              <a:gd name="T68" fmla="*/ 2147483646 w 87"/>
              <a:gd name="T69" fmla="*/ 2147483646 h 58"/>
              <a:gd name="T70" fmla="*/ 2147483646 w 87"/>
              <a:gd name="T71" fmla="*/ 2147483646 h 58"/>
              <a:gd name="T72" fmla="*/ 2147483646 w 87"/>
              <a:gd name="T73" fmla="*/ 2147483646 h 58"/>
              <a:gd name="T74" fmla="*/ 2147483646 w 87"/>
              <a:gd name="T75" fmla="*/ 2147483646 h 58"/>
              <a:gd name="T76" fmla="*/ 2147483646 w 87"/>
              <a:gd name="T77" fmla="*/ 2147483646 h 58"/>
              <a:gd name="T78" fmla="*/ 2147483646 w 87"/>
              <a:gd name="T79" fmla="*/ 2147483646 h 58"/>
              <a:gd name="T80" fmla="*/ 2147483646 w 87"/>
              <a:gd name="T81" fmla="*/ 2147483646 h 58"/>
              <a:gd name="T82" fmla="*/ 2147483646 w 87"/>
              <a:gd name="T83" fmla="*/ 2147483646 h 58"/>
              <a:gd name="T84" fmla="*/ 2147483646 w 87"/>
              <a:gd name="T85" fmla="*/ 2147483646 h 58"/>
              <a:gd name="T86" fmla="*/ 2147483646 w 87"/>
              <a:gd name="T87" fmla="*/ 2147483646 h 58"/>
              <a:gd name="T88" fmla="*/ 2147483646 w 87"/>
              <a:gd name="T89" fmla="*/ 2147483646 h 58"/>
              <a:gd name="T90" fmla="*/ 2147483646 w 87"/>
              <a:gd name="T91" fmla="*/ 2147483646 h 58"/>
              <a:gd name="T92" fmla="*/ 2147483646 w 87"/>
              <a:gd name="T93" fmla="*/ 2147483646 h 58"/>
              <a:gd name="T94" fmla="*/ 2147483646 w 87"/>
              <a:gd name="T95" fmla="*/ 2147483646 h 58"/>
              <a:gd name="T96" fmla="*/ 2147483646 w 87"/>
              <a:gd name="T97" fmla="*/ 2147483646 h 58"/>
              <a:gd name="T98" fmla="*/ 2147483646 w 87"/>
              <a:gd name="T99" fmla="*/ 2147483646 h 58"/>
              <a:gd name="T100" fmla="*/ 2147483646 w 87"/>
              <a:gd name="T101" fmla="*/ 2147483646 h 58"/>
              <a:gd name="T102" fmla="*/ 2147483646 w 87"/>
              <a:gd name="T103" fmla="*/ 2147483646 h 58"/>
              <a:gd name="T104" fmla="*/ 2147483646 w 87"/>
              <a:gd name="T105" fmla="*/ 2147483646 h 58"/>
              <a:gd name="T106" fmla="*/ 2147483646 w 87"/>
              <a:gd name="T107" fmla="*/ 2147483646 h 58"/>
              <a:gd name="T108" fmla="*/ 0 w 87"/>
              <a:gd name="T109" fmla="*/ 2147483646 h 58"/>
              <a:gd name="T110" fmla="*/ 0 w 87"/>
              <a:gd name="T111" fmla="*/ 2147483646 h 58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7"/>
              <a:gd name="T169" fmla="*/ 0 h 58"/>
              <a:gd name="T170" fmla="*/ 87 w 87"/>
              <a:gd name="T171" fmla="*/ 58 h 58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7" h="58">
                <a:moveTo>
                  <a:pt x="0" y="23"/>
                </a:moveTo>
                <a:lnTo>
                  <a:pt x="0" y="35"/>
                </a:lnTo>
                <a:lnTo>
                  <a:pt x="0" y="33"/>
                </a:lnTo>
                <a:lnTo>
                  <a:pt x="0" y="32"/>
                </a:lnTo>
                <a:lnTo>
                  <a:pt x="0" y="30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3" y="22"/>
                </a:lnTo>
                <a:lnTo>
                  <a:pt x="3" y="20"/>
                </a:lnTo>
                <a:lnTo>
                  <a:pt x="5" y="19"/>
                </a:lnTo>
                <a:lnTo>
                  <a:pt x="5" y="17"/>
                </a:lnTo>
                <a:lnTo>
                  <a:pt x="6" y="16"/>
                </a:lnTo>
                <a:lnTo>
                  <a:pt x="6" y="14"/>
                </a:lnTo>
                <a:lnTo>
                  <a:pt x="8" y="13"/>
                </a:lnTo>
                <a:lnTo>
                  <a:pt x="9" y="12"/>
                </a:lnTo>
                <a:lnTo>
                  <a:pt x="10" y="10"/>
                </a:lnTo>
                <a:lnTo>
                  <a:pt x="12" y="9"/>
                </a:lnTo>
                <a:lnTo>
                  <a:pt x="13" y="7"/>
                </a:lnTo>
                <a:lnTo>
                  <a:pt x="15" y="6"/>
                </a:lnTo>
                <a:lnTo>
                  <a:pt x="16" y="6"/>
                </a:lnTo>
                <a:lnTo>
                  <a:pt x="18" y="4"/>
                </a:lnTo>
                <a:lnTo>
                  <a:pt x="19" y="3"/>
                </a:lnTo>
                <a:lnTo>
                  <a:pt x="21" y="3"/>
                </a:lnTo>
                <a:lnTo>
                  <a:pt x="23" y="3"/>
                </a:lnTo>
                <a:lnTo>
                  <a:pt x="25" y="1"/>
                </a:lnTo>
                <a:lnTo>
                  <a:pt x="26" y="1"/>
                </a:lnTo>
                <a:lnTo>
                  <a:pt x="28" y="1"/>
                </a:lnTo>
                <a:lnTo>
                  <a:pt x="29" y="0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51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61" y="1"/>
                </a:lnTo>
                <a:lnTo>
                  <a:pt x="62" y="1"/>
                </a:lnTo>
                <a:lnTo>
                  <a:pt x="64" y="3"/>
                </a:lnTo>
                <a:lnTo>
                  <a:pt x="65" y="3"/>
                </a:lnTo>
                <a:lnTo>
                  <a:pt x="67" y="3"/>
                </a:lnTo>
                <a:lnTo>
                  <a:pt x="68" y="4"/>
                </a:lnTo>
                <a:lnTo>
                  <a:pt x="69" y="6"/>
                </a:lnTo>
                <a:lnTo>
                  <a:pt x="71" y="6"/>
                </a:lnTo>
                <a:lnTo>
                  <a:pt x="72" y="7"/>
                </a:lnTo>
                <a:lnTo>
                  <a:pt x="74" y="9"/>
                </a:lnTo>
                <a:lnTo>
                  <a:pt x="75" y="9"/>
                </a:lnTo>
                <a:lnTo>
                  <a:pt x="77" y="10"/>
                </a:lnTo>
                <a:lnTo>
                  <a:pt x="77" y="12"/>
                </a:lnTo>
                <a:lnTo>
                  <a:pt x="78" y="13"/>
                </a:lnTo>
                <a:lnTo>
                  <a:pt x="80" y="14"/>
                </a:lnTo>
                <a:lnTo>
                  <a:pt x="81" y="16"/>
                </a:lnTo>
                <a:lnTo>
                  <a:pt x="81" y="17"/>
                </a:lnTo>
                <a:lnTo>
                  <a:pt x="82" y="19"/>
                </a:lnTo>
                <a:lnTo>
                  <a:pt x="82" y="20"/>
                </a:lnTo>
                <a:lnTo>
                  <a:pt x="84" y="22"/>
                </a:lnTo>
                <a:lnTo>
                  <a:pt x="84" y="23"/>
                </a:lnTo>
                <a:lnTo>
                  <a:pt x="85" y="24"/>
                </a:lnTo>
                <a:lnTo>
                  <a:pt x="85" y="26"/>
                </a:lnTo>
                <a:lnTo>
                  <a:pt x="85" y="27"/>
                </a:lnTo>
                <a:lnTo>
                  <a:pt x="85" y="30"/>
                </a:lnTo>
                <a:lnTo>
                  <a:pt x="87" y="32"/>
                </a:lnTo>
                <a:lnTo>
                  <a:pt x="87" y="33"/>
                </a:lnTo>
                <a:lnTo>
                  <a:pt x="87" y="35"/>
                </a:lnTo>
                <a:lnTo>
                  <a:pt x="87" y="23"/>
                </a:lnTo>
                <a:lnTo>
                  <a:pt x="87" y="24"/>
                </a:lnTo>
                <a:lnTo>
                  <a:pt x="87" y="26"/>
                </a:lnTo>
                <a:lnTo>
                  <a:pt x="85" y="29"/>
                </a:lnTo>
                <a:lnTo>
                  <a:pt x="85" y="30"/>
                </a:lnTo>
                <a:lnTo>
                  <a:pt x="85" y="32"/>
                </a:lnTo>
                <a:lnTo>
                  <a:pt x="85" y="33"/>
                </a:lnTo>
                <a:lnTo>
                  <a:pt x="84" y="35"/>
                </a:lnTo>
                <a:lnTo>
                  <a:pt x="84" y="36"/>
                </a:lnTo>
                <a:lnTo>
                  <a:pt x="82" y="37"/>
                </a:lnTo>
                <a:lnTo>
                  <a:pt x="82" y="39"/>
                </a:lnTo>
                <a:lnTo>
                  <a:pt x="81" y="40"/>
                </a:lnTo>
                <a:lnTo>
                  <a:pt x="81" y="42"/>
                </a:lnTo>
                <a:lnTo>
                  <a:pt x="80" y="43"/>
                </a:lnTo>
                <a:lnTo>
                  <a:pt x="78" y="45"/>
                </a:lnTo>
                <a:lnTo>
                  <a:pt x="77" y="46"/>
                </a:lnTo>
                <a:lnTo>
                  <a:pt x="77" y="48"/>
                </a:lnTo>
                <a:lnTo>
                  <a:pt x="75" y="49"/>
                </a:lnTo>
                <a:lnTo>
                  <a:pt x="74" y="50"/>
                </a:lnTo>
                <a:lnTo>
                  <a:pt x="72" y="50"/>
                </a:lnTo>
                <a:lnTo>
                  <a:pt x="71" y="52"/>
                </a:lnTo>
                <a:lnTo>
                  <a:pt x="69" y="53"/>
                </a:lnTo>
                <a:lnTo>
                  <a:pt x="68" y="53"/>
                </a:lnTo>
                <a:lnTo>
                  <a:pt x="67" y="55"/>
                </a:lnTo>
                <a:lnTo>
                  <a:pt x="65" y="55"/>
                </a:lnTo>
                <a:lnTo>
                  <a:pt x="64" y="56"/>
                </a:lnTo>
                <a:lnTo>
                  <a:pt x="62" y="56"/>
                </a:lnTo>
                <a:lnTo>
                  <a:pt x="61" y="56"/>
                </a:lnTo>
                <a:lnTo>
                  <a:pt x="58" y="58"/>
                </a:lnTo>
                <a:lnTo>
                  <a:pt x="57" y="58"/>
                </a:lnTo>
                <a:lnTo>
                  <a:pt x="55" y="58"/>
                </a:lnTo>
                <a:lnTo>
                  <a:pt x="54" y="58"/>
                </a:lnTo>
                <a:lnTo>
                  <a:pt x="51" y="58"/>
                </a:lnTo>
                <a:lnTo>
                  <a:pt x="35" y="58"/>
                </a:lnTo>
                <a:lnTo>
                  <a:pt x="33" y="58"/>
                </a:lnTo>
                <a:lnTo>
                  <a:pt x="31" y="58"/>
                </a:lnTo>
                <a:lnTo>
                  <a:pt x="29" y="58"/>
                </a:lnTo>
                <a:lnTo>
                  <a:pt x="28" y="58"/>
                </a:lnTo>
                <a:lnTo>
                  <a:pt x="26" y="56"/>
                </a:lnTo>
                <a:lnTo>
                  <a:pt x="25" y="56"/>
                </a:lnTo>
                <a:lnTo>
                  <a:pt x="23" y="56"/>
                </a:lnTo>
                <a:lnTo>
                  <a:pt x="21" y="55"/>
                </a:lnTo>
                <a:lnTo>
                  <a:pt x="19" y="55"/>
                </a:lnTo>
                <a:lnTo>
                  <a:pt x="18" y="53"/>
                </a:lnTo>
                <a:lnTo>
                  <a:pt x="16" y="53"/>
                </a:lnTo>
                <a:lnTo>
                  <a:pt x="15" y="52"/>
                </a:lnTo>
                <a:lnTo>
                  <a:pt x="13" y="50"/>
                </a:lnTo>
                <a:lnTo>
                  <a:pt x="12" y="50"/>
                </a:lnTo>
                <a:lnTo>
                  <a:pt x="12" y="49"/>
                </a:lnTo>
                <a:lnTo>
                  <a:pt x="10" y="48"/>
                </a:lnTo>
                <a:lnTo>
                  <a:pt x="9" y="46"/>
                </a:lnTo>
                <a:lnTo>
                  <a:pt x="8" y="45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5" y="39"/>
                </a:lnTo>
                <a:lnTo>
                  <a:pt x="3" y="37"/>
                </a:lnTo>
                <a:lnTo>
                  <a:pt x="3" y="36"/>
                </a:lnTo>
                <a:lnTo>
                  <a:pt x="2" y="35"/>
                </a:lnTo>
                <a:lnTo>
                  <a:pt x="2" y="33"/>
                </a:lnTo>
                <a:lnTo>
                  <a:pt x="0" y="32"/>
                </a:lnTo>
                <a:lnTo>
                  <a:pt x="0" y="30"/>
                </a:lnTo>
                <a:lnTo>
                  <a:pt x="0" y="29"/>
                </a:lnTo>
                <a:lnTo>
                  <a:pt x="0" y="26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411718" name="Group 4">
            <a:extLst>
              <a:ext uri="{FF2B5EF4-FFF2-40B4-BE49-F238E27FC236}">
                <a16:creationId xmlns:a16="http://schemas.microsoft.com/office/drawing/2014/main" id="{4768C9DB-AA1E-4618-A6B9-A0698CAF98B3}"/>
              </a:ext>
            </a:extLst>
          </p:cNvPr>
          <p:cNvGrpSpPr>
            <a:grpSpLocks/>
          </p:cNvGrpSpPr>
          <p:nvPr/>
        </p:nvGrpSpPr>
        <p:grpSpPr bwMode="auto">
          <a:xfrm>
            <a:off x="6845300" y="3768725"/>
            <a:ext cx="2152650" cy="750888"/>
            <a:chOff x="6844728" y="3768775"/>
            <a:chExt cx="2153201" cy="750332"/>
          </a:xfrm>
        </p:grpSpPr>
        <p:cxnSp>
          <p:nvCxnSpPr>
            <p:cNvPr id="3" name="Straight Connector 2">
              <a:extLst>
                <a:ext uri="{FF2B5EF4-FFF2-40B4-BE49-F238E27FC236}">
                  <a16:creationId xmlns:a16="http://schemas.microsoft.com/office/drawing/2014/main" id="{5FFFDED3-3FF4-2348-8C42-C1E3D69913E8}"/>
                </a:ext>
              </a:extLst>
            </p:cNvPr>
            <p:cNvCxnSpPr>
              <a:stCxn id="411685" idx="0"/>
            </p:cNvCxnSpPr>
            <p:nvPr/>
          </p:nvCxnSpPr>
          <p:spPr>
            <a:xfrm>
              <a:off x="6844728" y="4205015"/>
              <a:ext cx="916222" cy="1586"/>
            </a:xfrm>
            <a:prstGeom prst="line">
              <a:avLst/>
            </a:prstGeom>
            <a:ln w="317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A9EC12AE-26E1-C94A-AC18-2FF161D7546F}"/>
                </a:ext>
              </a:extLst>
            </p:cNvPr>
            <p:cNvCxnSpPr/>
            <p:nvPr/>
          </p:nvCxnSpPr>
          <p:spPr>
            <a:xfrm>
              <a:off x="7745071" y="4076522"/>
              <a:ext cx="565295" cy="1587"/>
            </a:xfrm>
            <a:prstGeom prst="line">
              <a:avLst/>
            </a:prstGeom>
            <a:ln w="317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FF3779F-0925-1949-9A06-8DD1CF8E4B7C}"/>
                </a:ext>
              </a:extLst>
            </p:cNvPr>
            <p:cNvCxnSpPr/>
            <p:nvPr/>
          </p:nvCxnSpPr>
          <p:spPr>
            <a:xfrm>
              <a:off x="7740307" y="4328748"/>
              <a:ext cx="565295" cy="1586"/>
            </a:xfrm>
            <a:prstGeom prst="line">
              <a:avLst/>
            </a:prstGeom>
            <a:ln w="317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53BF7986-788E-CE4E-BC0D-CA8470C95C12}"/>
                </a:ext>
              </a:extLst>
            </p:cNvPr>
            <p:cNvCxnSpPr/>
            <p:nvPr/>
          </p:nvCxnSpPr>
          <p:spPr>
            <a:xfrm flipH="1" flipV="1">
              <a:off x="7749835" y="4062246"/>
              <a:ext cx="3176" cy="283952"/>
            </a:xfrm>
            <a:prstGeom prst="line">
              <a:avLst/>
            </a:prstGeom>
            <a:ln w="317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11767" name="TextBox 6">
              <a:extLst>
                <a:ext uri="{FF2B5EF4-FFF2-40B4-BE49-F238E27FC236}">
                  <a16:creationId xmlns:a16="http://schemas.microsoft.com/office/drawing/2014/main" id="{330FCAFE-637E-479F-B249-1A157E2AEC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05111" y="3768775"/>
              <a:ext cx="69281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R2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out</a:t>
              </a:r>
            </a:p>
          </p:txBody>
        </p:sp>
        <p:sp>
          <p:nvSpPr>
            <p:cNvPr id="411768" name="TextBox 6">
              <a:extLst>
                <a:ext uri="{FF2B5EF4-FFF2-40B4-BE49-F238E27FC236}">
                  <a16:creationId xmlns:a16="http://schemas.microsoft.com/office/drawing/2014/main" id="{8BA51D8A-EB0E-4D55-A2DF-8160C119DD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0351" y="4149775"/>
              <a:ext cx="662361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R3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in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endParaRPr kumimoji="0" lang="en-US" altLang="en-US" sz="18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1769" name="Freeform 48">
              <a:extLst>
                <a:ext uri="{FF2B5EF4-FFF2-40B4-BE49-F238E27FC236}">
                  <a16:creationId xmlns:a16="http://schemas.microsoft.com/office/drawing/2014/main" id="{1A818870-A815-4AD2-8003-CEFDE864EF93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7708850" y="4183966"/>
              <a:ext cx="77241" cy="45719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411719" name="Group 88">
            <a:extLst>
              <a:ext uri="{FF2B5EF4-FFF2-40B4-BE49-F238E27FC236}">
                <a16:creationId xmlns:a16="http://schemas.microsoft.com/office/drawing/2014/main" id="{E10D0660-AEE7-488A-8C8F-C117B66982DA}"/>
              </a:ext>
            </a:extLst>
          </p:cNvPr>
          <p:cNvGrpSpPr>
            <a:grpSpLocks/>
          </p:cNvGrpSpPr>
          <p:nvPr/>
        </p:nvGrpSpPr>
        <p:grpSpPr bwMode="auto">
          <a:xfrm>
            <a:off x="6856413" y="2324100"/>
            <a:ext cx="2152650" cy="749300"/>
            <a:chOff x="6844728" y="3768775"/>
            <a:chExt cx="2153201" cy="750332"/>
          </a:xfrm>
        </p:grpSpPr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4D95E1C1-23B3-DB4C-9724-ADAD97662D67}"/>
                </a:ext>
              </a:extLst>
            </p:cNvPr>
            <p:cNvCxnSpPr/>
            <p:nvPr/>
          </p:nvCxnSpPr>
          <p:spPr>
            <a:xfrm>
              <a:off x="6844728" y="4205939"/>
              <a:ext cx="916221" cy="0"/>
            </a:xfrm>
            <a:prstGeom prst="line">
              <a:avLst/>
            </a:prstGeom>
            <a:ln w="317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FFD4EA43-A16E-4A45-A856-ADB2EB367B74}"/>
                </a:ext>
              </a:extLst>
            </p:cNvPr>
            <p:cNvCxnSpPr/>
            <p:nvPr/>
          </p:nvCxnSpPr>
          <p:spPr>
            <a:xfrm>
              <a:off x="7745070" y="4070815"/>
              <a:ext cx="565295" cy="1590"/>
            </a:xfrm>
            <a:prstGeom prst="line">
              <a:avLst/>
            </a:prstGeom>
            <a:ln w="317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D0FA2FAB-E1BB-8245-8CB8-17465E1293D5}"/>
                </a:ext>
              </a:extLst>
            </p:cNvPr>
            <p:cNvCxnSpPr/>
            <p:nvPr/>
          </p:nvCxnSpPr>
          <p:spPr>
            <a:xfrm>
              <a:off x="7740307" y="4323576"/>
              <a:ext cx="565295" cy="1589"/>
            </a:xfrm>
            <a:prstGeom prst="line">
              <a:avLst/>
            </a:prstGeom>
            <a:ln w="317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5845228A-51B9-0A47-81E7-A0E55E4BCDBE}"/>
                </a:ext>
              </a:extLst>
            </p:cNvPr>
            <p:cNvCxnSpPr/>
            <p:nvPr/>
          </p:nvCxnSpPr>
          <p:spPr>
            <a:xfrm flipH="1" flipV="1">
              <a:off x="7749835" y="4056509"/>
              <a:ext cx="3176" cy="284553"/>
            </a:xfrm>
            <a:prstGeom prst="line">
              <a:avLst/>
            </a:prstGeom>
            <a:solidFill>
              <a:srgbClr val="00B050"/>
            </a:solidFill>
            <a:ln w="317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11760" name="TextBox 93">
              <a:extLst>
                <a:ext uri="{FF2B5EF4-FFF2-40B4-BE49-F238E27FC236}">
                  <a16:creationId xmlns:a16="http://schemas.microsoft.com/office/drawing/2014/main" id="{07E19D17-B87A-4200-B733-7AC6BC9D32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05111" y="3768775"/>
              <a:ext cx="69281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R1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out</a:t>
              </a:r>
            </a:p>
          </p:txBody>
        </p:sp>
        <p:sp>
          <p:nvSpPr>
            <p:cNvPr id="411761" name="TextBox 6">
              <a:extLst>
                <a:ext uri="{FF2B5EF4-FFF2-40B4-BE49-F238E27FC236}">
                  <a16:creationId xmlns:a16="http://schemas.microsoft.com/office/drawing/2014/main" id="{FDFA51FA-9F1B-4934-A9B2-256DAF2F11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0351" y="4149775"/>
              <a:ext cx="662361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R2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in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endParaRPr kumimoji="0" lang="en-US" altLang="en-US" sz="18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1762" name="Freeform 48">
              <a:extLst>
                <a:ext uri="{FF2B5EF4-FFF2-40B4-BE49-F238E27FC236}">
                  <a16:creationId xmlns:a16="http://schemas.microsoft.com/office/drawing/2014/main" id="{FD03FED3-0A34-456C-9656-61BE211BD20A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7708850" y="4183966"/>
              <a:ext cx="77241" cy="45719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411720" name="Group 8">
            <a:extLst>
              <a:ext uri="{FF2B5EF4-FFF2-40B4-BE49-F238E27FC236}">
                <a16:creationId xmlns:a16="http://schemas.microsoft.com/office/drawing/2014/main" id="{0EEFC51E-F891-463B-96FB-A9EF95A2BE4C}"/>
              </a:ext>
            </a:extLst>
          </p:cNvPr>
          <p:cNvGrpSpPr>
            <a:grpSpLocks/>
          </p:cNvGrpSpPr>
          <p:nvPr/>
        </p:nvGrpSpPr>
        <p:grpSpPr bwMode="auto">
          <a:xfrm>
            <a:off x="6840538" y="823913"/>
            <a:ext cx="2192337" cy="914400"/>
            <a:chOff x="6840409" y="823310"/>
            <a:chExt cx="2192128" cy="915796"/>
          </a:xfrm>
        </p:grpSpPr>
        <p:cxnSp>
          <p:nvCxnSpPr>
            <p:cNvPr id="98" name="Straight Connector 97">
              <a:extLst>
                <a:ext uri="{FF2B5EF4-FFF2-40B4-BE49-F238E27FC236}">
                  <a16:creationId xmlns:a16="http://schemas.microsoft.com/office/drawing/2014/main" id="{BC228011-BC65-B248-9A08-22928D902CB9}"/>
                </a:ext>
              </a:extLst>
            </p:cNvPr>
            <p:cNvCxnSpPr/>
            <p:nvPr/>
          </p:nvCxnSpPr>
          <p:spPr>
            <a:xfrm>
              <a:off x="6840409" y="1289157"/>
              <a:ext cx="1450837" cy="0"/>
            </a:xfrm>
            <a:prstGeom prst="line">
              <a:avLst/>
            </a:prstGeom>
            <a:ln w="317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7F1E6E79-66BB-4C46-8BA4-DB6C262ED766}"/>
                </a:ext>
              </a:extLst>
            </p:cNvPr>
            <p:cNvCxnSpPr/>
            <p:nvPr/>
          </p:nvCxnSpPr>
          <p:spPr>
            <a:xfrm>
              <a:off x="7732499" y="1036360"/>
              <a:ext cx="565096" cy="1589"/>
            </a:xfrm>
            <a:prstGeom prst="line">
              <a:avLst/>
            </a:prstGeom>
            <a:ln w="317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Straight Connector 99">
              <a:extLst>
                <a:ext uri="{FF2B5EF4-FFF2-40B4-BE49-F238E27FC236}">
                  <a16:creationId xmlns:a16="http://schemas.microsoft.com/office/drawing/2014/main" id="{7A476411-8DCC-5746-B60C-10EA024F5FAB}"/>
                </a:ext>
              </a:extLst>
            </p:cNvPr>
            <p:cNvCxnSpPr/>
            <p:nvPr/>
          </p:nvCxnSpPr>
          <p:spPr>
            <a:xfrm>
              <a:off x="7727736" y="1521286"/>
              <a:ext cx="565096" cy="1590"/>
            </a:xfrm>
            <a:prstGeom prst="line">
              <a:avLst/>
            </a:prstGeom>
            <a:ln w="317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F458E5C0-2A55-9841-9D6A-798D261BB1B0}"/>
                </a:ext>
              </a:extLst>
            </p:cNvPr>
            <p:cNvCxnSpPr/>
            <p:nvPr/>
          </p:nvCxnSpPr>
          <p:spPr>
            <a:xfrm flipH="1" flipV="1">
              <a:off x="7745198" y="1018870"/>
              <a:ext cx="3175" cy="505596"/>
            </a:xfrm>
            <a:prstGeom prst="line">
              <a:avLst/>
            </a:prstGeom>
            <a:solidFill>
              <a:srgbClr val="00B050"/>
            </a:solidFill>
            <a:ln w="317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11752" name="TextBox 101">
              <a:extLst>
                <a:ext uri="{FF2B5EF4-FFF2-40B4-BE49-F238E27FC236}">
                  <a16:creationId xmlns:a16="http://schemas.microsoft.com/office/drawing/2014/main" id="{0B79A5E0-BCB8-44F1-8E19-DF3524749B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00792" y="1086745"/>
              <a:ext cx="69281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R3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out</a:t>
              </a:r>
            </a:p>
          </p:txBody>
        </p:sp>
        <p:sp>
          <p:nvSpPr>
            <p:cNvPr id="411753" name="TextBox 6">
              <a:extLst>
                <a:ext uri="{FF2B5EF4-FFF2-40B4-BE49-F238E27FC236}">
                  <a16:creationId xmlns:a16="http://schemas.microsoft.com/office/drawing/2014/main" id="{5EE9FFF7-C657-45FB-A162-8121CE042B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16032" y="823310"/>
              <a:ext cx="662361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R1</a:t>
              </a:r>
              <a:r>
                <a: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in</a:t>
              </a: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endParaRPr kumimoji="0" lang="en-US" altLang="en-US" sz="18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1754" name="Freeform 48">
              <a:extLst>
                <a:ext uri="{FF2B5EF4-FFF2-40B4-BE49-F238E27FC236}">
                  <a16:creationId xmlns:a16="http://schemas.microsoft.com/office/drawing/2014/main" id="{17511159-7BDC-426F-B5CA-A5CB017DE41D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7704531" y="1266803"/>
              <a:ext cx="77241" cy="45719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1755" name="TextBox 107">
              <a:extLst>
                <a:ext uri="{FF2B5EF4-FFF2-40B4-BE49-F238E27FC236}">
                  <a16:creationId xmlns:a16="http://schemas.microsoft.com/office/drawing/2014/main" id="{6C5C9899-D9AB-4361-BDC4-42C8313093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96438" y="1369774"/>
              <a:ext cx="73609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Done</a:t>
              </a:r>
              <a:endParaRPr kumimoji="0" lang="en-US" altLang="en-US" sz="18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411721" name="Freeform 45">
            <a:extLst>
              <a:ext uri="{FF2B5EF4-FFF2-40B4-BE49-F238E27FC236}">
                <a16:creationId xmlns:a16="http://schemas.microsoft.com/office/drawing/2014/main" id="{9358C524-966E-42EF-AE09-37DE9D03144E}"/>
              </a:ext>
            </a:extLst>
          </p:cNvPr>
          <p:cNvSpPr>
            <a:spLocks/>
          </p:cNvSpPr>
          <p:nvPr/>
        </p:nvSpPr>
        <p:spPr bwMode="auto">
          <a:xfrm>
            <a:off x="4621213" y="1289050"/>
            <a:ext cx="1957387" cy="1504950"/>
          </a:xfrm>
          <a:custGeom>
            <a:avLst/>
            <a:gdLst>
              <a:gd name="T0" fmla="*/ 2147483646 w 10604"/>
              <a:gd name="T1" fmla="*/ 2147483646 h 14865"/>
              <a:gd name="T2" fmla="*/ 2147483646 w 10604"/>
              <a:gd name="T3" fmla="*/ 2147483646 h 14865"/>
              <a:gd name="T4" fmla="*/ 0 w 10604"/>
              <a:gd name="T5" fmla="*/ 2147483646 h 14865"/>
              <a:gd name="T6" fmla="*/ 358519130 w 10604"/>
              <a:gd name="T7" fmla="*/ 0 h 14865"/>
              <a:gd name="T8" fmla="*/ 2147483646 w 10604"/>
              <a:gd name="T9" fmla="*/ 0 h 1486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0604" h="14865">
                <a:moveTo>
                  <a:pt x="10600" y="14865"/>
                </a:moveTo>
                <a:cubicBezTo>
                  <a:pt x="10581" y="13276"/>
                  <a:pt x="10618" y="12108"/>
                  <a:pt x="10599" y="10519"/>
                </a:cubicBezTo>
                <a:lnTo>
                  <a:pt x="0" y="10630"/>
                </a:lnTo>
                <a:cubicBezTo>
                  <a:pt x="19" y="6982"/>
                  <a:pt x="38" y="3648"/>
                  <a:pt x="57" y="0"/>
                </a:cubicBezTo>
                <a:lnTo>
                  <a:pt x="2535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722" name="Freeform 45">
            <a:extLst>
              <a:ext uri="{FF2B5EF4-FFF2-40B4-BE49-F238E27FC236}">
                <a16:creationId xmlns:a16="http://schemas.microsoft.com/office/drawing/2014/main" id="{4E86A065-00CA-44CF-81D8-A60C1ED55FE6}"/>
              </a:ext>
            </a:extLst>
          </p:cNvPr>
          <p:cNvSpPr>
            <a:spLocks/>
          </p:cNvSpPr>
          <p:nvPr/>
        </p:nvSpPr>
        <p:spPr bwMode="auto">
          <a:xfrm>
            <a:off x="4656138" y="2749550"/>
            <a:ext cx="1957387" cy="1470025"/>
          </a:xfrm>
          <a:custGeom>
            <a:avLst/>
            <a:gdLst>
              <a:gd name="T0" fmla="*/ 359302101 w 10601"/>
              <a:gd name="T1" fmla="*/ 148520014 h 14549"/>
              <a:gd name="T2" fmla="*/ 361244901 w 10601"/>
              <a:gd name="T3" fmla="*/ 107380734 h 14549"/>
              <a:gd name="T4" fmla="*/ 0 w 10601"/>
              <a:gd name="T5" fmla="*/ 108513792 h 14549"/>
              <a:gd name="T6" fmla="*/ 1942800 w 10601"/>
              <a:gd name="T7" fmla="*/ 0 h 14549"/>
              <a:gd name="T8" fmla="*/ 86400144 w 10601"/>
              <a:gd name="T9" fmla="*/ 0 h 1454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0601" h="14549">
                <a:moveTo>
                  <a:pt x="10542" y="14549"/>
                </a:moveTo>
                <a:cubicBezTo>
                  <a:pt x="10523" y="12960"/>
                  <a:pt x="10618" y="12108"/>
                  <a:pt x="10599" y="10519"/>
                </a:cubicBezTo>
                <a:lnTo>
                  <a:pt x="0" y="10630"/>
                </a:lnTo>
                <a:cubicBezTo>
                  <a:pt x="19" y="6982"/>
                  <a:pt x="38" y="3648"/>
                  <a:pt x="57" y="0"/>
                </a:cubicBezTo>
                <a:lnTo>
                  <a:pt x="2535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723" name="Freeform 45">
            <a:extLst>
              <a:ext uri="{FF2B5EF4-FFF2-40B4-BE49-F238E27FC236}">
                <a16:creationId xmlns:a16="http://schemas.microsoft.com/office/drawing/2014/main" id="{1F36AA99-8DFD-4DCB-8F85-A5C6FA5B9E36}"/>
              </a:ext>
            </a:extLst>
          </p:cNvPr>
          <p:cNvSpPr>
            <a:spLocks/>
          </p:cNvSpPr>
          <p:nvPr/>
        </p:nvSpPr>
        <p:spPr bwMode="auto">
          <a:xfrm>
            <a:off x="3057525" y="4306888"/>
            <a:ext cx="3508375" cy="1438275"/>
          </a:xfrm>
          <a:custGeom>
            <a:avLst/>
            <a:gdLst>
              <a:gd name="T0" fmla="*/ 1165813861 w 10552"/>
              <a:gd name="T1" fmla="*/ 139111719 h 14865"/>
              <a:gd name="T2" fmla="*/ 1165703477 w 10552"/>
              <a:gd name="T3" fmla="*/ 98440417 h 14865"/>
              <a:gd name="T4" fmla="*/ 1326280 w 10552"/>
              <a:gd name="T5" fmla="*/ 100508573 h 14865"/>
              <a:gd name="T6" fmla="*/ 552589 w 10552"/>
              <a:gd name="T7" fmla="*/ 0 h 14865"/>
              <a:gd name="T8" fmla="*/ 384073302 w 10552"/>
              <a:gd name="T9" fmla="*/ 0 h 1486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0552" h="14865">
                <a:moveTo>
                  <a:pt x="10548" y="14865"/>
                </a:moveTo>
                <a:cubicBezTo>
                  <a:pt x="10529" y="13276"/>
                  <a:pt x="10566" y="12108"/>
                  <a:pt x="10547" y="10519"/>
                </a:cubicBezTo>
                <a:lnTo>
                  <a:pt x="12" y="10740"/>
                </a:lnTo>
                <a:cubicBezTo>
                  <a:pt x="31" y="7197"/>
                  <a:pt x="-14" y="3543"/>
                  <a:pt x="5" y="0"/>
                </a:cubicBezTo>
                <a:lnTo>
                  <a:pt x="3475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724" name="Freeform 45">
            <a:extLst>
              <a:ext uri="{FF2B5EF4-FFF2-40B4-BE49-F238E27FC236}">
                <a16:creationId xmlns:a16="http://schemas.microsoft.com/office/drawing/2014/main" id="{722BF6DC-8FD9-46C3-A8BC-F3C7C6024D12}"/>
              </a:ext>
            </a:extLst>
          </p:cNvPr>
          <p:cNvSpPr>
            <a:spLocks/>
          </p:cNvSpPr>
          <p:nvPr/>
        </p:nvSpPr>
        <p:spPr bwMode="auto">
          <a:xfrm>
            <a:off x="2371725" y="4092575"/>
            <a:ext cx="1830388" cy="1963738"/>
          </a:xfrm>
          <a:custGeom>
            <a:avLst/>
            <a:gdLst>
              <a:gd name="T0" fmla="*/ 439111823 w 9985"/>
              <a:gd name="T1" fmla="*/ 2147483646 h 10000"/>
              <a:gd name="T2" fmla="*/ 0 w 9985"/>
              <a:gd name="T3" fmla="*/ 0 h 10000"/>
              <a:gd name="T4" fmla="*/ 2147483646 w 9985"/>
              <a:gd name="T5" fmla="*/ 0 h 100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9985" h="10000">
                <a:moveTo>
                  <a:pt x="90" y="10000"/>
                </a:moveTo>
                <a:cubicBezTo>
                  <a:pt x="60" y="6667"/>
                  <a:pt x="30" y="3333"/>
                  <a:pt x="0" y="0"/>
                </a:cubicBezTo>
                <a:lnTo>
                  <a:pt x="9985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725" name="AutoShape 57">
            <a:extLst>
              <a:ext uri="{FF2B5EF4-FFF2-40B4-BE49-F238E27FC236}">
                <a16:creationId xmlns:a16="http://schemas.microsoft.com/office/drawing/2014/main" id="{2E1AD33A-ACBE-4EC8-BB32-8ACC92A76B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00413" y="5684838"/>
            <a:ext cx="554037" cy="471487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pSp>
        <p:nvGrpSpPr>
          <p:cNvPr id="411726" name="Group 1">
            <a:extLst>
              <a:ext uri="{FF2B5EF4-FFF2-40B4-BE49-F238E27FC236}">
                <a16:creationId xmlns:a16="http://schemas.microsoft.com/office/drawing/2014/main" id="{FED7E693-A442-4508-9A58-3FAB8D7F4D74}"/>
              </a:ext>
            </a:extLst>
          </p:cNvPr>
          <p:cNvGrpSpPr>
            <a:grpSpLocks/>
          </p:cNvGrpSpPr>
          <p:nvPr/>
        </p:nvGrpSpPr>
        <p:grpSpPr bwMode="auto">
          <a:xfrm>
            <a:off x="2587625" y="5891213"/>
            <a:ext cx="444500" cy="320675"/>
            <a:chOff x="3736975" y="3216275"/>
            <a:chExt cx="444500" cy="320675"/>
          </a:xfrm>
        </p:grpSpPr>
        <p:sp>
          <p:nvSpPr>
            <p:cNvPr id="411746" name="Freeform 5">
              <a:extLst>
                <a:ext uri="{FF2B5EF4-FFF2-40B4-BE49-F238E27FC236}">
                  <a16:creationId xmlns:a16="http://schemas.microsoft.com/office/drawing/2014/main" id="{C60233B2-027D-4E0F-AE5D-CCA181ACA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975" y="3216275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1747" name="Freeform 7">
              <a:extLst>
                <a:ext uri="{FF2B5EF4-FFF2-40B4-BE49-F238E27FC236}">
                  <a16:creationId xmlns:a16="http://schemas.microsoft.com/office/drawing/2014/main" id="{94AA782B-3C21-4A4B-8B95-8A7136AB3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700" y="3322638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411727" name="Line 20">
            <a:extLst>
              <a:ext uri="{FF2B5EF4-FFF2-40B4-BE49-F238E27FC236}">
                <a16:creationId xmlns:a16="http://schemas.microsoft.com/office/drawing/2014/main" id="{97EF71FB-E9AC-4A11-8EB2-5DCC23F9A63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030538" y="6049963"/>
            <a:ext cx="284162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411728" name="Group 3">
            <a:extLst>
              <a:ext uri="{FF2B5EF4-FFF2-40B4-BE49-F238E27FC236}">
                <a16:creationId xmlns:a16="http://schemas.microsoft.com/office/drawing/2014/main" id="{C8D8FB3F-624F-47DD-80CB-16529C3B3053}"/>
              </a:ext>
            </a:extLst>
          </p:cNvPr>
          <p:cNvGrpSpPr>
            <a:grpSpLocks/>
          </p:cNvGrpSpPr>
          <p:nvPr/>
        </p:nvGrpSpPr>
        <p:grpSpPr bwMode="auto">
          <a:xfrm>
            <a:off x="4164013" y="5495925"/>
            <a:ext cx="636587" cy="536575"/>
            <a:chOff x="3164620" y="2964719"/>
            <a:chExt cx="636609" cy="536796"/>
          </a:xfrm>
        </p:grpSpPr>
        <p:sp>
          <p:nvSpPr>
            <p:cNvPr id="411741" name="Rectangle 75">
              <a:extLst>
                <a:ext uri="{FF2B5EF4-FFF2-40B4-BE49-F238E27FC236}">
                  <a16:creationId xmlns:a16="http://schemas.microsoft.com/office/drawing/2014/main" id="{A5F667BA-CADC-4C7D-887C-81FF1806B7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656" y="2964719"/>
              <a:ext cx="358710" cy="53679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1742" name="Freeform 86">
              <a:extLst>
                <a:ext uri="{FF2B5EF4-FFF2-40B4-BE49-F238E27FC236}">
                  <a16:creationId xmlns:a16="http://schemas.microsoft.com/office/drawing/2014/main" id="{E40C3460-D254-4A7F-916F-2B5087A5C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970" y="2975327"/>
              <a:ext cx="630259" cy="249340"/>
            </a:xfrm>
            <a:custGeom>
              <a:avLst/>
              <a:gdLst>
                <a:gd name="T0" fmla="*/ 2147483646 w 794"/>
                <a:gd name="T1" fmla="*/ 0 h 315"/>
                <a:gd name="T2" fmla="*/ 2147483646 w 794"/>
                <a:gd name="T3" fmla="*/ 0 h 315"/>
                <a:gd name="T4" fmla="*/ 2147483646 w 794"/>
                <a:gd name="T5" fmla="*/ 0 h 315"/>
                <a:gd name="T6" fmla="*/ 2147483646 w 794"/>
                <a:gd name="T7" fmla="*/ 0 h 315"/>
                <a:gd name="T8" fmla="*/ 2147483646 w 794"/>
                <a:gd name="T9" fmla="*/ 0 h 315"/>
                <a:gd name="T10" fmla="*/ 2147483646 w 794"/>
                <a:gd name="T11" fmla="*/ 0 h 315"/>
                <a:gd name="T12" fmla="*/ 2147483646 w 794"/>
                <a:gd name="T13" fmla="*/ 2147483646 h 315"/>
                <a:gd name="T14" fmla="*/ 2147483646 w 794"/>
                <a:gd name="T15" fmla="*/ 2147483646 h 315"/>
                <a:gd name="T16" fmla="*/ 2147483646 w 794"/>
                <a:gd name="T17" fmla="*/ 2147483646 h 315"/>
                <a:gd name="T18" fmla="*/ 2147483646 w 794"/>
                <a:gd name="T19" fmla="*/ 2147483646 h 315"/>
                <a:gd name="T20" fmla="*/ 2147483646 w 794"/>
                <a:gd name="T21" fmla="*/ 2147483646 h 315"/>
                <a:gd name="T22" fmla="*/ 2147483646 w 794"/>
                <a:gd name="T23" fmla="*/ 2147483646 h 315"/>
                <a:gd name="T24" fmla="*/ 2147483646 w 794"/>
                <a:gd name="T25" fmla="*/ 2147483646 h 315"/>
                <a:gd name="T26" fmla="*/ 2147483646 w 794"/>
                <a:gd name="T27" fmla="*/ 2147483646 h 315"/>
                <a:gd name="T28" fmla="*/ 2147483646 w 794"/>
                <a:gd name="T29" fmla="*/ 2147483646 h 315"/>
                <a:gd name="T30" fmla="*/ 2147483646 w 794"/>
                <a:gd name="T31" fmla="*/ 2147483646 h 315"/>
                <a:gd name="T32" fmla="*/ 2147483646 w 794"/>
                <a:gd name="T33" fmla="*/ 2147483646 h 315"/>
                <a:gd name="T34" fmla="*/ 2147483646 w 794"/>
                <a:gd name="T35" fmla="*/ 2147483646 h 315"/>
                <a:gd name="T36" fmla="*/ 2147483646 w 794"/>
                <a:gd name="T37" fmla="*/ 2147483646 h 315"/>
                <a:gd name="T38" fmla="*/ 2147483646 w 794"/>
                <a:gd name="T39" fmla="*/ 2147483646 h 315"/>
                <a:gd name="T40" fmla="*/ 2147483646 w 794"/>
                <a:gd name="T41" fmla="*/ 2147483646 h 315"/>
                <a:gd name="T42" fmla="*/ 2147483646 w 794"/>
                <a:gd name="T43" fmla="*/ 2147483646 h 315"/>
                <a:gd name="T44" fmla="*/ 2147483646 w 794"/>
                <a:gd name="T45" fmla="*/ 2147483646 h 315"/>
                <a:gd name="T46" fmla="*/ 2147483646 w 794"/>
                <a:gd name="T47" fmla="*/ 2147483646 h 315"/>
                <a:gd name="T48" fmla="*/ 2147483646 w 794"/>
                <a:gd name="T49" fmla="*/ 2147483646 h 315"/>
                <a:gd name="T50" fmla="*/ 2147483646 w 794"/>
                <a:gd name="T51" fmla="*/ 2147483646 h 315"/>
                <a:gd name="T52" fmla="*/ 2147483646 w 794"/>
                <a:gd name="T53" fmla="*/ 2147483646 h 315"/>
                <a:gd name="T54" fmla="*/ 2147483646 w 794"/>
                <a:gd name="T55" fmla="*/ 2147483646 h 315"/>
                <a:gd name="T56" fmla="*/ 2147483646 w 794"/>
                <a:gd name="T57" fmla="*/ 2147483646 h 315"/>
                <a:gd name="T58" fmla="*/ 2147483646 w 794"/>
                <a:gd name="T59" fmla="*/ 2147483646 h 315"/>
                <a:gd name="T60" fmla="*/ 2147483646 w 794"/>
                <a:gd name="T61" fmla="*/ 2147483646 h 315"/>
                <a:gd name="T62" fmla="*/ 2147483646 w 794"/>
                <a:gd name="T63" fmla="*/ 2147483646 h 315"/>
                <a:gd name="T64" fmla="*/ 2147483646 w 794"/>
                <a:gd name="T65" fmla="*/ 2147483646 h 315"/>
                <a:gd name="T66" fmla="*/ 2147483646 w 794"/>
                <a:gd name="T67" fmla="*/ 2147483646 h 315"/>
                <a:gd name="T68" fmla="*/ 2147483646 w 794"/>
                <a:gd name="T69" fmla="*/ 2147483646 h 315"/>
                <a:gd name="T70" fmla="*/ 2147483646 w 794"/>
                <a:gd name="T71" fmla="*/ 2147483646 h 315"/>
                <a:gd name="T72" fmla="*/ 2147483646 w 794"/>
                <a:gd name="T73" fmla="*/ 2147483646 h 315"/>
                <a:gd name="T74" fmla="*/ 2147483646 w 794"/>
                <a:gd name="T75" fmla="*/ 2147483646 h 315"/>
                <a:gd name="T76" fmla="*/ 2147483646 w 794"/>
                <a:gd name="T77" fmla="*/ 2147483646 h 315"/>
                <a:gd name="T78" fmla="*/ 2147483646 w 794"/>
                <a:gd name="T79" fmla="*/ 2147483646 h 315"/>
                <a:gd name="T80" fmla="*/ 2147483646 w 794"/>
                <a:gd name="T81" fmla="*/ 2147483646 h 315"/>
                <a:gd name="T82" fmla="*/ 2147483646 w 794"/>
                <a:gd name="T83" fmla="*/ 2147483646 h 315"/>
                <a:gd name="T84" fmla="*/ 2147483646 w 794"/>
                <a:gd name="T85" fmla="*/ 2147483646 h 315"/>
                <a:gd name="T86" fmla="*/ 2147483646 w 794"/>
                <a:gd name="T87" fmla="*/ 2147483646 h 315"/>
                <a:gd name="T88" fmla="*/ 2147483646 w 794"/>
                <a:gd name="T89" fmla="*/ 2147483646 h 315"/>
                <a:gd name="T90" fmla="*/ 2147483646 w 794"/>
                <a:gd name="T91" fmla="*/ 2147483646 h 315"/>
                <a:gd name="T92" fmla="*/ 2147483646 w 794"/>
                <a:gd name="T93" fmla="*/ 2147483646 h 315"/>
                <a:gd name="T94" fmla="*/ 2147483646 w 794"/>
                <a:gd name="T95" fmla="*/ 2147483646 h 315"/>
                <a:gd name="T96" fmla="*/ 2147483646 w 794"/>
                <a:gd name="T97" fmla="*/ 2147483646 h 315"/>
                <a:gd name="T98" fmla="*/ 2147483646 w 794"/>
                <a:gd name="T99" fmla="*/ 2147483646 h 315"/>
                <a:gd name="T100" fmla="*/ 2147483646 w 794"/>
                <a:gd name="T101" fmla="*/ 2147483646 h 315"/>
                <a:gd name="T102" fmla="*/ 2147483646 w 794"/>
                <a:gd name="T103" fmla="*/ 2147483646 h 315"/>
                <a:gd name="T104" fmla="*/ 2147483646 w 794"/>
                <a:gd name="T105" fmla="*/ 2147483646 h 315"/>
                <a:gd name="T106" fmla="*/ 2147483646 w 794"/>
                <a:gd name="T107" fmla="*/ 2147483646 h 315"/>
                <a:gd name="T108" fmla="*/ 2147483646 w 794"/>
                <a:gd name="T109" fmla="*/ 2147483646 h 315"/>
                <a:gd name="T110" fmla="*/ 2147483646 w 794"/>
                <a:gd name="T111" fmla="*/ 2147483646 h 315"/>
                <a:gd name="T112" fmla="*/ 2147483646 w 794"/>
                <a:gd name="T113" fmla="*/ 2147483646 h 315"/>
                <a:gd name="T114" fmla="*/ 2147483646 w 794"/>
                <a:gd name="T115" fmla="*/ 2147483646 h 315"/>
                <a:gd name="T116" fmla="*/ 2147483646 w 794"/>
                <a:gd name="T117" fmla="*/ 2147483646 h 315"/>
                <a:gd name="T118" fmla="*/ 2147483646 w 794"/>
                <a:gd name="T119" fmla="*/ 2147483646 h 315"/>
                <a:gd name="T120" fmla="*/ 2147483646 w 794"/>
                <a:gd name="T121" fmla="*/ 2147483646 h 31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94" h="315">
                  <a:moveTo>
                    <a:pt x="0" y="0"/>
                  </a:moveTo>
                  <a:lnTo>
                    <a:pt x="31" y="0"/>
                  </a:lnTo>
                  <a:lnTo>
                    <a:pt x="60" y="0"/>
                  </a:lnTo>
                  <a:lnTo>
                    <a:pt x="86" y="0"/>
                  </a:lnTo>
                  <a:lnTo>
                    <a:pt x="110" y="0"/>
                  </a:lnTo>
                  <a:lnTo>
                    <a:pt x="134" y="0"/>
                  </a:lnTo>
                  <a:lnTo>
                    <a:pt x="155" y="0"/>
                  </a:lnTo>
                  <a:lnTo>
                    <a:pt x="175" y="0"/>
                  </a:lnTo>
                  <a:lnTo>
                    <a:pt x="194" y="0"/>
                  </a:lnTo>
                  <a:lnTo>
                    <a:pt x="211" y="0"/>
                  </a:lnTo>
                  <a:lnTo>
                    <a:pt x="227" y="0"/>
                  </a:lnTo>
                  <a:lnTo>
                    <a:pt x="240" y="0"/>
                  </a:lnTo>
                  <a:lnTo>
                    <a:pt x="254" y="0"/>
                  </a:lnTo>
                  <a:lnTo>
                    <a:pt x="265" y="0"/>
                  </a:lnTo>
                  <a:lnTo>
                    <a:pt x="276" y="0"/>
                  </a:lnTo>
                  <a:lnTo>
                    <a:pt x="287" y="0"/>
                  </a:lnTo>
                  <a:lnTo>
                    <a:pt x="296" y="0"/>
                  </a:lnTo>
                  <a:lnTo>
                    <a:pt x="303" y="0"/>
                  </a:lnTo>
                  <a:lnTo>
                    <a:pt x="311" y="0"/>
                  </a:lnTo>
                  <a:lnTo>
                    <a:pt x="317" y="0"/>
                  </a:lnTo>
                  <a:lnTo>
                    <a:pt x="323" y="0"/>
                  </a:lnTo>
                  <a:lnTo>
                    <a:pt x="328" y="0"/>
                  </a:lnTo>
                  <a:lnTo>
                    <a:pt x="332" y="0"/>
                  </a:lnTo>
                  <a:lnTo>
                    <a:pt x="336" y="1"/>
                  </a:lnTo>
                  <a:lnTo>
                    <a:pt x="338" y="1"/>
                  </a:lnTo>
                  <a:lnTo>
                    <a:pt x="342" y="1"/>
                  </a:lnTo>
                  <a:lnTo>
                    <a:pt x="345" y="1"/>
                  </a:lnTo>
                  <a:lnTo>
                    <a:pt x="348" y="1"/>
                  </a:lnTo>
                  <a:lnTo>
                    <a:pt x="349" y="1"/>
                  </a:lnTo>
                  <a:lnTo>
                    <a:pt x="352" y="1"/>
                  </a:lnTo>
                  <a:lnTo>
                    <a:pt x="353" y="1"/>
                  </a:lnTo>
                  <a:lnTo>
                    <a:pt x="356" y="1"/>
                  </a:lnTo>
                  <a:lnTo>
                    <a:pt x="358" y="1"/>
                  </a:lnTo>
                  <a:lnTo>
                    <a:pt x="360" y="1"/>
                  </a:lnTo>
                  <a:lnTo>
                    <a:pt x="362" y="3"/>
                  </a:lnTo>
                  <a:lnTo>
                    <a:pt x="364" y="3"/>
                  </a:lnTo>
                  <a:lnTo>
                    <a:pt x="366" y="3"/>
                  </a:lnTo>
                  <a:lnTo>
                    <a:pt x="368" y="3"/>
                  </a:lnTo>
                  <a:lnTo>
                    <a:pt x="369" y="3"/>
                  </a:lnTo>
                  <a:lnTo>
                    <a:pt x="370" y="3"/>
                  </a:lnTo>
                  <a:lnTo>
                    <a:pt x="372" y="3"/>
                  </a:lnTo>
                  <a:lnTo>
                    <a:pt x="374" y="3"/>
                  </a:lnTo>
                  <a:lnTo>
                    <a:pt x="376" y="3"/>
                  </a:lnTo>
                  <a:lnTo>
                    <a:pt x="377" y="3"/>
                  </a:lnTo>
                  <a:lnTo>
                    <a:pt x="378" y="3"/>
                  </a:lnTo>
                  <a:lnTo>
                    <a:pt x="380" y="4"/>
                  </a:lnTo>
                  <a:lnTo>
                    <a:pt x="381" y="4"/>
                  </a:lnTo>
                  <a:lnTo>
                    <a:pt x="382" y="4"/>
                  </a:lnTo>
                  <a:lnTo>
                    <a:pt x="384" y="4"/>
                  </a:lnTo>
                  <a:lnTo>
                    <a:pt x="385" y="4"/>
                  </a:lnTo>
                  <a:lnTo>
                    <a:pt x="386" y="4"/>
                  </a:lnTo>
                  <a:lnTo>
                    <a:pt x="388" y="4"/>
                  </a:lnTo>
                  <a:lnTo>
                    <a:pt x="389" y="4"/>
                  </a:lnTo>
                  <a:lnTo>
                    <a:pt x="390" y="4"/>
                  </a:lnTo>
                  <a:lnTo>
                    <a:pt x="392" y="5"/>
                  </a:lnTo>
                  <a:lnTo>
                    <a:pt x="393" y="5"/>
                  </a:lnTo>
                  <a:lnTo>
                    <a:pt x="394" y="5"/>
                  </a:lnTo>
                  <a:lnTo>
                    <a:pt x="396" y="5"/>
                  </a:lnTo>
                  <a:lnTo>
                    <a:pt x="398" y="5"/>
                  </a:lnTo>
                  <a:lnTo>
                    <a:pt x="400" y="5"/>
                  </a:lnTo>
                  <a:lnTo>
                    <a:pt x="401" y="7"/>
                  </a:lnTo>
                  <a:lnTo>
                    <a:pt x="403" y="7"/>
                  </a:lnTo>
                  <a:lnTo>
                    <a:pt x="405" y="7"/>
                  </a:lnTo>
                  <a:lnTo>
                    <a:pt x="407" y="7"/>
                  </a:lnTo>
                  <a:lnTo>
                    <a:pt x="409" y="8"/>
                  </a:lnTo>
                  <a:lnTo>
                    <a:pt x="411" y="8"/>
                  </a:lnTo>
                  <a:lnTo>
                    <a:pt x="413" y="8"/>
                  </a:lnTo>
                  <a:lnTo>
                    <a:pt x="414" y="8"/>
                  </a:lnTo>
                  <a:lnTo>
                    <a:pt x="417" y="8"/>
                  </a:lnTo>
                  <a:lnTo>
                    <a:pt x="418" y="8"/>
                  </a:lnTo>
                  <a:lnTo>
                    <a:pt x="419" y="9"/>
                  </a:lnTo>
                  <a:lnTo>
                    <a:pt x="421" y="9"/>
                  </a:lnTo>
                  <a:lnTo>
                    <a:pt x="422" y="9"/>
                  </a:lnTo>
                  <a:lnTo>
                    <a:pt x="423" y="9"/>
                  </a:lnTo>
                  <a:lnTo>
                    <a:pt x="425" y="9"/>
                  </a:lnTo>
                  <a:lnTo>
                    <a:pt x="426" y="9"/>
                  </a:lnTo>
                  <a:lnTo>
                    <a:pt x="426" y="11"/>
                  </a:lnTo>
                  <a:lnTo>
                    <a:pt x="427" y="11"/>
                  </a:lnTo>
                  <a:lnTo>
                    <a:pt x="429" y="11"/>
                  </a:lnTo>
                  <a:lnTo>
                    <a:pt x="430" y="11"/>
                  </a:lnTo>
                  <a:lnTo>
                    <a:pt x="431" y="11"/>
                  </a:lnTo>
                  <a:lnTo>
                    <a:pt x="433" y="12"/>
                  </a:lnTo>
                  <a:lnTo>
                    <a:pt x="434" y="12"/>
                  </a:lnTo>
                  <a:lnTo>
                    <a:pt x="435" y="12"/>
                  </a:lnTo>
                  <a:lnTo>
                    <a:pt x="437" y="13"/>
                  </a:lnTo>
                  <a:lnTo>
                    <a:pt x="438" y="13"/>
                  </a:lnTo>
                  <a:lnTo>
                    <a:pt x="439" y="13"/>
                  </a:lnTo>
                  <a:lnTo>
                    <a:pt x="441" y="15"/>
                  </a:lnTo>
                  <a:lnTo>
                    <a:pt x="443" y="15"/>
                  </a:lnTo>
                  <a:lnTo>
                    <a:pt x="445" y="15"/>
                  </a:lnTo>
                  <a:lnTo>
                    <a:pt x="446" y="16"/>
                  </a:lnTo>
                  <a:lnTo>
                    <a:pt x="449" y="16"/>
                  </a:lnTo>
                  <a:lnTo>
                    <a:pt x="450" y="17"/>
                  </a:lnTo>
                  <a:lnTo>
                    <a:pt x="453" y="17"/>
                  </a:lnTo>
                  <a:lnTo>
                    <a:pt x="455" y="19"/>
                  </a:lnTo>
                  <a:lnTo>
                    <a:pt x="458" y="19"/>
                  </a:lnTo>
                  <a:lnTo>
                    <a:pt x="459" y="20"/>
                  </a:lnTo>
                  <a:lnTo>
                    <a:pt x="462" y="20"/>
                  </a:lnTo>
                  <a:lnTo>
                    <a:pt x="465" y="21"/>
                  </a:lnTo>
                  <a:lnTo>
                    <a:pt x="466" y="21"/>
                  </a:lnTo>
                  <a:lnTo>
                    <a:pt x="467" y="23"/>
                  </a:lnTo>
                  <a:lnTo>
                    <a:pt x="470" y="23"/>
                  </a:lnTo>
                  <a:lnTo>
                    <a:pt x="471" y="24"/>
                  </a:lnTo>
                  <a:lnTo>
                    <a:pt x="473" y="24"/>
                  </a:lnTo>
                  <a:lnTo>
                    <a:pt x="474" y="24"/>
                  </a:lnTo>
                  <a:lnTo>
                    <a:pt x="475" y="25"/>
                  </a:lnTo>
                  <a:lnTo>
                    <a:pt x="476" y="25"/>
                  </a:lnTo>
                  <a:lnTo>
                    <a:pt x="478" y="25"/>
                  </a:lnTo>
                  <a:lnTo>
                    <a:pt x="479" y="27"/>
                  </a:lnTo>
                  <a:lnTo>
                    <a:pt x="480" y="27"/>
                  </a:lnTo>
                  <a:lnTo>
                    <a:pt x="482" y="27"/>
                  </a:lnTo>
                  <a:lnTo>
                    <a:pt x="482" y="28"/>
                  </a:lnTo>
                  <a:lnTo>
                    <a:pt x="483" y="28"/>
                  </a:lnTo>
                  <a:lnTo>
                    <a:pt x="484" y="29"/>
                  </a:lnTo>
                  <a:lnTo>
                    <a:pt x="486" y="29"/>
                  </a:lnTo>
                  <a:lnTo>
                    <a:pt x="487" y="29"/>
                  </a:lnTo>
                  <a:lnTo>
                    <a:pt x="488" y="31"/>
                  </a:lnTo>
                  <a:lnTo>
                    <a:pt x="490" y="31"/>
                  </a:lnTo>
                  <a:lnTo>
                    <a:pt x="491" y="32"/>
                  </a:lnTo>
                  <a:lnTo>
                    <a:pt x="492" y="32"/>
                  </a:lnTo>
                  <a:lnTo>
                    <a:pt x="494" y="33"/>
                  </a:lnTo>
                  <a:lnTo>
                    <a:pt x="495" y="33"/>
                  </a:lnTo>
                  <a:lnTo>
                    <a:pt x="498" y="35"/>
                  </a:lnTo>
                  <a:lnTo>
                    <a:pt x="499" y="36"/>
                  </a:lnTo>
                  <a:lnTo>
                    <a:pt x="500" y="36"/>
                  </a:lnTo>
                  <a:lnTo>
                    <a:pt x="503" y="37"/>
                  </a:lnTo>
                  <a:lnTo>
                    <a:pt x="504" y="39"/>
                  </a:lnTo>
                  <a:lnTo>
                    <a:pt x="507" y="40"/>
                  </a:lnTo>
                  <a:lnTo>
                    <a:pt x="508" y="40"/>
                  </a:lnTo>
                  <a:lnTo>
                    <a:pt x="511" y="41"/>
                  </a:lnTo>
                  <a:lnTo>
                    <a:pt x="512" y="43"/>
                  </a:lnTo>
                  <a:lnTo>
                    <a:pt x="514" y="43"/>
                  </a:lnTo>
                  <a:lnTo>
                    <a:pt x="516" y="44"/>
                  </a:lnTo>
                  <a:lnTo>
                    <a:pt x="518" y="44"/>
                  </a:lnTo>
                  <a:lnTo>
                    <a:pt x="519" y="45"/>
                  </a:lnTo>
                  <a:lnTo>
                    <a:pt x="520" y="45"/>
                  </a:lnTo>
                  <a:lnTo>
                    <a:pt x="522" y="47"/>
                  </a:lnTo>
                  <a:lnTo>
                    <a:pt x="523" y="47"/>
                  </a:lnTo>
                  <a:lnTo>
                    <a:pt x="523" y="48"/>
                  </a:lnTo>
                  <a:lnTo>
                    <a:pt x="524" y="48"/>
                  </a:lnTo>
                  <a:lnTo>
                    <a:pt x="526" y="49"/>
                  </a:lnTo>
                  <a:lnTo>
                    <a:pt x="527" y="49"/>
                  </a:lnTo>
                  <a:lnTo>
                    <a:pt x="528" y="51"/>
                  </a:lnTo>
                  <a:lnTo>
                    <a:pt x="530" y="51"/>
                  </a:lnTo>
                  <a:lnTo>
                    <a:pt x="531" y="52"/>
                  </a:lnTo>
                  <a:lnTo>
                    <a:pt x="532" y="52"/>
                  </a:lnTo>
                  <a:lnTo>
                    <a:pt x="534" y="53"/>
                  </a:lnTo>
                  <a:lnTo>
                    <a:pt x="535" y="55"/>
                  </a:lnTo>
                  <a:lnTo>
                    <a:pt x="536" y="55"/>
                  </a:lnTo>
                  <a:lnTo>
                    <a:pt x="538" y="56"/>
                  </a:lnTo>
                  <a:lnTo>
                    <a:pt x="539" y="56"/>
                  </a:lnTo>
                  <a:lnTo>
                    <a:pt x="540" y="57"/>
                  </a:lnTo>
                  <a:lnTo>
                    <a:pt x="542" y="57"/>
                  </a:lnTo>
                  <a:lnTo>
                    <a:pt x="543" y="58"/>
                  </a:lnTo>
                  <a:lnTo>
                    <a:pt x="546" y="60"/>
                  </a:lnTo>
                  <a:lnTo>
                    <a:pt x="547" y="60"/>
                  </a:lnTo>
                  <a:lnTo>
                    <a:pt x="548" y="61"/>
                  </a:lnTo>
                  <a:lnTo>
                    <a:pt x="551" y="62"/>
                  </a:lnTo>
                  <a:lnTo>
                    <a:pt x="552" y="64"/>
                  </a:lnTo>
                  <a:lnTo>
                    <a:pt x="553" y="65"/>
                  </a:lnTo>
                  <a:lnTo>
                    <a:pt x="556" y="65"/>
                  </a:lnTo>
                  <a:lnTo>
                    <a:pt x="557" y="66"/>
                  </a:lnTo>
                  <a:lnTo>
                    <a:pt x="559" y="66"/>
                  </a:lnTo>
                  <a:lnTo>
                    <a:pt x="560" y="68"/>
                  </a:lnTo>
                  <a:lnTo>
                    <a:pt x="561" y="69"/>
                  </a:lnTo>
                  <a:lnTo>
                    <a:pt x="563" y="69"/>
                  </a:lnTo>
                  <a:lnTo>
                    <a:pt x="564" y="70"/>
                  </a:lnTo>
                  <a:lnTo>
                    <a:pt x="565" y="70"/>
                  </a:lnTo>
                  <a:lnTo>
                    <a:pt x="567" y="72"/>
                  </a:lnTo>
                  <a:lnTo>
                    <a:pt x="568" y="73"/>
                  </a:lnTo>
                  <a:lnTo>
                    <a:pt x="569" y="73"/>
                  </a:lnTo>
                  <a:lnTo>
                    <a:pt x="571" y="74"/>
                  </a:lnTo>
                  <a:lnTo>
                    <a:pt x="572" y="74"/>
                  </a:lnTo>
                  <a:lnTo>
                    <a:pt x="572" y="76"/>
                  </a:lnTo>
                  <a:lnTo>
                    <a:pt x="573" y="76"/>
                  </a:lnTo>
                  <a:lnTo>
                    <a:pt x="575" y="76"/>
                  </a:lnTo>
                  <a:lnTo>
                    <a:pt x="575" y="77"/>
                  </a:lnTo>
                  <a:lnTo>
                    <a:pt x="576" y="77"/>
                  </a:lnTo>
                  <a:lnTo>
                    <a:pt x="577" y="78"/>
                  </a:lnTo>
                  <a:lnTo>
                    <a:pt x="579" y="78"/>
                  </a:lnTo>
                  <a:lnTo>
                    <a:pt x="580" y="80"/>
                  </a:lnTo>
                  <a:lnTo>
                    <a:pt x="581" y="80"/>
                  </a:lnTo>
                  <a:lnTo>
                    <a:pt x="581" y="81"/>
                  </a:lnTo>
                  <a:lnTo>
                    <a:pt x="583" y="82"/>
                  </a:lnTo>
                  <a:lnTo>
                    <a:pt x="585" y="82"/>
                  </a:lnTo>
                  <a:lnTo>
                    <a:pt x="587" y="84"/>
                  </a:lnTo>
                  <a:lnTo>
                    <a:pt x="588" y="85"/>
                  </a:lnTo>
                  <a:lnTo>
                    <a:pt x="589" y="86"/>
                  </a:lnTo>
                  <a:lnTo>
                    <a:pt x="591" y="86"/>
                  </a:lnTo>
                  <a:lnTo>
                    <a:pt x="592" y="88"/>
                  </a:lnTo>
                  <a:lnTo>
                    <a:pt x="593" y="88"/>
                  </a:lnTo>
                  <a:lnTo>
                    <a:pt x="593" y="89"/>
                  </a:lnTo>
                  <a:lnTo>
                    <a:pt x="595" y="89"/>
                  </a:lnTo>
                  <a:lnTo>
                    <a:pt x="596" y="90"/>
                  </a:lnTo>
                  <a:lnTo>
                    <a:pt x="597" y="90"/>
                  </a:lnTo>
                  <a:lnTo>
                    <a:pt x="597" y="92"/>
                  </a:lnTo>
                  <a:lnTo>
                    <a:pt x="599" y="92"/>
                  </a:lnTo>
                  <a:lnTo>
                    <a:pt x="600" y="93"/>
                  </a:lnTo>
                  <a:lnTo>
                    <a:pt x="601" y="93"/>
                  </a:lnTo>
                  <a:lnTo>
                    <a:pt x="601" y="94"/>
                  </a:lnTo>
                  <a:lnTo>
                    <a:pt x="603" y="94"/>
                  </a:lnTo>
                  <a:lnTo>
                    <a:pt x="604" y="96"/>
                  </a:lnTo>
                  <a:lnTo>
                    <a:pt x="605" y="97"/>
                  </a:lnTo>
                  <a:lnTo>
                    <a:pt x="607" y="97"/>
                  </a:lnTo>
                  <a:lnTo>
                    <a:pt x="607" y="98"/>
                  </a:lnTo>
                  <a:lnTo>
                    <a:pt x="608" y="98"/>
                  </a:lnTo>
                  <a:lnTo>
                    <a:pt x="609" y="100"/>
                  </a:lnTo>
                  <a:lnTo>
                    <a:pt x="611" y="101"/>
                  </a:lnTo>
                  <a:lnTo>
                    <a:pt x="612" y="101"/>
                  </a:lnTo>
                  <a:lnTo>
                    <a:pt x="612" y="102"/>
                  </a:lnTo>
                  <a:lnTo>
                    <a:pt x="613" y="102"/>
                  </a:lnTo>
                  <a:lnTo>
                    <a:pt x="615" y="104"/>
                  </a:lnTo>
                  <a:lnTo>
                    <a:pt x="616" y="105"/>
                  </a:lnTo>
                  <a:lnTo>
                    <a:pt x="617" y="106"/>
                  </a:lnTo>
                  <a:lnTo>
                    <a:pt x="619" y="106"/>
                  </a:lnTo>
                  <a:lnTo>
                    <a:pt x="619" y="108"/>
                  </a:lnTo>
                  <a:lnTo>
                    <a:pt x="620" y="108"/>
                  </a:lnTo>
                  <a:lnTo>
                    <a:pt x="621" y="109"/>
                  </a:lnTo>
                  <a:lnTo>
                    <a:pt x="622" y="110"/>
                  </a:lnTo>
                  <a:lnTo>
                    <a:pt x="624" y="110"/>
                  </a:lnTo>
                  <a:lnTo>
                    <a:pt x="624" y="112"/>
                  </a:lnTo>
                  <a:lnTo>
                    <a:pt x="625" y="112"/>
                  </a:lnTo>
                  <a:lnTo>
                    <a:pt x="625" y="113"/>
                  </a:lnTo>
                  <a:lnTo>
                    <a:pt x="626" y="113"/>
                  </a:lnTo>
                  <a:lnTo>
                    <a:pt x="628" y="114"/>
                  </a:lnTo>
                  <a:lnTo>
                    <a:pt x="629" y="114"/>
                  </a:lnTo>
                  <a:lnTo>
                    <a:pt x="629" y="116"/>
                  </a:lnTo>
                  <a:lnTo>
                    <a:pt x="630" y="116"/>
                  </a:lnTo>
                  <a:lnTo>
                    <a:pt x="632" y="117"/>
                  </a:lnTo>
                  <a:lnTo>
                    <a:pt x="633" y="118"/>
                  </a:lnTo>
                  <a:lnTo>
                    <a:pt x="634" y="118"/>
                  </a:lnTo>
                  <a:lnTo>
                    <a:pt x="634" y="120"/>
                  </a:lnTo>
                  <a:lnTo>
                    <a:pt x="636" y="120"/>
                  </a:lnTo>
                  <a:lnTo>
                    <a:pt x="637" y="121"/>
                  </a:lnTo>
                  <a:lnTo>
                    <a:pt x="638" y="121"/>
                  </a:lnTo>
                  <a:lnTo>
                    <a:pt x="640" y="122"/>
                  </a:lnTo>
                  <a:lnTo>
                    <a:pt x="641" y="124"/>
                  </a:lnTo>
                  <a:lnTo>
                    <a:pt x="642" y="125"/>
                  </a:lnTo>
                  <a:lnTo>
                    <a:pt x="644" y="125"/>
                  </a:lnTo>
                  <a:lnTo>
                    <a:pt x="645" y="126"/>
                  </a:lnTo>
                  <a:lnTo>
                    <a:pt x="646" y="128"/>
                  </a:lnTo>
                  <a:lnTo>
                    <a:pt x="648" y="128"/>
                  </a:lnTo>
                  <a:lnTo>
                    <a:pt x="648" y="129"/>
                  </a:lnTo>
                  <a:lnTo>
                    <a:pt x="649" y="129"/>
                  </a:lnTo>
                  <a:lnTo>
                    <a:pt x="650" y="130"/>
                  </a:lnTo>
                  <a:lnTo>
                    <a:pt x="652" y="131"/>
                  </a:lnTo>
                  <a:lnTo>
                    <a:pt x="653" y="131"/>
                  </a:lnTo>
                  <a:lnTo>
                    <a:pt x="653" y="133"/>
                  </a:lnTo>
                  <a:lnTo>
                    <a:pt x="654" y="133"/>
                  </a:lnTo>
                  <a:lnTo>
                    <a:pt x="654" y="134"/>
                  </a:lnTo>
                  <a:lnTo>
                    <a:pt x="656" y="134"/>
                  </a:lnTo>
                  <a:lnTo>
                    <a:pt x="656" y="135"/>
                  </a:lnTo>
                  <a:lnTo>
                    <a:pt x="657" y="135"/>
                  </a:lnTo>
                  <a:lnTo>
                    <a:pt x="657" y="137"/>
                  </a:lnTo>
                  <a:lnTo>
                    <a:pt x="658" y="138"/>
                  </a:lnTo>
                  <a:lnTo>
                    <a:pt x="660" y="138"/>
                  </a:lnTo>
                  <a:lnTo>
                    <a:pt x="660" y="139"/>
                  </a:lnTo>
                  <a:lnTo>
                    <a:pt x="661" y="141"/>
                  </a:lnTo>
                  <a:lnTo>
                    <a:pt x="662" y="141"/>
                  </a:lnTo>
                  <a:lnTo>
                    <a:pt x="664" y="142"/>
                  </a:lnTo>
                  <a:lnTo>
                    <a:pt x="664" y="143"/>
                  </a:lnTo>
                  <a:lnTo>
                    <a:pt x="665" y="145"/>
                  </a:lnTo>
                  <a:lnTo>
                    <a:pt x="666" y="146"/>
                  </a:lnTo>
                  <a:lnTo>
                    <a:pt x="668" y="147"/>
                  </a:lnTo>
                  <a:lnTo>
                    <a:pt x="669" y="149"/>
                  </a:lnTo>
                  <a:lnTo>
                    <a:pt x="670" y="150"/>
                  </a:lnTo>
                  <a:lnTo>
                    <a:pt x="672" y="151"/>
                  </a:lnTo>
                  <a:lnTo>
                    <a:pt x="673" y="153"/>
                  </a:lnTo>
                  <a:lnTo>
                    <a:pt x="674" y="154"/>
                  </a:lnTo>
                  <a:lnTo>
                    <a:pt x="676" y="155"/>
                  </a:lnTo>
                  <a:lnTo>
                    <a:pt x="677" y="157"/>
                  </a:lnTo>
                  <a:lnTo>
                    <a:pt x="677" y="158"/>
                  </a:lnTo>
                  <a:lnTo>
                    <a:pt x="678" y="158"/>
                  </a:lnTo>
                  <a:lnTo>
                    <a:pt x="680" y="159"/>
                  </a:lnTo>
                  <a:lnTo>
                    <a:pt x="680" y="161"/>
                  </a:lnTo>
                  <a:lnTo>
                    <a:pt x="681" y="161"/>
                  </a:lnTo>
                  <a:lnTo>
                    <a:pt x="681" y="162"/>
                  </a:lnTo>
                  <a:lnTo>
                    <a:pt x="682" y="162"/>
                  </a:lnTo>
                  <a:lnTo>
                    <a:pt x="682" y="163"/>
                  </a:lnTo>
                  <a:lnTo>
                    <a:pt x="684" y="165"/>
                  </a:lnTo>
                  <a:lnTo>
                    <a:pt x="685" y="166"/>
                  </a:lnTo>
                  <a:lnTo>
                    <a:pt x="686" y="167"/>
                  </a:lnTo>
                  <a:lnTo>
                    <a:pt x="686" y="169"/>
                  </a:lnTo>
                  <a:lnTo>
                    <a:pt x="688" y="169"/>
                  </a:lnTo>
                  <a:lnTo>
                    <a:pt x="689" y="170"/>
                  </a:lnTo>
                  <a:lnTo>
                    <a:pt x="689" y="171"/>
                  </a:lnTo>
                  <a:lnTo>
                    <a:pt x="690" y="173"/>
                  </a:lnTo>
                  <a:lnTo>
                    <a:pt x="692" y="174"/>
                  </a:lnTo>
                  <a:lnTo>
                    <a:pt x="693" y="175"/>
                  </a:lnTo>
                  <a:lnTo>
                    <a:pt x="694" y="178"/>
                  </a:lnTo>
                  <a:lnTo>
                    <a:pt x="695" y="179"/>
                  </a:lnTo>
                  <a:lnTo>
                    <a:pt x="697" y="181"/>
                  </a:lnTo>
                  <a:lnTo>
                    <a:pt x="698" y="183"/>
                  </a:lnTo>
                  <a:lnTo>
                    <a:pt x="701" y="185"/>
                  </a:lnTo>
                  <a:lnTo>
                    <a:pt x="702" y="186"/>
                  </a:lnTo>
                  <a:lnTo>
                    <a:pt x="702" y="187"/>
                  </a:lnTo>
                  <a:lnTo>
                    <a:pt x="703" y="189"/>
                  </a:lnTo>
                  <a:lnTo>
                    <a:pt x="705" y="190"/>
                  </a:lnTo>
                  <a:lnTo>
                    <a:pt x="706" y="191"/>
                  </a:lnTo>
                  <a:lnTo>
                    <a:pt x="707" y="193"/>
                  </a:lnTo>
                  <a:lnTo>
                    <a:pt x="707" y="194"/>
                  </a:lnTo>
                  <a:lnTo>
                    <a:pt x="709" y="195"/>
                  </a:lnTo>
                  <a:lnTo>
                    <a:pt x="710" y="197"/>
                  </a:lnTo>
                  <a:lnTo>
                    <a:pt x="710" y="198"/>
                  </a:lnTo>
                  <a:lnTo>
                    <a:pt x="711" y="198"/>
                  </a:lnTo>
                  <a:lnTo>
                    <a:pt x="713" y="199"/>
                  </a:lnTo>
                  <a:lnTo>
                    <a:pt x="713" y="201"/>
                  </a:lnTo>
                  <a:lnTo>
                    <a:pt x="714" y="202"/>
                  </a:lnTo>
                  <a:lnTo>
                    <a:pt x="715" y="203"/>
                  </a:lnTo>
                  <a:lnTo>
                    <a:pt x="717" y="205"/>
                  </a:lnTo>
                  <a:lnTo>
                    <a:pt x="717" y="206"/>
                  </a:lnTo>
                  <a:lnTo>
                    <a:pt x="718" y="207"/>
                  </a:lnTo>
                  <a:lnTo>
                    <a:pt x="719" y="208"/>
                  </a:lnTo>
                  <a:lnTo>
                    <a:pt x="721" y="210"/>
                  </a:lnTo>
                  <a:lnTo>
                    <a:pt x="722" y="212"/>
                  </a:lnTo>
                  <a:lnTo>
                    <a:pt x="722" y="214"/>
                  </a:lnTo>
                  <a:lnTo>
                    <a:pt x="723" y="215"/>
                  </a:lnTo>
                  <a:lnTo>
                    <a:pt x="725" y="216"/>
                  </a:lnTo>
                  <a:lnTo>
                    <a:pt x="726" y="218"/>
                  </a:lnTo>
                  <a:lnTo>
                    <a:pt x="727" y="220"/>
                  </a:lnTo>
                  <a:lnTo>
                    <a:pt x="729" y="222"/>
                  </a:lnTo>
                  <a:lnTo>
                    <a:pt x="730" y="224"/>
                  </a:lnTo>
                  <a:lnTo>
                    <a:pt x="731" y="226"/>
                  </a:lnTo>
                  <a:lnTo>
                    <a:pt x="734" y="228"/>
                  </a:lnTo>
                  <a:lnTo>
                    <a:pt x="735" y="230"/>
                  </a:lnTo>
                  <a:lnTo>
                    <a:pt x="735" y="232"/>
                  </a:lnTo>
                  <a:lnTo>
                    <a:pt x="737" y="234"/>
                  </a:lnTo>
                  <a:lnTo>
                    <a:pt x="738" y="235"/>
                  </a:lnTo>
                  <a:lnTo>
                    <a:pt x="739" y="236"/>
                  </a:lnTo>
                  <a:lnTo>
                    <a:pt x="741" y="238"/>
                  </a:lnTo>
                  <a:lnTo>
                    <a:pt x="742" y="239"/>
                  </a:lnTo>
                  <a:lnTo>
                    <a:pt x="742" y="240"/>
                  </a:lnTo>
                  <a:lnTo>
                    <a:pt x="743" y="242"/>
                  </a:lnTo>
                  <a:lnTo>
                    <a:pt x="745" y="243"/>
                  </a:lnTo>
                  <a:lnTo>
                    <a:pt x="745" y="244"/>
                  </a:lnTo>
                  <a:lnTo>
                    <a:pt x="746" y="246"/>
                  </a:lnTo>
                  <a:lnTo>
                    <a:pt x="746" y="247"/>
                  </a:lnTo>
                  <a:lnTo>
                    <a:pt x="747" y="247"/>
                  </a:lnTo>
                  <a:lnTo>
                    <a:pt x="749" y="248"/>
                  </a:lnTo>
                  <a:lnTo>
                    <a:pt x="749" y="250"/>
                  </a:lnTo>
                  <a:lnTo>
                    <a:pt x="750" y="251"/>
                  </a:lnTo>
                  <a:lnTo>
                    <a:pt x="750" y="252"/>
                  </a:lnTo>
                  <a:lnTo>
                    <a:pt x="751" y="254"/>
                  </a:lnTo>
                  <a:lnTo>
                    <a:pt x="753" y="255"/>
                  </a:lnTo>
                  <a:lnTo>
                    <a:pt x="754" y="256"/>
                  </a:lnTo>
                  <a:lnTo>
                    <a:pt x="754" y="258"/>
                  </a:lnTo>
                  <a:lnTo>
                    <a:pt x="755" y="259"/>
                  </a:lnTo>
                  <a:lnTo>
                    <a:pt x="757" y="260"/>
                  </a:lnTo>
                  <a:lnTo>
                    <a:pt x="758" y="262"/>
                  </a:lnTo>
                  <a:lnTo>
                    <a:pt x="759" y="263"/>
                  </a:lnTo>
                  <a:lnTo>
                    <a:pt x="761" y="266"/>
                  </a:lnTo>
                  <a:lnTo>
                    <a:pt x="762" y="267"/>
                  </a:lnTo>
                  <a:lnTo>
                    <a:pt x="763" y="270"/>
                  </a:lnTo>
                  <a:lnTo>
                    <a:pt x="765" y="271"/>
                  </a:lnTo>
                  <a:lnTo>
                    <a:pt x="766" y="274"/>
                  </a:lnTo>
                  <a:lnTo>
                    <a:pt x="767" y="276"/>
                  </a:lnTo>
                  <a:lnTo>
                    <a:pt x="769" y="278"/>
                  </a:lnTo>
                  <a:lnTo>
                    <a:pt x="770" y="279"/>
                  </a:lnTo>
                  <a:lnTo>
                    <a:pt x="771" y="281"/>
                  </a:lnTo>
                  <a:lnTo>
                    <a:pt x="772" y="283"/>
                  </a:lnTo>
                  <a:lnTo>
                    <a:pt x="774" y="284"/>
                  </a:lnTo>
                  <a:lnTo>
                    <a:pt x="775" y="285"/>
                  </a:lnTo>
                  <a:lnTo>
                    <a:pt x="775" y="287"/>
                  </a:lnTo>
                  <a:lnTo>
                    <a:pt x="776" y="288"/>
                  </a:lnTo>
                  <a:lnTo>
                    <a:pt x="778" y="289"/>
                  </a:lnTo>
                  <a:lnTo>
                    <a:pt x="778" y="291"/>
                  </a:lnTo>
                  <a:lnTo>
                    <a:pt x="779" y="292"/>
                  </a:lnTo>
                  <a:lnTo>
                    <a:pt x="780" y="293"/>
                  </a:lnTo>
                  <a:lnTo>
                    <a:pt x="782" y="295"/>
                  </a:lnTo>
                  <a:lnTo>
                    <a:pt x="782" y="296"/>
                  </a:lnTo>
                  <a:lnTo>
                    <a:pt x="783" y="297"/>
                  </a:lnTo>
                  <a:lnTo>
                    <a:pt x="784" y="299"/>
                  </a:lnTo>
                  <a:lnTo>
                    <a:pt x="784" y="300"/>
                  </a:lnTo>
                  <a:lnTo>
                    <a:pt x="786" y="301"/>
                  </a:lnTo>
                  <a:lnTo>
                    <a:pt x="786" y="303"/>
                  </a:lnTo>
                  <a:lnTo>
                    <a:pt x="787" y="304"/>
                  </a:lnTo>
                  <a:lnTo>
                    <a:pt x="788" y="305"/>
                  </a:lnTo>
                  <a:lnTo>
                    <a:pt x="788" y="307"/>
                  </a:lnTo>
                  <a:lnTo>
                    <a:pt x="790" y="309"/>
                  </a:lnTo>
                  <a:lnTo>
                    <a:pt x="791" y="311"/>
                  </a:lnTo>
                  <a:lnTo>
                    <a:pt x="791" y="312"/>
                  </a:lnTo>
                  <a:lnTo>
                    <a:pt x="792" y="313"/>
                  </a:lnTo>
                  <a:lnTo>
                    <a:pt x="794" y="315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1743" name="Freeform 87">
              <a:extLst>
                <a:ext uri="{FF2B5EF4-FFF2-40B4-BE49-F238E27FC236}">
                  <a16:creationId xmlns:a16="http://schemas.microsoft.com/office/drawing/2014/main" id="{B5EA7ED8-C163-4A9B-9ECE-B8D7E1536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970" y="3227843"/>
              <a:ext cx="630259" cy="249341"/>
            </a:xfrm>
            <a:custGeom>
              <a:avLst/>
              <a:gdLst>
                <a:gd name="T0" fmla="*/ 2147483646 w 794"/>
                <a:gd name="T1" fmla="*/ 2147483646 h 315"/>
                <a:gd name="T2" fmla="*/ 2147483646 w 794"/>
                <a:gd name="T3" fmla="*/ 2147483646 h 315"/>
                <a:gd name="T4" fmla="*/ 2147483646 w 794"/>
                <a:gd name="T5" fmla="*/ 2147483646 h 315"/>
                <a:gd name="T6" fmla="*/ 2147483646 w 794"/>
                <a:gd name="T7" fmla="*/ 2147483646 h 315"/>
                <a:gd name="T8" fmla="*/ 2147483646 w 794"/>
                <a:gd name="T9" fmla="*/ 2147483646 h 315"/>
                <a:gd name="T10" fmla="*/ 2147483646 w 794"/>
                <a:gd name="T11" fmla="*/ 2147483646 h 315"/>
                <a:gd name="T12" fmla="*/ 2147483646 w 794"/>
                <a:gd name="T13" fmla="*/ 2147483646 h 315"/>
                <a:gd name="T14" fmla="*/ 2147483646 w 794"/>
                <a:gd name="T15" fmla="*/ 2147483646 h 315"/>
                <a:gd name="T16" fmla="*/ 2147483646 w 794"/>
                <a:gd name="T17" fmla="*/ 2147483646 h 315"/>
                <a:gd name="T18" fmla="*/ 2147483646 w 794"/>
                <a:gd name="T19" fmla="*/ 2147483646 h 315"/>
                <a:gd name="T20" fmla="*/ 2147483646 w 794"/>
                <a:gd name="T21" fmla="*/ 2147483646 h 315"/>
                <a:gd name="T22" fmla="*/ 2147483646 w 794"/>
                <a:gd name="T23" fmla="*/ 2147483646 h 315"/>
                <a:gd name="T24" fmla="*/ 2147483646 w 794"/>
                <a:gd name="T25" fmla="*/ 2147483646 h 315"/>
                <a:gd name="T26" fmla="*/ 2147483646 w 794"/>
                <a:gd name="T27" fmla="*/ 2147483646 h 315"/>
                <a:gd name="T28" fmla="*/ 2147483646 w 794"/>
                <a:gd name="T29" fmla="*/ 2147483646 h 315"/>
                <a:gd name="T30" fmla="*/ 2147483646 w 794"/>
                <a:gd name="T31" fmla="*/ 2147483646 h 315"/>
                <a:gd name="T32" fmla="*/ 2147483646 w 794"/>
                <a:gd name="T33" fmla="*/ 2147483646 h 315"/>
                <a:gd name="T34" fmla="*/ 2147483646 w 794"/>
                <a:gd name="T35" fmla="*/ 2147483646 h 315"/>
                <a:gd name="T36" fmla="*/ 2147483646 w 794"/>
                <a:gd name="T37" fmla="*/ 2147483646 h 315"/>
                <a:gd name="T38" fmla="*/ 2147483646 w 794"/>
                <a:gd name="T39" fmla="*/ 2147483646 h 315"/>
                <a:gd name="T40" fmla="*/ 2147483646 w 794"/>
                <a:gd name="T41" fmla="*/ 2147483646 h 315"/>
                <a:gd name="T42" fmla="*/ 2147483646 w 794"/>
                <a:gd name="T43" fmla="*/ 2147483646 h 315"/>
                <a:gd name="T44" fmla="*/ 2147483646 w 794"/>
                <a:gd name="T45" fmla="*/ 2147483646 h 315"/>
                <a:gd name="T46" fmla="*/ 2147483646 w 794"/>
                <a:gd name="T47" fmla="*/ 2147483646 h 315"/>
                <a:gd name="T48" fmla="*/ 2147483646 w 794"/>
                <a:gd name="T49" fmla="*/ 2147483646 h 315"/>
                <a:gd name="T50" fmla="*/ 2147483646 w 794"/>
                <a:gd name="T51" fmla="*/ 2147483646 h 315"/>
                <a:gd name="T52" fmla="*/ 2147483646 w 794"/>
                <a:gd name="T53" fmla="*/ 2147483646 h 315"/>
                <a:gd name="T54" fmla="*/ 2147483646 w 794"/>
                <a:gd name="T55" fmla="*/ 2147483646 h 315"/>
                <a:gd name="T56" fmla="*/ 2147483646 w 794"/>
                <a:gd name="T57" fmla="*/ 2147483646 h 315"/>
                <a:gd name="T58" fmla="*/ 2147483646 w 794"/>
                <a:gd name="T59" fmla="*/ 2147483646 h 315"/>
                <a:gd name="T60" fmla="*/ 2147483646 w 794"/>
                <a:gd name="T61" fmla="*/ 2147483646 h 315"/>
                <a:gd name="T62" fmla="*/ 2147483646 w 794"/>
                <a:gd name="T63" fmla="*/ 2147483646 h 315"/>
                <a:gd name="T64" fmla="*/ 2147483646 w 794"/>
                <a:gd name="T65" fmla="*/ 2147483646 h 315"/>
                <a:gd name="T66" fmla="*/ 2147483646 w 794"/>
                <a:gd name="T67" fmla="*/ 2147483646 h 315"/>
                <a:gd name="T68" fmla="*/ 2147483646 w 794"/>
                <a:gd name="T69" fmla="*/ 2147483646 h 315"/>
                <a:gd name="T70" fmla="*/ 2147483646 w 794"/>
                <a:gd name="T71" fmla="*/ 2147483646 h 315"/>
                <a:gd name="T72" fmla="*/ 2147483646 w 794"/>
                <a:gd name="T73" fmla="*/ 2147483646 h 315"/>
                <a:gd name="T74" fmla="*/ 2147483646 w 794"/>
                <a:gd name="T75" fmla="*/ 2147483646 h 315"/>
                <a:gd name="T76" fmla="*/ 2147483646 w 794"/>
                <a:gd name="T77" fmla="*/ 2147483646 h 315"/>
                <a:gd name="T78" fmla="*/ 2147483646 w 794"/>
                <a:gd name="T79" fmla="*/ 2147483646 h 315"/>
                <a:gd name="T80" fmla="*/ 2147483646 w 794"/>
                <a:gd name="T81" fmla="*/ 2147483646 h 315"/>
                <a:gd name="T82" fmla="*/ 2147483646 w 794"/>
                <a:gd name="T83" fmla="*/ 2147483646 h 315"/>
                <a:gd name="T84" fmla="*/ 2147483646 w 794"/>
                <a:gd name="T85" fmla="*/ 2147483646 h 315"/>
                <a:gd name="T86" fmla="*/ 2147483646 w 794"/>
                <a:gd name="T87" fmla="*/ 2147483646 h 315"/>
                <a:gd name="T88" fmla="*/ 2147483646 w 794"/>
                <a:gd name="T89" fmla="*/ 2147483646 h 315"/>
                <a:gd name="T90" fmla="*/ 2147483646 w 794"/>
                <a:gd name="T91" fmla="*/ 2147483646 h 315"/>
                <a:gd name="T92" fmla="*/ 2147483646 w 794"/>
                <a:gd name="T93" fmla="*/ 2147483646 h 315"/>
                <a:gd name="T94" fmla="*/ 2147483646 w 794"/>
                <a:gd name="T95" fmla="*/ 2147483646 h 315"/>
                <a:gd name="T96" fmla="*/ 2147483646 w 794"/>
                <a:gd name="T97" fmla="*/ 2147483646 h 315"/>
                <a:gd name="T98" fmla="*/ 2147483646 w 794"/>
                <a:gd name="T99" fmla="*/ 2147483646 h 315"/>
                <a:gd name="T100" fmla="*/ 2147483646 w 794"/>
                <a:gd name="T101" fmla="*/ 2147483646 h 315"/>
                <a:gd name="T102" fmla="*/ 2147483646 w 794"/>
                <a:gd name="T103" fmla="*/ 2147483646 h 315"/>
                <a:gd name="T104" fmla="*/ 2147483646 w 794"/>
                <a:gd name="T105" fmla="*/ 2147483646 h 315"/>
                <a:gd name="T106" fmla="*/ 2147483646 w 794"/>
                <a:gd name="T107" fmla="*/ 2147483646 h 315"/>
                <a:gd name="T108" fmla="*/ 2147483646 w 794"/>
                <a:gd name="T109" fmla="*/ 2147483646 h 315"/>
                <a:gd name="T110" fmla="*/ 2147483646 w 794"/>
                <a:gd name="T111" fmla="*/ 2147483646 h 315"/>
                <a:gd name="T112" fmla="*/ 2147483646 w 794"/>
                <a:gd name="T113" fmla="*/ 2147483646 h 315"/>
                <a:gd name="T114" fmla="*/ 2147483646 w 794"/>
                <a:gd name="T115" fmla="*/ 2147483646 h 315"/>
                <a:gd name="T116" fmla="*/ 2147483646 w 794"/>
                <a:gd name="T117" fmla="*/ 2147483646 h 315"/>
                <a:gd name="T118" fmla="*/ 2147483646 w 794"/>
                <a:gd name="T119" fmla="*/ 2147483646 h 315"/>
                <a:gd name="T120" fmla="*/ 2147483646 w 794"/>
                <a:gd name="T121" fmla="*/ 2147483646 h 31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94" h="315">
                  <a:moveTo>
                    <a:pt x="0" y="315"/>
                  </a:moveTo>
                  <a:lnTo>
                    <a:pt x="31" y="315"/>
                  </a:lnTo>
                  <a:lnTo>
                    <a:pt x="60" y="315"/>
                  </a:lnTo>
                  <a:lnTo>
                    <a:pt x="86" y="315"/>
                  </a:lnTo>
                  <a:lnTo>
                    <a:pt x="110" y="315"/>
                  </a:lnTo>
                  <a:lnTo>
                    <a:pt x="134" y="315"/>
                  </a:lnTo>
                  <a:lnTo>
                    <a:pt x="155" y="315"/>
                  </a:lnTo>
                  <a:lnTo>
                    <a:pt x="175" y="315"/>
                  </a:lnTo>
                  <a:lnTo>
                    <a:pt x="194" y="315"/>
                  </a:lnTo>
                  <a:lnTo>
                    <a:pt x="211" y="315"/>
                  </a:lnTo>
                  <a:lnTo>
                    <a:pt x="227" y="315"/>
                  </a:lnTo>
                  <a:lnTo>
                    <a:pt x="240" y="315"/>
                  </a:lnTo>
                  <a:lnTo>
                    <a:pt x="254" y="315"/>
                  </a:lnTo>
                  <a:lnTo>
                    <a:pt x="265" y="315"/>
                  </a:lnTo>
                  <a:lnTo>
                    <a:pt x="276" y="315"/>
                  </a:lnTo>
                  <a:lnTo>
                    <a:pt x="287" y="315"/>
                  </a:lnTo>
                  <a:lnTo>
                    <a:pt x="296" y="315"/>
                  </a:lnTo>
                  <a:lnTo>
                    <a:pt x="303" y="315"/>
                  </a:lnTo>
                  <a:lnTo>
                    <a:pt x="311" y="315"/>
                  </a:lnTo>
                  <a:lnTo>
                    <a:pt x="317" y="315"/>
                  </a:lnTo>
                  <a:lnTo>
                    <a:pt x="323" y="315"/>
                  </a:lnTo>
                  <a:lnTo>
                    <a:pt x="328" y="315"/>
                  </a:lnTo>
                  <a:lnTo>
                    <a:pt x="332" y="315"/>
                  </a:lnTo>
                  <a:lnTo>
                    <a:pt x="336" y="315"/>
                  </a:lnTo>
                  <a:lnTo>
                    <a:pt x="338" y="315"/>
                  </a:lnTo>
                  <a:lnTo>
                    <a:pt x="342" y="315"/>
                  </a:lnTo>
                  <a:lnTo>
                    <a:pt x="345" y="315"/>
                  </a:lnTo>
                  <a:lnTo>
                    <a:pt x="348" y="315"/>
                  </a:lnTo>
                  <a:lnTo>
                    <a:pt x="349" y="314"/>
                  </a:lnTo>
                  <a:lnTo>
                    <a:pt x="352" y="314"/>
                  </a:lnTo>
                  <a:lnTo>
                    <a:pt x="353" y="314"/>
                  </a:lnTo>
                  <a:lnTo>
                    <a:pt x="356" y="314"/>
                  </a:lnTo>
                  <a:lnTo>
                    <a:pt x="358" y="314"/>
                  </a:lnTo>
                  <a:lnTo>
                    <a:pt x="360" y="314"/>
                  </a:lnTo>
                  <a:lnTo>
                    <a:pt x="362" y="314"/>
                  </a:lnTo>
                  <a:lnTo>
                    <a:pt x="364" y="314"/>
                  </a:lnTo>
                  <a:lnTo>
                    <a:pt x="366" y="314"/>
                  </a:lnTo>
                  <a:lnTo>
                    <a:pt x="368" y="314"/>
                  </a:lnTo>
                  <a:lnTo>
                    <a:pt x="369" y="314"/>
                  </a:lnTo>
                  <a:lnTo>
                    <a:pt x="370" y="312"/>
                  </a:lnTo>
                  <a:lnTo>
                    <a:pt x="372" y="312"/>
                  </a:lnTo>
                  <a:lnTo>
                    <a:pt x="374" y="312"/>
                  </a:lnTo>
                  <a:lnTo>
                    <a:pt x="376" y="312"/>
                  </a:lnTo>
                  <a:lnTo>
                    <a:pt x="377" y="312"/>
                  </a:lnTo>
                  <a:lnTo>
                    <a:pt x="378" y="312"/>
                  </a:lnTo>
                  <a:lnTo>
                    <a:pt x="380" y="312"/>
                  </a:lnTo>
                  <a:lnTo>
                    <a:pt x="381" y="312"/>
                  </a:lnTo>
                  <a:lnTo>
                    <a:pt x="382" y="312"/>
                  </a:lnTo>
                  <a:lnTo>
                    <a:pt x="384" y="312"/>
                  </a:lnTo>
                  <a:lnTo>
                    <a:pt x="385" y="311"/>
                  </a:lnTo>
                  <a:lnTo>
                    <a:pt x="386" y="311"/>
                  </a:lnTo>
                  <a:lnTo>
                    <a:pt x="388" y="311"/>
                  </a:lnTo>
                  <a:lnTo>
                    <a:pt x="389" y="311"/>
                  </a:lnTo>
                  <a:lnTo>
                    <a:pt x="390" y="311"/>
                  </a:lnTo>
                  <a:lnTo>
                    <a:pt x="392" y="311"/>
                  </a:lnTo>
                  <a:lnTo>
                    <a:pt x="393" y="311"/>
                  </a:lnTo>
                  <a:lnTo>
                    <a:pt x="394" y="311"/>
                  </a:lnTo>
                  <a:lnTo>
                    <a:pt x="396" y="310"/>
                  </a:lnTo>
                  <a:lnTo>
                    <a:pt x="398" y="310"/>
                  </a:lnTo>
                  <a:lnTo>
                    <a:pt x="400" y="310"/>
                  </a:lnTo>
                  <a:lnTo>
                    <a:pt x="401" y="310"/>
                  </a:lnTo>
                  <a:lnTo>
                    <a:pt x="403" y="310"/>
                  </a:lnTo>
                  <a:lnTo>
                    <a:pt x="405" y="308"/>
                  </a:lnTo>
                  <a:lnTo>
                    <a:pt x="407" y="308"/>
                  </a:lnTo>
                  <a:lnTo>
                    <a:pt x="409" y="308"/>
                  </a:lnTo>
                  <a:lnTo>
                    <a:pt x="411" y="308"/>
                  </a:lnTo>
                  <a:lnTo>
                    <a:pt x="413" y="307"/>
                  </a:lnTo>
                  <a:lnTo>
                    <a:pt x="414" y="307"/>
                  </a:lnTo>
                  <a:lnTo>
                    <a:pt x="417" y="307"/>
                  </a:lnTo>
                  <a:lnTo>
                    <a:pt x="418" y="307"/>
                  </a:lnTo>
                  <a:lnTo>
                    <a:pt x="419" y="307"/>
                  </a:lnTo>
                  <a:lnTo>
                    <a:pt x="421" y="307"/>
                  </a:lnTo>
                  <a:lnTo>
                    <a:pt x="422" y="306"/>
                  </a:lnTo>
                  <a:lnTo>
                    <a:pt x="423" y="306"/>
                  </a:lnTo>
                  <a:lnTo>
                    <a:pt x="425" y="306"/>
                  </a:lnTo>
                  <a:lnTo>
                    <a:pt x="426" y="306"/>
                  </a:lnTo>
                  <a:lnTo>
                    <a:pt x="427" y="306"/>
                  </a:lnTo>
                  <a:lnTo>
                    <a:pt x="429" y="304"/>
                  </a:lnTo>
                  <a:lnTo>
                    <a:pt x="430" y="304"/>
                  </a:lnTo>
                  <a:lnTo>
                    <a:pt x="431" y="304"/>
                  </a:lnTo>
                  <a:lnTo>
                    <a:pt x="433" y="304"/>
                  </a:lnTo>
                  <a:lnTo>
                    <a:pt x="434" y="303"/>
                  </a:lnTo>
                  <a:lnTo>
                    <a:pt x="435" y="303"/>
                  </a:lnTo>
                  <a:lnTo>
                    <a:pt x="437" y="303"/>
                  </a:lnTo>
                  <a:lnTo>
                    <a:pt x="438" y="303"/>
                  </a:lnTo>
                  <a:lnTo>
                    <a:pt x="439" y="302"/>
                  </a:lnTo>
                  <a:lnTo>
                    <a:pt x="441" y="302"/>
                  </a:lnTo>
                  <a:lnTo>
                    <a:pt x="443" y="300"/>
                  </a:lnTo>
                  <a:lnTo>
                    <a:pt x="445" y="300"/>
                  </a:lnTo>
                  <a:lnTo>
                    <a:pt x="446" y="300"/>
                  </a:lnTo>
                  <a:lnTo>
                    <a:pt x="449" y="299"/>
                  </a:lnTo>
                  <a:lnTo>
                    <a:pt x="450" y="299"/>
                  </a:lnTo>
                  <a:lnTo>
                    <a:pt x="453" y="298"/>
                  </a:lnTo>
                  <a:lnTo>
                    <a:pt x="455" y="296"/>
                  </a:lnTo>
                  <a:lnTo>
                    <a:pt x="458" y="296"/>
                  </a:lnTo>
                  <a:lnTo>
                    <a:pt x="459" y="295"/>
                  </a:lnTo>
                  <a:lnTo>
                    <a:pt x="462" y="295"/>
                  </a:lnTo>
                  <a:lnTo>
                    <a:pt x="465" y="294"/>
                  </a:lnTo>
                  <a:lnTo>
                    <a:pt x="466" y="294"/>
                  </a:lnTo>
                  <a:lnTo>
                    <a:pt x="467" y="294"/>
                  </a:lnTo>
                  <a:lnTo>
                    <a:pt x="470" y="292"/>
                  </a:lnTo>
                  <a:lnTo>
                    <a:pt x="471" y="292"/>
                  </a:lnTo>
                  <a:lnTo>
                    <a:pt x="473" y="291"/>
                  </a:lnTo>
                  <a:lnTo>
                    <a:pt x="474" y="291"/>
                  </a:lnTo>
                  <a:lnTo>
                    <a:pt x="475" y="291"/>
                  </a:lnTo>
                  <a:lnTo>
                    <a:pt x="476" y="290"/>
                  </a:lnTo>
                  <a:lnTo>
                    <a:pt x="478" y="290"/>
                  </a:lnTo>
                  <a:lnTo>
                    <a:pt x="479" y="290"/>
                  </a:lnTo>
                  <a:lnTo>
                    <a:pt x="480" y="288"/>
                  </a:lnTo>
                  <a:lnTo>
                    <a:pt x="482" y="288"/>
                  </a:lnTo>
                  <a:lnTo>
                    <a:pt x="483" y="287"/>
                  </a:lnTo>
                  <a:lnTo>
                    <a:pt x="484" y="287"/>
                  </a:lnTo>
                  <a:lnTo>
                    <a:pt x="486" y="286"/>
                  </a:lnTo>
                  <a:lnTo>
                    <a:pt x="487" y="286"/>
                  </a:lnTo>
                  <a:lnTo>
                    <a:pt x="488" y="286"/>
                  </a:lnTo>
                  <a:lnTo>
                    <a:pt x="490" y="284"/>
                  </a:lnTo>
                  <a:lnTo>
                    <a:pt x="491" y="284"/>
                  </a:lnTo>
                  <a:lnTo>
                    <a:pt x="492" y="283"/>
                  </a:lnTo>
                  <a:lnTo>
                    <a:pt x="494" y="283"/>
                  </a:lnTo>
                  <a:lnTo>
                    <a:pt x="495" y="282"/>
                  </a:lnTo>
                  <a:lnTo>
                    <a:pt x="498" y="280"/>
                  </a:lnTo>
                  <a:lnTo>
                    <a:pt x="499" y="280"/>
                  </a:lnTo>
                  <a:lnTo>
                    <a:pt x="500" y="279"/>
                  </a:lnTo>
                  <a:lnTo>
                    <a:pt x="503" y="278"/>
                  </a:lnTo>
                  <a:lnTo>
                    <a:pt x="504" y="276"/>
                  </a:lnTo>
                  <a:lnTo>
                    <a:pt x="507" y="276"/>
                  </a:lnTo>
                  <a:lnTo>
                    <a:pt x="508" y="275"/>
                  </a:lnTo>
                  <a:lnTo>
                    <a:pt x="511" y="274"/>
                  </a:lnTo>
                  <a:lnTo>
                    <a:pt x="512" y="274"/>
                  </a:lnTo>
                  <a:lnTo>
                    <a:pt x="514" y="272"/>
                  </a:lnTo>
                  <a:lnTo>
                    <a:pt x="516" y="271"/>
                  </a:lnTo>
                  <a:lnTo>
                    <a:pt x="518" y="271"/>
                  </a:lnTo>
                  <a:lnTo>
                    <a:pt x="519" y="270"/>
                  </a:lnTo>
                  <a:lnTo>
                    <a:pt x="520" y="270"/>
                  </a:lnTo>
                  <a:lnTo>
                    <a:pt x="522" y="268"/>
                  </a:lnTo>
                  <a:lnTo>
                    <a:pt x="523" y="268"/>
                  </a:lnTo>
                  <a:lnTo>
                    <a:pt x="524" y="267"/>
                  </a:lnTo>
                  <a:lnTo>
                    <a:pt x="526" y="267"/>
                  </a:lnTo>
                  <a:lnTo>
                    <a:pt x="527" y="266"/>
                  </a:lnTo>
                  <a:lnTo>
                    <a:pt x="528" y="266"/>
                  </a:lnTo>
                  <a:lnTo>
                    <a:pt x="528" y="264"/>
                  </a:lnTo>
                  <a:lnTo>
                    <a:pt x="530" y="264"/>
                  </a:lnTo>
                  <a:lnTo>
                    <a:pt x="531" y="264"/>
                  </a:lnTo>
                  <a:lnTo>
                    <a:pt x="532" y="263"/>
                  </a:lnTo>
                  <a:lnTo>
                    <a:pt x="534" y="263"/>
                  </a:lnTo>
                  <a:lnTo>
                    <a:pt x="534" y="262"/>
                  </a:lnTo>
                  <a:lnTo>
                    <a:pt x="535" y="262"/>
                  </a:lnTo>
                  <a:lnTo>
                    <a:pt x="536" y="261"/>
                  </a:lnTo>
                  <a:lnTo>
                    <a:pt x="538" y="261"/>
                  </a:lnTo>
                  <a:lnTo>
                    <a:pt x="539" y="259"/>
                  </a:lnTo>
                  <a:lnTo>
                    <a:pt x="540" y="259"/>
                  </a:lnTo>
                  <a:lnTo>
                    <a:pt x="542" y="258"/>
                  </a:lnTo>
                  <a:lnTo>
                    <a:pt x="543" y="257"/>
                  </a:lnTo>
                  <a:lnTo>
                    <a:pt x="546" y="257"/>
                  </a:lnTo>
                  <a:lnTo>
                    <a:pt x="547" y="255"/>
                  </a:lnTo>
                  <a:lnTo>
                    <a:pt x="548" y="254"/>
                  </a:lnTo>
                  <a:lnTo>
                    <a:pt x="551" y="253"/>
                  </a:lnTo>
                  <a:lnTo>
                    <a:pt x="552" y="253"/>
                  </a:lnTo>
                  <a:lnTo>
                    <a:pt x="553" y="251"/>
                  </a:lnTo>
                  <a:lnTo>
                    <a:pt x="556" y="250"/>
                  </a:lnTo>
                  <a:lnTo>
                    <a:pt x="557" y="250"/>
                  </a:lnTo>
                  <a:lnTo>
                    <a:pt x="559" y="249"/>
                  </a:lnTo>
                  <a:lnTo>
                    <a:pt x="560" y="247"/>
                  </a:lnTo>
                  <a:lnTo>
                    <a:pt x="561" y="247"/>
                  </a:lnTo>
                  <a:lnTo>
                    <a:pt x="563" y="246"/>
                  </a:lnTo>
                  <a:lnTo>
                    <a:pt x="564" y="245"/>
                  </a:lnTo>
                  <a:lnTo>
                    <a:pt x="565" y="245"/>
                  </a:lnTo>
                  <a:lnTo>
                    <a:pt x="567" y="245"/>
                  </a:lnTo>
                  <a:lnTo>
                    <a:pt x="567" y="243"/>
                  </a:lnTo>
                  <a:lnTo>
                    <a:pt x="568" y="243"/>
                  </a:lnTo>
                  <a:lnTo>
                    <a:pt x="569" y="242"/>
                  </a:lnTo>
                  <a:lnTo>
                    <a:pt x="571" y="242"/>
                  </a:lnTo>
                  <a:lnTo>
                    <a:pt x="572" y="241"/>
                  </a:lnTo>
                  <a:lnTo>
                    <a:pt x="573" y="239"/>
                  </a:lnTo>
                  <a:lnTo>
                    <a:pt x="575" y="239"/>
                  </a:lnTo>
                  <a:lnTo>
                    <a:pt x="575" y="238"/>
                  </a:lnTo>
                  <a:lnTo>
                    <a:pt x="576" y="238"/>
                  </a:lnTo>
                  <a:lnTo>
                    <a:pt x="577" y="237"/>
                  </a:lnTo>
                  <a:lnTo>
                    <a:pt x="579" y="237"/>
                  </a:lnTo>
                  <a:lnTo>
                    <a:pt x="580" y="235"/>
                  </a:lnTo>
                  <a:lnTo>
                    <a:pt x="581" y="235"/>
                  </a:lnTo>
                  <a:lnTo>
                    <a:pt x="581" y="234"/>
                  </a:lnTo>
                  <a:lnTo>
                    <a:pt x="583" y="234"/>
                  </a:lnTo>
                  <a:lnTo>
                    <a:pt x="585" y="233"/>
                  </a:lnTo>
                  <a:lnTo>
                    <a:pt x="587" y="231"/>
                  </a:lnTo>
                  <a:lnTo>
                    <a:pt x="588" y="230"/>
                  </a:lnTo>
                  <a:lnTo>
                    <a:pt x="589" y="230"/>
                  </a:lnTo>
                  <a:lnTo>
                    <a:pt x="591" y="229"/>
                  </a:lnTo>
                  <a:lnTo>
                    <a:pt x="592" y="227"/>
                  </a:lnTo>
                  <a:lnTo>
                    <a:pt x="593" y="227"/>
                  </a:lnTo>
                  <a:lnTo>
                    <a:pt x="593" y="226"/>
                  </a:lnTo>
                  <a:lnTo>
                    <a:pt x="595" y="226"/>
                  </a:lnTo>
                  <a:lnTo>
                    <a:pt x="596" y="225"/>
                  </a:lnTo>
                  <a:lnTo>
                    <a:pt x="597" y="225"/>
                  </a:lnTo>
                  <a:lnTo>
                    <a:pt x="597" y="223"/>
                  </a:lnTo>
                  <a:lnTo>
                    <a:pt x="599" y="223"/>
                  </a:lnTo>
                  <a:lnTo>
                    <a:pt x="600" y="223"/>
                  </a:lnTo>
                  <a:lnTo>
                    <a:pt x="600" y="222"/>
                  </a:lnTo>
                  <a:lnTo>
                    <a:pt x="601" y="222"/>
                  </a:lnTo>
                  <a:lnTo>
                    <a:pt x="603" y="221"/>
                  </a:lnTo>
                  <a:lnTo>
                    <a:pt x="604" y="221"/>
                  </a:lnTo>
                  <a:lnTo>
                    <a:pt x="604" y="219"/>
                  </a:lnTo>
                  <a:lnTo>
                    <a:pt x="605" y="219"/>
                  </a:lnTo>
                  <a:lnTo>
                    <a:pt x="605" y="218"/>
                  </a:lnTo>
                  <a:lnTo>
                    <a:pt x="607" y="218"/>
                  </a:lnTo>
                  <a:lnTo>
                    <a:pt x="608" y="217"/>
                  </a:lnTo>
                  <a:lnTo>
                    <a:pt x="609" y="215"/>
                  </a:lnTo>
                  <a:lnTo>
                    <a:pt x="611" y="214"/>
                  </a:lnTo>
                  <a:lnTo>
                    <a:pt x="612" y="214"/>
                  </a:lnTo>
                  <a:lnTo>
                    <a:pt x="612" y="213"/>
                  </a:lnTo>
                  <a:lnTo>
                    <a:pt x="613" y="213"/>
                  </a:lnTo>
                  <a:lnTo>
                    <a:pt x="615" y="211"/>
                  </a:lnTo>
                  <a:lnTo>
                    <a:pt x="616" y="210"/>
                  </a:lnTo>
                  <a:lnTo>
                    <a:pt x="617" y="209"/>
                  </a:lnTo>
                  <a:lnTo>
                    <a:pt x="619" y="209"/>
                  </a:lnTo>
                  <a:lnTo>
                    <a:pt x="619" y="207"/>
                  </a:lnTo>
                  <a:lnTo>
                    <a:pt x="620" y="207"/>
                  </a:lnTo>
                  <a:lnTo>
                    <a:pt x="621" y="206"/>
                  </a:lnTo>
                  <a:lnTo>
                    <a:pt x="622" y="206"/>
                  </a:lnTo>
                  <a:lnTo>
                    <a:pt x="622" y="205"/>
                  </a:lnTo>
                  <a:lnTo>
                    <a:pt x="624" y="205"/>
                  </a:lnTo>
                  <a:lnTo>
                    <a:pt x="625" y="203"/>
                  </a:lnTo>
                  <a:lnTo>
                    <a:pt x="626" y="202"/>
                  </a:lnTo>
                  <a:lnTo>
                    <a:pt x="628" y="202"/>
                  </a:lnTo>
                  <a:lnTo>
                    <a:pt x="628" y="201"/>
                  </a:lnTo>
                  <a:lnTo>
                    <a:pt x="629" y="201"/>
                  </a:lnTo>
                  <a:lnTo>
                    <a:pt x="630" y="199"/>
                  </a:lnTo>
                  <a:lnTo>
                    <a:pt x="632" y="199"/>
                  </a:lnTo>
                  <a:lnTo>
                    <a:pt x="632" y="198"/>
                  </a:lnTo>
                  <a:lnTo>
                    <a:pt x="633" y="198"/>
                  </a:lnTo>
                  <a:lnTo>
                    <a:pt x="634" y="197"/>
                  </a:lnTo>
                  <a:lnTo>
                    <a:pt x="636" y="195"/>
                  </a:lnTo>
                  <a:lnTo>
                    <a:pt x="637" y="195"/>
                  </a:lnTo>
                  <a:lnTo>
                    <a:pt x="638" y="194"/>
                  </a:lnTo>
                  <a:lnTo>
                    <a:pt x="640" y="193"/>
                  </a:lnTo>
                  <a:lnTo>
                    <a:pt x="641" y="193"/>
                  </a:lnTo>
                  <a:lnTo>
                    <a:pt x="641" y="191"/>
                  </a:lnTo>
                  <a:lnTo>
                    <a:pt x="642" y="191"/>
                  </a:lnTo>
                  <a:lnTo>
                    <a:pt x="644" y="190"/>
                  </a:lnTo>
                  <a:lnTo>
                    <a:pt x="645" y="190"/>
                  </a:lnTo>
                  <a:lnTo>
                    <a:pt x="645" y="189"/>
                  </a:lnTo>
                  <a:lnTo>
                    <a:pt x="646" y="189"/>
                  </a:lnTo>
                  <a:lnTo>
                    <a:pt x="648" y="188"/>
                  </a:lnTo>
                  <a:lnTo>
                    <a:pt x="649" y="186"/>
                  </a:lnTo>
                  <a:lnTo>
                    <a:pt x="650" y="186"/>
                  </a:lnTo>
                  <a:lnTo>
                    <a:pt x="650" y="185"/>
                  </a:lnTo>
                  <a:lnTo>
                    <a:pt x="652" y="185"/>
                  </a:lnTo>
                  <a:lnTo>
                    <a:pt x="652" y="184"/>
                  </a:lnTo>
                  <a:lnTo>
                    <a:pt x="653" y="184"/>
                  </a:lnTo>
                  <a:lnTo>
                    <a:pt x="654" y="182"/>
                  </a:lnTo>
                  <a:lnTo>
                    <a:pt x="656" y="181"/>
                  </a:lnTo>
                  <a:lnTo>
                    <a:pt x="657" y="180"/>
                  </a:lnTo>
                  <a:lnTo>
                    <a:pt x="657" y="178"/>
                  </a:lnTo>
                  <a:lnTo>
                    <a:pt x="658" y="178"/>
                  </a:lnTo>
                  <a:lnTo>
                    <a:pt x="660" y="177"/>
                  </a:lnTo>
                  <a:lnTo>
                    <a:pt x="661" y="176"/>
                  </a:lnTo>
                  <a:lnTo>
                    <a:pt x="662" y="174"/>
                  </a:lnTo>
                  <a:lnTo>
                    <a:pt x="664" y="173"/>
                  </a:lnTo>
                  <a:lnTo>
                    <a:pt x="664" y="172"/>
                  </a:lnTo>
                  <a:lnTo>
                    <a:pt x="665" y="170"/>
                  </a:lnTo>
                  <a:lnTo>
                    <a:pt x="666" y="169"/>
                  </a:lnTo>
                  <a:lnTo>
                    <a:pt x="668" y="168"/>
                  </a:lnTo>
                  <a:lnTo>
                    <a:pt x="669" y="166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3" y="164"/>
                  </a:lnTo>
                  <a:lnTo>
                    <a:pt x="673" y="162"/>
                  </a:lnTo>
                  <a:lnTo>
                    <a:pt x="674" y="161"/>
                  </a:lnTo>
                  <a:lnTo>
                    <a:pt x="676" y="161"/>
                  </a:lnTo>
                  <a:lnTo>
                    <a:pt x="676" y="160"/>
                  </a:lnTo>
                  <a:lnTo>
                    <a:pt x="677" y="158"/>
                  </a:lnTo>
                  <a:lnTo>
                    <a:pt x="678" y="157"/>
                  </a:lnTo>
                  <a:lnTo>
                    <a:pt x="680" y="156"/>
                  </a:lnTo>
                  <a:lnTo>
                    <a:pt x="681" y="154"/>
                  </a:lnTo>
                  <a:lnTo>
                    <a:pt x="682" y="153"/>
                  </a:lnTo>
                  <a:lnTo>
                    <a:pt x="682" y="152"/>
                  </a:lnTo>
                  <a:lnTo>
                    <a:pt x="684" y="152"/>
                  </a:lnTo>
                  <a:lnTo>
                    <a:pt x="684" y="150"/>
                  </a:lnTo>
                  <a:lnTo>
                    <a:pt x="685" y="149"/>
                  </a:lnTo>
                  <a:lnTo>
                    <a:pt x="686" y="149"/>
                  </a:lnTo>
                  <a:lnTo>
                    <a:pt x="686" y="148"/>
                  </a:lnTo>
                  <a:lnTo>
                    <a:pt x="688" y="146"/>
                  </a:lnTo>
                  <a:lnTo>
                    <a:pt x="689" y="145"/>
                  </a:lnTo>
                  <a:lnTo>
                    <a:pt x="689" y="144"/>
                  </a:lnTo>
                  <a:lnTo>
                    <a:pt x="690" y="142"/>
                  </a:lnTo>
                  <a:lnTo>
                    <a:pt x="692" y="141"/>
                  </a:lnTo>
                  <a:lnTo>
                    <a:pt x="693" y="140"/>
                  </a:lnTo>
                  <a:lnTo>
                    <a:pt x="694" y="138"/>
                  </a:lnTo>
                  <a:lnTo>
                    <a:pt x="695" y="136"/>
                  </a:lnTo>
                  <a:lnTo>
                    <a:pt x="697" y="134"/>
                  </a:lnTo>
                  <a:lnTo>
                    <a:pt x="698" y="133"/>
                  </a:lnTo>
                  <a:lnTo>
                    <a:pt x="701" y="130"/>
                  </a:lnTo>
                  <a:lnTo>
                    <a:pt x="702" y="129"/>
                  </a:lnTo>
                  <a:lnTo>
                    <a:pt x="702" y="128"/>
                  </a:lnTo>
                  <a:lnTo>
                    <a:pt x="703" y="126"/>
                  </a:lnTo>
                  <a:lnTo>
                    <a:pt x="705" y="125"/>
                  </a:lnTo>
                  <a:lnTo>
                    <a:pt x="706" y="124"/>
                  </a:lnTo>
                  <a:lnTo>
                    <a:pt x="707" y="122"/>
                  </a:lnTo>
                  <a:lnTo>
                    <a:pt x="707" y="121"/>
                  </a:lnTo>
                  <a:lnTo>
                    <a:pt x="709" y="120"/>
                  </a:lnTo>
                  <a:lnTo>
                    <a:pt x="710" y="120"/>
                  </a:lnTo>
                  <a:lnTo>
                    <a:pt x="710" y="118"/>
                  </a:lnTo>
                  <a:lnTo>
                    <a:pt x="711" y="117"/>
                  </a:lnTo>
                  <a:lnTo>
                    <a:pt x="713" y="116"/>
                  </a:lnTo>
                  <a:lnTo>
                    <a:pt x="714" y="114"/>
                  </a:lnTo>
                  <a:lnTo>
                    <a:pt x="714" y="113"/>
                  </a:lnTo>
                  <a:lnTo>
                    <a:pt x="715" y="112"/>
                  </a:lnTo>
                  <a:lnTo>
                    <a:pt x="717" y="111"/>
                  </a:lnTo>
                  <a:lnTo>
                    <a:pt x="718" y="109"/>
                  </a:lnTo>
                  <a:lnTo>
                    <a:pt x="719" y="108"/>
                  </a:lnTo>
                  <a:lnTo>
                    <a:pt x="719" y="107"/>
                  </a:lnTo>
                  <a:lnTo>
                    <a:pt x="721" y="105"/>
                  </a:lnTo>
                  <a:lnTo>
                    <a:pt x="722" y="104"/>
                  </a:lnTo>
                  <a:lnTo>
                    <a:pt x="722" y="103"/>
                  </a:lnTo>
                  <a:lnTo>
                    <a:pt x="723" y="101"/>
                  </a:lnTo>
                  <a:lnTo>
                    <a:pt x="725" y="99"/>
                  </a:lnTo>
                  <a:lnTo>
                    <a:pt x="726" y="97"/>
                  </a:lnTo>
                  <a:lnTo>
                    <a:pt x="727" y="96"/>
                  </a:lnTo>
                  <a:lnTo>
                    <a:pt x="729" y="93"/>
                  </a:lnTo>
                  <a:lnTo>
                    <a:pt x="730" y="91"/>
                  </a:lnTo>
                  <a:lnTo>
                    <a:pt x="731" y="89"/>
                  </a:lnTo>
                  <a:lnTo>
                    <a:pt x="734" y="87"/>
                  </a:lnTo>
                  <a:lnTo>
                    <a:pt x="735" y="85"/>
                  </a:lnTo>
                  <a:lnTo>
                    <a:pt x="735" y="84"/>
                  </a:lnTo>
                  <a:lnTo>
                    <a:pt x="737" y="81"/>
                  </a:lnTo>
                  <a:lnTo>
                    <a:pt x="738" y="80"/>
                  </a:lnTo>
                  <a:lnTo>
                    <a:pt x="739" y="79"/>
                  </a:lnTo>
                  <a:lnTo>
                    <a:pt x="741" y="77"/>
                  </a:lnTo>
                  <a:lnTo>
                    <a:pt x="742" y="76"/>
                  </a:lnTo>
                  <a:lnTo>
                    <a:pt x="742" y="75"/>
                  </a:lnTo>
                  <a:lnTo>
                    <a:pt x="743" y="73"/>
                  </a:lnTo>
                  <a:lnTo>
                    <a:pt x="745" y="72"/>
                  </a:lnTo>
                  <a:lnTo>
                    <a:pt x="746" y="71"/>
                  </a:lnTo>
                  <a:lnTo>
                    <a:pt x="746" y="69"/>
                  </a:lnTo>
                  <a:lnTo>
                    <a:pt x="747" y="68"/>
                  </a:lnTo>
                  <a:lnTo>
                    <a:pt x="749" y="67"/>
                  </a:lnTo>
                  <a:lnTo>
                    <a:pt x="749" y="65"/>
                  </a:lnTo>
                  <a:lnTo>
                    <a:pt x="750" y="64"/>
                  </a:lnTo>
                  <a:lnTo>
                    <a:pt x="751" y="63"/>
                  </a:lnTo>
                  <a:lnTo>
                    <a:pt x="753" y="61"/>
                  </a:lnTo>
                  <a:lnTo>
                    <a:pt x="754" y="60"/>
                  </a:lnTo>
                  <a:lnTo>
                    <a:pt x="754" y="59"/>
                  </a:lnTo>
                  <a:lnTo>
                    <a:pt x="755" y="57"/>
                  </a:lnTo>
                  <a:lnTo>
                    <a:pt x="757" y="55"/>
                  </a:lnTo>
                  <a:lnTo>
                    <a:pt x="758" y="53"/>
                  </a:lnTo>
                  <a:lnTo>
                    <a:pt x="759" y="52"/>
                  </a:lnTo>
                  <a:lnTo>
                    <a:pt x="761" y="51"/>
                  </a:lnTo>
                  <a:lnTo>
                    <a:pt x="762" y="48"/>
                  </a:lnTo>
                  <a:lnTo>
                    <a:pt x="763" y="47"/>
                  </a:lnTo>
                  <a:lnTo>
                    <a:pt x="765" y="44"/>
                  </a:lnTo>
                  <a:lnTo>
                    <a:pt x="766" y="41"/>
                  </a:lnTo>
                  <a:lnTo>
                    <a:pt x="767" y="40"/>
                  </a:lnTo>
                  <a:lnTo>
                    <a:pt x="769" y="38"/>
                  </a:lnTo>
                  <a:lnTo>
                    <a:pt x="770" y="36"/>
                  </a:lnTo>
                  <a:lnTo>
                    <a:pt x="771" y="35"/>
                  </a:lnTo>
                  <a:lnTo>
                    <a:pt x="772" y="32"/>
                  </a:lnTo>
                  <a:lnTo>
                    <a:pt x="774" y="31"/>
                  </a:lnTo>
                  <a:lnTo>
                    <a:pt x="775" y="30"/>
                  </a:lnTo>
                  <a:lnTo>
                    <a:pt x="775" y="28"/>
                  </a:lnTo>
                  <a:lnTo>
                    <a:pt x="776" y="27"/>
                  </a:lnTo>
                  <a:lnTo>
                    <a:pt x="778" y="26"/>
                  </a:lnTo>
                  <a:lnTo>
                    <a:pt x="778" y="24"/>
                  </a:lnTo>
                  <a:lnTo>
                    <a:pt x="779" y="24"/>
                  </a:lnTo>
                  <a:lnTo>
                    <a:pt x="780" y="23"/>
                  </a:lnTo>
                  <a:lnTo>
                    <a:pt x="780" y="22"/>
                  </a:lnTo>
                  <a:lnTo>
                    <a:pt x="782" y="20"/>
                  </a:lnTo>
                  <a:lnTo>
                    <a:pt x="783" y="19"/>
                  </a:lnTo>
                  <a:lnTo>
                    <a:pt x="783" y="18"/>
                  </a:lnTo>
                  <a:lnTo>
                    <a:pt x="784" y="16"/>
                  </a:lnTo>
                  <a:lnTo>
                    <a:pt x="784" y="15"/>
                  </a:lnTo>
                  <a:lnTo>
                    <a:pt x="786" y="15"/>
                  </a:lnTo>
                  <a:lnTo>
                    <a:pt x="786" y="14"/>
                  </a:lnTo>
                  <a:lnTo>
                    <a:pt x="787" y="12"/>
                  </a:lnTo>
                  <a:lnTo>
                    <a:pt x="787" y="11"/>
                  </a:lnTo>
                  <a:lnTo>
                    <a:pt x="788" y="10"/>
                  </a:lnTo>
                  <a:lnTo>
                    <a:pt x="788" y="8"/>
                  </a:lnTo>
                  <a:lnTo>
                    <a:pt x="790" y="7"/>
                  </a:lnTo>
                  <a:lnTo>
                    <a:pt x="791" y="6"/>
                  </a:lnTo>
                  <a:lnTo>
                    <a:pt x="791" y="4"/>
                  </a:lnTo>
                  <a:lnTo>
                    <a:pt x="792" y="2"/>
                  </a:lnTo>
                  <a:lnTo>
                    <a:pt x="794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1744" name="Freeform 88">
              <a:extLst>
                <a:ext uri="{FF2B5EF4-FFF2-40B4-BE49-F238E27FC236}">
                  <a16:creationId xmlns:a16="http://schemas.microsoft.com/office/drawing/2014/main" id="{15E28991-0397-4329-93B1-AC5FF6025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620" y="2975327"/>
              <a:ext cx="74615" cy="252516"/>
            </a:xfrm>
            <a:custGeom>
              <a:avLst/>
              <a:gdLst>
                <a:gd name="T0" fmla="*/ 2147483646 w 94"/>
                <a:gd name="T1" fmla="*/ 2147483646 h 317"/>
                <a:gd name="T2" fmla="*/ 2147483646 w 94"/>
                <a:gd name="T3" fmla="*/ 2147483646 h 317"/>
                <a:gd name="T4" fmla="*/ 2147483646 w 94"/>
                <a:gd name="T5" fmla="*/ 2147483646 h 317"/>
                <a:gd name="T6" fmla="*/ 2147483646 w 94"/>
                <a:gd name="T7" fmla="*/ 2147483646 h 317"/>
                <a:gd name="T8" fmla="*/ 2147483646 w 94"/>
                <a:gd name="T9" fmla="*/ 2147483646 h 317"/>
                <a:gd name="T10" fmla="*/ 2147483646 w 94"/>
                <a:gd name="T11" fmla="*/ 2147483646 h 317"/>
                <a:gd name="T12" fmla="*/ 2147483646 w 94"/>
                <a:gd name="T13" fmla="*/ 2147483646 h 317"/>
                <a:gd name="T14" fmla="*/ 2147483646 w 94"/>
                <a:gd name="T15" fmla="*/ 2147483646 h 317"/>
                <a:gd name="T16" fmla="*/ 2147483646 w 94"/>
                <a:gd name="T17" fmla="*/ 2147483646 h 317"/>
                <a:gd name="T18" fmla="*/ 2147483646 w 94"/>
                <a:gd name="T19" fmla="*/ 2147483646 h 317"/>
                <a:gd name="T20" fmla="*/ 2147483646 w 94"/>
                <a:gd name="T21" fmla="*/ 2147483646 h 317"/>
                <a:gd name="T22" fmla="*/ 2147483646 w 94"/>
                <a:gd name="T23" fmla="*/ 2147483646 h 317"/>
                <a:gd name="T24" fmla="*/ 2147483646 w 94"/>
                <a:gd name="T25" fmla="*/ 2147483646 h 317"/>
                <a:gd name="T26" fmla="*/ 2147483646 w 94"/>
                <a:gd name="T27" fmla="*/ 2147483646 h 317"/>
                <a:gd name="T28" fmla="*/ 2147483646 w 94"/>
                <a:gd name="T29" fmla="*/ 2147483646 h 317"/>
                <a:gd name="T30" fmla="*/ 2147483646 w 94"/>
                <a:gd name="T31" fmla="*/ 2147483646 h 317"/>
                <a:gd name="T32" fmla="*/ 2147483646 w 94"/>
                <a:gd name="T33" fmla="*/ 2147483646 h 317"/>
                <a:gd name="T34" fmla="*/ 2147483646 w 94"/>
                <a:gd name="T35" fmla="*/ 2147483646 h 317"/>
                <a:gd name="T36" fmla="*/ 2147483646 w 94"/>
                <a:gd name="T37" fmla="*/ 2147483646 h 317"/>
                <a:gd name="T38" fmla="*/ 2147483646 w 94"/>
                <a:gd name="T39" fmla="*/ 2147483646 h 317"/>
                <a:gd name="T40" fmla="*/ 2147483646 w 94"/>
                <a:gd name="T41" fmla="*/ 2147483646 h 317"/>
                <a:gd name="T42" fmla="*/ 2147483646 w 94"/>
                <a:gd name="T43" fmla="*/ 2147483646 h 317"/>
                <a:gd name="T44" fmla="*/ 2147483646 w 94"/>
                <a:gd name="T45" fmla="*/ 2147483646 h 317"/>
                <a:gd name="T46" fmla="*/ 2147483646 w 94"/>
                <a:gd name="T47" fmla="*/ 2147483646 h 317"/>
                <a:gd name="T48" fmla="*/ 2147483646 w 94"/>
                <a:gd name="T49" fmla="*/ 2147483646 h 317"/>
                <a:gd name="T50" fmla="*/ 2147483646 w 94"/>
                <a:gd name="T51" fmla="*/ 2147483646 h 317"/>
                <a:gd name="T52" fmla="*/ 2147483646 w 94"/>
                <a:gd name="T53" fmla="*/ 2147483646 h 317"/>
                <a:gd name="T54" fmla="*/ 2147483646 w 94"/>
                <a:gd name="T55" fmla="*/ 2147483646 h 317"/>
                <a:gd name="T56" fmla="*/ 2147483646 w 94"/>
                <a:gd name="T57" fmla="*/ 2147483646 h 317"/>
                <a:gd name="T58" fmla="*/ 2147483646 w 94"/>
                <a:gd name="T59" fmla="*/ 2147483646 h 317"/>
                <a:gd name="T60" fmla="*/ 2147483646 w 94"/>
                <a:gd name="T61" fmla="*/ 2147483646 h 317"/>
                <a:gd name="T62" fmla="*/ 2147483646 w 94"/>
                <a:gd name="T63" fmla="*/ 2147483646 h 317"/>
                <a:gd name="T64" fmla="*/ 2147483646 w 94"/>
                <a:gd name="T65" fmla="*/ 2147483646 h 317"/>
                <a:gd name="T66" fmla="*/ 2147483646 w 94"/>
                <a:gd name="T67" fmla="*/ 2147483646 h 317"/>
                <a:gd name="T68" fmla="*/ 2147483646 w 94"/>
                <a:gd name="T69" fmla="*/ 2147483646 h 317"/>
                <a:gd name="T70" fmla="*/ 2147483646 w 94"/>
                <a:gd name="T71" fmla="*/ 2147483646 h 317"/>
                <a:gd name="T72" fmla="*/ 2147483646 w 94"/>
                <a:gd name="T73" fmla="*/ 2147483646 h 317"/>
                <a:gd name="T74" fmla="*/ 2147483646 w 94"/>
                <a:gd name="T75" fmla="*/ 2147483646 h 317"/>
                <a:gd name="T76" fmla="*/ 2147483646 w 94"/>
                <a:gd name="T77" fmla="*/ 2147483646 h 317"/>
                <a:gd name="T78" fmla="*/ 2147483646 w 94"/>
                <a:gd name="T79" fmla="*/ 2147483646 h 317"/>
                <a:gd name="T80" fmla="*/ 2147483646 w 94"/>
                <a:gd name="T81" fmla="*/ 2147483646 h 317"/>
                <a:gd name="T82" fmla="*/ 2147483646 w 94"/>
                <a:gd name="T83" fmla="*/ 2147483646 h 317"/>
                <a:gd name="T84" fmla="*/ 2147483646 w 94"/>
                <a:gd name="T85" fmla="*/ 2147483646 h 317"/>
                <a:gd name="T86" fmla="*/ 2147483646 w 94"/>
                <a:gd name="T87" fmla="*/ 2147483646 h 317"/>
                <a:gd name="T88" fmla="*/ 2147483646 w 94"/>
                <a:gd name="T89" fmla="*/ 2147483646 h 317"/>
                <a:gd name="T90" fmla="*/ 2147483646 w 94"/>
                <a:gd name="T91" fmla="*/ 2147483646 h 317"/>
                <a:gd name="T92" fmla="*/ 2147483646 w 94"/>
                <a:gd name="T93" fmla="*/ 2147483646 h 317"/>
                <a:gd name="T94" fmla="*/ 2147483646 w 94"/>
                <a:gd name="T95" fmla="*/ 2147483646 h 317"/>
                <a:gd name="T96" fmla="*/ 2147483646 w 94"/>
                <a:gd name="T97" fmla="*/ 2147483646 h 317"/>
                <a:gd name="T98" fmla="*/ 2147483646 w 94"/>
                <a:gd name="T99" fmla="*/ 2147483646 h 317"/>
                <a:gd name="T100" fmla="*/ 2147483646 w 94"/>
                <a:gd name="T101" fmla="*/ 2147483646 h 317"/>
                <a:gd name="T102" fmla="*/ 2147483646 w 94"/>
                <a:gd name="T103" fmla="*/ 2147483646 h 317"/>
                <a:gd name="T104" fmla="*/ 2147483646 w 94"/>
                <a:gd name="T105" fmla="*/ 2147483646 h 317"/>
                <a:gd name="T106" fmla="*/ 2147483646 w 94"/>
                <a:gd name="T107" fmla="*/ 2147483646 h 317"/>
                <a:gd name="T108" fmla="*/ 2147483646 w 94"/>
                <a:gd name="T109" fmla="*/ 2147483646 h 317"/>
                <a:gd name="T110" fmla="*/ 2147483646 w 94"/>
                <a:gd name="T111" fmla="*/ 2147483646 h 317"/>
                <a:gd name="T112" fmla="*/ 2147483646 w 94"/>
                <a:gd name="T113" fmla="*/ 2147483646 h 3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94" h="317">
                  <a:moveTo>
                    <a:pt x="0" y="0"/>
                  </a:moveTo>
                  <a:lnTo>
                    <a:pt x="3" y="4"/>
                  </a:lnTo>
                  <a:lnTo>
                    <a:pt x="4" y="7"/>
                  </a:lnTo>
                  <a:lnTo>
                    <a:pt x="5" y="9"/>
                  </a:lnTo>
                  <a:lnTo>
                    <a:pt x="7" y="13"/>
                  </a:lnTo>
                  <a:lnTo>
                    <a:pt x="9" y="16"/>
                  </a:lnTo>
                  <a:lnTo>
                    <a:pt x="11" y="19"/>
                  </a:lnTo>
                  <a:lnTo>
                    <a:pt x="12" y="20"/>
                  </a:lnTo>
                  <a:lnTo>
                    <a:pt x="13" y="23"/>
                  </a:lnTo>
                  <a:lnTo>
                    <a:pt x="13" y="25"/>
                  </a:lnTo>
                  <a:lnTo>
                    <a:pt x="15" y="27"/>
                  </a:lnTo>
                  <a:lnTo>
                    <a:pt x="16" y="28"/>
                  </a:lnTo>
                  <a:lnTo>
                    <a:pt x="17" y="31"/>
                  </a:lnTo>
                  <a:lnTo>
                    <a:pt x="17" y="32"/>
                  </a:lnTo>
                  <a:lnTo>
                    <a:pt x="19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21" y="37"/>
                  </a:lnTo>
                  <a:lnTo>
                    <a:pt x="21" y="39"/>
                  </a:lnTo>
                  <a:lnTo>
                    <a:pt x="23" y="40"/>
                  </a:lnTo>
                  <a:lnTo>
                    <a:pt x="23" y="41"/>
                  </a:lnTo>
                  <a:lnTo>
                    <a:pt x="23" y="43"/>
                  </a:lnTo>
                  <a:lnTo>
                    <a:pt x="24" y="44"/>
                  </a:lnTo>
                  <a:lnTo>
                    <a:pt x="24" y="45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7" y="49"/>
                  </a:lnTo>
                  <a:lnTo>
                    <a:pt x="27" y="51"/>
                  </a:lnTo>
                  <a:lnTo>
                    <a:pt x="28" y="52"/>
                  </a:lnTo>
                  <a:lnTo>
                    <a:pt x="28" y="53"/>
                  </a:lnTo>
                  <a:lnTo>
                    <a:pt x="29" y="55"/>
                  </a:lnTo>
                  <a:lnTo>
                    <a:pt x="29" y="57"/>
                  </a:lnTo>
                  <a:lnTo>
                    <a:pt x="31" y="58"/>
                  </a:lnTo>
                  <a:lnTo>
                    <a:pt x="31" y="60"/>
                  </a:lnTo>
                  <a:lnTo>
                    <a:pt x="32" y="62"/>
                  </a:lnTo>
                  <a:lnTo>
                    <a:pt x="32" y="64"/>
                  </a:lnTo>
                  <a:lnTo>
                    <a:pt x="33" y="65"/>
                  </a:lnTo>
                  <a:lnTo>
                    <a:pt x="33" y="66"/>
                  </a:lnTo>
                  <a:lnTo>
                    <a:pt x="35" y="68"/>
                  </a:lnTo>
                  <a:lnTo>
                    <a:pt x="35" y="69"/>
                  </a:lnTo>
                  <a:lnTo>
                    <a:pt x="35" y="70"/>
                  </a:lnTo>
                  <a:lnTo>
                    <a:pt x="36" y="72"/>
                  </a:lnTo>
                  <a:lnTo>
                    <a:pt x="36" y="73"/>
                  </a:lnTo>
                  <a:lnTo>
                    <a:pt x="37" y="74"/>
                  </a:lnTo>
                  <a:lnTo>
                    <a:pt x="37" y="76"/>
                  </a:lnTo>
                  <a:lnTo>
                    <a:pt x="37" y="77"/>
                  </a:lnTo>
                  <a:lnTo>
                    <a:pt x="39" y="78"/>
                  </a:lnTo>
                  <a:lnTo>
                    <a:pt x="39" y="80"/>
                  </a:lnTo>
                  <a:lnTo>
                    <a:pt x="40" y="81"/>
                  </a:lnTo>
                  <a:lnTo>
                    <a:pt x="40" y="82"/>
                  </a:lnTo>
                  <a:lnTo>
                    <a:pt x="41" y="84"/>
                  </a:lnTo>
                  <a:lnTo>
                    <a:pt x="41" y="85"/>
                  </a:lnTo>
                  <a:lnTo>
                    <a:pt x="41" y="86"/>
                  </a:lnTo>
                  <a:lnTo>
                    <a:pt x="42" y="88"/>
                  </a:lnTo>
                  <a:lnTo>
                    <a:pt x="42" y="89"/>
                  </a:lnTo>
                  <a:lnTo>
                    <a:pt x="42" y="90"/>
                  </a:lnTo>
                  <a:lnTo>
                    <a:pt x="44" y="93"/>
                  </a:lnTo>
                  <a:lnTo>
                    <a:pt x="44" y="94"/>
                  </a:lnTo>
                  <a:lnTo>
                    <a:pt x="45" y="96"/>
                  </a:lnTo>
                  <a:lnTo>
                    <a:pt x="45" y="98"/>
                  </a:lnTo>
                  <a:lnTo>
                    <a:pt x="46" y="100"/>
                  </a:lnTo>
                  <a:lnTo>
                    <a:pt x="48" y="102"/>
                  </a:lnTo>
                  <a:lnTo>
                    <a:pt x="48" y="105"/>
                  </a:lnTo>
                  <a:lnTo>
                    <a:pt x="49" y="106"/>
                  </a:lnTo>
                  <a:lnTo>
                    <a:pt x="49" y="109"/>
                  </a:lnTo>
                  <a:lnTo>
                    <a:pt x="50" y="110"/>
                  </a:lnTo>
                  <a:lnTo>
                    <a:pt x="52" y="112"/>
                  </a:lnTo>
                  <a:lnTo>
                    <a:pt x="52" y="113"/>
                  </a:lnTo>
                  <a:lnTo>
                    <a:pt x="52" y="116"/>
                  </a:lnTo>
                  <a:lnTo>
                    <a:pt x="53" y="117"/>
                  </a:lnTo>
                  <a:lnTo>
                    <a:pt x="53" y="118"/>
                  </a:lnTo>
                  <a:lnTo>
                    <a:pt x="54" y="120"/>
                  </a:lnTo>
                  <a:lnTo>
                    <a:pt x="54" y="121"/>
                  </a:lnTo>
                  <a:lnTo>
                    <a:pt x="54" y="122"/>
                  </a:lnTo>
                  <a:lnTo>
                    <a:pt x="56" y="122"/>
                  </a:lnTo>
                  <a:lnTo>
                    <a:pt x="56" y="124"/>
                  </a:lnTo>
                  <a:lnTo>
                    <a:pt x="56" y="125"/>
                  </a:lnTo>
                  <a:lnTo>
                    <a:pt x="57" y="126"/>
                  </a:lnTo>
                  <a:lnTo>
                    <a:pt x="57" y="128"/>
                  </a:lnTo>
                  <a:lnTo>
                    <a:pt x="57" y="129"/>
                  </a:lnTo>
                  <a:lnTo>
                    <a:pt x="57" y="130"/>
                  </a:lnTo>
                  <a:lnTo>
                    <a:pt x="58" y="131"/>
                  </a:lnTo>
                  <a:lnTo>
                    <a:pt x="58" y="133"/>
                  </a:lnTo>
                  <a:lnTo>
                    <a:pt x="60" y="134"/>
                  </a:lnTo>
                  <a:lnTo>
                    <a:pt x="60" y="135"/>
                  </a:lnTo>
                  <a:lnTo>
                    <a:pt x="60" y="137"/>
                  </a:lnTo>
                  <a:lnTo>
                    <a:pt x="61" y="139"/>
                  </a:lnTo>
                  <a:lnTo>
                    <a:pt x="61" y="141"/>
                  </a:lnTo>
                  <a:lnTo>
                    <a:pt x="61" y="142"/>
                  </a:lnTo>
                  <a:lnTo>
                    <a:pt x="62" y="143"/>
                  </a:lnTo>
                  <a:lnTo>
                    <a:pt x="62" y="146"/>
                  </a:lnTo>
                  <a:lnTo>
                    <a:pt x="64" y="147"/>
                  </a:lnTo>
                  <a:lnTo>
                    <a:pt x="64" y="150"/>
                  </a:lnTo>
                  <a:lnTo>
                    <a:pt x="65" y="153"/>
                  </a:lnTo>
                  <a:lnTo>
                    <a:pt x="65" y="154"/>
                  </a:lnTo>
                  <a:lnTo>
                    <a:pt x="66" y="157"/>
                  </a:lnTo>
                  <a:lnTo>
                    <a:pt x="66" y="158"/>
                  </a:lnTo>
                  <a:lnTo>
                    <a:pt x="68" y="159"/>
                  </a:lnTo>
                  <a:lnTo>
                    <a:pt x="68" y="162"/>
                  </a:lnTo>
                  <a:lnTo>
                    <a:pt x="68" y="163"/>
                  </a:lnTo>
                  <a:lnTo>
                    <a:pt x="69" y="165"/>
                  </a:lnTo>
                  <a:lnTo>
                    <a:pt x="69" y="166"/>
                  </a:lnTo>
                  <a:lnTo>
                    <a:pt x="69" y="167"/>
                  </a:lnTo>
                  <a:lnTo>
                    <a:pt x="70" y="169"/>
                  </a:lnTo>
                  <a:lnTo>
                    <a:pt x="70" y="170"/>
                  </a:lnTo>
                  <a:lnTo>
                    <a:pt x="70" y="171"/>
                  </a:lnTo>
                  <a:lnTo>
                    <a:pt x="70" y="173"/>
                  </a:lnTo>
                  <a:lnTo>
                    <a:pt x="72" y="173"/>
                  </a:lnTo>
                  <a:lnTo>
                    <a:pt x="72" y="174"/>
                  </a:lnTo>
                  <a:lnTo>
                    <a:pt x="72" y="175"/>
                  </a:lnTo>
                  <a:lnTo>
                    <a:pt x="72" y="177"/>
                  </a:lnTo>
                  <a:lnTo>
                    <a:pt x="73" y="178"/>
                  </a:lnTo>
                  <a:lnTo>
                    <a:pt x="73" y="179"/>
                  </a:lnTo>
                  <a:lnTo>
                    <a:pt x="73" y="181"/>
                  </a:lnTo>
                  <a:lnTo>
                    <a:pt x="74" y="182"/>
                  </a:lnTo>
                  <a:lnTo>
                    <a:pt x="74" y="183"/>
                  </a:lnTo>
                  <a:lnTo>
                    <a:pt x="74" y="185"/>
                  </a:lnTo>
                  <a:lnTo>
                    <a:pt x="76" y="186"/>
                  </a:lnTo>
                  <a:lnTo>
                    <a:pt x="76" y="187"/>
                  </a:lnTo>
                  <a:lnTo>
                    <a:pt x="76" y="189"/>
                  </a:lnTo>
                  <a:lnTo>
                    <a:pt x="77" y="190"/>
                  </a:lnTo>
                  <a:lnTo>
                    <a:pt x="77" y="193"/>
                  </a:lnTo>
                  <a:lnTo>
                    <a:pt x="78" y="194"/>
                  </a:lnTo>
                  <a:lnTo>
                    <a:pt x="78" y="197"/>
                  </a:lnTo>
                  <a:lnTo>
                    <a:pt x="78" y="198"/>
                  </a:lnTo>
                  <a:lnTo>
                    <a:pt x="80" y="201"/>
                  </a:lnTo>
                  <a:lnTo>
                    <a:pt x="80" y="203"/>
                  </a:lnTo>
                  <a:lnTo>
                    <a:pt x="81" y="205"/>
                  </a:lnTo>
                  <a:lnTo>
                    <a:pt x="81" y="206"/>
                  </a:lnTo>
                  <a:lnTo>
                    <a:pt x="82" y="208"/>
                  </a:lnTo>
                  <a:lnTo>
                    <a:pt x="82" y="210"/>
                  </a:lnTo>
                  <a:lnTo>
                    <a:pt x="82" y="211"/>
                  </a:lnTo>
                  <a:lnTo>
                    <a:pt x="84" y="212"/>
                  </a:lnTo>
                  <a:lnTo>
                    <a:pt x="84" y="214"/>
                  </a:lnTo>
                  <a:lnTo>
                    <a:pt x="84" y="215"/>
                  </a:lnTo>
                  <a:lnTo>
                    <a:pt x="85" y="216"/>
                  </a:lnTo>
                  <a:lnTo>
                    <a:pt x="85" y="218"/>
                  </a:lnTo>
                  <a:lnTo>
                    <a:pt x="85" y="219"/>
                  </a:lnTo>
                  <a:lnTo>
                    <a:pt x="85" y="220"/>
                  </a:lnTo>
                  <a:lnTo>
                    <a:pt x="86" y="222"/>
                  </a:lnTo>
                  <a:lnTo>
                    <a:pt x="86" y="223"/>
                  </a:lnTo>
                  <a:lnTo>
                    <a:pt x="86" y="224"/>
                  </a:lnTo>
                  <a:lnTo>
                    <a:pt x="86" y="226"/>
                  </a:lnTo>
                  <a:lnTo>
                    <a:pt x="86" y="227"/>
                  </a:lnTo>
                  <a:lnTo>
                    <a:pt x="86" y="228"/>
                  </a:lnTo>
                  <a:lnTo>
                    <a:pt x="86" y="230"/>
                  </a:lnTo>
                  <a:lnTo>
                    <a:pt x="88" y="231"/>
                  </a:lnTo>
                  <a:lnTo>
                    <a:pt x="88" y="232"/>
                  </a:lnTo>
                  <a:lnTo>
                    <a:pt x="88" y="234"/>
                  </a:lnTo>
                  <a:lnTo>
                    <a:pt x="88" y="235"/>
                  </a:lnTo>
                  <a:lnTo>
                    <a:pt x="88" y="236"/>
                  </a:lnTo>
                  <a:lnTo>
                    <a:pt x="88" y="238"/>
                  </a:lnTo>
                  <a:lnTo>
                    <a:pt x="88" y="239"/>
                  </a:lnTo>
                  <a:lnTo>
                    <a:pt x="88" y="242"/>
                  </a:lnTo>
                  <a:lnTo>
                    <a:pt x="88" y="243"/>
                  </a:lnTo>
                  <a:lnTo>
                    <a:pt x="88" y="246"/>
                  </a:lnTo>
                  <a:lnTo>
                    <a:pt x="89" y="247"/>
                  </a:lnTo>
                  <a:lnTo>
                    <a:pt x="89" y="248"/>
                  </a:lnTo>
                  <a:lnTo>
                    <a:pt x="89" y="250"/>
                  </a:lnTo>
                  <a:lnTo>
                    <a:pt x="89" y="251"/>
                  </a:lnTo>
                  <a:lnTo>
                    <a:pt x="89" y="252"/>
                  </a:lnTo>
                  <a:lnTo>
                    <a:pt x="89" y="254"/>
                  </a:lnTo>
                  <a:lnTo>
                    <a:pt x="89" y="255"/>
                  </a:lnTo>
                  <a:lnTo>
                    <a:pt x="89" y="256"/>
                  </a:lnTo>
                  <a:lnTo>
                    <a:pt x="89" y="258"/>
                  </a:lnTo>
                  <a:lnTo>
                    <a:pt x="89" y="259"/>
                  </a:lnTo>
                  <a:lnTo>
                    <a:pt x="89" y="260"/>
                  </a:lnTo>
                  <a:lnTo>
                    <a:pt x="90" y="260"/>
                  </a:lnTo>
                  <a:lnTo>
                    <a:pt x="90" y="262"/>
                  </a:lnTo>
                  <a:lnTo>
                    <a:pt x="90" y="263"/>
                  </a:lnTo>
                  <a:lnTo>
                    <a:pt x="90" y="264"/>
                  </a:lnTo>
                  <a:lnTo>
                    <a:pt x="90" y="266"/>
                  </a:lnTo>
                  <a:lnTo>
                    <a:pt x="90" y="267"/>
                  </a:lnTo>
                  <a:lnTo>
                    <a:pt x="90" y="268"/>
                  </a:lnTo>
                  <a:lnTo>
                    <a:pt x="90" y="270"/>
                  </a:lnTo>
                  <a:lnTo>
                    <a:pt x="92" y="270"/>
                  </a:lnTo>
                  <a:lnTo>
                    <a:pt x="92" y="271"/>
                  </a:lnTo>
                  <a:lnTo>
                    <a:pt x="92" y="272"/>
                  </a:lnTo>
                  <a:lnTo>
                    <a:pt x="92" y="274"/>
                  </a:lnTo>
                  <a:lnTo>
                    <a:pt x="92" y="275"/>
                  </a:lnTo>
                  <a:lnTo>
                    <a:pt x="92" y="276"/>
                  </a:lnTo>
                  <a:lnTo>
                    <a:pt x="93" y="278"/>
                  </a:lnTo>
                  <a:lnTo>
                    <a:pt x="93" y="279"/>
                  </a:lnTo>
                  <a:lnTo>
                    <a:pt x="93" y="280"/>
                  </a:lnTo>
                  <a:lnTo>
                    <a:pt x="93" y="281"/>
                  </a:lnTo>
                  <a:lnTo>
                    <a:pt x="93" y="283"/>
                  </a:lnTo>
                  <a:lnTo>
                    <a:pt x="94" y="284"/>
                  </a:lnTo>
                  <a:lnTo>
                    <a:pt x="94" y="285"/>
                  </a:lnTo>
                  <a:lnTo>
                    <a:pt x="94" y="287"/>
                  </a:lnTo>
                  <a:lnTo>
                    <a:pt x="94" y="288"/>
                  </a:lnTo>
                  <a:lnTo>
                    <a:pt x="94" y="289"/>
                  </a:lnTo>
                  <a:lnTo>
                    <a:pt x="94" y="291"/>
                  </a:lnTo>
                  <a:lnTo>
                    <a:pt x="94" y="292"/>
                  </a:lnTo>
                  <a:lnTo>
                    <a:pt x="94" y="293"/>
                  </a:lnTo>
                  <a:lnTo>
                    <a:pt x="94" y="295"/>
                  </a:lnTo>
                  <a:lnTo>
                    <a:pt x="94" y="296"/>
                  </a:lnTo>
                  <a:lnTo>
                    <a:pt x="94" y="297"/>
                  </a:lnTo>
                  <a:lnTo>
                    <a:pt x="94" y="299"/>
                  </a:lnTo>
                  <a:lnTo>
                    <a:pt x="94" y="300"/>
                  </a:lnTo>
                  <a:lnTo>
                    <a:pt x="94" y="303"/>
                  </a:lnTo>
                  <a:lnTo>
                    <a:pt x="94" y="304"/>
                  </a:lnTo>
                  <a:lnTo>
                    <a:pt x="94" y="305"/>
                  </a:lnTo>
                  <a:lnTo>
                    <a:pt x="93" y="308"/>
                  </a:lnTo>
                  <a:lnTo>
                    <a:pt x="93" y="309"/>
                  </a:lnTo>
                  <a:lnTo>
                    <a:pt x="93" y="312"/>
                  </a:lnTo>
                  <a:lnTo>
                    <a:pt x="93" y="315"/>
                  </a:lnTo>
                  <a:lnTo>
                    <a:pt x="93" y="317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1745" name="Freeform 89">
              <a:extLst>
                <a:ext uri="{FF2B5EF4-FFF2-40B4-BE49-F238E27FC236}">
                  <a16:creationId xmlns:a16="http://schemas.microsoft.com/office/drawing/2014/main" id="{84AFDEBD-0AB1-46A9-9945-F117DBB50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620" y="3224666"/>
              <a:ext cx="74615" cy="252517"/>
            </a:xfrm>
            <a:custGeom>
              <a:avLst/>
              <a:gdLst>
                <a:gd name="T0" fmla="*/ 2147483646 w 94"/>
                <a:gd name="T1" fmla="*/ 2147483646 h 317"/>
                <a:gd name="T2" fmla="*/ 2147483646 w 94"/>
                <a:gd name="T3" fmla="*/ 2147483646 h 317"/>
                <a:gd name="T4" fmla="*/ 2147483646 w 94"/>
                <a:gd name="T5" fmla="*/ 2147483646 h 317"/>
                <a:gd name="T6" fmla="*/ 2147483646 w 94"/>
                <a:gd name="T7" fmla="*/ 2147483646 h 317"/>
                <a:gd name="T8" fmla="*/ 2147483646 w 94"/>
                <a:gd name="T9" fmla="*/ 2147483646 h 317"/>
                <a:gd name="T10" fmla="*/ 2147483646 w 94"/>
                <a:gd name="T11" fmla="*/ 2147483646 h 317"/>
                <a:gd name="T12" fmla="*/ 2147483646 w 94"/>
                <a:gd name="T13" fmla="*/ 2147483646 h 317"/>
                <a:gd name="T14" fmla="*/ 2147483646 w 94"/>
                <a:gd name="T15" fmla="*/ 2147483646 h 317"/>
                <a:gd name="T16" fmla="*/ 2147483646 w 94"/>
                <a:gd name="T17" fmla="*/ 2147483646 h 317"/>
                <a:gd name="T18" fmla="*/ 2147483646 w 94"/>
                <a:gd name="T19" fmla="*/ 2147483646 h 317"/>
                <a:gd name="T20" fmla="*/ 2147483646 w 94"/>
                <a:gd name="T21" fmla="*/ 2147483646 h 317"/>
                <a:gd name="T22" fmla="*/ 2147483646 w 94"/>
                <a:gd name="T23" fmla="*/ 2147483646 h 317"/>
                <a:gd name="T24" fmla="*/ 2147483646 w 94"/>
                <a:gd name="T25" fmla="*/ 2147483646 h 317"/>
                <a:gd name="T26" fmla="*/ 2147483646 w 94"/>
                <a:gd name="T27" fmla="*/ 2147483646 h 317"/>
                <a:gd name="T28" fmla="*/ 2147483646 w 94"/>
                <a:gd name="T29" fmla="*/ 2147483646 h 317"/>
                <a:gd name="T30" fmla="*/ 2147483646 w 94"/>
                <a:gd name="T31" fmla="*/ 2147483646 h 317"/>
                <a:gd name="T32" fmla="*/ 2147483646 w 94"/>
                <a:gd name="T33" fmla="*/ 2147483646 h 317"/>
                <a:gd name="T34" fmla="*/ 2147483646 w 94"/>
                <a:gd name="T35" fmla="*/ 2147483646 h 317"/>
                <a:gd name="T36" fmla="*/ 2147483646 w 94"/>
                <a:gd name="T37" fmla="*/ 2147483646 h 317"/>
                <a:gd name="T38" fmla="*/ 2147483646 w 94"/>
                <a:gd name="T39" fmla="*/ 2147483646 h 317"/>
                <a:gd name="T40" fmla="*/ 2147483646 w 94"/>
                <a:gd name="T41" fmla="*/ 2147483646 h 317"/>
                <a:gd name="T42" fmla="*/ 2147483646 w 94"/>
                <a:gd name="T43" fmla="*/ 2147483646 h 317"/>
                <a:gd name="T44" fmla="*/ 2147483646 w 94"/>
                <a:gd name="T45" fmla="*/ 2147483646 h 317"/>
                <a:gd name="T46" fmla="*/ 2147483646 w 94"/>
                <a:gd name="T47" fmla="*/ 2147483646 h 317"/>
                <a:gd name="T48" fmla="*/ 2147483646 w 94"/>
                <a:gd name="T49" fmla="*/ 2147483646 h 317"/>
                <a:gd name="T50" fmla="*/ 2147483646 w 94"/>
                <a:gd name="T51" fmla="*/ 2147483646 h 317"/>
                <a:gd name="T52" fmla="*/ 2147483646 w 94"/>
                <a:gd name="T53" fmla="*/ 2147483646 h 317"/>
                <a:gd name="T54" fmla="*/ 2147483646 w 94"/>
                <a:gd name="T55" fmla="*/ 2147483646 h 317"/>
                <a:gd name="T56" fmla="*/ 2147483646 w 94"/>
                <a:gd name="T57" fmla="*/ 2147483646 h 317"/>
                <a:gd name="T58" fmla="*/ 2147483646 w 94"/>
                <a:gd name="T59" fmla="*/ 2147483646 h 317"/>
                <a:gd name="T60" fmla="*/ 2147483646 w 94"/>
                <a:gd name="T61" fmla="*/ 2147483646 h 317"/>
                <a:gd name="T62" fmla="*/ 2147483646 w 94"/>
                <a:gd name="T63" fmla="*/ 2147483646 h 317"/>
                <a:gd name="T64" fmla="*/ 2147483646 w 94"/>
                <a:gd name="T65" fmla="*/ 2147483646 h 317"/>
                <a:gd name="T66" fmla="*/ 2147483646 w 94"/>
                <a:gd name="T67" fmla="*/ 2147483646 h 317"/>
                <a:gd name="T68" fmla="*/ 2147483646 w 94"/>
                <a:gd name="T69" fmla="*/ 2147483646 h 317"/>
                <a:gd name="T70" fmla="*/ 2147483646 w 94"/>
                <a:gd name="T71" fmla="*/ 2147483646 h 317"/>
                <a:gd name="T72" fmla="*/ 2147483646 w 94"/>
                <a:gd name="T73" fmla="*/ 2147483646 h 317"/>
                <a:gd name="T74" fmla="*/ 2147483646 w 94"/>
                <a:gd name="T75" fmla="*/ 2147483646 h 317"/>
                <a:gd name="T76" fmla="*/ 2147483646 w 94"/>
                <a:gd name="T77" fmla="*/ 2147483646 h 317"/>
                <a:gd name="T78" fmla="*/ 2147483646 w 94"/>
                <a:gd name="T79" fmla="*/ 2147483646 h 317"/>
                <a:gd name="T80" fmla="*/ 2147483646 w 94"/>
                <a:gd name="T81" fmla="*/ 2147483646 h 317"/>
                <a:gd name="T82" fmla="*/ 2147483646 w 94"/>
                <a:gd name="T83" fmla="*/ 2147483646 h 317"/>
                <a:gd name="T84" fmla="*/ 2147483646 w 94"/>
                <a:gd name="T85" fmla="*/ 2147483646 h 317"/>
                <a:gd name="T86" fmla="*/ 2147483646 w 94"/>
                <a:gd name="T87" fmla="*/ 2147483646 h 317"/>
                <a:gd name="T88" fmla="*/ 2147483646 w 94"/>
                <a:gd name="T89" fmla="*/ 2147483646 h 317"/>
                <a:gd name="T90" fmla="*/ 2147483646 w 94"/>
                <a:gd name="T91" fmla="*/ 2147483646 h 317"/>
                <a:gd name="T92" fmla="*/ 2147483646 w 94"/>
                <a:gd name="T93" fmla="*/ 2147483646 h 317"/>
                <a:gd name="T94" fmla="*/ 2147483646 w 94"/>
                <a:gd name="T95" fmla="*/ 2147483646 h 317"/>
                <a:gd name="T96" fmla="*/ 2147483646 w 94"/>
                <a:gd name="T97" fmla="*/ 2147483646 h 317"/>
                <a:gd name="T98" fmla="*/ 2147483646 w 94"/>
                <a:gd name="T99" fmla="*/ 2147483646 h 317"/>
                <a:gd name="T100" fmla="*/ 2147483646 w 94"/>
                <a:gd name="T101" fmla="*/ 2147483646 h 317"/>
                <a:gd name="T102" fmla="*/ 2147483646 w 94"/>
                <a:gd name="T103" fmla="*/ 2147483646 h 317"/>
                <a:gd name="T104" fmla="*/ 2147483646 w 94"/>
                <a:gd name="T105" fmla="*/ 2147483646 h 317"/>
                <a:gd name="T106" fmla="*/ 2147483646 w 94"/>
                <a:gd name="T107" fmla="*/ 2147483646 h 317"/>
                <a:gd name="T108" fmla="*/ 2147483646 w 94"/>
                <a:gd name="T109" fmla="*/ 2147483646 h 317"/>
                <a:gd name="T110" fmla="*/ 2147483646 w 94"/>
                <a:gd name="T111" fmla="*/ 2147483646 h 317"/>
                <a:gd name="T112" fmla="*/ 2147483646 w 94"/>
                <a:gd name="T113" fmla="*/ 2147483646 h 3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94" h="317">
                  <a:moveTo>
                    <a:pt x="0" y="317"/>
                  </a:moveTo>
                  <a:lnTo>
                    <a:pt x="3" y="314"/>
                  </a:lnTo>
                  <a:lnTo>
                    <a:pt x="4" y="310"/>
                  </a:lnTo>
                  <a:lnTo>
                    <a:pt x="5" y="308"/>
                  </a:lnTo>
                  <a:lnTo>
                    <a:pt x="7" y="305"/>
                  </a:lnTo>
                  <a:lnTo>
                    <a:pt x="9" y="302"/>
                  </a:lnTo>
                  <a:lnTo>
                    <a:pt x="11" y="300"/>
                  </a:lnTo>
                  <a:lnTo>
                    <a:pt x="12" y="297"/>
                  </a:lnTo>
                  <a:lnTo>
                    <a:pt x="13" y="294"/>
                  </a:lnTo>
                  <a:lnTo>
                    <a:pt x="13" y="293"/>
                  </a:lnTo>
                  <a:lnTo>
                    <a:pt x="15" y="290"/>
                  </a:lnTo>
                  <a:lnTo>
                    <a:pt x="16" y="289"/>
                  </a:lnTo>
                  <a:lnTo>
                    <a:pt x="17" y="288"/>
                  </a:lnTo>
                  <a:lnTo>
                    <a:pt x="17" y="286"/>
                  </a:lnTo>
                  <a:lnTo>
                    <a:pt x="19" y="284"/>
                  </a:lnTo>
                  <a:lnTo>
                    <a:pt x="20" y="282"/>
                  </a:lnTo>
                  <a:lnTo>
                    <a:pt x="20" y="281"/>
                  </a:lnTo>
                  <a:lnTo>
                    <a:pt x="21" y="280"/>
                  </a:lnTo>
                  <a:lnTo>
                    <a:pt x="21" y="278"/>
                  </a:lnTo>
                  <a:lnTo>
                    <a:pt x="23" y="277"/>
                  </a:lnTo>
                  <a:lnTo>
                    <a:pt x="23" y="276"/>
                  </a:lnTo>
                  <a:lnTo>
                    <a:pt x="23" y="274"/>
                  </a:lnTo>
                  <a:lnTo>
                    <a:pt x="24" y="274"/>
                  </a:lnTo>
                  <a:lnTo>
                    <a:pt x="24" y="273"/>
                  </a:lnTo>
                  <a:lnTo>
                    <a:pt x="25" y="272"/>
                  </a:lnTo>
                  <a:lnTo>
                    <a:pt x="25" y="270"/>
                  </a:lnTo>
                  <a:lnTo>
                    <a:pt x="27" y="269"/>
                  </a:lnTo>
                  <a:lnTo>
                    <a:pt x="27" y="268"/>
                  </a:lnTo>
                  <a:lnTo>
                    <a:pt x="28" y="266"/>
                  </a:lnTo>
                  <a:lnTo>
                    <a:pt x="28" y="264"/>
                  </a:lnTo>
                  <a:lnTo>
                    <a:pt x="29" y="263"/>
                  </a:lnTo>
                  <a:lnTo>
                    <a:pt x="29" y="261"/>
                  </a:lnTo>
                  <a:lnTo>
                    <a:pt x="31" y="259"/>
                  </a:lnTo>
                  <a:lnTo>
                    <a:pt x="31" y="257"/>
                  </a:lnTo>
                  <a:lnTo>
                    <a:pt x="32" y="256"/>
                  </a:lnTo>
                  <a:lnTo>
                    <a:pt x="32" y="255"/>
                  </a:lnTo>
                  <a:lnTo>
                    <a:pt x="33" y="253"/>
                  </a:lnTo>
                  <a:lnTo>
                    <a:pt x="33" y="251"/>
                  </a:lnTo>
                  <a:lnTo>
                    <a:pt x="35" y="249"/>
                  </a:lnTo>
                  <a:lnTo>
                    <a:pt x="35" y="248"/>
                  </a:lnTo>
                  <a:lnTo>
                    <a:pt x="36" y="247"/>
                  </a:lnTo>
                  <a:lnTo>
                    <a:pt x="36" y="245"/>
                  </a:lnTo>
                  <a:lnTo>
                    <a:pt x="36" y="244"/>
                  </a:lnTo>
                  <a:lnTo>
                    <a:pt x="37" y="243"/>
                  </a:lnTo>
                  <a:lnTo>
                    <a:pt x="37" y="241"/>
                  </a:lnTo>
                  <a:lnTo>
                    <a:pt x="39" y="240"/>
                  </a:lnTo>
                  <a:lnTo>
                    <a:pt x="39" y="239"/>
                  </a:lnTo>
                  <a:lnTo>
                    <a:pt x="39" y="237"/>
                  </a:lnTo>
                  <a:lnTo>
                    <a:pt x="40" y="237"/>
                  </a:lnTo>
                  <a:lnTo>
                    <a:pt x="40" y="236"/>
                  </a:lnTo>
                  <a:lnTo>
                    <a:pt x="40" y="235"/>
                  </a:lnTo>
                  <a:lnTo>
                    <a:pt x="41" y="233"/>
                  </a:lnTo>
                  <a:lnTo>
                    <a:pt x="41" y="232"/>
                  </a:lnTo>
                  <a:lnTo>
                    <a:pt x="41" y="231"/>
                  </a:lnTo>
                  <a:lnTo>
                    <a:pt x="42" y="229"/>
                  </a:lnTo>
                  <a:lnTo>
                    <a:pt x="42" y="228"/>
                  </a:lnTo>
                  <a:lnTo>
                    <a:pt x="42" y="227"/>
                  </a:lnTo>
                  <a:lnTo>
                    <a:pt x="44" y="225"/>
                  </a:lnTo>
                  <a:lnTo>
                    <a:pt x="44" y="223"/>
                  </a:lnTo>
                  <a:lnTo>
                    <a:pt x="45" y="221"/>
                  </a:lnTo>
                  <a:lnTo>
                    <a:pt x="45" y="220"/>
                  </a:lnTo>
                  <a:lnTo>
                    <a:pt x="46" y="217"/>
                  </a:lnTo>
                  <a:lnTo>
                    <a:pt x="48" y="215"/>
                  </a:lnTo>
                  <a:lnTo>
                    <a:pt x="48" y="213"/>
                  </a:lnTo>
                  <a:lnTo>
                    <a:pt x="49" y="211"/>
                  </a:lnTo>
                  <a:lnTo>
                    <a:pt x="49" y="209"/>
                  </a:lnTo>
                  <a:lnTo>
                    <a:pt x="50" y="207"/>
                  </a:lnTo>
                  <a:lnTo>
                    <a:pt x="52" y="205"/>
                  </a:lnTo>
                  <a:lnTo>
                    <a:pt x="52" y="204"/>
                  </a:lnTo>
                  <a:lnTo>
                    <a:pt x="52" y="203"/>
                  </a:lnTo>
                  <a:lnTo>
                    <a:pt x="53" y="201"/>
                  </a:lnTo>
                  <a:lnTo>
                    <a:pt x="53" y="200"/>
                  </a:lnTo>
                  <a:lnTo>
                    <a:pt x="54" y="199"/>
                  </a:lnTo>
                  <a:lnTo>
                    <a:pt x="54" y="197"/>
                  </a:lnTo>
                  <a:lnTo>
                    <a:pt x="54" y="196"/>
                  </a:lnTo>
                  <a:lnTo>
                    <a:pt x="56" y="195"/>
                  </a:lnTo>
                  <a:lnTo>
                    <a:pt x="56" y="193"/>
                  </a:lnTo>
                  <a:lnTo>
                    <a:pt x="56" y="192"/>
                  </a:lnTo>
                  <a:lnTo>
                    <a:pt x="57" y="191"/>
                  </a:lnTo>
                  <a:lnTo>
                    <a:pt x="57" y="190"/>
                  </a:lnTo>
                  <a:lnTo>
                    <a:pt x="57" y="188"/>
                  </a:lnTo>
                  <a:lnTo>
                    <a:pt x="58" y="187"/>
                  </a:lnTo>
                  <a:lnTo>
                    <a:pt x="58" y="186"/>
                  </a:lnTo>
                  <a:lnTo>
                    <a:pt x="58" y="184"/>
                  </a:lnTo>
                  <a:lnTo>
                    <a:pt x="60" y="183"/>
                  </a:lnTo>
                  <a:lnTo>
                    <a:pt x="60" y="182"/>
                  </a:lnTo>
                  <a:lnTo>
                    <a:pt x="60" y="180"/>
                  </a:lnTo>
                  <a:lnTo>
                    <a:pt x="61" y="179"/>
                  </a:lnTo>
                  <a:lnTo>
                    <a:pt x="61" y="176"/>
                  </a:lnTo>
                  <a:lnTo>
                    <a:pt x="61" y="175"/>
                  </a:lnTo>
                  <a:lnTo>
                    <a:pt x="62" y="174"/>
                  </a:lnTo>
                  <a:lnTo>
                    <a:pt x="62" y="171"/>
                  </a:lnTo>
                  <a:lnTo>
                    <a:pt x="64" y="170"/>
                  </a:lnTo>
                  <a:lnTo>
                    <a:pt x="64" y="167"/>
                  </a:lnTo>
                  <a:lnTo>
                    <a:pt x="65" y="164"/>
                  </a:lnTo>
                  <a:lnTo>
                    <a:pt x="65" y="163"/>
                  </a:lnTo>
                  <a:lnTo>
                    <a:pt x="66" y="160"/>
                  </a:lnTo>
                  <a:lnTo>
                    <a:pt x="66" y="159"/>
                  </a:lnTo>
                  <a:lnTo>
                    <a:pt x="68" y="158"/>
                  </a:lnTo>
                  <a:lnTo>
                    <a:pt x="68" y="156"/>
                  </a:lnTo>
                  <a:lnTo>
                    <a:pt x="68" y="154"/>
                  </a:lnTo>
                  <a:lnTo>
                    <a:pt x="69" y="152"/>
                  </a:lnTo>
                  <a:lnTo>
                    <a:pt x="69" y="151"/>
                  </a:lnTo>
                  <a:lnTo>
                    <a:pt x="69" y="150"/>
                  </a:lnTo>
                  <a:lnTo>
                    <a:pt x="70" y="148"/>
                  </a:lnTo>
                  <a:lnTo>
                    <a:pt x="70" y="147"/>
                  </a:lnTo>
                  <a:lnTo>
                    <a:pt x="70" y="146"/>
                  </a:lnTo>
                  <a:lnTo>
                    <a:pt x="72" y="144"/>
                  </a:lnTo>
                  <a:lnTo>
                    <a:pt x="72" y="143"/>
                  </a:lnTo>
                  <a:lnTo>
                    <a:pt x="72" y="142"/>
                  </a:lnTo>
                  <a:lnTo>
                    <a:pt x="72" y="140"/>
                  </a:lnTo>
                  <a:lnTo>
                    <a:pt x="73" y="139"/>
                  </a:lnTo>
                  <a:lnTo>
                    <a:pt x="73" y="138"/>
                  </a:lnTo>
                  <a:lnTo>
                    <a:pt x="74" y="136"/>
                  </a:lnTo>
                  <a:lnTo>
                    <a:pt x="74" y="135"/>
                  </a:lnTo>
                  <a:lnTo>
                    <a:pt x="74" y="134"/>
                  </a:lnTo>
                  <a:lnTo>
                    <a:pt x="76" y="132"/>
                  </a:lnTo>
                  <a:lnTo>
                    <a:pt x="76" y="130"/>
                  </a:lnTo>
                  <a:lnTo>
                    <a:pt x="76" y="128"/>
                  </a:lnTo>
                  <a:lnTo>
                    <a:pt x="77" y="127"/>
                  </a:lnTo>
                  <a:lnTo>
                    <a:pt x="77" y="126"/>
                  </a:lnTo>
                  <a:lnTo>
                    <a:pt x="78" y="123"/>
                  </a:lnTo>
                  <a:lnTo>
                    <a:pt x="78" y="122"/>
                  </a:lnTo>
                  <a:lnTo>
                    <a:pt x="78" y="119"/>
                  </a:lnTo>
                  <a:lnTo>
                    <a:pt x="80" y="116"/>
                  </a:lnTo>
                  <a:lnTo>
                    <a:pt x="80" y="115"/>
                  </a:lnTo>
                  <a:lnTo>
                    <a:pt x="81" y="113"/>
                  </a:lnTo>
                  <a:lnTo>
                    <a:pt x="81" y="111"/>
                  </a:lnTo>
                  <a:lnTo>
                    <a:pt x="82" y="110"/>
                  </a:lnTo>
                  <a:lnTo>
                    <a:pt x="82" y="107"/>
                  </a:lnTo>
                  <a:lnTo>
                    <a:pt x="82" y="106"/>
                  </a:lnTo>
                  <a:lnTo>
                    <a:pt x="84" y="105"/>
                  </a:lnTo>
                  <a:lnTo>
                    <a:pt x="84" y="103"/>
                  </a:lnTo>
                  <a:lnTo>
                    <a:pt x="84" y="102"/>
                  </a:lnTo>
                  <a:lnTo>
                    <a:pt x="85" y="101"/>
                  </a:lnTo>
                  <a:lnTo>
                    <a:pt x="85" y="99"/>
                  </a:lnTo>
                  <a:lnTo>
                    <a:pt x="85" y="98"/>
                  </a:lnTo>
                  <a:lnTo>
                    <a:pt x="85" y="97"/>
                  </a:lnTo>
                  <a:lnTo>
                    <a:pt x="86" y="95"/>
                  </a:lnTo>
                  <a:lnTo>
                    <a:pt x="86" y="94"/>
                  </a:lnTo>
                  <a:lnTo>
                    <a:pt x="86" y="93"/>
                  </a:lnTo>
                  <a:lnTo>
                    <a:pt x="86" y="91"/>
                  </a:lnTo>
                  <a:lnTo>
                    <a:pt x="86" y="90"/>
                  </a:lnTo>
                  <a:lnTo>
                    <a:pt x="86" y="89"/>
                  </a:lnTo>
                  <a:lnTo>
                    <a:pt x="86" y="87"/>
                  </a:lnTo>
                  <a:lnTo>
                    <a:pt x="88" y="87"/>
                  </a:lnTo>
                  <a:lnTo>
                    <a:pt x="88" y="86"/>
                  </a:lnTo>
                  <a:lnTo>
                    <a:pt x="88" y="85"/>
                  </a:lnTo>
                  <a:lnTo>
                    <a:pt x="88" y="82"/>
                  </a:lnTo>
                  <a:lnTo>
                    <a:pt x="88" y="81"/>
                  </a:lnTo>
                  <a:lnTo>
                    <a:pt x="88" y="79"/>
                  </a:lnTo>
                  <a:lnTo>
                    <a:pt x="88" y="78"/>
                  </a:lnTo>
                  <a:lnTo>
                    <a:pt x="88" y="77"/>
                  </a:lnTo>
                  <a:lnTo>
                    <a:pt x="88" y="74"/>
                  </a:lnTo>
                  <a:lnTo>
                    <a:pt x="88" y="73"/>
                  </a:lnTo>
                  <a:lnTo>
                    <a:pt x="89" y="70"/>
                  </a:lnTo>
                  <a:lnTo>
                    <a:pt x="89" y="69"/>
                  </a:lnTo>
                  <a:lnTo>
                    <a:pt x="89" y="67"/>
                  </a:lnTo>
                  <a:lnTo>
                    <a:pt x="89" y="66"/>
                  </a:lnTo>
                  <a:lnTo>
                    <a:pt x="89" y="65"/>
                  </a:lnTo>
                  <a:lnTo>
                    <a:pt x="89" y="63"/>
                  </a:lnTo>
                  <a:lnTo>
                    <a:pt x="89" y="62"/>
                  </a:lnTo>
                  <a:lnTo>
                    <a:pt x="89" y="61"/>
                  </a:lnTo>
                  <a:lnTo>
                    <a:pt x="89" y="59"/>
                  </a:lnTo>
                  <a:lnTo>
                    <a:pt x="89" y="58"/>
                  </a:lnTo>
                  <a:lnTo>
                    <a:pt x="90" y="57"/>
                  </a:lnTo>
                  <a:lnTo>
                    <a:pt x="90" y="55"/>
                  </a:lnTo>
                  <a:lnTo>
                    <a:pt x="90" y="54"/>
                  </a:lnTo>
                  <a:lnTo>
                    <a:pt x="90" y="53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0" y="49"/>
                  </a:lnTo>
                  <a:lnTo>
                    <a:pt x="92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3" y="38"/>
                  </a:lnTo>
                  <a:lnTo>
                    <a:pt x="93" y="37"/>
                  </a:lnTo>
                  <a:lnTo>
                    <a:pt x="93" y="36"/>
                  </a:lnTo>
                  <a:lnTo>
                    <a:pt x="93" y="34"/>
                  </a:lnTo>
                  <a:lnTo>
                    <a:pt x="94" y="33"/>
                  </a:lnTo>
                  <a:lnTo>
                    <a:pt x="94" y="32"/>
                  </a:lnTo>
                  <a:lnTo>
                    <a:pt x="94" y="30"/>
                  </a:lnTo>
                  <a:lnTo>
                    <a:pt x="94" y="29"/>
                  </a:lnTo>
                  <a:lnTo>
                    <a:pt x="94" y="28"/>
                  </a:lnTo>
                  <a:lnTo>
                    <a:pt x="94" y="26"/>
                  </a:lnTo>
                  <a:lnTo>
                    <a:pt x="94" y="25"/>
                  </a:lnTo>
                  <a:lnTo>
                    <a:pt x="94" y="24"/>
                  </a:lnTo>
                  <a:lnTo>
                    <a:pt x="94" y="22"/>
                  </a:lnTo>
                  <a:lnTo>
                    <a:pt x="94" y="21"/>
                  </a:lnTo>
                  <a:lnTo>
                    <a:pt x="94" y="20"/>
                  </a:lnTo>
                  <a:lnTo>
                    <a:pt x="94" y="18"/>
                  </a:lnTo>
                  <a:lnTo>
                    <a:pt x="94" y="17"/>
                  </a:lnTo>
                  <a:lnTo>
                    <a:pt x="94" y="16"/>
                  </a:lnTo>
                  <a:lnTo>
                    <a:pt x="94" y="13"/>
                  </a:lnTo>
                  <a:lnTo>
                    <a:pt x="94" y="12"/>
                  </a:lnTo>
                  <a:lnTo>
                    <a:pt x="93" y="10"/>
                  </a:lnTo>
                  <a:lnTo>
                    <a:pt x="93" y="8"/>
                  </a:lnTo>
                  <a:lnTo>
                    <a:pt x="93" y="5"/>
                  </a:lnTo>
                  <a:lnTo>
                    <a:pt x="93" y="2"/>
                  </a:lnTo>
                  <a:lnTo>
                    <a:pt x="93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411729" name="Freeform 45">
            <a:extLst>
              <a:ext uri="{FF2B5EF4-FFF2-40B4-BE49-F238E27FC236}">
                <a16:creationId xmlns:a16="http://schemas.microsoft.com/office/drawing/2014/main" id="{D19DDA8C-83C7-4451-BA67-A511B63E85E4}"/>
              </a:ext>
            </a:extLst>
          </p:cNvPr>
          <p:cNvSpPr>
            <a:spLocks/>
          </p:cNvSpPr>
          <p:nvPr/>
        </p:nvSpPr>
        <p:spPr bwMode="auto">
          <a:xfrm>
            <a:off x="3908425" y="781050"/>
            <a:ext cx="2689225" cy="4852988"/>
          </a:xfrm>
          <a:custGeom>
            <a:avLst/>
            <a:gdLst>
              <a:gd name="T0" fmla="*/ 672858508 w 10747"/>
              <a:gd name="T1" fmla="*/ 123916981 h 21003"/>
              <a:gd name="T2" fmla="*/ 670166281 w 10747"/>
              <a:gd name="T3" fmla="*/ 0 h 21003"/>
              <a:gd name="T4" fmla="*/ 1252152 w 10747"/>
              <a:gd name="T5" fmla="*/ 3470315 h 21003"/>
              <a:gd name="T6" fmla="*/ 0 w 10747"/>
              <a:gd name="T7" fmla="*/ 1121339453 h 21003"/>
              <a:gd name="T8" fmla="*/ 77196797 w 10747"/>
              <a:gd name="T9" fmla="*/ 1120965826 h 2100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0747" h="21003">
                <a:moveTo>
                  <a:pt x="10747" y="2321"/>
                </a:moveTo>
                <a:cubicBezTo>
                  <a:pt x="10728" y="732"/>
                  <a:pt x="10723" y="1589"/>
                  <a:pt x="10704" y="0"/>
                </a:cubicBezTo>
                <a:lnTo>
                  <a:pt x="20" y="65"/>
                </a:lnTo>
                <a:cubicBezTo>
                  <a:pt x="13" y="7044"/>
                  <a:pt x="7" y="14024"/>
                  <a:pt x="0" y="21003"/>
                </a:cubicBezTo>
                <a:lnTo>
                  <a:pt x="1233" y="20996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730" name="Line 20">
            <a:extLst>
              <a:ext uri="{FF2B5EF4-FFF2-40B4-BE49-F238E27FC236}">
                <a16:creationId xmlns:a16="http://schemas.microsoft.com/office/drawing/2014/main" id="{8CA48F13-ED5F-4F2C-8E28-92A603654B7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00263" y="6059488"/>
            <a:ext cx="487362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731" name="AutoShape 57">
            <a:extLst>
              <a:ext uri="{FF2B5EF4-FFF2-40B4-BE49-F238E27FC236}">
                <a16:creationId xmlns:a16="http://schemas.microsoft.com/office/drawing/2014/main" id="{D4243CCE-17E0-457E-9BBE-A8C157D9D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75125" y="3965575"/>
            <a:ext cx="554038" cy="473075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11732" name="Freeform 45">
            <a:extLst>
              <a:ext uri="{FF2B5EF4-FFF2-40B4-BE49-F238E27FC236}">
                <a16:creationId xmlns:a16="http://schemas.microsoft.com/office/drawing/2014/main" id="{F80F7905-DA44-4B6F-B16D-CCD7930007DA}"/>
              </a:ext>
            </a:extLst>
          </p:cNvPr>
          <p:cNvSpPr>
            <a:spLocks/>
          </p:cNvSpPr>
          <p:nvPr/>
        </p:nvSpPr>
        <p:spPr bwMode="auto">
          <a:xfrm flipV="1">
            <a:off x="3065463" y="5351463"/>
            <a:ext cx="241300" cy="506412"/>
          </a:xfrm>
          <a:custGeom>
            <a:avLst/>
            <a:gdLst>
              <a:gd name="T0" fmla="*/ 7627521 w 9985"/>
              <a:gd name="T1" fmla="*/ 2147483646 h 10000"/>
              <a:gd name="T2" fmla="*/ 0 w 9985"/>
              <a:gd name="T3" fmla="*/ 0 h 10000"/>
              <a:gd name="T4" fmla="*/ 846216940 w 9985"/>
              <a:gd name="T5" fmla="*/ 0 h 100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9985" h="10000">
                <a:moveTo>
                  <a:pt x="90" y="10000"/>
                </a:moveTo>
                <a:cubicBezTo>
                  <a:pt x="60" y="6667"/>
                  <a:pt x="30" y="3333"/>
                  <a:pt x="0" y="0"/>
                </a:cubicBezTo>
                <a:lnTo>
                  <a:pt x="9985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733" name="Line 20">
            <a:extLst>
              <a:ext uri="{FF2B5EF4-FFF2-40B4-BE49-F238E27FC236}">
                <a16:creationId xmlns:a16="http://schemas.microsoft.com/office/drawing/2014/main" id="{4BED8AFD-AEDD-47B2-9432-7D5A426D923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16475" y="5761038"/>
            <a:ext cx="365125" cy="1587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734" name="Freeform 48">
            <a:extLst>
              <a:ext uri="{FF2B5EF4-FFF2-40B4-BE49-F238E27FC236}">
                <a16:creationId xmlns:a16="http://schemas.microsoft.com/office/drawing/2014/main" id="{BE15A8F0-D792-4806-B711-1DFAFB646B36}"/>
              </a:ext>
            </a:extLst>
          </p:cNvPr>
          <p:cNvSpPr>
            <a:spLocks noChangeAspect="1"/>
          </p:cNvSpPr>
          <p:nvPr/>
        </p:nvSpPr>
        <p:spPr bwMode="auto">
          <a:xfrm flipH="1">
            <a:off x="6521450" y="5711825"/>
            <a:ext cx="77788" cy="46038"/>
          </a:xfrm>
          <a:custGeom>
            <a:avLst/>
            <a:gdLst>
              <a:gd name="T0" fmla="*/ 0 w 87"/>
              <a:gd name="T1" fmla="*/ 2147483646 h 58"/>
              <a:gd name="T2" fmla="*/ 0 w 87"/>
              <a:gd name="T3" fmla="*/ 2147483646 h 58"/>
              <a:gd name="T4" fmla="*/ 2147483646 w 87"/>
              <a:gd name="T5" fmla="*/ 2147483646 h 58"/>
              <a:gd name="T6" fmla="*/ 2147483646 w 87"/>
              <a:gd name="T7" fmla="*/ 2147483646 h 58"/>
              <a:gd name="T8" fmla="*/ 2147483646 w 87"/>
              <a:gd name="T9" fmla="*/ 2147483646 h 58"/>
              <a:gd name="T10" fmla="*/ 2147483646 w 87"/>
              <a:gd name="T11" fmla="*/ 2147483646 h 58"/>
              <a:gd name="T12" fmla="*/ 2147483646 w 87"/>
              <a:gd name="T13" fmla="*/ 2147483646 h 58"/>
              <a:gd name="T14" fmla="*/ 2147483646 w 87"/>
              <a:gd name="T15" fmla="*/ 2147483646 h 58"/>
              <a:gd name="T16" fmla="*/ 2147483646 w 87"/>
              <a:gd name="T17" fmla="*/ 2147483646 h 58"/>
              <a:gd name="T18" fmla="*/ 2147483646 w 87"/>
              <a:gd name="T19" fmla="*/ 2147483646 h 58"/>
              <a:gd name="T20" fmla="*/ 2147483646 w 87"/>
              <a:gd name="T21" fmla="*/ 0 h 58"/>
              <a:gd name="T22" fmla="*/ 2147483646 w 87"/>
              <a:gd name="T23" fmla="*/ 0 h 58"/>
              <a:gd name="T24" fmla="*/ 2147483646 w 87"/>
              <a:gd name="T25" fmla="*/ 0 h 58"/>
              <a:gd name="T26" fmla="*/ 2147483646 w 87"/>
              <a:gd name="T27" fmla="*/ 2147483646 h 58"/>
              <a:gd name="T28" fmla="*/ 2147483646 w 87"/>
              <a:gd name="T29" fmla="*/ 2147483646 h 58"/>
              <a:gd name="T30" fmla="*/ 2147483646 w 87"/>
              <a:gd name="T31" fmla="*/ 2147483646 h 58"/>
              <a:gd name="T32" fmla="*/ 2147483646 w 87"/>
              <a:gd name="T33" fmla="*/ 2147483646 h 58"/>
              <a:gd name="T34" fmla="*/ 2147483646 w 87"/>
              <a:gd name="T35" fmla="*/ 2147483646 h 58"/>
              <a:gd name="T36" fmla="*/ 2147483646 w 87"/>
              <a:gd name="T37" fmla="*/ 2147483646 h 58"/>
              <a:gd name="T38" fmla="*/ 2147483646 w 87"/>
              <a:gd name="T39" fmla="*/ 2147483646 h 58"/>
              <a:gd name="T40" fmla="*/ 2147483646 w 87"/>
              <a:gd name="T41" fmla="*/ 2147483646 h 58"/>
              <a:gd name="T42" fmla="*/ 2147483646 w 87"/>
              <a:gd name="T43" fmla="*/ 2147483646 h 58"/>
              <a:gd name="T44" fmla="*/ 2147483646 w 87"/>
              <a:gd name="T45" fmla="*/ 2147483646 h 58"/>
              <a:gd name="T46" fmla="*/ 2147483646 w 87"/>
              <a:gd name="T47" fmla="*/ 2147483646 h 58"/>
              <a:gd name="T48" fmla="*/ 2147483646 w 87"/>
              <a:gd name="T49" fmla="*/ 2147483646 h 58"/>
              <a:gd name="T50" fmla="*/ 2147483646 w 87"/>
              <a:gd name="T51" fmla="*/ 2147483646 h 58"/>
              <a:gd name="T52" fmla="*/ 2147483646 w 87"/>
              <a:gd name="T53" fmla="*/ 2147483646 h 58"/>
              <a:gd name="T54" fmla="*/ 2147483646 w 87"/>
              <a:gd name="T55" fmla="*/ 2147483646 h 58"/>
              <a:gd name="T56" fmla="*/ 2147483646 w 87"/>
              <a:gd name="T57" fmla="*/ 2147483646 h 58"/>
              <a:gd name="T58" fmla="*/ 2147483646 w 87"/>
              <a:gd name="T59" fmla="*/ 2147483646 h 58"/>
              <a:gd name="T60" fmla="*/ 2147483646 w 87"/>
              <a:gd name="T61" fmla="*/ 2147483646 h 58"/>
              <a:gd name="T62" fmla="*/ 2147483646 w 87"/>
              <a:gd name="T63" fmla="*/ 2147483646 h 58"/>
              <a:gd name="T64" fmla="*/ 2147483646 w 87"/>
              <a:gd name="T65" fmla="*/ 2147483646 h 58"/>
              <a:gd name="T66" fmla="*/ 2147483646 w 87"/>
              <a:gd name="T67" fmla="*/ 2147483646 h 58"/>
              <a:gd name="T68" fmla="*/ 2147483646 w 87"/>
              <a:gd name="T69" fmla="*/ 2147483646 h 58"/>
              <a:gd name="T70" fmla="*/ 2147483646 w 87"/>
              <a:gd name="T71" fmla="*/ 2147483646 h 58"/>
              <a:gd name="T72" fmla="*/ 2147483646 w 87"/>
              <a:gd name="T73" fmla="*/ 2147483646 h 58"/>
              <a:gd name="T74" fmla="*/ 2147483646 w 87"/>
              <a:gd name="T75" fmla="*/ 2147483646 h 58"/>
              <a:gd name="T76" fmla="*/ 2147483646 w 87"/>
              <a:gd name="T77" fmla="*/ 2147483646 h 58"/>
              <a:gd name="T78" fmla="*/ 2147483646 w 87"/>
              <a:gd name="T79" fmla="*/ 2147483646 h 58"/>
              <a:gd name="T80" fmla="*/ 2147483646 w 87"/>
              <a:gd name="T81" fmla="*/ 2147483646 h 58"/>
              <a:gd name="T82" fmla="*/ 2147483646 w 87"/>
              <a:gd name="T83" fmla="*/ 2147483646 h 58"/>
              <a:gd name="T84" fmla="*/ 2147483646 w 87"/>
              <a:gd name="T85" fmla="*/ 2147483646 h 58"/>
              <a:gd name="T86" fmla="*/ 2147483646 w 87"/>
              <a:gd name="T87" fmla="*/ 2147483646 h 58"/>
              <a:gd name="T88" fmla="*/ 2147483646 w 87"/>
              <a:gd name="T89" fmla="*/ 2147483646 h 58"/>
              <a:gd name="T90" fmla="*/ 2147483646 w 87"/>
              <a:gd name="T91" fmla="*/ 2147483646 h 58"/>
              <a:gd name="T92" fmla="*/ 2147483646 w 87"/>
              <a:gd name="T93" fmla="*/ 2147483646 h 58"/>
              <a:gd name="T94" fmla="*/ 2147483646 w 87"/>
              <a:gd name="T95" fmla="*/ 2147483646 h 58"/>
              <a:gd name="T96" fmla="*/ 2147483646 w 87"/>
              <a:gd name="T97" fmla="*/ 2147483646 h 58"/>
              <a:gd name="T98" fmla="*/ 2147483646 w 87"/>
              <a:gd name="T99" fmla="*/ 2147483646 h 58"/>
              <a:gd name="T100" fmla="*/ 2147483646 w 87"/>
              <a:gd name="T101" fmla="*/ 2147483646 h 58"/>
              <a:gd name="T102" fmla="*/ 2147483646 w 87"/>
              <a:gd name="T103" fmla="*/ 2147483646 h 58"/>
              <a:gd name="T104" fmla="*/ 2147483646 w 87"/>
              <a:gd name="T105" fmla="*/ 2147483646 h 58"/>
              <a:gd name="T106" fmla="*/ 2147483646 w 87"/>
              <a:gd name="T107" fmla="*/ 2147483646 h 58"/>
              <a:gd name="T108" fmla="*/ 0 w 87"/>
              <a:gd name="T109" fmla="*/ 2147483646 h 58"/>
              <a:gd name="T110" fmla="*/ 0 w 87"/>
              <a:gd name="T111" fmla="*/ 2147483646 h 58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7"/>
              <a:gd name="T169" fmla="*/ 0 h 58"/>
              <a:gd name="T170" fmla="*/ 87 w 87"/>
              <a:gd name="T171" fmla="*/ 58 h 58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7" h="58">
                <a:moveTo>
                  <a:pt x="0" y="23"/>
                </a:moveTo>
                <a:lnTo>
                  <a:pt x="0" y="35"/>
                </a:lnTo>
                <a:lnTo>
                  <a:pt x="0" y="33"/>
                </a:lnTo>
                <a:lnTo>
                  <a:pt x="0" y="32"/>
                </a:lnTo>
                <a:lnTo>
                  <a:pt x="0" y="30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3" y="22"/>
                </a:lnTo>
                <a:lnTo>
                  <a:pt x="3" y="20"/>
                </a:lnTo>
                <a:lnTo>
                  <a:pt x="5" y="19"/>
                </a:lnTo>
                <a:lnTo>
                  <a:pt x="5" y="17"/>
                </a:lnTo>
                <a:lnTo>
                  <a:pt x="6" y="16"/>
                </a:lnTo>
                <a:lnTo>
                  <a:pt x="6" y="14"/>
                </a:lnTo>
                <a:lnTo>
                  <a:pt x="8" y="13"/>
                </a:lnTo>
                <a:lnTo>
                  <a:pt x="9" y="12"/>
                </a:lnTo>
                <a:lnTo>
                  <a:pt x="10" y="10"/>
                </a:lnTo>
                <a:lnTo>
                  <a:pt x="12" y="9"/>
                </a:lnTo>
                <a:lnTo>
                  <a:pt x="13" y="7"/>
                </a:lnTo>
                <a:lnTo>
                  <a:pt x="15" y="6"/>
                </a:lnTo>
                <a:lnTo>
                  <a:pt x="16" y="6"/>
                </a:lnTo>
                <a:lnTo>
                  <a:pt x="18" y="4"/>
                </a:lnTo>
                <a:lnTo>
                  <a:pt x="19" y="3"/>
                </a:lnTo>
                <a:lnTo>
                  <a:pt x="21" y="3"/>
                </a:lnTo>
                <a:lnTo>
                  <a:pt x="23" y="3"/>
                </a:lnTo>
                <a:lnTo>
                  <a:pt x="25" y="1"/>
                </a:lnTo>
                <a:lnTo>
                  <a:pt x="26" y="1"/>
                </a:lnTo>
                <a:lnTo>
                  <a:pt x="28" y="1"/>
                </a:lnTo>
                <a:lnTo>
                  <a:pt x="29" y="0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51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61" y="1"/>
                </a:lnTo>
                <a:lnTo>
                  <a:pt x="62" y="1"/>
                </a:lnTo>
                <a:lnTo>
                  <a:pt x="64" y="3"/>
                </a:lnTo>
                <a:lnTo>
                  <a:pt x="65" y="3"/>
                </a:lnTo>
                <a:lnTo>
                  <a:pt x="67" y="3"/>
                </a:lnTo>
                <a:lnTo>
                  <a:pt x="68" y="4"/>
                </a:lnTo>
                <a:lnTo>
                  <a:pt x="69" y="6"/>
                </a:lnTo>
                <a:lnTo>
                  <a:pt x="71" y="6"/>
                </a:lnTo>
                <a:lnTo>
                  <a:pt x="72" y="7"/>
                </a:lnTo>
                <a:lnTo>
                  <a:pt x="74" y="9"/>
                </a:lnTo>
                <a:lnTo>
                  <a:pt x="75" y="9"/>
                </a:lnTo>
                <a:lnTo>
                  <a:pt x="77" y="10"/>
                </a:lnTo>
                <a:lnTo>
                  <a:pt x="77" y="12"/>
                </a:lnTo>
                <a:lnTo>
                  <a:pt x="78" y="13"/>
                </a:lnTo>
                <a:lnTo>
                  <a:pt x="80" y="14"/>
                </a:lnTo>
                <a:lnTo>
                  <a:pt x="81" y="16"/>
                </a:lnTo>
                <a:lnTo>
                  <a:pt x="81" y="17"/>
                </a:lnTo>
                <a:lnTo>
                  <a:pt x="82" y="19"/>
                </a:lnTo>
                <a:lnTo>
                  <a:pt x="82" y="20"/>
                </a:lnTo>
                <a:lnTo>
                  <a:pt x="84" y="22"/>
                </a:lnTo>
                <a:lnTo>
                  <a:pt x="84" y="23"/>
                </a:lnTo>
                <a:lnTo>
                  <a:pt x="85" y="24"/>
                </a:lnTo>
                <a:lnTo>
                  <a:pt x="85" y="26"/>
                </a:lnTo>
                <a:lnTo>
                  <a:pt x="85" y="27"/>
                </a:lnTo>
                <a:lnTo>
                  <a:pt x="85" y="30"/>
                </a:lnTo>
                <a:lnTo>
                  <a:pt x="87" y="32"/>
                </a:lnTo>
                <a:lnTo>
                  <a:pt x="87" y="33"/>
                </a:lnTo>
                <a:lnTo>
                  <a:pt x="87" y="35"/>
                </a:lnTo>
                <a:lnTo>
                  <a:pt x="87" y="23"/>
                </a:lnTo>
                <a:lnTo>
                  <a:pt x="87" y="24"/>
                </a:lnTo>
                <a:lnTo>
                  <a:pt x="87" y="26"/>
                </a:lnTo>
                <a:lnTo>
                  <a:pt x="85" y="29"/>
                </a:lnTo>
                <a:lnTo>
                  <a:pt x="85" y="30"/>
                </a:lnTo>
                <a:lnTo>
                  <a:pt x="85" y="32"/>
                </a:lnTo>
                <a:lnTo>
                  <a:pt x="85" y="33"/>
                </a:lnTo>
                <a:lnTo>
                  <a:pt x="84" y="35"/>
                </a:lnTo>
                <a:lnTo>
                  <a:pt x="84" y="36"/>
                </a:lnTo>
                <a:lnTo>
                  <a:pt x="82" y="37"/>
                </a:lnTo>
                <a:lnTo>
                  <a:pt x="82" y="39"/>
                </a:lnTo>
                <a:lnTo>
                  <a:pt x="81" y="40"/>
                </a:lnTo>
                <a:lnTo>
                  <a:pt x="81" y="42"/>
                </a:lnTo>
                <a:lnTo>
                  <a:pt x="80" y="43"/>
                </a:lnTo>
                <a:lnTo>
                  <a:pt x="78" y="45"/>
                </a:lnTo>
                <a:lnTo>
                  <a:pt x="77" y="46"/>
                </a:lnTo>
                <a:lnTo>
                  <a:pt x="77" y="48"/>
                </a:lnTo>
                <a:lnTo>
                  <a:pt x="75" y="49"/>
                </a:lnTo>
                <a:lnTo>
                  <a:pt x="74" y="50"/>
                </a:lnTo>
                <a:lnTo>
                  <a:pt x="72" y="50"/>
                </a:lnTo>
                <a:lnTo>
                  <a:pt x="71" y="52"/>
                </a:lnTo>
                <a:lnTo>
                  <a:pt x="69" y="53"/>
                </a:lnTo>
                <a:lnTo>
                  <a:pt x="68" y="53"/>
                </a:lnTo>
                <a:lnTo>
                  <a:pt x="67" y="55"/>
                </a:lnTo>
                <a:lnTo>
                  <a:pt x="65" y="55"/>
                </a:lnTo>
                <a:lnTo>
                  <a:pt x="64" y="56"/>
                </a:lnTo>
                <a:lnTo>
                  <a:pt x="62" y="56"/>
                </a:lnTo>
                <a:lnTo>
                  <a:pt x="61" y="56"/>
                </a:lnTo>
                <a:lnTo>
                  <a:pt x="58" y="58"/>
                </a:lnTo>
                <a:lnTo>
                  <a:pt x="57" y="58"/>
                </a:lnTo>
                <a:lnTo>
                  <a:pt x="55" y="58"/>
                </a:lnTo>
                <a:lnTo>
                  <a:pt x="54" y="58"/>
                </a:lnTo>
                <a:lnTo>
                  <a:pt x="51" y="58"/>
                </a:lnTo>
                <a:lnTo>
                  <a:pt x="35" y="58"/>
                </a:lnTo>
                <a:lnTo>
                  <a:pt x="33" y="58"/>
                </a:lnTo>
                <a:lnTo>
                  <a:pt x="31" y="58"/>
                </a:lnTo>
                <a:lnTo>
                  <a:pt x="29" y="58"/>
                </a:lnTo>
                <a:lnTo>
                  <a:pt x="28" y="58"/>
                </a:lnTo>
                <a:lnTo>
                  <a:pt x="26" y="56"/>
                </a:lnTo>
                <a:lnTo>
                  <a:pt x="25" y="56"/>
                </a:lnTo>
                <a:lnTo>
                  <a:pt x="23" y="56"/>
                </a:lnTo>
                <a:lnTo>
                  <a:pt x="21" y="55"/>
                </a:lnTo>
                <a:lnTo>
                  <a:pt x="19" y="55"/>
                </a:lnTo>
                <a:lnTo>
                  <a:pt x="18" y="53"/>
                </a:lnTo>
                <a:lnTo>
                  <a:pt x="16" y="53"/>
                </a:lnTo>
                <a:lnTo>
                  <a:pt x="15" y="52"/>
                </a:lnTo>
                <a:lnTo>
                  <a:pt x="13" y="50"/>
                </a:lnTo>
                <a:lnTo>
                  <a:pt x="12" y="50"/>
                </a:lnTo>
                <a:lnTo>
                  <a:pt x="12" y="49"/>
                </a:lnTo>
                <a:lnTo>
                  <a:pt x="10" y="48"/>
                </a:lnTo>
                <a:lnTo>
                  <a:pt x="9" y="46"/>
                </a:lnTo>
                <a:lnTo>
                  <a:pt x="8" y="45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5" y="39"/>
                </a:lnTo>
                <a:lnTo>
                  <a:pt x="3" y="37"/>
                </a:lnTo>
                <a:lnTo>
                  <a:pt x="3" y="36"/>
                </a:lnTo>
                <a:lnTo>
                  <a:pt x="2" y="35"/>
                </a:lnTo>
                <a:lnTo>
                  <a:pt x="2" y="33"/>
                </a:lnTo>
                <a:lnTo>
                  <a:pt x="0" y="32"/>
                </a:lnTo>
                <a:lnTo>
                  <a:pt x="0" y="30"/>
                </a:lnTo>
                <a:lnTo>
                  <a:pt x="0" y="29"/>
                </a:lnTo>
                <a:lnTo>
                  <a:pt x="0" y="26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chemeClr val="tx1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735" name="Freeform 48">
            <a:extLst>
              <a:ext uri="{FF2B5EF4-FFF2-40B4-BE49-F238E27FC236}">
                <a16:creationId xmlns:a16="http://schemas.microsoft.com/office/drawing/2014/main" id="{AB86B48F-1442-4952-B9C6-6149BEE2ABB6}"/>
              </a:ext>
            </a:extLst>
          </p:cNvPr>
          <p:cNvSpPr>
            <a:spLocks noChangeAspect="1"/>
          </p:cNvSpPr>
          <p:nvPr/>
        </p:nvSpPr>
        <p:spPr bwMode="auto">
          <a:xfrm flipH="1">
            <a:off x="3044825" y="5322888"/>
            <a:ext cx="76200" cy="46037"/>
          </a:xfrm>
          <a:custGeom>
            <a:avLst/>
            <a:gdLst>
              <a:gd name="T0" fmla="*/ 0 w 87"/>
              <a:gd name="T1" fmla="*/ 2147483646 h 58"/>
              <a:gd name="T2" fmla="*/ 0 w 87"/>
              <a:gd name="T3" fmla="*/ 2147483646 h 58"/>
              <a:gd name="T4" fmla="*/ 2147483646 w 87"/>
              <a:gd name="T5" fmla="*/ 2147483646 h 58"/>
              <a:gd name="T6" fmla="*/ 2147483646 w 87"/>
              <a:gd name="T7" fmla="*/ 2147483646 h 58"/>
              <a:gd name="T8" fmla="*/ 2147483646 w 87"/>
              <a:gd name="T9" fmla="*/ 2147483646 h 58"/>
              <a:gd name="T10" fmla="*/ 2147483646 w 87"/>
              <a:gd name="T11" fmla="*/ 2147483646 h 58"/>
              <a:gd name="T12" fmla="*/ 2147483646 w 87"/>
              <a:gd name="T13" fmla="*/ 2147483646 h 58"/>
              <a:gd name="T14" fmla="*/ 2147483646 w 87"/>
              <a:gd name="T15" fmla="*/ 2147483646 h 58"/>
              <a:gd name="T16" fmla="*/ 2147483646 w 87"/>
              <a:gd name="T17" fmla="*/ 2147483646 h 58"/>
              <a:gd name="T18" fmla="*/ 2147483646 w 87"/>
              <a:gd name="T19" fmla="*/ 2147483646 h 58"/>
              <a:gd name="T20" fmla="*/ 2147483646 w 87"/>
              <a:gd name="T21" fmla="*/ 0 h 58"/>
              <a:gd name="T22" fmla="*/ 2147483646 w 87"/>
              <a:gd name="T23" fmla="*/ 0 h 58"/>
              <a:gd name="T24" fmla="*/ 2147483646 w 87"/>
              <a:gd name="T25" fmla="*/ 0 h 58"/>
              <a:gd name="T26" fmla="*/ 2147483646 w 87"/>
              <a:gd name="T27" fmla="*/ 2147483646 h 58"/>
              <a:gd name="T28" fmla="*/ 2147483646 w 87"/>
              <a:gd name="T29" fmla="*/ 2147483646 h 58"/>
              <a:gd name="T30" fmla="*/ 2147483646 w 87"/>
              <a:gd name="T31" fmla="*/ 2147483646 h 58"/>
              <a:gd name="T32" fmla="*/ 2147483646 w 87"/>
              <a:gd name="T33" fmla="*/ 2147483646 h 58"/>
              <a:gd name="T34" fmla="*/ 2147483646 w 87"/>
              <a:gd name="T35" fmla="*/ 2147483646 h 58"/>
              <a:gd name="T36" fmla="*/ 2147483646 w 87"/>
              <a:gd name="T37" fmla="*/ 2147483646 h 58"/>
              <a:gd name="T38" fmla="*/ 2147483646 w 87"/>
              <a:gd name="T39" fmla="*/ 2147483646 h 58"/>
              <a:gd name="T40" fmla="*/ 2147483646 w 87"/>
              <a:gd name="T41" fmla="*/ 2147483646 h 58"/>
              <a:gd name="T42" fmla="*/ 2147483646 w 87"/>
              <a:gd name="T43" fmla="*/ 2147483646 h 58"/>
              <a:gd name="T44" fmla="*/ 2147483646 w 87"/>
              <a:gd name="T45" fmla="*/ 2147483646 h 58"/>
              <a:gd name="T46" fmla="*/ 2147483646 w 87"/>
              <a:gd name="T47" fmla="*/ 2147483646 h 58"/>
              <a:gd name="T48" fmla="*/ 2147483646 w 87"/>
              <a:gd name="T49" fmla="*/ 2147483646 h 58"/>
              <a:gd name="T50" fmla="*/ 2147483646 w 87"/>
              <a:gd name="T51" fmla="*/ 2147483646 h 58"/>
              <a:gd name="T52" fmla="*/ 2147483646 w 87"/>
              <a:gd name="T53" fmla="*/ 2147483646 h 58"/>
              <a:gd name="T54" fmla="*/ 2147483646 w 87"/>
              <a:gd name="T55" fmla="*/ 2147483646 h 58"/>
              <a:gd name="T56" fmla="*/ 2147483646 w 87"/>
              <a:gd name="T57" fmla="*/ 2147483646 h 58"/>
              <a:gd name="T58" fmla="*/ 2147483646 w 87"/>
              <a:gd name="T59" fmla="*/ 2147483646 h 58"/>
              <a:gd name="T60" fmla="*/ 2147483646 w 87"/>
              <a:gd name="T61" fmla="*/ 2147483646 h 58"/>
              <a:gd name="T62" fmla="*/ 2147483646 w 87"/>
              <a:gd name="T63" fmla="*/ 2147483646 h 58"/>
              <a:gd name="T64" fmla="*/ 2147483646 w 87"/>
              <a:gd name="T65" fmla="*/ 2147483646 h 58"/>
              <a:gd name="T66" fmla="*/ 2147483646 w 87"/>
              <a:gd name="T67" fmla="*/ 2147483646 h 58"/>
              <a:gd name="T68" fmla="*/ 2147483646 w 87"/>
              <a:gd name="T69" fmla="*/ 2147483646 h 58"/>
              <a:gd name="T70" fmla="*/ 2147483646 w 87"/>
              <a:gd name="T71" fmla="*/ 2147483646 h 58"/>
              <a:gd name="T72" fmla="*/ 2147483646 w 87"/>
              <a:gd name="T73" fmla="*/ 2147483646 h 58"/>
              <a:gd name="T74" fmla="*/ 2147483646 w 87"/>
              <a:gd name="T75" fmla="*/ 2147483646 h 58"/>
              <a:gd name="T76" fmla="*/ 2147483646 w 87"/>
              <a:gd name="T77" fmla="*/ 2147483646 h 58"/>
              <a:gd name="T78" fmla="*/ 2147483646 w 87"/>
              <a:gd name="T79" fmla="*/ 2147483646 h 58"/>
              <a:gd name="T80" fmla="*/ 2147483646 w 87"/>
              <a:gd name="T81" fmla="*/ 2147483646 h 58"/>
              <a:gd name="T82" fmla="*/ 2147483646 w 87"/>
              <a:gd name="T83" fmla="*/ 2147483646 h 58"/>
              <a:gd name="T84" fmla="*/ 2147483646 w 87"/>
              <a:gd name="T85" fmla="*/ 2147483646 h 58"/>
              <a:gd name="T86" fmla="*/ 2147483646 w 87"/>
              <a:gd name="T87" fmla="*/ 2147483646 h 58"/>
              <a:gd name="T88" fmla="*/ 2147483646 w 87"/>
              <a:gd name="T89" fmla="*/ 2147483646 h 58"/>
              <a:gd name="T90" fmla="*/ 2147483646 w 87"/>
              <a:gd name="T91" fmla="*/ 2147483646 h 58"/>
              <a:gd name="T92" fmla="*/ 2147483646 w 87"/>
              <a:gd name="T93" fmla="*/ 2147483646 h 58"/>
              <a:gd name="T94" fmla="*/ 2147483646 w 87"/>
              <a:gd name="T95" fmla="*/ 2147483646 h 58"/>
              <a:gd name="T96" fmla="*/ 2147483646 w 87"/>
              <a:gd name="T97" fmla="*/ 2147483646 h 58"/>
              <a:gd name="T98" fmla="*/ 2147483646 w 87"/>
              <a:gd name="T99" fmla="*/ 2147483646 h 58"/>
              <a:gd name="T100" fmla="*/ 2147483646 w 87"/>
              <a:gd name="T101" fmla="*/ 2147483646 h 58"/>
              <a:gd name="T102" fmla="*/ 2147483646 w 87"/>
              <a:gd name="T103" fmla="*/ 2147483646 h 58"/>
              <a:gd name="T104" fmla="*/ 2147483646 w 87"/>
              <a:gd name="T105" fmla="*/ 2147483646 h 58"/>
              <a:gd name="T106" fmla="*/ 2147483646 w 87"/>
              <a:gd name="T107" fmla="*/ 2147483646 h 58"/>
              <a:gd name="T108" fmla="*/ 0 w 87"/>
              <a:gd name="T109" fmla="*/ 2147483646 h 58"/>
              <a:gd name="T110" fmla="*/ 0 w 87"/>
              <a:gd name="T111" fmla="*/ 2147483646 h 58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7"/>
              <a:gd name="T169" fmla="*/ 0 h 58"/>
              <a:gd name="T170" fmla="*/ 87 w 87"/>
              <a:gd name="T171" fmla="*/ 58 h 58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7" h="58">
                <a:moveTo>
                  <a:pt x="0" y="23"/>
                </a:moveTo>
                <a:lnTo>
                  <a:pt x="0" y="35"/>
                </a:lnTo>
                <a:lnTo>
                  <a:pt x="0" y="33"/>
                </a:lnTo>
                <a:lnTo>
                  <a:pt x="0" y="32"/>
                </a:lnTo>
                <a:lnTo>
                  <a:pt x="0" y="30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3" y="22"/>
                </a:lnTo>
                <a:lnTo>
                  <a:pt x="3" y="20"/>
                </a:lnTo>
                <a:lnTo>
                  <a:pt x="5" y="19"/>
                </a:lnTo>
                <a:lnTo>
                  <a:pt x="5" y="17"/>
                </a:lnTo>
                <a:lnTo>
                  <a:pt x="6" y="16"/>
                </a:lnTo>
                <a:lnTo>
                  <a:pt x="6" y="14"/>
                </a:lnTo>
                <a:lnTo>
                  <a:pt x="8" y="13"/>
                </a:lnTo>
                <a:lnTo>
                  <a:pt x="9" y="12"/>
                </a:lnTo>
                <a:lnTo>
                  <a:pt x="10" y="10"/>
                </a:lnTo>
                <a:lnTo>
                  <a:pt x="12" y="9"/>
                </a:lnTo>
                <a:lnTo>
                  <a:pt x="13" y="7"/>
                </a:lnTo>
                <a:lnTo>
                  <a:pt x="15" y="6"/>
                </a:lnTo>
                <a:lnTo>
                  <a:pt x="16" y="6"/>
                </a:lnTo>
                <a:lnTo>
                  <a:pt x="18" y="4"/>
                </a:lnTo>
                <a:lnTo>
                  <a:pt x="19" y="3"/>
                </a:lnTo>
                <a:lnTo>
                  <a:pt x="21" y="3"/>
                </a:lnTo>
                <a:lnTo>
                  <a:pt x="23" y="3"/>
                </a:lnTo>
                <a:lnTo>
                  <a:pt x="25" y="1"/>
                </a:lnTo>
                <a:lnTo>
                  <a:pt x="26" y="1"/>
                </a:lnTo>
                <a:lnTo>
                  <a:pt x="28" y="1"/>
                </a:lnTo>
                <a:lnTo>
                  <a:pt x="29" y="0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51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61" y="1"/>
                </a:lnTo>
                <a:lnTo>
                  <a:pt x="62" y="1"/>
                </a:lnTo>
                <a:lnTo>
                  <a:pt x="64" y="3"/>
                </a:lnTo>
                <a:lnTo>
                  <a:pt x="65" y="3"/>
                </a:lnTo>
                <a:lnTo>
                  <a:pt x="67" y="3"/>
                </a:lnTo>
                <a:lnTo>
                  <a:pt x="68" y="4"/>
                </a:lnTo>
                <a:lnTo>
                  <a:pt x="69" y="6"/>
                </a:lnTo>
                <a:lnTo>
                  <a:pt x="71" y="6"/>
                </a:lnTo>
                <a:lnTo>
                  <a:pt x="72" y="7"/>
                </a:lnTo>
                <a:lnTo>
                  <a:pt x="74" y="9"/>
                </a:lnTo>
                <a:lnTo>
                  <a:pt x="75" y="9"/>
                </a:lnTo>
                <a:lnTo>
                  <a:pt x="77" y="10"/>
                </a:lnTo>
                <a:lnTo>
                  <a:pt x="77" y="12"/>
                </a:lnTo>
                <a:lnTo>
                  <a:pt x="78" y="13"/>
                </a:lnTo>
                <a:lnTo>
                  <a:pt x="80" y="14"/>
                </a:lnTo>
                <a:lnTo>
                  <a:pt x="81" y="16"/>
                </a:lnTo>
                <a:lnTo>
                  <a:pt x="81" y="17"/>
                </a:lnTo>
                <a:lnTo>
                  <a:pt x="82" y="19"/>
                </a:lnTo>
                <a:lnTo>
                  <a:pt x="82" y="20"/>
                </a:lnTo>
                <a:lnTo>
                  <a:pt x="84" y="22"/>
                </a:lnTo>
                <a:lnTo>
                  <a:pt x="84" y="23"/>
                </a:lnTo>
                <a:lnTo>
                  <a:pt x="85" y="24"/>
                </a:lnTo>
                <a:lnTo>
                  <a:pt x="85" y="26"/>
                </a:lnTo>
                <a:lnTo>
                  <a:pt x="85" y="27"/>
                </a:lnTo>
                <a:lnTo>
                  <a:pt x="85" y="30"/>
                </a:lnTo>
                <a:lnTo>
                  <a:pt x="87" y="32"/>
                </a:lnTo>
                <a:lnTo>
                  <a:pt x="87" y="33"/>
                </a:lnTo>
                <a:lnTo>
                  <a:pt x="87" y="35"/>
                </a:lnTo>
                <a:lnTo>
                  <a:pt x="87" y="23"/>
                </a:lnTo>
                <a:lnTo>
                  <a:pt x="87" y="24"/>
                </a:lnTo>
                <a:lnTo>
                  <a:pt x="87" y="26"/>
                </a:lnTo>
                <a:lnTo>
                  <a:pt x="85" y="29"/>
                </a:lnTo>
                <a:lnTo>
                  <a:pt x="85" y="30"/>
                </a:lnTo>
                <a:lnTo>
                  <a:pt x="85" y="32"/>
                </a:lnTo>
                <a:lnTo>
                  <a:pt x="85" y="33"/>
                </a:lnTo>
                <a:lnTo>
                  <a:pt x="84" y="35"/>
                </a:lnTo>
                <a:lnTo>
                  <a:pt x="84" y="36"/>
                </a:lnTo>
                <a:lnTo>
                  <a:pt x="82" y="37"/>
                </a:lnTo>
                <a:lnTo>
                  <a:pt x="82" y="39"/>
                </a:lnTo>
                <a:lnTo>
                  <a:pt x="81" y="40"/>
                </a:lnTo>
                <a:lnTo>
                  <a:pt x="81" y="42"/>
                </a:lnTo>
                <a:lnTo>
                  <a:pt x="80" y="43"/>
                </a:lnTo>
                <a:lnTo>
                  <a:pt x="78" y="45"/>
                </a:lnTo>
                <a:lnTo>
                  <a:pt x="77" y="46"/>
                </a:lnTo>
                <a:lnTo>
                  <a:pt x="77" y="48"/>
                </a:lnTo>
                <a:lnTo>
                  <a:pt x="75" y="49"/>
                </a:lnTo>
                <a:lnTo>
                  <a:pt x="74" y="50"/>
                </a:lnTo>
                <a:lnTo>
                  <a:pt x="72" y="50"/>
                </a:lnTo>
                <a:lnTo>
                  <a:pt x="71" y="52"/>
                </a:lnTo>
                <a:lnTo>
                  <a:pt x="69" y="53"/>
                </a:lnTo>
                <a:lnTo>
                  <a:pt x="68" y="53"/>
                </a:lnTo>
                <a:lnTo>
                  <a:pt x="67" y="55"/>
                </a:lnTo>
                <a:lnTo>
                  <a:pt x="65" y="55"/>
                </a:lnTo>
                <a:lnTo>
                  <a:pt x="64" y="56"/>
                </a:lnTo>
                <a:lnTo>
                  <a:pt x="62" y="56"/>
                </a:lnTo>
                <a:lnTo>
                  <a:pt x="61" y="56"/>
                </a:lnTo>
                <a:lnTo>
                  <a:pt x="58" y="58"/>
                </a:lnTo>
                <a:lnTo>
                  <a:pt x="57" y="58"/>
                </a:lnTo>
                <a:lnTo>
                  <a:pt x="55" y="58"/>
                </a:lnTo>
                <a:lnTo>
                  <a:pt x="54" y="58"/>
                </a:lnTo>
                <a:lnTo>
                  <a:pt x="51" y="58"/>
                </a:lnTo>
                <a:lnTo>
                  <a:pt x="35" y="58"/>
                </a:lnTo>
                <a:lnTo>
                  <a:pt x="33" y="58"/>
                </a:lnTo>
                <a:lnTo>
                  <a:pt x="31" y="58"/>
                </a:lnTo>
                <a:lnTo>
                  <a:pt x="29" y="58"/>
                </a:lnTo>
                <a:lnTo>
                  <a:pt x="28" y="58"/>
                </a:lnTo>
                <a:lnTo>
                  <a:pt x="26" y="56"/>
                </a:lnTo>
                <a:lnTo>
                  <a:pt x="25" y="56"/>
                </a:lnTo>
                <a:lnTo>
                  <a:pt x="23" y="56"/>
                </a:lnTo>
                <a:lnTo>
                  <a:pt x="21" y="55"/>
                </a:lnTo>
                <a:lnTo>
                  <a:pt x="19" y="55"/>
                </a:lnTo>
                <a:lnTo>
                  <a:pt x="18" y="53"/>
                </a:lnTo>
                <a:lnTo>
                  <a:pt x="16" y="53"/>
                </a:lnTo>
                <a:lnTo>
                  <a:pt x="15" y="52"/>
                </a:lnTo>
                <a:lnTo>
                  <a:pt x="13" y="50"/>
                </a:lnTo>
                <a:lnTo>
                  <a:pt x="12" y="50"/>
                </a:lnTo>
                <a:lnTo>
                  <a:pt x="12" y="49"/>
                </a:lnTo>
                <a:lnTo>
                  <a:pt x="10" y="48"/>
                </a:lnTo>
                <a:lnTo>
                  <a:pt x="9" y="46"/>
                </a:lnTo>
                <a:lnTo>
                  <a:pt x="8" y="45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5" y="39"/>
                </a:lnTo>
                <a:lnTo>
                  <a:pt x="3" y="37"/>
                </a:lnTo>
                <a:lnTo>
                  <a:pt x="3" y="36"/>
                </a:lnTo>
                <a:lnTo>
                  <a:pt x="2" y="35"/>
                </a:lnTo>
                <a:lnTo>
                  <a:pt x="2" y="33"/>
                </a:lnTo>
                <a:lnTo>
                  <a:pt x="0" y="32"/>
                </a:lnTo>
                <a:lnTo>
                  <a:pt x="0" y="30"/>
                </a:lnTo>
                <a:lnTo>
                  <a:pt x="0" y="29"/>
                </a:lnTo>
                <a:lnTo>
                  <a:pt x="0" y="26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chemeClr val="tx1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736" name="Freeform 48">
            <a:extLst>
              <a:ext uri="{FF2B5EF4-FFF2-40B4-BE49-F238E27FC236}">
                <a16:creationId xmlns:a16="http://schemas.microsoft.com/office/drawing/2014/main" id="{453609ED-8189-43A8-A051-C2F4B069CB22}"/>
              </a:ext>
            </a:extLst>
          </p:cNvPr>
          <p:cNvSpPr>
            <a:spLocks noChangeAspect="1"/>
          </p:cNvSpPr>
          <p:nvPr/>
        </p:nvSpPr>
        <p:spPr bwMode="auto">
          <a:xfrm flipH="1">
            <a:off x="2341563" y="6030913"/>
            <a:ext cx="77787" cy="46037"/>
          </a:xfrm>
          <a:custGeom>
            <a:avLst/>
            <a:gdLst>
              <a:gd name="T0" fmla="*/ 0 w 87"/>
              <a:gd name="T1" fmla="*/ 2147483646 h 58"/>
              <a:gd name="T2" fmla="*/ 0 w 87"/>
              <a:gd name="T3" fmla="*/ 2147483646 h 58"/>
              <a:gd name="T4" fmla="*/ 2147483646 w 87"/>
              <a:gd name="T5" fmla="*/ 2147483646 h 58"/>
              <a:gd name="T6" fmla="*/ 2147483646 w 87"/>
              <a:gd name="T7" fmla="*/ 2147483646 h 58"/>
              <a:gd name="T8" fmla="*/ 2147483646 w 87"/>
              <a:gd name="T9" fmla="*/ 2147483646 h 58"/>
              <a:gd name="T10" fmla="*/ 2147483646 w 87"/>
              <a:gd name="T11" fmla="*/ 2147483646 h 58"/>
              <a:gd name="T12" fmla="*/ 2147483646 w 87"/>
              <a:gd name="T13" fmla="*/ 2147483646 h 58"/>
              <a:gd name="T14" fmla="*/ 2147483646 w 87"/>
              <a:gd name="T15" fmla="*/ 2147483646 h 58"/>
              <a:gd name="T16" fmla="*/ 2147483646 w 87"/>
              <a:gd name="T17" fmla="*/ 2147483646 h 58"/>
              <a:gd name="T18" fmla="*/ 2147483646 w 87"/>
              <a:gd name="T19" fmla="*/ 2147483646 h 58"/>
              <a:gd name="T20" fmla="*/ 2147483646 w 87"/>
              <a:gd name="T21" fmla="*/ 0 h 58"/>
              <a:gd name="T22" fmla="*/ 2147483646 w 87"/>
              <a:gd name="T23" fmla="*/ 0 h 58"/>
              <a:gd name="T24" fmla="*/ 2147483646 w 87"/>
              <a:gd name="T25" fmla="*/ 0 h 58"/>
              <a:gd name="T26" fmla="*/ 2147483646 w 87"/>
              <a:gd name="T27" fmla="*/ 2147483646 h 58"/>
              <a:gd name="T28" fmla="*/ 2147483646 w 87"/>
              <a:gd name="T29" fmla="*/ 2147483646 h 58"/>
              <a:gd name="T30" fmla="*/ 2147483646 w 87"/>
              <a:gd name="T31" fmla="*/ 2147483646 h 58"/>
              <a:gd name="T32" fmla="*/ 2147483646 w 87"/>
              <a:gd name="T33" fmla="*/ 2147483646 h 58"/>
              <a:gd name="T34" fmla="*/ 2147483646 w 87"/>
              <a:gd name="T35" fmla="*/ 2147483646 h 58"/>
              <a:gd name="T36" fmla="*/ 2147483646 w 87"/>
              <a:gd name="T37" fmla="*/ 2147483646 h 58"/>
              <a:gd name="T38" fmla="*/ 2147483646 w 87"/>
              <a:gd name="T39" fmla="*/ 2147483646 h 58"/>
              <a:gd name="T40" fmla="*/ 2147483646 w 87"/>
              <a:gd name="T41" fmla="*/ 2147483646 h 58"/>
              <a:gd name="T42" fmla="*/ 2147483646 w 87"/>
              <a:gd name="T43" fmla="*/ 2147483646 h 58"/>
              <a:gd name="T44" fmla="*/ 2147483646 w 87"/>
              <a:gd name="T45" fmla="*/ 2147483646 h 58"/>
              <a:gd name="T46" fmla="*/ 2147483646 w 87"/>
              <a:gd name="T47" fmla="*/ 2147483646 h 58"/>
              <a:gd name="T48" fmla="*/ 2147483646 w 87"/>
              <a:gd name="T49" fmla="*/ 2147483646 h 58"/>
              <a:gd name="T50" fmla="*/ 2147483646 w 87"/>
              <a:gd name="T51" fmla="*/ 2147483646 h 58"/>
              <a:gd name="T52" fmla="*/ 2147483646 w 87"/>
              <a:gd name="T53" fmla="*/ 2147483646 h 58"/>
              <a:gd name="T54" fmla="*/ 2147483646 w 87"/>
              <a:gd name="T55" fmla="*/ 2147483646 h 58"/>
              <a:gd name="T56" fmla="*/ 2147483646 w 87"/>
              <a:gd name="T57" fmla="*/ 2147483646 h 58"/>
              <a:gd name="T58" fmla="*/ 2147483646 w 87"/>
              <a:gd name="T59" fmla="*/ 2147483646 h 58"/>
              <a:gd name="T60" fmla="*/ 2147483646 w 87"/>
              <a:gd name="T61" fmla="*/ 2147483646 h 58"/>
              <a:gd name="T62" fmla="*/ 2147483646 w 87"/>
              <a:gd name="T63" fmla="*/ 2147483646 h 58"/>
              <a:gd name="T64" fmla="*/ 2147483646 w 87"/>
              <a:gd name="T65" fmla="*/ 2147483646 h 58"/>
              <a:gd name="T66" fmla="*/ 2147483646 w 87"/>
              <a:gd name="T67" fmla="*/ 2147483646 h 58"/>
              <a:gd name="T68" fmla="*/ 2147483646 w 87"/>
              <a:gd name="T69" fmla="*/ 2147483646 h 58"/>
              <a:gd name="T70" fmla="*/ 2147483646 w 87"/>
              <a:gd name="T71" fmla="*/ 2147483646 h 58"/>
              <a:gd name="T72" fmla="*/ 2147483646 w 87"/>
              <a:gd name="T73" fmla="*/ 2147483646 h 58"/>
              <a:gd name="T74" fmla="*/ 2147483646 w 87"/>
              <a:gd name="T75" fmla="*/ 2147483646 h 58"/>
              <a:gd name="T76" fmla="*/ 2147483646 w 87"/>
              <a:gd name="T77" fmla="*/ 2147483646 h 58"/>
              <a:gd name="T78" fmla="*/ 2147483646 w 87"/>
              <a:gd name="T79" fmla="*/ 2147483646 h 58"/>
              <a:gd name="T80" fmla="*/ 2147483646 w 87"/>
              <a:gd name="T81" fmla="*/ 2147483646 h 58"/>
              <a:gd name="T82" fmla="*/ 2147483646 w 87"/>
              <a:gd name="T83" fmla="*/ 2147483646 h 58"/>
              <a:gd name="T84" fmla="*/ 2147483646 w 87"/>
              <a:gd name="T85" fmla="*/ 2147483646 h 58"/>
              <a:gd name="T86" fmla="*/ 2147483646 w 87"/>
              <a:gd name="T87" fmla="*/ 2147483646 h 58"/>
              <a:gd name="T88" fmla="*/ 2147483646 w 87"/>
              <a:gd name="T89" fmla="*/ 2147483646 h 58"/>
              <a:gd name="T90" fmla="*/ 2147483646 w 87"/>
              <a:gd name="T91" fmla="*/ 2147483646 h 58"/>
              <a:gd name="T92" fmla="*/ 2147483646 w 87"/>
              <a:gd name="T93" fmla="*/ 2147483646 h 58"/>
              <a:gd name="T94" fmla="*/ 2147483646 w 87"/>
              <a:gd name="T95" fmla="*/ 2147483646 h 58"/>
              <a:gd name="T96" fmla="*/ 2147483646 w 87"/>
              <a:gd name="T97" fmla="*/ 2147483646 h 58"/>
              <a:gd name="T98" fmla="*/ 2147483646 w 87"/>
              <a:gd name="T99" fmla="*/ 2147483646 h 58"/>
              <a:gd name="T100" fmla="*/ 2147483646 w 87"/>
              <a:gd name="T101" fmla="*/ 2147483646 h 58"/>
              <a:gd name="T102" fmla="*/ 2147483646 w 87"/>
              <a:gd name="T103" fmla="*/ 2147483646 h 58"/>
              <a:gd name="T104" fmla="*/ 2147483646 w 87"/>
              <a:gd name="T105" fmla="*/ 2147483646 h 58"/>
              <a:gd name="T106" fmla="*/ 2147483646 w 87"/>
              <a:gd name="T107" fmla="*/ 2147483646 h 58"/>
              <a:gd name="T108" fmla="*/ 0 w 87"/>
              <a:gd name="T109" fmla="*/ 2147483646 h 58"/>
              <a:gd name="T110" fmla="*/ 0 w 87"/>
              <a:gd name="T111" fmla="*/ 2147483646 h 58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7"/>
              <a:gd name="T169" fmla="*/ 0 h 58"/>
              <a:gd name="T170" fmla="*/ 87 w 87"/>
              <a:gd name="T171" fmla="*/ 58 h 58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7" h="58">
                <a:moveTo>
                  <a:pt x="0" y="23"/>
                </a:moveTo>
                <a:lnTo>
                  <a:pt x="0" y="35"/>
                </a:lnTo>
                <a:lnTo>
                  <a:pt x="0" y="33"/>
                </a:lnTo>
                <a:lnTo>
                  <a:pt x="0" y="32"/>
                </a:lnTo>
                <a:lnTo>
                  <a:pt x="0" y="30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3" y="22"/>
                </a:lnTo>
                <a:lnTo>
                  <a:pt x="3" y="20"/>
                </a:lnTo>
                <a:lnTo>
                  <a:pt x="5" y="19"/>
                </a:lnTo>
                <a:lnTo>
                  <a:pt x="5" y="17"/>
                </a:lnTo>
                <a:lnTo>
                  <a:pt x="6" y="16"/>
                </a:lnTo>
                <a:lnTo>
                  <a:pt x="6" y="14"/>
                </a:lnTo>
                <a:lnTo>
                  <a:pt x="8" y="13"/>
                </a:lnTo>
                <a:lnTo>
                  <a:pt x="9" y="12"/>
                </a:lnTo>
                <a:lnTo>
                  <a:pt x="10" y="10"/>
                </a:lnTo>
                <a:lnTo>
                  <a:pt x="12" y="9"/>
                </a:lnTo>
                <a:lnTo>
                  <a:pt x="13" y="7"/>
                </a:lnTo>
                <a:lnTo>
                  <a:pt x="15" y="6"/>
                </a:lnTo>
                <a:lnTo>
                  <a:pt x="16" y="6"/>
                </a:lnTo>
                <a:lnTo>
                  <a:pt x="18" y="4"/>
                </a:lnTo>
                <a:lnTo>
                  <a:pt x="19" y="3"/>
                </a:lnTo>
                <a:lnTo>
                  <a:pt x="21" y="3"/>
                </a:lnTo>
                <a:lnTo>
                  <a:pt x="23" y="3"/>
                </a:lnTo>
                <a:lnTo>
                  <a:pt x="25" y="1"/>
                </a:lnTo>
                <a:lnTo>
                  <a:pt x="26" y="1"/>
                </a:lnTo>
                <a:lnTo>
                  <a:pt x="28" y="1"/>
                </a:lnTo>
                <a:lnTo>
                  <a:pt x="29" y="0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51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61" y="1"/>
                </a:lnTo>
                <a:lnTo>
                  <a:pt x="62" y="1"/>
                </a:lnTo>
                <a:lnTo>
                  <a:pt x="64" y="3"/>
                </a:lnTo>
                <a:lnTo>
                  <a:pt x="65" y="3"/>
                </a:lnTo>
                <a:lnTo>
                  <a:pt x="67" y="3"/>
                </a:lnTo>
                <a:lnTo>
                  <a:pt x="68" y="4"/>
                </a:lnTo>
                <a:lnTo>
                  <a:pt x="69" y="6"/>
                </a:lnTo>
                <a:lnTo>
                  <a:pt x="71" y="6"/>
                </a:lnTo>
                <a:lnTo>
                  <a:pt x="72" y="7"/>
                </a:lnTo>
                <a:lnTo>
                  <a:pt x="74" y="9"/>
                </a:lnTo>
                <a:lnTo>
                  <a:pt x="75" y="9"/>
                </a:lnTo>
                <a:lnTo>
                  <a:pt x="77" y="10"/>
                </a:lnTo>
                <a:lnTo>
                  <a:pt x="77" y="12"/>
                </a:lnTo>
                <a:lnTo>
                  <a:pt x="78" y="13"/>
                </a:lnTo>
                <a:lnTo>
                  <a:pt x="80" y="14"/>
                </a:lnTo>
                <a:lnTo>
                  <a:pt x="81" y="16"/>
                </a:lnTo>
                <a:lnTo>
                  <a:pt x="81" y="17"/>
                </a:lnTo>
                <a:lnTo>
                  <a:pt x="82" y="19"/>
                </a:lnTo>
                <a:lnTo>
                  <a:pt x="82" y="20"/>
                </a:lnTo>
                <a:lnTo>
                  <a:pt x="84" y="22"/>
                </a:lnTo>
                <a:lnTo>
                  <a:pt x="84" y="23"/>
                </a:lnTo>
                <a:lnTo>
                  <a:pt x="85" y="24"/>
                </a:lnTo>
                <a:lnTo>
                  <a:pt x="85" y="26"/>
                </a:lnTo>
                <a:lnTo>
                  <a:pt x="85" y="27"/>
                </a:lnTo>
                <a:lnTo>
                  <a:pt x="85" y="30"/>
                </a:lnTo>
                <a:lnTo>
                  <a:pt x="87" y="32"/>
                </a:lnTo>
                <a:lnTo>
                  <a:pt x="87" y="33"/>
                </a:lnTo>
                <a:lnTo>
                  <a:pt x="87" y="35"/>
                </a:lnTo>
                <a:lnTo>
                  <a:pt x="87" y="23"/>
                </a:lnTo>
                <a:lnTo>
                  <a:pt x="87" y="24"/>
                </a:lnTo>
                <a:lnTo>
                  <a:pt x="87" y="26"/>
                </a:lnTo>
                <a:lnTo>
                  <a:pt x="85" y="29"/>
                </a:lnTo>
                <a:lnTo>
                  <a:pt x="85" y="30"/>
                </a:lnTo>
                <a:lnTo>
                  <a:pt x="85" y="32"/>
                </a:lnTo>
                <a:lnTo>
                  <a:pt x="85" y="33"/>
                </a:lnTo>
                <a:lnTo>
                  <a:pt x="84" y="35"/>
                </a:lnTo>
                <a:lnTo>
                  <a:pt x="84" y="36"/>
                </a:lnTo>
                <a:lnTo>
                  <a:pt x="82" y="37"/>
                </a:lnTo>
                <a:lnTo>
                  <a:pt x="82" y="39"/>
                </a:lnTo>
                <a:lnTo>
                  <a:pt x="81" y="40"/>
                </a:lnTo>
                <a:lnTo>
                  <a:pt x="81" y="42"/>
                </a:lnTo>
                <a:lnTo>
                  <a:pt x="80" y="43"/>
                </a:lnTo>
                <a:lnTo>
                  <a:pt x="78" y="45"/>
                </a:lnTo>
                <a:lnTo>
                  <a:pt x="77" y="46"/>
                </a:lnTo>
                <a:lnTo>
                  <a:pt x="77" y="48"/>
                </a:lnTo>
                <a:lnTo>
                  <a:pt x="75" y="49"/>
                </a:lnTo>
                <a:lnTo>
                  <a:pt x="74" y="50"/>
                </a:lnTo>
                <a:lnTo>
                  <a:pt x="72" y="50"/>
                </a:lnTo>
                <a:lnTo>
                  <a:pt x="71" y="52"/>
                </a:lnTo>
                <a:lnTo>
                  <a:pt x="69" y="53"/>
                </a:lnTo>
                <a:lnTo>
                  <a:pt x="68" y="53"/>
                </a:lnTo>
                <a:lnTo>
                  <a:pt x="67" y="55"/>
                </a:lnTo>
                <a:lnTo>
                  <a:pt x="65" y="55"/>
                </a:lnTo>
                <a:lnTo>
                  <a:pt x="64" y="56"/>
                </a:lnTo>
                <a:lnTo>
                  <a:pt x="62" y="56"/>
                </a:lnTo>
                <a:lnTo>
                  <a:pt x="61" y="56"/>
                </a:lnTo>
                <a:lnTo>
                  <a:pt x="58" y="58"/>
                </a:lnTo>
                <a:lnTo>
                  <a:pt x="57" y="58"/>
                </a:lnTo>
                <a:lnTo>
                  <a:pt x="55" y="58"/>
                </a:lnTo>
                <a:lnTo>
                  <a:pt x="54" y="58"/>
                </a:lnTo>
                <a:lnTo>
                  <a:pt x="51" y="58"/>
                </a:lnTo>
                <a:lnTo>
                  <a:pt x="35" y="58"/>
                </a:lnTo>
                <a:lnTo>
                  <a:pt x="33" y="58"/>
                </a:lnTo>
                <a:lnTo>
                  <a:pt x="31" y="58"/>
                </a:lnTo>
                <a:lnTo>
                  <a:pt x="29" y="58"/>
                </a:lnTo>
                <a:lnTo>
                  <a:pt x="28" y="58"/>
                </a:lnTo>
                <a:lnTo>
                  <a:pt x="26" y="56"/>
                </a:lnTo>
                <a:lnTo>
                  <a:pt x="25" y="56"/>
                </a:lnTo>
                <a:lnTo>
                  <a:pt x="23" y="56"/>
                </a:lnTo>
                <a:lnTo>
                  <a:pt x="21" y="55"/>
                </a:lnTo>
                <a:lnTo>
                  <a:pt x="19" y="55"/>
                </a:lnTo>
                <a:lnTo>
                  <a:pt x="18" y="53"/>
                </a:lnTo>
                <a:lnTo>
                  <a:pt x="16" y="53"/>
                </a:lnTo>
                <a:lnTo>
                  <a:pt x="15" y="52"/>
                </a:lnTo>
                <a:lnTo>
                  <a:pt x="13" y="50"/>
                </a:lnTo>
                <a:lnTo>
                  <a:pt x="12" y="50"/>
                </a:lnTo>
                <a:lnTo>
                  <a:pt x="12" y="49"/>
                </a:lnTo>
                <a:lnTo>
                  <a:pt x="10" y="48"/>
                </a:lnTo>
                <a:lnTo>
                  <a:pt x="9" y="46"/>
                </a:lnTo>
                <a:lnTo>
                  <a:pt x="8" y="45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5" y="39"/>
                </a:lnTo>
                <a:lnTo>
                  <a:pt x="3" y="37"/>
                </a:lnTo>
                <a:lnTo>
                  <a:pt x="3" y="36"/>
                </a:lnTo>
                <a:lnTo>
                  <a:pt x="2" y="35"/>
                </a:lnTo>
                <a:lnTo>
                  <a:pt x="2" y="33"/>
                </a:lnTo>
                <a:lnTo>
                  <a:pt x="0" y="32"/>
                </a:lnTo>
                <a:lnTo>
                  <a:pt x="0" y="30"/>
                </a:lnTo>
                <a:lnTo>
                  <a:pt x="0" y="29"/>
                </a:lnTo>
                <a:lnTo>
                  <a:pt x="0" y="26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chemeClr val="tx1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737" name="Freeform 48">
            <a:extLst>
              <a:ext uri="{FF2B5EF4-FFF2-40B4-BE49-F238E27FC236}">
                <a16:creationId xmlns:a16="http://schemas.microsoft.com/office/drawing/2014/main" id="{F25B0E6E-04BD-4FD8-8880-88F69B3C5569}"/>
              </a:ext>
            </a:extLst>
          </p:cNvPr>
          <p:cNvSpPr>
            <a:spLocks noChangeAspect="1"/>
          </p:cNvSpPr>
          <p:nvPr/>
        </p:nvSpPr>
        <p:spPr bwMode="auto">
          <a:xfrm flipH="1">
            <a:off x="6570663" y="4183063"/>
            <a:ext cx="77787" cy="46037"/>
          </a:xfrm>
          <a:custGeom>
            <a:avLst/>
            <a:gdLst>
              <a:gd name="T0" fmla="*/ 0 w 87"/>
              <a:gd name="T1" fmla="*/ 2147483646 h 58"/>
              <a:gd name="T2" fmla="*/ 0 w 87"/>
              <a:gd name="T3" fmla="*/ 2147483646 h 58"/>
              <a:gd name="T4" fmla="*/ 2147483646 w 87"/>
              <a:gd name="T5" fmla="*/ 2147483646 h 58"/>
              <a:gd name="T6" fmla="*/ 2147483646 w 87"/>
              <a:gd name="T7" fmla="*/ 2147483646 h 58"/>
              <a:gd name="T8" fmla="*/ 2147483646 w 87"/>
              <a:gd name="T9" fmla="*/ 2147483646 h 58"/>
              <a:gd name="T10" fmla="*/ 2147483646 w 87"/>
              <a:gd name="T11" fmla="*/ 2147483646 h 58"/>
              <a:gd name="T12" fmla="*/ 2147483646 w 87"/>
              <a:gd name="T13" fmla="*/ 2147483646 h 58"/>
              <a:gd name="T14" fmla="*/ 2147483646 w 87"/>
              <a:gd name="T15" fmla="*/ 2147483646 h 58"/>
              <a:gd name="T16" fmla="*/ 2147483646 w 87"/>
              <a:gd name="T17" fmla="*/ 2147483646 h 58"/>
              <a:gd name="T18" fmla="*/ 2147483646 w 87"/>
              <a:gd name="T19" fmla="*/ 2147483646 h 58"/>
              <a:gd name="T20" fmla="*/ 2147483646 w 87"/>
              <a:gd name="T21" fmla="*/ 0 h 58"/>
              <a:gd name="T22" fmla="*/ 2147483646 w 87"/>
              <a:gd name="T23" fmla="*/ 0 h 58"/>
              <a:gd name="T24" fmla="*/ 2147483646 w 87"/>
              <a:gd name="T25" fmla="*/ 0 h 58"/>
              <a:gd name="T26" fmla="*/ 2147483646 w 87"/>
              <a:gd name="T27" fmla="*/ 2147483646 h 58"/>
              <a:gd name="T28" fmla="*/ 2147483646 w 87"/>
              <a:gd name="T29" fmla="*/ 2147483646 h 58"/>
              <a:gd name="T30" fmla="*/ 2147483646 w 87"/>
              <a:gd name="T31" fmla="*/ 2147483646 h 58"/>
              <a:gd name="T32" fmla="*/ 2147483646 w 87"/>
              <a:gd name="T33" fmla="*/ 2147483646 h 58"/>
              <a:gd name="T34" fmla="*/ 2147483646 w 87"/>
              <a:gd name="T35" fmla="*/ 2147483646 h 58"/>
              <a:gd name="T36" fmla="*/ 2147483646 w 87"/>
              <a:gd name="T37" fmla="*/ 2147483646 h 58"/>
              <a:gd name="T38" fmla="*/ 2147483646 w 87"/>
              <a:gd name="T39" fmla="*/ 2147483646 h 58"/>
              <a:gd name="T40" fmla="*/ 2147483646 w 87"/>
              <a:gd name="T41" fmla="*/ 2147483646 h 58"/>
              <a:gd name="T42" fmla="*/ 2147483646 w 87"/>
              <a:gd name="T43" fmla="*/ 2147483646 h 58"/>
              <a:gd name="T44" fmla="*/ 2147483646 w 87"/>
              <a:gd name="T45" fmla="*/ 2147483646 h 58"/>
              <a:gd name="T46" fmla="*/ 2147483646 w 87"/>
              <a:gd name="T47" fmla="*/ 2147483646 h 58"/>
              <a:gd name="T48" fmla="*/ 2147483646 w 87"/>
              <a:gd name="T49" fmla="*/ 2147483646 h 58"/>
              <a:gd name="T50" fmla="*/ 2147483646 w 87"/>
              <a:gd name="T51" fmla="*/ 2147483646 h 58"/>
              <a:gd name="T52" fmla="*/ 2147483646 w 87"/>
              <a:gd name="T53" fmla="*/ 2147483646 h 58"/>
              <a:gd name="T54" fmla="*/ 2147483646 w 87"/>
              <a:gd name="T55" fmla="*/ 2147483646 h 58"/>
              <a:gd name="T56" fmla="*/ 2147483646 w 87"/>
              <a:gd name="T57" fmla="*/ 2147483646 h 58"/>
              <a:gd name="T58" fmla="*/ 2147483646 w 87"/>
              <a:gd name="T59" fmla="*/ 2147483646 h 58"/>
              <a:gd name="T60" fmla="*/ 2147483646 w 87"/>
              <a:gd name="T61" fmla="*/ 2147483646 h 58"/>
              <a:gd name="T62" fmla="*/ 2147483646 w 87"/>
              <a:gd name="T63" fmla="*/ 2147483646 h 58"/>
              <a:gd name="T64" fmla="*/ 2147483646 w 87"/>
              <a:gd name="T65" fmla="*/ 2147483646 h 58"/>
              <a:gd name="T66" fmla="*/ 2147483646 w 87"/>
              <a:gd name="T67" fmla="*/ 2147483646 h 58"/>
              <a:gd name="T68" fmla="*/ 2147483646 w 87"/>
              <a:gd name="T69" fmla="*/ 2147483646 h 58"/>
              <a:gd name="T70" fmla="*/ 2147483646 w 87"/>
              <a:gd name="T71" fmla="*/ 2147483646 h 58"/>
              <a:gd name="T72" fmla="*/ 2147483646 w 87"/>
              <a:gd name="T73" fmla="*/ 2147483646 h 58"/>
              <a:gd name="T74" fmla="*/ 2147483646 w 87"/>
              <a:gd name="T75" fmla="*/ 2147483646 h 58"/>
              <a:gd name="T76" fmla="*/ 2147483646 w 87"/>
              <a:gd name="T77" fmla="*/ 2147483646 h 58"/>
              <a:gd name="T78" fmla="*/ 2147483646 w 87"/>
              <a:gd name="T79" fmla="*/ 2147483646 h 58"/>
              <a:gd name="T80" fmla="*/ 2147483646 w 87"/>
              <a:gd name="T81" fmla="*/ 2147483646 h 58"/>
              <a:gd name="T82" fmla="*/ 2147483646 w 87"/>
              <a:gd name="T83" fmla="*/ 2147483646 h 58"/>
              <a:gd name="T84" fmla="*/ 2147483646 w 87"/>
              <a:gd name="T85" fmla="*/ 2147483646 h 58"/>
              <a:gd name="T86" fmla="*/ 2147483646 w 87"/>
              <a:gd name="T87" fmla="*/ 2147483646 h 58"/>
              <a:gd name="T88" fmla="*/ 2147483646 w 87"/>
              <a:gd name="T89" fmla="*/ 2147483646 h 58"/>
              <a:gd name="T90" fmla="*/ 2147483646 w 87"/>
              <a:gd name="T91" fmla="*/ 2147483646 h 58"/>
              <a:gd name="T92" fmla="*/ 2147483646 w 87"/>
              <a:gd name="T93" fmla="*/ 2147483646 h 58"/>
              <a:gd name="T94" fmla="*/ 2147483646 w 87"/>
              <a:gd name="T95" fmla="*/ 2147483646 h 58"/>
              <a:gd name="T96" fmla="*/ 2147483646 w 87"/>
              <a:gd name="T97" fmla="*/ 2147483646 h 58"/>
              <a:gd name="T98" fmla="*/ 2147483646 w 87"/>
              <a:gd name="T99" fmla="*/ 2147483646 h 58"/>
              <a:gd name="T100" fmla="*/ 2147483646 w 87"/>
              <a:gd name="T101" fmla="*/ 2147483646 h 58"/>
              <a:gd name="T102" fmla="*/ 2147483646 w 87"/>
              <a:gd name="T103" fmla="*/ 2147483646 h 58"/>
              <a:gd name="T104" fmla="*/ 2147483646 w 87"/>
              <a:gd name="T105" fmla="*/ 2147483646 h 58"/>
              <a:gd name="T106" fmla="*/ 2147483646 w 87"/>
              <a:gd name="T107" fmla="*/ 2147483646 h 58"/>
              <a:gd name="T108" fmla="*/ 0 w 87"/>
              <a:gd name="T109" fmla="*/ 2147483646 h 58"/>
              <a:gd name="T110" fmla="*/ 0 w 87"/>
              <a:gd name="T111" fmla="*/ 2147483646 h 58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7"/>
              <a:gd name="T169" fmla="*/ 0 h 58"/>
              <a:gd name="T170" fmla="*/ 87 w 87"/>
              <a:gd name="T171" fmla="*/ 58 h 58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7" h="58">
                <a:moveTo>
                  <a:pt x="0" y="23"/>
                </a:moveTo>
                <a:lnTo>
                  <a:pt x="0" y="35"/>
                </a:lnTo>
                <a:lnTo>
                  <a:pt x="0" y="33"/>
                </a:lnTo>
                <a:lnTo>
                  <a:pt x="0" y="32"/>
                </a:lnTo>
                <a:lnTo>
                  <a:pt x="0" y="30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3" y="22"/>
                </a:lnTo>
                <a:lnTo>
                  <a:pt x="3" y="20"/>
                </a:lnTo>
                <a:lnTo>
                  <a:pt x="5" y="19"/>
                </a:lnTo>
                <a:lnTo>
                  <a:pt x="5" y="17"/>
                </a:lnTo>
                <a:lnTo>
                  <a:pt x="6" y="16"/>
                </a:lnTo>
                <a:lnTo>
                  <a:pt x="6" y="14"/>
                </a:lnTo>
                <a:lnTo>
                  <a:pt x="8" y="13"/>
                </a:lnTo>
                <a:lnTo>
                  <a:pt x="9" y="12"/>
                </a:lnTo>
                <a:lnTo>
                  <a:pt x="10" y="10"/>
                </a:lnTo>
                <a:lnTo>
                  <a:pt x="12" y="9"/>
                </a:lnTo>
                <a:lnTo>
                  <a:pt x="13" y="7"/>
                </a:lnTo>
                <a:lnTo>
                  <a:pt x="15" y="6"/>
                </a:lnTo>
                <a:lnTo>
                  <a:pt x="16" y="6"/>
                </a:lnTo>
                <a:lnTo>
                  <a:pt x="18" y="4"/>
                </a:lnTo>
                <a:lnTo>
                  <a:pt x="19" y="3"/>
                </a:lnTo>
                <a:lnTo>
                  <a:pt x="21" y="3"/>
                </a:lnTo>
                <a:lnTo>
                  <a:pt x="23" y="3"/>
                </a:lnTo>
                <a:lnTo>
                  <a:pt x="25" y="1"/>
                </a:lnTo>
                <a:lnTo>
                  <a:pt x="26" y="1"/>
                </a:lnTo>
                <a:lnTo>
                  <a:pt x="28" y="1"/>
                </a:lnTo>
                <a:lnTo>
                  <a:pt x="29" y="0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51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61" y="1"/>
                </a:lnTo>
                <a:lnTo>
                  <a:pt x="62" y="1"/>
                </a:lnTo>
                <a:lnTo>
                  <a:pt x="64" y="3"/>
                </a:lnTo>
                <a:lnTo>
                  <a:pt x="65" y="3"/>
                </a:lnTo>
                <a:lnTo>
                  <a:pt x="67" y="3"/>
                </a:lnTo>
                <a:lnTo>
                  <a:pt x="68" y="4"/>
                </a:lnTo>
                <a:lnTo>
                  <a:pt x="69" y="6"/>
                </a:lnTo>
                <a:lnTo>
                  <a:pt x="71" y="6"/>
                </a:lnTo>
                <a:lnTo>
                  <a:pt x="72" y="7"/>
                </a:lnTo>
                <a:lnTo>
                  <a:pt x="74" y="9"/>
                </a:lnTo>
                <a:lnTo>
                  <a:pt x="75" y="9"/>
                </a:lnTo>
                <a:lnTo>
                  <a:pt x="77" y="10"/>
                </a:lnTo>
                <a:lnTo>
                  <a:pt x="77" y="12"/>
                </a:lnTo>
                <a:lnTo>
                  <a:pt x="78" y="13"/>
                </a:lnTo>
                <a:lnTo>
                  <a:pt x="80" y="14"/>
                </a:lnTo>
                <a:lnTo>
                  <a:pt x="81" y="16"/>
                </a:lnTo>
                <a:lnTo>
                  <a:pt x="81" y="17"/>
                </a:lnTo>
                <a:lnTo>
                  <a:pt x="82" y="19"/>
                </a:lnTo>
                <a:lnTo>
                  <a:pt x="82" y="20"/>
                </a:lnTo>
                <a:lnTo>
                  <a:pt x="84" y="22"/>
                </a:lnTo>
                <a:lnTo>
                  <a:pt x="84" y="23"/>
                </a:lnTo>
                <a:lnTo>
                  <a:pt x="85" y="24"/>
                </a:lnTo>
                <a:lnTo>
                  <a:pt x="85" y="26"/>
                </a:lnTo>
                <a:lnTo>
                  <a:pt x="85" y="27"/>
                </a:lnTo>
                <a:lnTo>
                  <a:pt x="85" y="30"/>
                </a:lnTo>
                <a:lnTo>
                  <a:pt x="87" y="32"/>
                </a:lnTo>
                <a:lnTo>
                  <a:pt x="87" y="33"/>
                </a:lnTo>
                <a:lnTo>
                  <a:pt x="87" y="35"/>
                </a:lnTo>
                <a:lnTo>
                  <a:pt x="87" y="23"/>
                </a:lnTo>
                <a:lnTo>
                  <a:pt x="87" y="24"/>
                </a:lnTo>
                <a:lnTo>
                  <a:pt x="87" y="26"/>
                </a:lnTo>
                <a:lnTo>
                  <a:pt x="85" y="29"/>
                </a:lnTo>
                <a:lnTo>
                  <a:pt x="85" y="30"/>
                </a:lnTo>
                <a:lnTo>
                  <a:pt x="85" y="32"/>
                </a:lnTo>
                <a:lnTo>
                  <a:pt x="85" y="33"/>
                </a:lnTo>
                <a:lnTo>
                  <a:pt x="84" y="35"/>
                </a:lnTo>
                <a:lnTo>
                  <a:pt x="84" y="36"/>
                </a:lnTo>
                <a:lnTo>
                  <a:pt x="82" y="37"/>
                </a:lnTo>
                <a:lnTo>
                  <a:pt x="82" y="39"/>
                </a:lnTo>
                <a:lnTo>
                  <a:pt x="81" y="40"/>
                </a:lnTo>
                <a:lnTo>
                  <a:pt x="81" y="42"/>
                </a:lnTo>
                <a:lnTo>
                  <a:pt x="80" y="43"/>
                </a:lnTo>
                <a:lnTo>
                  <a:pt x="78" y="45"/>
                </a:lnTo>
                <a:lnTo>
                  <a:pt x="77" y="46"/>
                </a:lnTo>
                <a:lnTo>
                  <a:pt x="77" y="48"/>
                </a:lnTo>
                <a:lnTo>
                  <a:pt x="75" y="49"/>
                </a:lnTo>
                <a:lnTo>
                  <a:pt x="74" y="50"/>
                </a:lnTo>
                <a:lnTo>
                  <a:pt x="72" y="50"/>
                </a:lnTo>
                <a:lnTo>
                  <a:pt x="71" y="52"/>
                </a:lnTo>
                <a:lnTo>
                  <a:pt x="69" y="53"/>
                </a:lnTo>
                <a:lnTo>
                  <a:pt x="68" y="53"/>
                </a:lnTo>
                <a:lnTo>
                  <a:pt x="67" y="55"/>
                </a:lnTo>
                <a:lnTo>
                  <a:pt x="65" y="55"/>
                </a:lnTo>
                <a:lnTo>
                  <a:pt x="64" y="56"/>
                </a:lnTo>
                <a:lnTo>
                  <a:pt x="62" y="56"/>
                </a:lnTo>
                <a:lnTo>
                  <a:pt x="61" y="56"/>
                </a:lnTo>
                <a:lnTo>
                  <a:pt x="58" y="58"/>
                </a:lnTo>
                <a:lnTo>
                  <a:pt x="57" y="58"/>
                </a:lnTo>
                <a:lnTo>
                  <a:pt x="55" y="58"/>
                </a:lnTo>
                <a:lnTo>
                  <a:pt x="54" y="58"/>
                </a:lnTo>
                <a:lnTo>
                  <a:pt x="51" y="58"/>
                </a:lnTo>
                <a:lnTo>
                  <a:pt x="35" y="58"/>
                </a:lnTo>
                <a:lnTo>
                  <a:pt x="33" y="58"/>
                </a:lnTo>
                <a:lnTo>
                  <a:pt x="31" y="58"/>
                </a:lnTo>
                <a:lnTo>
                  <a:pt x="29" y="58"/>
                </a:lnTo>
                <a:lnTo>
                  <a:pt x="28" y="58"/>
                </a:lnTo>
                <a:lnTo>
                  <a:pt x="26" y="56"/>
                </a:lnTo>
                <a:lnTo>
                  <a:pt x="25" y="56"/>
                </a:lnTo>
                <a:lnTo>
                  <a:pt x="23" y="56"/>
                </a:lnTo>
                <a:lnTo>
                  <a:pt x="21" y="55"/>
                </a:lnTo>
                <a:lnTo>
                  <a:pt x="19" y="55"/>
                </a:lnTo>
                <a:lnTo>
                  <a:pt x="18" y="53"/>
                </a:lnTo>
                <a:lnTo>
                  <a:pt x="16" y="53"/>
                </a:lnTo>
                <a:lnTo>
                  <a:pt x="15" y="52"/>
                </a:lnTo>
                <a:lnTo>
                  <a:pt x="13" y="50"/>
                </a:lnTo>
                <a:lnTo>
                  <a:pt x="12" y="50"/>
                </a:lnTo>
                <a:lnTo>
                  <a:pt x="12" y="49"/>
                </a:lnTo>
                <a:lnTo>
                  <a:pt x="10" y="48"/>
                </a:lnTo>
                <a:lnTo>
                  <a:pt x="9" y="46"/>
                </a:lnTo>
                <a:lnTo>
                  <a:pt x="8" y="45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5" y="39"/>
                </a:lnTo>
                <a:lnTo>
                  <a:pt x="3" y="37"/>
                </a:lnTo>
                <a:lnTo>
                  <a:pt x="3" y="36"/>
                </a:lnTo>
                <a:lnTo>
                  <a:pt x="2" y="35"/>
                </a:lnTo>
                <a:lnTo>
                  <a:pt x="2" y="33"/>
                </a:lnTo>
                <a:lnTo>
                  <a:pt x="0" y="32"/>
                </a:lnTo>
                <a:lnTo>
                  <a:pt x="0" y="30"/>
                </a:lnTo>
                <a:lnTo>
                  <a:pt x="0" y="29"/>
                </a:lnTo>
                <a:lnTo>
                  <a:pt x="0" y="26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chemeClr val="tx1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738" name="Freeform 48">
            <a:extLst>
              <a:ext uri="{FF2B5EF4-FFF2-40B4-BE49-F238E27FC236}">
                <a16:creationId xmlns:a16="http://schemas.microsoft.com/office/drawing/2014/main" id="{DF75CF89-D37E-45A7-BD72-5E9631ED4111}"/>
              </a:ext>
            </a:extLst>
          </p:cNvPr>
          <p:cNvSpPr>
            <a:spLocks noChangeAspect="1"/>
          </p:cNvSpPr>
          <p:nvPr/>
        </p:nvSpPr>
        <p:spPr bwMode="auto">
          <a:xfrm flipH="1">
            <a:off x="6543675" y="2746375"/>
            <a:ext cx="77788" cy="46038"/>
          </a:xfrm>
          <a:custGeom>
            <a:avLst/>
            <a:gdLst>
              <a:gd name="T0" fmla="*/ 0 w 87"/>
              <a:gd name="T1" fmla="*/ 2147483646 h 58"/>
              <a:gd name="T2" fmla="*/ 0 w 87"/>
              <a:gd name="T3" fmla="*/ 2147483646 h 58"/>
              <a:gd name="T4" fmla="*/ 2147483646 w 87"/>
              <a:gd name="T5" fmla="*/ 2147483646 h 58"/>
              <a:gd name="T6" fmla="*/ 2147483646 w 87"/>
              <a:gd name="T7" fmla="*/ 2147483646 h 58"/>
              <a:gd name="T8" fmla="*/ 2147483646 w 87"/>
              <a:gd name="T9" fmla="*/ 2147483646 h 58"/>
              <a:gd name="T10" fmla="*/ 2147483646 w 87"/>
              <a:gd name="T11" fmla="*/ 2147483646 h 58"/>
              <a:gd name="T12" fmla="*/ 2147483646 w 87"/>
              <a:gd name="T13" fmla="*/ 2147483646 h 58"/>
              <a:gd name="T14" fmla="*/ 2147483646 w 87"/>
              <a:gd name="T15" fmla="*/ 2147483646 h 58"/>
              <a:gd name="T16" fmla="*/ 2147483646 w 87"/>
              <a:gd name="T17" fmla="*/ 2147483646 h 58"/>
              <a:gd name="T18" fmla="*/ 2147483646 w 87"/>
              <a:gd name="T19" fmla="*/ 2147483646 h 58"/>
              <a:gd name="T20" fmla="*/ 2147483646 w 87"/>
              <a:gd name="T21" fmla="*/ 0 h 58"/>
              <a:gd name="T22" fmla="*/ 2147483646 w 87"/>
              <a:gd name="T23" fmla="*/ 0 h 58"/>
              <a:gd name="T24" fmla="*/ 2147483646 w 87"/>
              <a:gd name="T25" fmla="*/ 0 h 58"/>
              <a:gd name="T26" fmla="*/ 2147483646 w 87"/>
              <a:gd name="T27" fmla="*/ 2147483646 h 58"/>
              <a:gd name="T28" fmla="*/ 2147483646 w 87"/>
              <a:gd name="T29" fmla="*/ 2147483646 h 58"/>
              <a:gd name="T30" fmla="*/ 2147483646 w 87"/>
              <a:gd name="T31" fmla="*/ 2147483646 h 58"/>
              <a:gd name="T32" fmla="*/ 2147483646 w 87"/>
              <a:gd name="T33" fmla="*/ 2147483646 h 58"/>
              <a:gd name="T34" fmla="*/ 2147483646 w 87"/>
              <a:gd name="T35" fmla="*/ 2147483646 h 58"/>
              <a:gd name="T36" fmla="*/ 2147483646 w 87"/>
              <a:gd name="T37" fmla="*/ 2147483646 h 58"/>
              <a:gd name="T38" fmla="*/ 2147483646 w 87"/>
              <a:gd name="T39" fmla="*/ 2147483646 h 58"/>
              <a:gd name="T40" fmla="*/ 2147483646 w 87"/>
              <a:gd name="T41" fmla="*/ 2147483646 h 58"/>
              <a:gd name="T42" fmla="*/ 2147483646 w 87"/>
              <a:gd name="T43" fmla="*/ 2147483646 h 58"/>
              <a:gd name="T44" fmla="*/ 2147483646 w 87"/>
              <a:gd name="T45" fmla="*/ 2147483646 h 58"/>
              <a:gd name="T46" fmla="*/ 2147483646 w 87"/>
              <a:gd name="T47" fmla="*/ 2147483646 h 58"/>
              <a:gd name="T48" fmla="*/ 2147483646 w 87"/>
              <a:gd name="T49" fmla="*/ 2147483646 h 58"/>
              <a:gd name="T50" fmla="*/ 2147483646 w 87"/>
              <a:gd name="T51" fmla="*/ 2147483646 h 58"/>
              <a:gd name="T52" fmla="*/ 2147483646 w 87"/>
              <a:gd name="T53" fmla="*/ 2147483646 h 58"/>
              <a:gd name="T54" fmla="*/ 2147483646 w 87"/>
              <a:gd name="T55" fmla="*/ 2147483646 h 58"/>
              <a:gd name="T56" fmla="*/ 2147483646 w 87"/>
              <a:gd name="T57" fmla="*/ 2147483646 h 58"/>
              <a:gd name="T58" fmla="*/ 2147483646 w 87"/>
              <a:gd name="T59" fmla="*/ 2147483646 h 58"/>
              <a:gd name="T60" fmla="*/ 2147483646 w 87"/>
              <a:gd name="T61" fmla="*/ 2147483646 h 58"/>
              <a:gd name="T62" fmla="*/ 2147483646 w 87"/>
              <a:gd name="T63" fmla="*/ 2147483646 h 58"/>
              <a:gd name="T64" fmla="*/ 2147483646 w 87"/>
              <a:gd name="T65" fmla="*/ 2147483646 h 58"/>
              <a:gd name="T66" fmla="*/ 2147483646 w 87"/>
              <a:gd name="T67" fmla="*/ 2147483646 h 58"/>
              <a:gd name="T68" fmla="*/ 2147483646 w 87"/>
              <a:gd name="T69" fmla="*/ 2147483646 h 58"/>
              <a:gd name="T70" fmla="*/ 2147483646 w 87"/>
              <a:gd name="T71" fmla="*/ 2147483646 h 58"/>
              <a:gd name="T72" fmla="*/ 2147483646 w 87"/>
              <a:gd name="T73" fmla="*/ 2147483646 h 58"/>
              <a:gd name="T74" fmla="*/ 2147483646 w 87"/>
              <a:gd name="T75" fmla="*/ 2147483646 h 58"/>
              <a:gd name="T76" fmla="*/ 2147483646 w 87"/>
              <a:gd name="T77" fmla="*/ 2147483646 h 58"/>
              <a:gd name="T78" fmla="*/ 2147483646 w 87"/>
              <a:gd name="T79" fmla="*/ 2147483646 h 58"/>
              <a:gd name="T80" fmla="*/ 2147483646 w 87"/>
              <a:gd name="T81" fmla="*/ 2147483646 h 58"/>
              <a:gd name="T82" fmla="*/ 2147483646 w 87"/>
              <a:gd name="T83" fmla="*/ 2147483646 h 58"/>
              <a:gd name="T84" fmla="*/ 2147483646 w 87"/>
              <a:gd name="T85" fmla="*/ 2147483646 h 58"/>
              <a:gd name="T86" fmla="*/ 2147483646 w 87"/>
              <a:gd name="T87" fmla="*/ 2147483646 h 58"/>
              <a:gd name="T88" fmla="*/ 2147483646 w 87"/>
              <a:gd name="T89" fmla="*/ 2147483646 h 58"/>
              <a:gd name="T90" fmla="*/ 2147483646 w 87"/>
              <a:gd name="T91" fmla="*/ 2147483646 h 58"/>
              <a:gd name="T92" fmla="*/ 2147483646 w 87"/>
              <a:gd name="T93" fmla="*/ 2147483646 h 58"/>
              <a:gd name="T94" fmla="*/ 2147483646 w 87"/>
              <a:gd name="T95" fmla="*/ 2147483646 h 58"/>
              <a:gd name="T96" fmla="*/ 2147483646 w 87"/>
              <a:gd name="T97" fmla="*/ 2147483646 h 58"/>
              <a:gd name="T98" fmla="*/ 2147483646 w 87"/>
              <a:gd name="T99" fmla="*/ 2147483646 h 58"/>
              <a:gd name="T100" fmla="*/ 2147483646 w 87"/>
              <a:gd name="T101" fmla="*/ 2147483646 h 58"/>
              <a:gd name="T102" fmla="*/ 2147483646 w 87"/>
              <a:gd name="T103" fmla="*/ 2147483646 h 58"/>
              <a:gd name="T104" fmla="*/ 2147483646 w 87"/>
              <a:gd name="T105" fmla="*/ 2147483646 h 58"/>
              <a:gd name="T106" fmla="*/ 2147483646 w 87"/>
              <a:gd name="T107" fmla="*/ 2147483646 h 58"/>
              <a:gd name="T108" fmla="*/ 0 w 87"/>
              <a:gd name="T109" fmla="*/ 2147483646 h 58"/>
              <a:gd name="T110" fmla="*/ 0 w 87"/>
              <a:gd name="T111" fmla="*/ 2147483646 h 58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7"/>
              <a:gd name="T169" fmla="*/ 0 h 58"/>
              <a:gd name="T170" fmla="*/ 87 w 87"/>
              <a:gd name="T171" fmla="*/ 58 h 58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7" h="58">
                <a:moveTo>
                  <a:pt x="0" y="23"/>
                </a:moveTo>
                <a:lnTo>
                  <a:pt x="0" y="35"/>
                </a:lnTo>
                <a:lnTo>
                  <a:pt x="0" y="33"/>
                </a:lnTo>
                <a:lnTo>
                  <a:pt x="0" y="32"/>
                </a:lnTo>
                <a:lnTo>
                  <a:pt x="0" y="30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3" y="22"/>
                </a:lnTo>
                <a:lnTo>
                  <a:pt x="3" y="20"/>
                </a:lnTo>
                <a:lnTo>
                  <a:pt x="5" y="19"/>
                </a:lnTo>
                <a:lnTo>
                  <a:pt x="5" y="17"/>
                </a:lnTo>
                <a:lnTo>
                  <a:pt x="6" y="16"/>
                </a:lnTo>
                <a:lnTo>
                  <a:pt x="6" y="14"/>
                </a:lnTo>
                <a:lnTo>
                  <a:pt x="8" y="13"/>
                </a:lnTo>
                <a:lnTo>
                  <a:pt x="9" y="12"/>
                </a:lnTo>
                <a:lnTo>
                  <a:pt x="10" y="10"/>
                </a:lnTo>
                <a:lnTo>
                  <a:pt x="12" y="9"/>
                </a:lnTo>
                <a:lnTo>
                  <a:pt x="13" y="7"/>
                </a:lnTo>
                <a:lnTo>
                  <a:pt x="15" y="6"/>
                </a:lnTo>
                <a:lnTo>
                  <a:pt x="16" y="6"/>
                </a:lnTo>
                <a:lnTo>
                  <a:pt x="18" y="4"/>
                </a:lnTo>
                <a:lnTo>
                  <a:pt x="19" y="3"/>
                </a:lnTo>
                <a:lnTo>
                  <a:pt x="21" y="3"/>
                </a:lnTo>
                <a:lnTo>
                  <a:pt x="23" y="3"/>
                </a:lnTo>
                <a:lnTo>
                  <a:pt x="25" y="1"/>
                </a:lnTo>
                <a:lnTo>
                  <a:pt x="26" y="1"/>
                </a:lnTo>
                <a:lnTo>
                  <a:pt x="28" y="1"/>
                </a:lnTo>
                <a:lnTo>
                  <a:pt x="29" y="0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51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61" y="1"/>
                </a:lnTo>
                <a:lnTo>
                  <a:pt x="62" y="1"/>
                </a:lnTo>
                <a:lnTo>
                  <a:pt x="64" y="3"/>
                </a:lnTo>
                <a:lnTo>
                  <a:pt x="65" y="3"/>
                </a:lnTo>
                <a:lnTo>
                  <a:pt x="67" y="3"/>
                </a:lnTo>
                <a:lnTo>
                  <a:pt x="68" y="4"/>
                </a:lnTo>
                <a:lnTo>
                  <a:pt x="69" y="6"/>
                </a:lnTo>
                <a:lnTo>
                  <a:pt x="71" y="6"/>
                </a:lnTo>
                <a:lnTo>
                  <a:pt x="72" y="7"/>
                </a:lnTo>
                <a:lnTo>
                  <a:pt x="74" y="9"/>
                </a:lnTo>
                <a:lnTo>
                  <a:pt x="75" y="9"/>
                </a:lnTo>
                <a:lnTo>
                  <a:pt x="77" y="10"/>
                </a:lnTo>
                <a:lnTo>
                  <a:pt x="77" y="12"/>
                </a:lnTo>
                <a:lnTo>
                  <a:pt x="78" y="13"/>
                </a:lnTo>
                <a:lnTo>
                  <a:pt x="80" y="14"/>
                </a:lnTo>
                <a:lnTo>
                  <a:pt x="81" y="16"/>
                </a:lnTo>
                <a:lnTo>
                  <a:pt x="81" y="17"/>
                </a:lnTo>
                <a:lnTo>
                  <a:pt x="82" y="19"/>
                </a:lnTo>
                <a:lnTo>
                  <a:pt x="82" y="20"/>
                </a:lnTo>
                <a:lnTo>
                  <a:pt x="84" y="22"/>
                </a:lnTo>
                <a:lnTo>
                  <a:pt x="84" y="23"/>
                </a:lnTo>
                <a:lnTo>
                  <a:pt x="85" y="24"/>
                </a:lnTo>
                <a:lnTo>
                  <a:pt x="85" y="26"/>
                </a:lnTo>
                <a:lnTo>
                  <a:pt x="85" y="27"/>
                </a:lnTo>
                <a:lnTo>
                  <a:pt x="85" y="30"/>
                </a:lnTo>
                <a:lnTo>
                  <a:pt x="87" y="32"/>
                </a:lnTo>
                <a:lnTo>
                  <a:pt x="87" y="33"/>
                </a:lnTo>
                <a:lnTo>
                  <a:pt x="87" y="35"/>
                </a:lnTo>
                <a:lnTo>
                  <a:pt x="87" y="23"/>
                </a:lnTo>
                <a:lnTo>
                  <a:pt x="87" y="24"/>
                </a:lnTo>
                <a:lnTo>
                  <a:pt x="87" y="26"/>
                </a:lnTo>
                <a:lnTo>
                  <a:pt x="85" y="29"/>
                </a:lnTo>
                <a:lnTo>
                  <a:pt x="85" y="30"/>
                </a:lnTo>
                <a:lnTo>
                  <a:pt x="85" y="32"/>
                </a:lnTo>
                <a:lnTo>
                  <a:pt x="85" y="33"/>
                </a:lnTo>
                <a:lnTo>
                  <a:pt x="84" y="35"/>
                </a:lnTo>
                <a:lnTo>
                  <a:pt x="84" y="36"/>
                </a:lnTo>
                <a:lnTo>
                  <a:pt x="82" y="37"/>
                </a:lnTo>
                <a:lnTo>
                  <a:pt x="82" y="39"/>
                </a:lnTo>
                <a:lnTo>
                  <a:pt x="81" y="40"/>
                </a:lnTo>
                <a:lnTo>
                  <a:pt x="81" y="42"/>
                </a:lnTo>
                <a:lnTo>
                  <a:pt x="80" y="43"/>
                </a:lnTo>
                <a:lnTo>
                  <a:pt x="78" y="45"/>
                </a:lnTo>
                <a:lnTo>
                  <a:pt x="77" y="46"/>
                </a:lnTo>
                <a:lnTo>
                  <a:pt x="77" y="48"/>
                </a:lnTo>
                <a:lnTo>
                  <a:pt x="75" y="49"/>
                </a:lnTo>
                <a:lnTo>
                  <a:pt x="74" y="50"/>
                </a:lnTo>
                <a:lnTo>
                  <a:pt x="72" y="50"/>
                </a:lnTo>
                <a:lnTo>
                  <a:pt x="71" y="52"/>
                </a:lnTo>
                <a:lnTo>
                  <a:pt x="69" y="53"/>
                </a:lnTo>
                <a:lnTo>
                  <a:pt x="68" y="53"/>
                </a:lnTo>
                <a:lnTo>
                  <a:pt x="67" y="55"/>
                </a:lnTo>
                <a:lnTo>
                  <a:pt x="65" y="55"/>
                </a:lnTo>
                <a:lnTo>
                  <a:pt x="64" y="56"/>
                </a:lnTo>
                <a:lnTo>
                  <a:pt x="62" y="56"/>
                </a:lnTo>
                <a:lnTo>
                  <a:pt x="61" y="56"/>
                </a:lnTo>
                <a:lnTo>
                  <a:pt x="58" y="58"/>
                </a:lnTo>
                <a:lnTo>
                  <a:pt x="57" y="58"/>
                </a:lnTo>
                <a:lnTo>
                  <a:pt x="55" y="58"/>
                </a:lnTo>
                <a:lnTo>
                  <a:pt x="54" y="58"/>
                </a:lnTo>
                <a:lnTo>
                  <a:pt x="51" y="58"/>
                </a:lnTo>
                <a:lnTo>
                  <a:pt x="35" y="58"/>
                </a:lnTo>
                <a:lnTo>
                  <a:pt x="33" y="58"/>
                </a:lnTo>
                <a:lnTo>
                  <a:pt x="31" y="58"/>
                </a:lnTo>
                <a:lnTo>
                  <a:pt x="29" y="58"/>
                </a:lnTo>
                <a:lnTo>
                  <a:pt x="28" y="58"/>
                </a:lnTo>
                <a:lnTo>
                  <a:pt x="26" y="56"/>
                </a:lnTo>
                <a:lnTo>
                  <a:pt x="25" y="56"/>
                </a:lnTo>
                <a:lnTo>
                  <a:pt x="23" y="56"/>
                </a:lnTo>
                <a:lnTo>
                  <a:pt x="21" y="55"/>
                </a:lnTo>
                <a:lnTo>
                  <a:pt x="19" y="55"/>
                </a:lnTo>
                <a:lnTo>
                  <a:pt x="18" y="53"/>
                </a:lnTo>
                <a:lnTo>
                  <a:pt x="16" y="53"/>
                </a:lnTo>
                <a:lnTo>
                  <a:pt x="15" y="52"/>
                </a:lnTo>
                <a:lnTo>
                  <a:pt x="13" y="50"/>
                </a:lnTo>
                <a:lnTo>
                  <a:pt x="12" y="50"/>
                </a:lnTo>
                <a:lnTo>
                  <a:pt x="12" y="49"/>
                </a:lnTo>
                <a:lnTo>
                  <a:pt x="10" y="48"/>
                </a:lnTo>
                <a:lnTo>
                  <a:pt x="9" y="46"/>
                </a:lnTo>
                <a:lnTo>
                  <a:pt x="8" y="45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5" y="39"/>
                </a:lnTo>
                <a:lnTo>
                  <a:pt x="3" y="37"/>
                </a:lnTo>
                <a:lnTo>
                  <a:pt x="3" y="36"/>
                </a:lnTo>
                <a:lnTo>
                  <a:pt x="2" y="35"/>
                </a:lnTo>
                <a:lnTo>
                  <a:pt x="2" y="33"/>
                </a:lnTo>
                <a:lnTo>
                  <a:pt x="0" y="32"/>
                </a:lnTo>
                <a:lnTo>
                  <a:pt x="0" y="30"/>
                </a:lnTo>
                <a:lnTo>
                  <a:pt x="0" y="29"/>
                </a:lnTo>
                <a:lnTo>
                  <a:pt x="0" y="26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chemeClr val="tx1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1739" name="Freeform 48">
            <a:extLst>
              <a:ext uri="{FF2B5EF4-FFF2-40B4-BE49-F238E27FC236}">
                <a16:creationId xmlns:a16="http://schemas.microsoft.com/office/drawing/2014/main" id="{1A1F8A24-DEEF-4E7B-A897-5EE826556780}"/>
              </a:ext>
            </a:extLst>
          </p:cNvPr>
          <p:cNvSpPr>
            <a:spLocks noChangeAspect="1"/>
          </p:cNvSpPr>
          <p:nvPr/>
        </p:nvSpPr>
        <p:spPr bwMode="auto">
          <a:xfrm flipH="1">
            <a:off x="6551613" y="1274763"/>
            <a:ext cx="76200" cy="46037"/>
          </a:xfrm>
          <a:custGeom>
            <a:avLst/>
            <a:gdLst>
              <a:gd name="T0" fmla="*/ 0 w 87"/>
              <a:gd name="T1" fmla="*/ 2147483646 h 58"/>
              <a:gd name="T2" fmla="*/ 0 w 87"/>
              <a:gd name="T3" fmla="*/ 2147483646 h 58"/>
              <a:gd name="T4" fmla="*/ 2147483646 w 87"/>
              <a:gd name="T5" fmla="*/ 2147483646 h 58"/>
              <a:gd name="T6" fmla="*/ 2147483646 w 87"/>
              <a:gd name="T7" fmla="*/ 2147483646 h 58"/>
              <a:gd name="T8" fmla="*/ 2147483646 w 87"/>
              <a:gd name="T9" fmla="*/ 2147483646 h 58"/>
              <a:gd name="T10" fmla="*/ 2147483646 w 87"/>
              <a:gd name="T11" fmla="*/ 2147483646 h 58"/>
              <a:gd name="T12" fmla="*/ 2147483646 w 87"/>
              <a:gd name="T13" fmla="*/ 2147483646 h 58"/>
              <a:gd name="T14" fmla="*/ 2147483646 w 87"/>
              <a:gd name="T15" fmla="*/ 2147483646 h 58"/>
              <a:gd name="T16" fmla="*/ 2147483646 w 87"/>
              <a:gd name="T17" fmla="*/ 2147483646 h 58"/>
              <a:gd name="T18" fmla="*/ 2147483646 w 87"/>
              <a:gd name="T19" fmla="*/ 2147483646 h 58"/>
              <a:gd name="T20" fmla="*/ 2147483646 w 87"/>
              <a:gd name="T21" fmla="*/ 0 h 58"/>
              <a:gd name="T22" fmla="*/ 2147483646 w 87"/>
              <a:gd name="T23" fmla="*/ 0 h 58"/>
              <a:gd name="T24" fmla="*/ 2147483646 w 87"/>
              <a:gd name="T25" fmla="*/ 0 h 58"/>
              <a:gd name="T26" fmla="*/ 2147483646 w 87"/>
              <a:gd name="T27" fmla="*/ 2147483646 h 58"/>
              <a:gd name="T28" fmla="*/ 2147483646 w 87"/>
              <a:gd name="T29" fmla="*/ 2147483646 h 58"/>
              <a:gd name="T30" fmla="*/ 2147483646 w 87"/>
              <a:gd name="T31" fmla="*/ 2147483646 h 58"/>
              <a:gd name="T32" fmla="*/ 2147483646 w 87"/>
              <a:gd name="T33" fmla="*/ 2147483646 h 58"/>
              <a:gd name="T34" fmla="*/ 2147483646 w 87"/>
              <a:gd name="T35" fmla="*/ 2147483646 h 58"/>
              <a:gd name="T36" fmla="*/ 2147483646 w 87"/>
              <a:gd name="T37" fmla="*/ 2147483646 h 58"/>
              <a:gd name="T38" fmla="*/ 2147483646 w 87"/>
              <a:gd name="T39" fmla="*/ 2147483646 h 58"/>
              <a:gd name="T40" fmla="*/ 2147483646 w 87"/>
              <a:gd name="T41" fmla="*/ 2147483646 h 58"/>
              <a:gd name="T42" fmla="*/ 2147483646 w 87"/>
              <a:gd name="T43" fmla="*/ 2147483646 h 58"/>
              <a:gd name="T44" fmla="*/ 2147483646 w 87"/>
              <a:gd name="T45" fmla="*/ 2147483646 h 58"/>
              <a:gd name="T46" fmla="*/ 2147483646 w 87"/>
              <a:gd name="T47" fmla="*/ 2147483646 h 58"/>
              <a:gd name="T48" fmla="*/ 2147483646 w 87"/>
              <a:gd name="T49" fmla="*/ 2147483646 h 58"/>
              <a:gd name="T50" fmla="*/ 2147483646 w 87"/>
              <a:gd name="T51" fmla="*/ 2147483646 h 58"/>
              <a:gd name="T52" fmla="*/ 2147483646 w 87"/>
              <a:gd name="T53" fmla="*/ 2147483646 h 58"/>
              <a:gd name="T54" fmla="*/ 2147483646 w 87"/>
              <a:gd name="T55" fmla="*/ 2147483646 h 58"/>
              <a:gd name="T56" fmla="*/ 2147483646 w 87"/>
              <a:gd name="T57" fmla="*/ 2147483646 h 58"/>
              <a:gd name="T58" fmla="*/ 2147483646 w 87"/>
              <a:gd name="T59" fmla="*/ 2147483646 h 58"/>
              <a:gd name="T60" fmla="*/ 2147483646 w 87"/>
              <a:gd name="T61" fmla="*/ 2147483646 h 58"/>
              <a:gd name="T62" fmla="*/ 2147483646 w 87"/>
              <a:gd name="T63" fmla="*/ 2147483646 h 58"/>
              <a:gd name="T64" fmla="*/ 2147483646 w 87"/>
              <a:gd name="T65" fmla="*/ 2147483646 h 58"/>
              <a:gd name="T66" fmla="*/ 2147483646 w 87"/>
              <a:gd name="T67" fmla="*/ 2147483646 h 58"/>
              <a:gd name="T68" fmla="*/ 2147483646 w 87"/>
              <a:gd name="T69" fmla="*/ 2147483646 h 58"/>
              <a:gd name="T70" fmla="*/ 2147483646 w 87"/>
              <a:gd name="T71" fmla="*/ 2147483646 h 58"/>
              <a:gd name="T72" fmla="*/ 2147483646 w 87"/>
              <a:gd name="T73" fmla="*/ 2147483646 h 58"/>
              <a:gd name="T74" fmla="*/ 2147483646 w 87"/>
              <a:gd name="T75" fmla="*/ 2147483646 h 58"/>
              <a:gd name="T76" fmla="*/ 2147483646 w 87"/>
              <a:gd name="T77" fmla="*/ 2147483646 h 58"/>
              <a:gd name="T78" fmla="*/ 2147483646 w 87"/>
              <a:gd name="T79" fmla="*/ 2147483646 h 58"/>
              <a:gd name="T80" fmla="*/ 2147483646 w 87"/>
              <a:gd name="T81" fmla="*/ 2147483646 h 58"/>
              <a:gd name="T82" fmla="*/ 2147483646 w 87"/>
              <a:gd name="T83" fmla="*/ 2147483646 h 58"/>
              <a:gd name="T84" fmla="*/ 2147483646 w 87"/>
              <a:gd name="T85" fmla="*/ 2147483646 h 58"/>
              <a:gd name="T86" fmla="*/ 2147483646 w 87"/>
              <a:gd name="T87" fmla="*/ 2147483646 h 58"/>
              <a:gd name="T88" fmla="*/ 2147483646 w 87"/>
              <a:gd name="T89" fmla="*/ 2147483646 h 58"/>
              <a:gd name="T90" fmla="*/ 2147483646 w 87"/>
              <a:gd name="T91" fmla="*/ 2147483646 h 58"/>
              <a:gd name="T92" fmla="*/ 2147483646 w 87"/>
              <a:gd name="T93" fmla="*/ 2147483646 h 58"/>
              <a:gd name="T94" fmla="*/ 2147483646 w 87"/>
              <a:gd name="T95" fmla="*/ 2147483646 h 58"/>
              <a:gd name="T96" fmla="*/ 2147483646 w 87"/>
              <a:gd name="T97" fmla="*/ 2147483646 h 58"/>
              <a:gd name="T98" fmla="*/ 2147483646 w 87"/>
              <a:gd name="T99" fmla="*/ 2147483646 h 58"/>
              <a:gd name="T100" fmla="*/ 2147483646 w 87"/>
              <a:gd name="T101" fmla="*/ 2147483646 h 58"/>
              <a:gd name="T102" fmla="*/ 2147483646 w 87"/>
              <a:gd name="T103" fmla="*/ 2147483646 h 58"/>
              <a:gd name="T104" fmla="*/ 2147483646 w 87"/>
              <a:gd name="T105" fmla="*/ 2147483646 h 58"/>
              <a:gd name="T106" fmla="*/ 2147483646 w 87"/>
              <a:gd name="T107" fmla="*/ 2147483646 h 58"/>
              <a:gd name="T108" fmla="*/ 0 w 87"/>
              <a:gd name="T109" fmla="*/ 2147483646 h 58"/>
              <a:gd name="T110" fmla="*/ 0 w 87"/>
              <a:gd name="T111" fmla="*/ 2147483646 h 58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7"/>
              <a:gd name="T169" fmla="*/ 0 h 58"/>
              <a:gd name="T170" fmla="*/ 87 w 87"/>
              <a:gd name="T171" fmla="*/ 58 h 58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7" h="58">
                <a:moveTo>
                  <a:pt x="0" y="23"/>
                </a:moveTo>
                <a:lnTo>
                  <a:pt x="0" y="35"/>
                </a:lnTo>
                <a:lnTo>
                  <a:pt x="0" y="33"/>
                </a:lnTo>
                <a:lnTo>
                  <a:pt x="0" y="32"/>
                </a:lnTo>
                <a:lnTo>
                  <a:pt x="0" y="30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3" y="22"/>
                </a:lnTo>
                <a:lnTo>
                  <a:pt x="3" y="20"/>
                </a:lnTo>
                <a:lnTo>
                  <a:pt x="5" y="19"/>
                </a:lnTo>
                <a:lnTo>
                  <a:pt x="5" y="17"/>
                </a:lnTo>
                <a:lnTo>
                  <a:pt x="6" y="16"/>
                </a:lnTo>
                <a:lnTo>
                  <a:pt x="6" y="14"/>
                </a:lnTo>
                <a:lnTo>
                  <a:pt x="8" y="13"/>
                </a:lnTo>
                <a:lnTo>
                  <a:pt x="9" y="12"/>
                </a:lnTo>
                <a:lnTo>
                  <a:pt x="10" y="10"/>
                </a:lnTo>
                <a:lnTo>
                  <a:pt x="12" y="9"/>
                </a:lnTo>
                <a:lnTo>
                  <a:pt x="13" y="7"/>
                </a:lnTo>
                <a:lnTo>
                  <a:pt x="15" y="6"/>
                </a:lnTo>
                <a:lnTo>
                  <a:pt x="16" y="6"/>
                </a:lnTo>
                <a:lnTo>
                  <a:pt x="18" y="4"/>
                </a:lnTo>
                <a:lnTo>
                  <a:pt x="19" y="3"/>
                </a:lnTo>
                <a:lnTo>
                  <a:pt x="21" y="3"/>
                </a:lnTo>
                <a:lnTo>
                  <a:pt x="23" y="3"/>
                </a:lnTo>
                <a:lnTo>
                  <a:pt x="25" y="1"/>
                </a:lnTo>
                <a:lnTo>
                  <a:pt x="26" y="1"/>
                </a:lnTo>
                <a:lnTo>
                  <a:pt x="28" y="1"/>
                </a:lnTo>
                <a:lnTo>
                  <a:pt x="29" y="0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51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61" y="1"/>
                </a:lnTo>
                <a:lnTo>
                  <a:pt x="62" y="1"/>
                </a:lnTo>
                <a:lnTo>
                  <a:pt x="64" y="3"/>
                </a:lnTo>
                <a:lnTo>
                  <a:pt x="65" y="3"/>
                </a:lnTo>
                <a:lnTo>
                  <a:pt x="67" y="3"/>
                </a:lnTo>
                <a:lnTo>
                  <a:pt x="68" y="4"/>
                </a:lnTo>
                <a:lnTo>
                  <a:pt x="69" y="6"/>
                </a:lnTo>
                <a:lnTo>
                  <a:pt x="71" y="6"/>
                </a:lnTo>
                <a:lnTo>
                  <a:pt x="72" y="7"/>
                </a:lnTo>
                <a:lnTo>
                  <a:pt x="74" y="9"/>
                </a:lnTo>
                <a:lnTo>
                  <a:pt x="75" y="9"/>
                </a:lnTo>
                <a:lnTo>
                  <a:pt x="77" y="10"/>
                </a:lnTo>
                <a:lnTo>
                  <a:pt x="77" y="12"/>
                </a:lnTo>
                <a:lnTo>
                  <a:pt x="78" y="13"/>
                </a:lnTo>
                <a:lnTo>
                  <a:pt x="80" y="14"/>
                </a:lnTo>
                <a:lnTo>
                  <a:pt x="81" y="16"/>
                </a:lnTo>
                <a:lnTo>
                  <a:pt x="81" y="17"/>
                </a:lnTo>
                <a:lnTo>
                  <a:pt x="82" y="19"/>
                </a:lnTo>
                <a:lnTo>
                  <a:pt x="82" y="20"/>
                </a:lnTo>
                <a:lnTo>
                  <a:pt x="84" y="22"/>
                </a:lnTo>
                <a:lnTo>
                  <a:pt x="84" y="23"/>
                </a:lnTo>
                <a:lnTo>
                  <a:pt x="85" y="24"/>
                </a:lnTo>
                <a:lnTo>
                  <a:pt x="85" y="26"/>
                </a:lnTo>
                <a:lnTo>
                  <a:pt x="85" y="27"/>
                </a:lnTo>
                <a:lnTo>
                  <a:pt x="85" y="30"/>
                </a:lnTo>
                <a:lnTo>
                  <a:pt x="87" y="32"/>
                </a:lnTo>
                <a:lnTo>
                  <a:pt x="87" y="33"/>
                </a:lnTo>
                <a:lnTo>
                  <a:pt x="87" y="35"/>
                </a:lnTo>
                <a:lnTo>
                  <a:pt x="87" y="23"/>
                </a:lnTo>
                <a:lnTo>
                  <a:pt x="87" y="24"/>
                </a:lnTo>
                <a:lnTo>
                  <a:pt x="87" y="26"/>
                </a:lnTo>
                <a:lnTo>
                  <a:pt x="85" y="29"/>
                </a:lnTo>
                <a:lnTo>
                  <a:pt x="85" y="30"/>
                </a:lnTo>
                <a:lnTo>
                  <a:pt x="85" y="32"/>
                </a:lnTo>
                <a:lnTo>
                  <a:pt x="85" y="33"/>
                </a:lnTo>
                <a:lnTo>
                  <a:pt x="84" y="35"/>
                </a:lnTo>
                <a:lnTo>
                  <a:pt x="84" y="36"/>
                </a:lnTo>
                <a:lnTo>
                  <a:pt x="82" y="37"/>
                </a:lnTo>
                <a:lnTo>
                  <a:pt x="82" y="39"/>
                </a:lnTo>
                <a:lnTo>
                  <a:pt x="81" y="40"/>
                </a:lnTo>
                <a:lnTo>
                  <a:pt x="81" y="42"/>
                </a:lnTo>
                <a:lnTo>
                  <a:pt x="80" y="43"/>
                </a:lnTo>
                <a:lnTo>
                  <a:pt x="78" y="45"/>
                </a:lnTo>
                <a:lnTo>
                  <a:pt x="77" y="46"/>
                </a:lnTo>
                <a:lnTo>
                  <a:pt x="77" y="48"/>
                </a:lnTo>
                <a:lnTo>
                  <a:pt x="75" y="49"/>
                </a:lnTo>
                <a:lnTo>
                  <a:pt x="74" y="50"/>
                </a:lnTo>
                <a:lnTo>
                  <a:pt x="72" y="50"/>
                </a:lnTo>
                <a:lnTo>
                  <a:pt x="71" y="52"/>
                </a:lnTo>
                <a:lnTo>
                  <a:pt x="69" y="53"/>
                </a:lnTo>
                <a:lnTo>
                  <a:pt x="68" y="53"/>
                </a:lnTo>
                <a:lnTo>
                  <a:pt x="67" y="55"/>
                </a:lnTo>
                <a:lnTo>
                  <a:pt x="65" y="55"/>
                </a:lnTo>
                <a:lnTo>
                  <a:pt x="64" y="56"/>
                </a:lnTo>
                <a:lnTo>
                  <a:pt x="62" y="56"/>
                </a:lnTo>
                <a:lnTo>
                  <a:pt x="61" y="56"/>
                </a:lnTo>
                <a:lnTo>
                  <a:pt x="58" y="58"/>
                </a:lnTo>
                <a:lnTo>
                  <a:pt x="57" y="58"/>
                </a:lnTo>
                <a:lnTo>
                  <a:pt x="55" y="58"/>
                </a:lnTo>
                <a:lnTo>
                  <a:pt x="54" y="58"/>
                </a:lnTo>
                <a:lnTo>
                  <a:pt x="51" y="58"/>
                </a:lnTo>
                <a:lnTo>
                  <a:pt x="35" y="58"/>
                </a:lnTo>
                <a:lnTo>
                  <a:pt x="33" y="58"/>
                </a:lnTo>
                <a:lnTo>
                  <a:pt x="31" y="58"/>
                </a:lnTo>
                <a:lnTo>
                  <a:pt x="29" y="58"/>
                </a:lnTo>
                <a:lnTo>
                  <a:pt x="28" y="58"/>
                </a:lnTo>
                <a:lnTo>
                  <a:pt x="26" y="56"/>
                </a:lnTo>
                <a:lnTo>
                  <a:pt x="25" y="56"/>
                </a:lnTo>
                <a:lnTo>
                  <a:pt x="23" y="56"/>
                </a:lnTo>
                <a:lnTo>
                  <a:pt x="21" y="55"/>
                </a:lnTo>
                <a:lnTo>
                  <a:pt x="19" y="55"/>
                </a:lnTo>
                <a:lnTo>
                  <a:pt x="18" y="53"/>
                </a:lnTo>
                <a:lnTo>
                  <a:pt x="16" y="53"/>
                </a:lnTo>
                <a:lnTo>
                  <a:pt x="15" y="52"/>
                </a:lnTo>
                <a:lnTo>
                  <a:pt x="13" y="50"/>
                </a:lnTo>
                <a:lnTo>
                  <a:pt x="12" y="50"/>
                </a:lnTo>
                <a:lnTo>
                  <a:pt x="12" y="49"/>
                </a:lnTo>
                <a:lnTo>
                  <a:pt x="10" y="48"/>
                </a:lnTo>
                <a:lnTo>
                  <a:pt x="9" y="46"/>
                </a:lnTo>
                <a:lnTo>
                  <a:pt x="8" y="45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5" y="39"/>
                </a:lnTo>
                <a:lnTo>
                  <a:pt x="3" y="37"/>
                </a:lnTo>
                <a:lnTo>
                  <a:pt x="3" y="36"/>
                </a:lnTo>
                <a:lnTo>
                  <a:pt x="2" y="35"/>
                </a:lnTo>
                <a:lnTo>
                  <a:pt x="2" y="33"/>
                </a:lnTo>
                <a:lnTo>
                  <a:pt x="0" y="32"/>
                </a:lnTo>
                <a:lnTo>
                  <a:pt x="0" y="30"/>
                </a:lnTo>
                <a:lnTo>
                  <a:pt x="0" y="29"/>
                </a:lnTo>
                <a:lnTo>
                  <a:pt x="0" y="26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chemeClr val="tx1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0" name="Donut 129">
            <a:extLst>
              <a:ext uri="{FF2B5EF4-FFF2-40B4-BE49-F238E27FC236}">
                <a16:creationId xmlns:a16="http://schemas.microsoft.com/office/drawing/2014/main" id="{57C6EA57-AB63-C340-A6FA-29EF0DF618DD}"/>
              </a:ext>
            </a:extLst>
          </p:cNvPr>
          <p:cNvSpPr/>
          <p:nvPr/>
        </p:nvSpPr>
        <p:spPr>
          <a:xfrm>
            <a:off x="2024063" y="5229225"/>
            <a:ext cx="3082925" cy="1408113"/>
          </a:xfrm>
          <a:prstGeom prst="donut">
            <a:avLst>
              <a:gd name="adj" fmla="val 0"/>
            </a:avLst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/>
              <a:cs typeface="+mn-cs"/>
              <a:sym typeface="Arial" charset="0"/>
            </a:endParaRP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2673" name="Title 1">
            <a:extLst>
              <a:ext uri="{FF2B5EF4-FFF2-40B4-BE49-F238E27FC236}">
                <a16:creationId xmlns:a16="http://schemas.microsoft.com/office/drawing/2014/main" id="{86BD5AB7-BD90-40B0-A67E-5519C4DB64A1}"/>
              </a:ext>
            </a:extLst>
          </p:cNvPr>
          <p:cNvSpPr txBox="1">
            <a:spLocks/>
          </p:cNvSpPr>
          <p:nvPr/>
        </p:nvSpPr>
        <p:spPr bwMode="auto">
          <a:xfrm>
            <a:off x="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How Does It Work?</a:t>
            </a:r>
          </a:p>
        </p:txBody>
      </p:sp>
      <p:grpSp>
        <p:nvGrpSpPr>
          <p:cNvPr id="412674" name="Group 3">
            <a:extLst>
              <a:ext uri="{FF2B5EF4-FFF2-40B4-BE49-F238E27FC236}">
                <a16:creationId xmlns:a16="http://schemas.microsoft.com/office/drawing/2014/main" id="{A7CFCD52-7BE3-41C1-94C5-DD3EA16E5966}"/>
              </a:ext>
            </a:extLst>
          </p:cNvPr>
          <p:cNvGrpSpPr>
            <a:grpSpLocks/>
          </p:cNvGrpSpPr>
          <p:nvPr/>
        </p:nvGrpSpPr>
        <p:grpSpPr bwMode="auto">
          <a:xfrm>
            <a:off x="93663" y="1319213"/>
            <a:ext cx="8997950" cy="5249862"/>
            <a:chOff x="92960" y="1318445"/>
            <a:chExt cx="8998034" cy="5250952"/>
          </a:xfrm>
        </p:grpSpPr>
        <p:sp>
          <p:nvSpPr>
            <p:cNvPr id="412678" name="TextBox 51">
              <a:extLst>
                <a:ext uri="{FF2B5EF4-FFF2-40B4-BE49-F238E27FC236}">
                  <a16:creationId xmlns:a16="http://schemas.microsoft.com/office/drawing/2014/main" id="{17F393F2-4556-47C3-82F2-568CE3885B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3160" y="5486655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12679" name="Line 14">
              <a:extLst>
                <a:ext uri="{FF2B5EF4-FFF2-40B4-BE49-F238E27FC236}">
                  <a16:creationId xmlns:a16="http://schemas.microsoft.com/office/drawing/2014/main" id="{E0981D85-201D-4F2E-8445-3869D2A1C9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9416" y="5920630"/>
              <a:ext cx="10703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2680" name="Line 14">
              <a:extLst>
                <a:ext uri="{FF2B5EF4-FFF2-40B4-BE49-F238E27FC236}">
                  <a16:creationId xmlns:a16="http://schemas.microsoft.com/office/drawing/2014/main" id="{D55E1FDF-794A-468D-BAD3-0D46F93A6D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50" y="5937564"/>
              <a:ext cx="14246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2681" name="Rectangle 7">
              <a:extLst>
                <a:ext uri="{FF2B5EF4-FFF2-40B4-BE49-F238E27FC236}">
                  <a16:creationId xmlns:a16="http://schemas.microsoft.com/office/drawing/2014/main" id="{BE1E6205-082D-4B5E-B109-55530BD4E6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7960" y="5073446"/>
              <a:ext cx="1806575" cy="10302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682" name="Freeform 8">
              <a:extLst>
                <a:ext uri="{FF2B5EF4-FFF2-40B4-BE49-F238E27FC236}">
                  <a16:creationId xmlns:a16="http://schemas.microsoft.com/office/drawing/2014/main" id="{DB836D6B-0ECE-4798-B12E-1CE5106F5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960" y="5302046"/>
              <a:ext cx="158750" cy="160338"/>
            </a:xfrm>
            <a:custGeom>
              <a:avLst/>
              <a:gdLst>
                <a:gd name="T0" fmla="*/ 0 w 202"/>
                <a:gd name="T1" fmla="*/ 630239 h 202"/>
                <a:gd name="T2" fmla="*/ 0 w 202"/>
                <a:gd name="T3" fmla="*/ 630239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2683" name="Rectangle 10">
              <a:extLst>
                <a:ext uri="{FF2B5EF4-FFF2-40B4-BE49-F238E27FC236}">
                  <a16:creationId xmlns:a16="http://schemas.microsoft.com/office/drawing/2014/main" id="{991E7F97-5F8E-47E8-BF73-45FD334BF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4323" y="5765596"/>
              <a:ext cx="65723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clear_n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684" name="Rectangle 11">
              <a:extLst>
                <a:ext uri="{FF2B5EF4-FFF2-40B4-BE49-F238E27FC236}">
                  <a16:creationId xmlns:a16="http://schemas.microsoft.com/office/drawing/2014/main" id="{9EC1E346-1828-4043-9D47-0DE78BCE21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1010" y="5465559"/>
              <a:ext cx="1331912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2-bit up-counter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685" name="Line 14">
              <a:extLst>
                <a:ext uri="{FF2B5EF4-FFF2-40B4-BE49-F238E27FC236}">
                  <a16:creationId xmlns:a16="http://schemas.microsoft.com/office/drawing/2014/main" id="{BE05FD3F-54FF-4EFD-ACFF-287D2CE0CD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48" y="5396934"/>
              <a:ext cx="4202381" cy="39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2686" name="Rectangle 17">
              <a:extLst>
                <a:ext uri="{FF2B5EF4-FFF2-40B4-BE49-F238E27FC236}">
                  <a16:creationId xmlns:a16="http://schemas.microsoft.com/office/drawing/2014/main" id="{F9A51F8D-F95B-4986-8789-73F4E41BF0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895" y="5791514"/>
              <a:ext cx="166712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687" name="Rectangle 18">
              <a:extLst>
                <a:ext uri="{FF2B5EF4-FFF2-40B4-BE49-F238E27FC236}">
                  <a16:creationId xmlns:a16="http://schemas.microsoft.com/office/drawing/2014/main" id="{41433E1A-E28F-4A67-BCC3-0F72F63FD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7935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688" name="Rectangle 19">
              <a:extLst>
                <a:ext uri="{FF2B5EF4-FFF2-40B4-BE49-F238E27FC236}">
                  <a16:creationId xmlns:a16="http://schemas.microsoft.com/office/drawing/2014/main" id="{7A89FB8E-71BC-4A8D-B9D7-99B98D7EA9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6560" y="3084309"/>
              <a:ext cx="1806575" cy="107473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689" name="Rectangle 20">
              <a:extLst>
                <a:ext uri="{FF2B5EF4-FFF2-40B4-BE49-F238E27FC236}">
                  <a16:creationId xmlns:a16="http://schemas.microsoft.com/office/drawing/2014/main" id="{E5BC4FA5-2024-4FE6-B861-E87F534FF3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2398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690" name="Line 21">
              <a:extLst>
                <a:ext uri="{FF2B5EF4-FFF2-40B4-BE49-F238E27FC236}">
                  <a16:creationId xmlns:a16="http://schemas.microsoft.com/office/drawing/2014/main" id="{BB9EEEE4-26B6-4D46-B98A-D6132FB22F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473545" y="1898087"/>
              <a:ext cx="2103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2691" name="Line 22">
              <a:extLst>
                <a:ext uri="{FF2B5EF4-FFF2-40B4-BE49-F238E27FC236}">
                  <a16:creationId xmlns:a16="http://schemas.microsoft.com/office/drawing/2014/main" id="{83B5ECB8-B10A-416A-9C66-E2AED6874F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20235" y="1895799"/>
              <a:ext cx="3168" cy="11885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2692" name="Rectangle 23">
              <a:extLst>
                <a:ext uri="{FF2B5EF4-FFF2-40B4-BE49-F238E27FC236}">
                  <a16:creationId xmlns:a16="http://schemas.microsoft.com/office/drawing/2014/main" id="{A84A94D0-E129-4DFA-992E-A2C9BF5EF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9598" y="3843134"/>
              <a:ext cx="2276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En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693" name="Rectangle 24">
              <a:extLst>
                <a:ext uri="{FF2B5EF4-FFF2-40B4-BE49-F238E27FC236}">
                  <a16:creationId xmlns:a16="http://schemas.microsoft.com/office/drawing/2014/main" id="{79E14DF7-8191-45D5-9788-E6A1905CAD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7860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694" name="Rectangle 25">
              <a:extLst>
                <a:ext uri="{FF2B5EF4-FFF2-40B4-BE49-F238E27FC236}">
                  <a16:creationId xmlns:a16="http://schemas.microsoft.com/office/drawing/2014/main" id="{E4EEA9EB-E1D1-4ECA-83A2-DF5D26D7CF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6285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695" name="Rectangle 26">
              <a:extLst>
                <a:ext uri="{FF2B5EF4-FFF2-40B4-BE49-F238E27FC236}">
                  <a16:creationId xmlns:a16="http://schemas.microsoft.com/office/drawing/2014/main" id="{F2811808-A7B6-451F-9223-34896ADED7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2148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696" name="Rectangle 27">
              <a:extLst>
                <a:ext uri="{FF2B5EF4-FFF2-40B4-BE49-F238E27FC236}">
                  <a16:creationId xmlns:a16="http://schemas.microsoft.com/office/drawing/2014/main" id="{4725D640-77A0-490A-98C3-C795383FD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6610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697" name="Rectangle 28">
              <a:extLst>
                <a:ext uri="{FF2B5EF4-FFF2-40B4-BE49-F238E27FC236}">
                  <a16:creationId xmlns:a16="http://schemas.microsoft.com/office/drawing/2014/main" id="{21B539B7-0A63-40CD-9DD8-3DF68CC71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79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698" name="Rectangle 29">
              <a:extLst>
                <a:ext uri="{FF2B5EF4-FFF2-40B4-BE49-F238E27FC236}">
                  <a16:creationId xmlns:a16="http://schemas.microsoft.com/office/drawing/2014/main" id="{83B64750-B556-4F4F-A8D8-7E5E99495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522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699" name="Rectangle 30">
              <a:extLst>
                <a:ext uri="{FF2B5EF4-FFF2-40B4-BE49-F238E27FC236}">
                  <a16:creationId xmlns:a16="http://schemas.microsoft.com/office/drawing/2014/main" id="{4BFB1DE8-E7CB-46E1-9A62-6B59EECBC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3035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700" name="Rectangle 31">
              <a:extLst>
                <a:ext uri="{FF2B5EF4-FFF2-40B4-BE49-F238E27FC236}">
                  <a16:creationId xmlns:a16="http://schemas.microsoft.com/office/drawing/2014/main" id="{D8A23A60-D590-4347-B5E5-613DB0F5E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3048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701" name="Rectangle 32">
              <a:extLst>
                <a:ext uri="{FF2B5EF4-FFF2-40B4-BE49-F238E27FC236}">
                  <a16:creationId xmlns:a16="http://schemas.microsoft.com/office/drawing/2014/main" id="{AF010B39-F0EE-4BF4-8E10-7002B6274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974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702" name="Line 33">
              <a:extLst>
                <a:ext uri="{FF2B5EF4-FFF2-40B4-BE49-F238E27FC236}">
                  <a16:creationId xmlns:a16="http://schemas.microsoft.com/office/drawing/2014/main" id="{4534C31A-B061-492C-93BB-419CDDD95A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66219" y="1895799"/>
              <a:ext cx="1583" cy="11885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2703" name="Line 34">
              <a:extLst>
                <a:ext uri="{FF2B5EF4-FFF2-40B4-BE49-F238E27FC236}">
                  <a16:creationId xmlns:a16="http://schemas.microsoft.com/office/drawing/2014/main" id="{ACA33B73-27A1-465D-8DB3-5E4448BC60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862119" y="1898087"/>
              <a:ext cx="2465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2704" name="Rectangle 37">
              <a:extLst>
                <a:ext uri="{FF2B5EF4-FFF2-40B4-BE49-F238E27FC236}">
                  <a16:creationId xmlns:a16="http://schemas.microsoft.com/office/drawing/2014/main" id="{4E2E398D-B292-440B-B24F-E47237EDE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817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705" name="Rectangle 38">
              <a:extLst>
                <a:ext uri="{FF2B5EF4-FFF2-40B4-BE49-F238E27FC236}">
                  <a16:creationId xmlns:a16="http://schemas.microsoft.com/office/drawing/2014/main" id="{7F5DF1B1-5599-40EE-8F5C-623701CD0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1510" y="4657521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706" name="Rectangle 45">
              <a:extLst>
                <a:ext uri="{FF2B5EF4-FFF2-40B4-BE49-F238E27FC236}">
                  <a16:creationId xmlns:a16="http://schemas.microsoft.com/office/drawing/2014/main" id="{4BAD1391-8813-4299-B174-35CDA02966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6123" y="3519284"/>
              <a:ext cx="11938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2-to-4 decoder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707" name="Rectangle 46">
              <a:extLst>
                <a:ext uri="{FF2B5EF4-FFF2-40B4-BE49-F238E27FC236}">
                  <a16:creationId xmlns:a16="http://schemas.microsoft.com/office/drawing/2014/main" id="{BAC57192-13D0-4073-8F35-5D03D6F16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3735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708" name="Rectangle 47">
              <a:extLst>
                <a:ext uri="{FF2B5EF4-FFF2-40B4-BE49-F238E27FC236}">
                  <a16:creationId xmlns:a16="http://schemas.microsoft.com/office/drawing/2014/main" id="{639BFFF2-1EC1-4789-B119-34BE33A19C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0898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709" name="Rectangle 48">
              <a:extLst>
                <a:ext uri="{FF2B5EF4-FFF2-40B4-BE49-F238E27FC236}">
                  <a16:creationId xmlns:a16="http://schemas.microsoft.com/office/drawing/2014/main" id="{28607B96-0AA3-462E-8AE2-C3FB417F9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8410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710" name="Rectangle 49">
              <a:extLst>
                <a:ext uri="{FF2B5EF4-FFF2-40B4-BE49-F238E27FC236}">
                  <a16:creationId xmlns:a16="http://schemas.microsoft.com/office/drawing/2014/main" id="{808C4DC7-93C3-4362-BAB3-F8CB53CDFF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5573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711" name="Rectangle 50">
              <a:extLst>
                <a:ext uri="{FF2B5EF4-FFF2-40B4-BE49-F238E27FC236}">
                  <a16:creationId xmlns:a16="http://schemas.microsoft.com/office/drawing/2014/main" id="{591498B1-49A9-4C98-B39C-C45D1470E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60" y="5214195"/>
              <a:ext cx="55143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Clock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cxnSp>
          <p:nvCxnSpPr>
            <p:cNvPr id="412712" name="Straight Arrow Connector 2">
              <a:extLst>
                <a:ext uri="{FF2B5EF4-FFF2-40B4-BE49-F238E27FC236}">
                  <a16:creationId xmlns:a16="http://schemas.microsoft.com/office/drawing/2014/main" id="{AB2D85C6-BBC2-48EE-AF18-8A23AAAEF2C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109145" y="4165226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12713" name="Straight Arrow Connector 52">
              <a:extLst>
                <a:ext uri="{FF2B5EF4-FFF2-40B4-BE49-F238E27FC236}">
                  <a16:creationId xmlns:a16="http://schemas.microsoft.com/office/drawing/2014/main" id="{0CE7999D-BE54-4B48-AE70-A080C230748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38675" y="4169345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12714" name="Straight Arrow Connector 53">
              <a:extLst>
                <a:ext uri="{FF2B5EF4-FFF2-40B4-BE49-F238E27FC236}">
                  <a16:creationId xmlns:a16="http://schemas.microsoft.com/office/drawing/2014/main" id="{A934A9DD-4C6F-48A8-87FE-F1279E9B791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706475" y="4171404"/>
              <a:ext cx="0" cy="423475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12715" name="Freeform 5">
              <a:extLst>
                <a:ext uri="{FF2B5EF4-FFF2-40B4-BE49-F238E27FC236}">
                  <a16:creationId xmlns:a16="http://schemas.microsoft.com/office/drawing/2014/main" id="{264EA53C-6F49-4296-9454-4765ADC6E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005" y="5772396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2716" name="Freeform 7">
              <a:extLst>
                <a:ext uri="{FF2B5EF4-FFF2-40B4-BE49-F238E27FC236}">
                  <a16:creationId xmlns:a16="http://schemas.microsoft.com/office/drawing/2014/main" id="{425B9C93-4CAA-4A46-906B-8732D8006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900" y="5884665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2717" name="TextBox 7">
              <a:extLst>
                <a:ext uri="{FF2B5EF4-FFF2-40B4-BE49-F238E27FC236}">
                  <a16:creationId xmlns:a16="http://schemas.microsoft.com/office/drawing/2014/main" id="{E9741CD2-142E-401C-A64E-54A6C4DC97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8312" y="4594022"/>
              <a:ext cx="874713" cy="461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2718" name="TextBox 7">
              <a:extLst>
                <a:ext uri="{FF2B5EF4-FFF2-40B4-BE49-F238E27FC236}">
                  <a16:creationId xmlns:a16="http://schemas.microsoft.com/office/drawing/2014/main" id="{B05FE0D8-A0D3-4DE1-8BA0-B7E43F5C1E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8566" y="1318445"/>
              <a:ext cx="199797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2719" name="TextBox 51">
              <a:extLst>
                <a:ext uri="{FF2B5EF4-FFF2-40B4-BE49-F238E27FC236}">
                  <a16:creationId xmlns:a16="http://schemas.microsoft.com/office/drawing/2014/main" id="{E31267CB-B2C4-416B-990D-1BD084ED59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4287" y="541396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12720" name="AutoShape 57">
              <a:extLst>
                <a:ext uri="{FF2B5EF4-FFF2-40B4-BE49-F238E27FC236}">
                  <a16:creationId xmlns:a16="http://schemas.microsoft.com/office/drawing/2014/main" id="{75A3FDD2-8A3F-47E4-B2F6-2C0FBD8A45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501" y="5556352"/>
              <a:ext cx="554038" cy="47148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grpSp>
          <p:nvGrpSpPr>
            <p:cNvPr id="412721" name="Group 66">
              <a:extLst>
                <a:ext uri="{FF2B5EF4-FFF2-40B4-BE49-F238E27FC236}">
                  <a16:creationId xmlns:a16="http://schemas.microsoft.com/office/drawing/2014/main" id="{F1C61109-A248-4EAB-8496-B2B0ABCCF5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24676" y="5661598"/>
              <a:ext cx="636587" cy="501650"/>
              <a:chOff x="4164013" y="5505902"/>
              <a:chExt cx="636587" cy="501650"/>
            </a:xfrm>
          </p:grpSpPr>
          <p:sp>
            <p:nvSpPr>
              <p:cNvPr id="412766" name="Freeform 86">
                <a:extLst>
                  <a:ext uri="{FF2B5EF4-FFF2-40B4-BE49-F238E27FC236}">
                    <a16:creationId xmlns:a16="http://schemas.microsoft.com/office/drawing/2014/main" id="{9A126509-8361-4BBF-BFD3-129EB0C88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505902"/>
                <a:ext cx="630237" cy="249237"/>
              </a:xfrm>
              <a:custGeom>
                <a:avLst/>
                <a:gdLst>
                  <a:gd name="T0" fmla="*/ 2147483646 w 794"/>
                  <a:gd name="T1" fmla="*/ 0 h 315"/>
                  <a:gd name="T2" fmla="*/ 2147483646 w 794"/>
                  <a:gd name="T3" fmla="*/ 0 h 315"/>
                  <a:gd name="T4" fmla="*/ 2147483646 w 794"/>
                  <a:gd name="T5" fmla="*/ 0 h 315"/>
                  <a:gd name="T6" fmla="*/ 2147483646 w 794"/>
                  <a:gd name="T7" fmla="*/ 0 h 315"/>
                  <a:gd name="T8" fmla="*/ 2147483646 w 794"/>
                  <a:gd name="T9" fmla="*/ 0 h 315"/>
                  <a:gd name="T10" fmla="*/ 2147483646 w 794"/>
                  <a:gd name="T11" fmla="*/ 0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0"/>
                    </a:moveTo>
                    <a:lnTo>
                      <a:pt x="31" y="0"/>
                    </a:lnTo>
                    <a:lnTo>
                      <a:pt x="60" y="0"/>
                    </a:lnTo>
                    <a:lnTo>
                      <a:pt x="86" y="0"/>
                    </a:lnTo>
                    <a:lnTo>
                      <a:pt x="110" y="0"/>
                    </a:lnTo>
                    <a:lnTo>
                      <a:pt x="134" y="0"/>
                    </a:lnTo>
                    <a:lnTo>
                      <a:pt x="155" y="0"/>
                    </a:lnTo>
                    <a:lnTo>
                      <a:pt x="175" y="0"/>
                    </a:lnTo>
                    <a:lnTo>
                      <a:pt x="194" y="0"/>
                    </a:lnTo>
                    <a:lnTo>
                      <a:pt x="211" y="0"/>
                    </a:lnTo>
                    <a:lnTo>
                      <a:pt x="227" y="0"/>
                    </a:lnTo>
                    <a:lnTo>
                      <a:pt x="240" y="0"/>
                    </a:lnTo>
                    <a:lnTo>
                      <a:pt x="254" y="0"/>
                    </a:lnTo>
                    <a:lnTo>
                      <a:pt x="265" y="0"/>
                    </a:lnTo>
                    <a:lnTo>
                      <a:pt x="276" y="0"/>
                    </a:lnTo>
                    <a:lnTo>
                      <a:pt x="287" y="0"/>
                    </a:lnTo>
                    <a:lnTo>
                      <a:pt x="296" y="0"/>
                    </a:lnTo>
                    <a:lnTo>
                      <a:pt x="303" y="0"/>
                    </a:lnTo>
                    <a:lnTo>
                      <a:pt x="311" y="0"/>
                    </a:lnTo>
                    <a:lnTo>
                      <a:pt x="317" y="0"/>
                    </a:lnTo>
                    <a:lnTo>
                      <a:pt x="323" y="0"/>
                    </a:lnTo>
                    <a:lnTo>
                      <a:pt x="328" y="0"/>
                    </a:lnTo>
                    <a:lnTo>
                      <a:pt x="332" y="0"/>
                    </a:lnTo>
                    <a:lnTo>
                      <a:pt x="336" y="1"/>
                    </a:lnTo>
                    <a:lnTo>
                      <a:pt x="338" y="1"/>
                    </a:lnTo>
                    <a:lnTo>
                      <a:pt x="342" y="1"/>
                    </a:lnTo>
                    <a:lnTo>
                      <a:pt x="345" y="1"/>
                    </a:lnTo>
                    <a:lnTo>
                      <a:pt x="348" y="1"/>
                    </a:lnTo>
                    <a:lnTo>
                      <a:pt x="349" y="1"/>
                    </a:lnTo>
                    <a:lnTo>
                      <a:pt x="352" y="1"/>
                    </a:lnTo>
                    <a:lnTo>
                      <a:pt x="353" y="1"/>
                    </a:lnTo>
                    <a:lnTo>
                      <a:pt x="356" y="1"/>
                    </a:lnTo>
                    <a:lnTo>
                      <a:pt x="358" y="1"/>
                    </a:lnTo>
                    <a:lnTo>
                      <a:pt x="360" y="1"/>
                    </a:lnTo>
                    <a:lnTo>
                      <a:pt x="362" y="3"/>
                    </a:lnTo>
                    <a:lnTo>
                      <a:pt x="364" y="3"/>
                    </a:lnTo>
                    <a:lnTo>
                      <a:pt x="366" y="3"/>
                    </a:lnTo>
                    <a:lnTo>
                      <a:pt x="368" y="3"/>
                    </a:lnTo>
                    <a:lnTo>
                      <a:pt x="369" y="3"/>
                    </a:lnTo>
                    <a:lnTo>
                      <a:pt x="370" y="3"/>
                    </a:lnTo>
                    <a:lnTo>
                      <a:pt x="372" y="3"/>
                    </a:lnTo>
                    <a:lnTo>
                      <a:pt x="374" y="3"/>
                    </a:lnTo>
                    <a:lnTo>
                      <a:pt x="376" y="3"/>
                    </a:lnTo>
                    <a:lnTo>
                      <a:pt x="377" y="3"/>
                    </a:lnTo>
                    <a:lnTo>
                      <a:pt x="378" y="3"/>
                    </a:lnTo>
                    <a:lnTo>
                      <a:pt x="380" y="4"/>
                    </a:lnTo>
                    <a:lnTo>
                      <a:pt x="381" y="4"/>
                    </a:lnTo>
                    <a:lnTo>
                      <a:pt x="382" y="4"/>
                    </a:lnTo>
                    <a:lnTo>
                      <a:pt x="384" y="4"/>
                    </a:lnTo>
                    <a:lnTo>
                      <a:pt x="385" y="4"/>
                    </a:lnTo>
                    <a:lnTo>
                      <a:pt x="386" y="4"/>
                    </a:lnTo>
                    <a:lnTo>
                      <a:pt x="388" y="4"/>
                    </a:lnTo>
                    <a:lnTo>
                      <a:pt x="389" y="4"/>
                    </a:lnTo>
                    <a:lnTo>
                      <a:pt x="390" y="4"/>
                    </a:lnTo>
                    <a:lnTo>
                      <a:pt x="392" y="5"/>
                    </a:lnTo>
                    <a:lnTo>
                      <a:pt x="393" y="5"/>
                    </a:lnTo>
                    <a:lnTo>
                      <a:pt x="394" y="5"/>
                    </a:lnTo>
                    <a:lnTo>
                      <a:pt x="396" y="5"/>
                    </a:lnTo>
                    <a:lnTo>
                      <a:pt x="398" y="5"/>
                    </a:lnTo>
                    <a:lnTo>
                      <a:pt x="400" y="5"/>
                    </a:lnTo>
                    <a:lnTo>
                      <a:pt x="401" y="7"/>
                    </a:lnTo>
                    <a:lnTo>
                      <a:pt x="403" y="7"/>
                    </a:lnTo>
                    <a:lnTo>
                      <a:pt x="405" y="7"/>
                    </a:lnTo>
                    <a:lnTo>
                      <a:pt x="407" y="7"/>
                    </a:lnTo>
                    <a:lnTo>
                      <a:pt x="409" y="8"/>
                    </a:lnTo>
                    <a:lnTo>
                      <a:pt x="411" y="8"/>
                    </a:lnTo>
                    <a:lnTo>
                      <a:pt x="413" y="8"/>
                    </a:lnTo>
                    <a:lnTo>
                      <a:pt x="414" y="8"/>
                    </a:lnTo>
                    <a:lnTo>
                      <a:pt x="417" y="8"/>
                    </a:lnTo>
                    <a:lnTo>
                      <a:pt x="418" y="8"/>
                    </a:lnTo>
                    <a:lnTo>
                      <a:pt x="419" y="9"/>
                    </a:lnTo>
                    <a:lnTo>
                      <a:pt x="421" y="9"/>
                    </a:lnTo>
                    <a:lnTo>
                      <a:pt x="422" y="9"/>
                    </a:lnTo>
                    <a:lnTo>
                      <a:pt x="423" y="9"/>
                    </a:lnTo>
                    <a:lnTo>
                      <a:pt x="425" y="9"/>
                    </a:lnTo>
                    <a:lnTo>
                      <a:pt x="426" y="9"/>
                    </a:lnTo>
                    <a:lnTo>
                      <a:pt x="426" y="11"/>
                    </a:lnTo>
                    <a:lnTo>
                      <a:pt x="427" y="11"/>
                    </a:lnTo>
                    <a:lnTo>
                      <a:pt x="429" y="11"/>
                    </a:lnTo>
                    <a:lnTo>
                      <a:pt x="430" y="11"/>
                    </a:lnTo>
                    <a:lnTo>
                      <a:pt x="431" y="11"/>
                    </a:lnTo>
                    <a:lnTo>
                      <a:pt x="433" y="12"/>
                    </a:lnTo>
                    <a:lnTo>
                      <a:pt x="434" y="12"/>
                    </a:lnTo>
                    <a:lnTo>
                      <a:pt x="435" y="12"/>
                    </a:lnTo>
                    <a:lnTo>
                      <a:pt x="437" y="13"/>
                    </a:lnTo>
                    <a:lnTo>
                      <a:pt x="438" y="13"/>
                    </a:lnTo>
                    <a:lnTo>
                      <a:pt x="439" y="13"/>
                    </a:lnTo>
                    <a:lnTo>
                      <a:pt x="441" y="15"/>
                    </a:lnTo>
                    <a:lnTo>
                      <a:pt x="443" y="15"/>
                    </a:lnTo>
                    <a:lnTo>
                      <a:pt x="445" y="15"/>
                    </a:lnTo>
                    <a:lnTo>
                      <a:pt x="446" y="16"/>
                    </a:lnTo>
                    <a:lnTo>
                      <a:pt x="449" y="16"/>
                    </a:lnTo>
                    <a:lnTo>
                      <a:pt x="450" y="17"/>
                    </a:lnTo>
                    <a:lnTo>
                      <a:pt x="453" y="17"/>
                    </a:lnTo>
                    <a:lnTo>
                      <a:pt x="455" y="19"/>
                    </a:lnTo>
                    <a:lnTo>
                      <a:pt x="458" y="19"/>
                    </a:lnTo>
                    <a:lnTo>
                      <a:pt x="459" y="20"/>
                    </a:lnTo>
                    <a:lnTo>
                      <a:pt x="462" y="20"/>
                    </a:lnTo>
                    <a:lnTo>
                      <a:pt x="465" y="21"/>
                    </a:lnTo>
                    <a:lnTo>
                      <a:pt x="466" y="21"/>
                    </a:lnTo>
                    <a:lnTo>
                      <a:pt x="467" y="23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4"/>
                    </a:lnTo>
                    <a:lnTo>
                      <a:pt x="474" y="24"/>
                    </a:lnTo>
                    <a:lnTo>
                      <a:pt x="475" y="25"/>
                    </a:lnTo>
                    <a:lnTo>
                      <a:pt x="476" y="25"/>
                    </a:lnTo>
                    <a:lnTo>
                      <a:pt x="478" y="25"/>
                    </a:lnTo>
                    <a:lnTo>
                      <a:pt x="479" y="27"/>
                    </a:lnTo>
                    <a:lnTo>
                      <a:pt x="480" y="27"/>
                    </a:lnTo>
                    <a:lnTo>
                      <a:pt x="482" y="27"/>
                    </a:lnTo>
                    <a:lnTo>
                      <a:pt x="482" y="28"/>
                    </a:lnTo>
                    <a:lnTo>
                      <a:pt x="483" y="28"/>
                    </a:lnTo>
                    <a:lnTo>
                      <a:pt x="484" y="29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31"/>
                    </a:lnTo>
                    <a:lnTo>
                      <a:pt x="490" y="31"/>
                    </a:lnTo>
                    <a:lnTo>
                      <a:pt x="491" y="32"/>
                    </a:lnTo>
                    <a:lnTo>
                      <a:pt x="492" y="32"/>
                    </a:lnTo>
                    <a:lnTo>
                      <a:pt x="494" y="33"/>
                    </a:lnTo>
                    <a:lnTo>
                      <a:pt x="495" y="33"/>
                    </a:lnTo>
                    <a:lnTo>
                      <a:pt x="498" y="35"/>
                    </a:lnTo>
                    <a:lnTo>
                      <a:pt x="499" y="36"/>
                    </a:lnTo>
                    <a:lnTo>
                      <a:pt x="500" y="36"/>
                    </a:lnTo>
                    <a:lnTo>
                      <a:pt x="503" y="37"/>
                    </a:lnTo>
                    <a:lnTo>
                      <a:pt x="504" y="39"/>
                    </a:lnTo>
                    <a:lnTo>
                      <a:pt x="507" y="40"/>
                    </a:lnTo>
                    <a:lnTo>
                      <a:pt x="508" y="40"/>
                    </a:lnTo>
                    <a:lnTo>
                      <a:pt x="511" y="41"/>
                    </a:lnTo>
                    <a:lnTo>
                      <a:pt x="512" y="43"/>
                    </a:lnTo>
                    <a:lnTo>
                      <a:pt x="514" y="43"/>
                    </a:lnTo>
                    <a:lnTo>
                      <a:pt x="516" y="44"/>
                    </a:lnTo>
                    <a:lnTo>
                      <a:pt x="518" y="44"/>
                    </a:lnTo>
                    <a:lnTo>
                      <a:pt x="519" y="45"/>
                    </a:lnTo>
                    <a:lnTo>
                      <a:pt x="520" y="45"/>
                    </a:lnTo>
                    <a:lnTo>
                      <a:pt x="522" y="47"/>
                    </a:lnTo>
                    <a:lnTo>
                      <a:pt x="523" y="47"/>
                    </a:lnTo>
                    <a:lnTo>
                      <a:pt x="523" y="48"/>
                    </a:lnTo>
                    <a:lnTo>
                      <a:pt x="524" y="48"/>
                    </a:lnTo>
                    <a:lnTo>
                      <a:pt x="526" y="49"/>
                    </a:lnTo>
                    <a:lnTo>
                      <a:pt x="527" y="49"/>
                    </a:lnTo>
                    <a:lnTo>
                      <a:pt x="528" y="51"/>
                    </a:lnTo>
                    <a:lnTo>
                      <a:pt x="530" y="51"/>
                    </a:lnTo>
                    <a:lnTo>
                      <a:pt x="531" y="52"/>
                    </a:lnTo>
                    <a:lnTo>
                      <a:pt x="532" y="52"/>
                    </a:lnTo>
                    <a:lnTo>
                      <a:pt x="534" y="53"/>
                    </a:lnTo>
                    <a:lnTo>
                      <a:pt x="535" y="55"/>
                    </a:lnTo>
                    <a:lnTo>
                      <a:pt x="536" y="55"/>
                    </a:lnTo>
                    <a:lnTo>
                      <a:pt x="538" y="56"/>
                    </a:lnTo>
                    <a:lnTo>
                      <a:pt x="539" y="56"/>
                    </a:lnTo>
                    <a:lnTo>
                      <a:pt x="540" y="57"/>
                    </a:lnTo>
                    <a:lnTo>
                      <a:pt x="542" y="57"/>
                    </a:lnTo>
                    <a:lnTo>
                      <a:pt x="543" y="58"/>
                    </a:lnTo>
                    <a:lnTo>
                      <a:pt x="546" y="60"/>
                    </a:lnTo>
                    <a:lnTo>
                      <a:pt x="547" y="60"/>
                    </a:lnTo>
                    <a:lnTo>
                      <a:pt x="548" y="61"/>
                    </a:lnTo>
                    <a:lnTo>
                      <a:pt x="551" y="62"/>
                    </a:lnTo>
                    <a:lnTo>
                      <a:pt x="552" y="64"/>
                    </a:lnTo>
                    <a:lnTo>
                      <a:pt x="553" y="65"/>
                    </a:lnTo>
                    <a:lnTo>
                      <a:pt x="556" y="65"/>
                    </a:lnTo>
                    <a:lnTo>
                      <a:pt x="557" y="66"/>
                    </a:lnTo>
                    <a:lnTo>
                      <a:pt x="559" y="66"/>
                    </a:lnTo>
                    <a:lnTo>
                      <a:pt x="560" y="68"/>
                    </a:lnTo>
                    <a:lnTo>
                      <a:pt x="561" y="69"/>
                    </a:lnTo>
                    <a:lnTo>
                      <a:pt x="563" y="69"/>
                    </a:lnTo>
                    <a:lnTo>
                      <a:pt x="564" y="70"/>
                    </a:lnTo>
                    <a:lnTo>
                      <a:pt x="565" y="70"/>
                    </a:lnTo>
                    <a:lnTo>
                      <a:pt x="567" y="72"/>
                    </a:lnTo>
                    <a:lnTo>
                      <a:pt x="568" y="73"/>
                    </a:lnTo>
                    <a:lnTo>
                      <a:pt x="569" y="73"/>
                    </a:lnTo>
                    <a:lnTo>
                      <a:pt x="571" y="74"/>
                    </a:lnTo>
                    <a:lnTo>
                      <a:pt x="572" y="74"/>
                    </a:lnTo>
                    <a:lnTo>
                      <a:pt x="572" y="76"/>
                    </a:lnTo>
                    <a:lnTo>
                      <a:pt x="573" y="76"/>
                    </a:lnTo>
                    <a:lnTo>
                      <a:pt x="575" y="76"/>
                    </a:lnTo>
                    <a:lnTo>
                      <a:pt x="575" y="77"/>
                    </a:lnTo>
                    <a:lnTo>
                      <a:pt x="576" y="77"/>
                    </a:lnTo>
                    <a:lnTo>
                      <a:pt x="577" y="78"/>
                    </a:lnTo>
                    <a:lnTo>
                      <a:pt x="579" y="78"/>
                    </a:lnTo>
                    <a:lnTo>
                      <a:pt x="580" y="80"/>
                    </a:lnTo>
                    <a:lnTo>
                      <a:pt x="581" y="80"/>
                    </a:lnTo>
                    <a:lnTo>
                      <a:pt x="581" y="81"/>
                    </a:lnTo>
                    <a:lnTo>
                      <a:pt x="583" y="82"/>
                    </a:lnTo>
                    <a:lnTo>
                      <a:pt x="585" y="82"/>
                    </a:lnTo>
                    <a:lnTo>
                      <a:pt x="587" y="84"/>
                    </a:lnTo>
                    <a:lnTo>
                      <a:pt x="588" y="85"/>
                    </a:lnTo>
                    <a:lnTo>
                      <a:pt x="589" y="86"/>
                    </a:lnTo>
                    <a:lnTo>
                      <a:pt x="591" y="86"/>
                    </a:lnTo>
                    <a:lnTo>
                      <a:pt x="592" y="88"/>
                    </a:lnTo>
                    <a:lnTo>
                      <a:pt x="593" y="88"/>
                    </a:lnTo>
                    <a:lnTo>
                      <a:pt x="593" y="89"/>
                    </a:lnTo>
                    <a:lnTo>
                      <a:pt x="595" y="89"/>
                    </a:lnTo>
                    <a:lnTo>
                      <a:pt x="596" y="90"/>
                    </a:lnTo>
                    <a:lnTo>
                      <a:pt x="597" y="90"/>
                    </a:lnTo>
                    <a:lnTo>
                      <a:pt x="597" y="92"/>
                    </a:lnTo>
                    <a:lnTo>
                      <a:pt x="599" y="92"/>
                    </a:lnTo>
                    <a:lnTo>
                      <a:pt x="600" y="93"/>
                    </a:lnTo>
                    <a:lnTo>
                      <a:pt x="601" y="93"/>
                    </a:lnTo>
                    <a:lnTo>
                      <a:pt x="601" y="94"/>
                    </a:lnTo>
                    <a:lnTo>
                      <a:pt x="603" y="94"/>
                    </a:lnTo>
                    <a:lnTo>
                      <a:pt x="604" y="96"/>
                    </a:lnTo>
                    <a:lnTo>
                      <a:pt x="605" y="97"/>
                    </a:lnTo>
                    <a:lnTo>
                      <a:pt x="607" y="97"/>
                    </a:lnTo>
                    <a:lnTo>
                      <a:pt x="607" y="98"/>
                    </a:lnTo>
                    <a:lnTo>
                      <a:pt x="608" y="98"/>
                    </a:lnTo>
                    <a:lnTo>
                      <a:pt x="609" y="100"/>
                    </a:lnTo>
                    <a:lnTo>
                      <a:pt x="611" y="101"/>
                    </a:lnTo>
                    <a:lnTo>
                      <a:pt x="612" y="101"/>
                    </a:lnTo>
                    <a:lnTo>
                      <a:pt x="612" y="102"/>
                    </a:lnTo>
                    <a:lnTo>
                      <a:pt x="613" y="102"/>
                    </a:lnTo>
                    <a:lnTo>
                      <a:pt x="615" y="104"/>
                    </a:lnTo>
                    <a:lnTo>
                      <a:pt x="616" y="105"/>
                    </a:lnTo>
                    <a:lnTo>
                      <a:pt x="617" y="106"/>
                    </a:lnTo>
                    <a:lnTo>
                      <a:pt x="619" y="106"/>
                    </a:lnTo>
                    <a:lnTo>
                      <a:pt x="619" y="108"/>
                    </a:lnTo>
                    <a:lnTo>
                      <a:pt x="620" y="108"/>
                    </a:lnTo>
                    <a:lnTo>
                      <a:pt x="621" y="109"/>
                    </a:lnTo>
                    <a:lnTo>
                      <a:pt x="622" y="110"/>
                    </a:lnTo>
                    <a:lnTo>
                      <a:pt x="624" y="110"/>
                    </a:lnTo>
                    <a:lnTo>
                      <a:pt x="624" y="112"/>
                    </a:lnTo>
                    <a:lnTo>
                      <a:pt x="625" y="112"/>
                    </a:lnTo>
                    <a:lnTo>
                      <a:pt x="625" y="113"/>
                    </a:lnTo>
                    <a:lnTo>
                      <a:pt x="626" y="113"/>
                    </a:lnTo>
                    <a:lnTo>
                      <a:pt x="628" y="114"/>
                    </a:lnTo>
                    <a:lnTo>
                      <a:pt x="629" y="114"/>
                    </a:lnTo>
                    <a:lnTo>
                      <a:pt x="629" y="116"/>
                    </a:lnTo>
                    <a:lnTo>
                      <a:pt x="630" y="116"/>
                    </a:lnTo>
                    <a:lnTo>
                      <a:pt x="632" y="117"/>
                    </a:lnTo>
                    <a:lnTo>
                      <a:pt x="633" y="118"/>
                    </a:lnTo>
                    <a:lnTo>
                      <a:pt x="634" y="118"/>
                    </a:lnTo>
                    <a:lnTo>
                      <a:pt x="634" y="120"/>
                    </a:lnTo>
                    <a:lnTo>
                      <a:pt x="636" y="120"/>
                    </a:lnTo>
                    <a:lnTo>
                      <a:pt x="637" y="121"/>
                    </a:lnTo>
                    <a:lnTo>
                      <a:pt x="638" y="121"/>
                    </a:lnTo>
                    <a:lnTo>
                      <a:pt x="640" y="122"/>
                    </a:lnTo>
                    <a:lnTo>
                      <a:pt x="641" y="124"/>
                    </a:lnTo>
                    <a:lnTo>
                      <a:pt x="642" y="125"/>
                    </a:lnTo>
                    <a:lnTo>
                      <a:pt x="644" y="125"/>
                    </a:lnTo>
                    <a:lnTo>
                      <a:pt x="645" y="126"/>
                    </a:lnTo>
                    <a:lnTo>
                      <a:pt x="646" y="128"/>
                    </a:lnTo>
                    <a:lnTo>
                      <a:pt x="648" y="128"/>
                    </a:lnTo>
                    <a:lnTo>
                      <a:pt x="648" y="129"/>
                    </a:lnTo>
                    <a:lnTo>
                      <a:pt x="649" y="129"/>
                    </a:lnTo>
                    <a:lnTo>
                      <a:pt x="650" y="130"/>
                    </a:lnTo>
                    <a:lnTo>
                      <a:pt x="652" y="131"/>
                    </a:lnTo>
                    <a:lnTo>
                      <a:pt x="653" y="131"/>
                    </a:lnTo>
                    <a:lnTo>
                      <a:pt x="653" y="133"/>
                    </a:lnTo>
                    <a:lnTo>
                      <a:pt x="654" y="133"/>
                    </a:lnTo>
                    <a:lnTo>
                      <a:pt x="654" y="134"/>
                    </a:lnTo>
                    <a:lnTo>
                      <a:pt x="656" y="134"/>
                    </a:lnTo>
                    <a:lnTo>
                      <a:pt x="656" y="135"/>
                    </a:lnTo>
                    <a:lnTo>
                      <a:pt x="657" y="135"/>
                    </a:lnTo>
                    <a:lnTo>
                      <a:pt x="657" y="137"/>
                    </a:lnTo>
                    <a:lnTo>
                      <a:pt x="658" y="138"/>
                    </a:lnTo>
                    <a:lnTo>
                      <a:pt x="660" y="138"/>
                    </a:lnTo>
                    <a:lnTo>
                      <a:pt x="660" y="139"/>
                    </a:lnTo>
                    <a:lnTo>
                      <a:pt x="661" y="141"/>
                    </a:lnTo>
                    <a:lnTo>
                      <a:pt x="662" y="141"/>
                    </a:lnTo>
                    <a:lnTo>
                      <a:pt x="664" y="142"/>
                    </a:lnTo>
                    <a:lnTo>
                      <a:pt x="664" y="143"/>
                    </a:lnTo>
                    <a:lnTo>
                      <a:pt x="665" y="145"/>
                    </a:lnTo>
                    <a:lnTo>
                      <a:pt x="666" y="146"/>
                    </a:lnTo>
                    <a:lnTo>
                      <a:pt x="668" y="147"/>
                    </a:lnTo>
                    <a:lnTo>
                      <a:pt x="669" y="149"/>
                    </a:lnTo>
                    <a:lnTo>
                      <a:pt x="670" y="150"/>
                    </a:lnTo>
                    <a:lnTo>
                      <a:pt x="672" y="151"/>
                    </a:lnTo>
                    <a:lnTo>
                      <a:pt x="673" y="153"/>
                    </a:lnTo>
                    <a:lnTo>
                      <a:pt x="674" y="154"/>
                    </a:lnTo>
                    <a:lnTo>
                      <a:pt x="676" y="155"/>
                    </a:lnTo>
                    <a:lnTo>
                      <a:pt x="677" y="157"/>
                    </a:lnTo>
                    <a:lnTo>
                      <a:pt x="677" y="158"/>
                    </a:lnTo>
                    <a:lnTo>
                      <a:pt x="678" y="158"/>
                    </a:lnTo>
                    <a:lnTo>
                      <a:pt x="680" y="159"/>
                    </a:lnTo>
                    <a:lnTo>
                      <a:pt x="680" y="161"/>
                    </a:lnTo>
                    <a:lnTo>
                      <a:pt x="681" y="161"/>
                    </a:lnTo>
                    <a:lnTo>
                      <a:pt x="681" y="162"/>
                    </a:lnTo>
                    <a:lnTo>
                      <a:pt x="682" y="162"/>
                    </a:lnTo>
                    <a:lnTo>
                      <a:pt x="682" y="163"/>
                    </a:lnTo>
                    <a:lnTo>
                      <a:pt x="684" y="165"/>
                    </a:lnTo>
                    <a:lnTo>
                      <a:pt x="685" y="166"/>
                    </a:lnTo>
                    <a:lnTo>
                      <a:pt x="686" y="167"/>
                    </a:lnTo>
                    <a:lnTo>
                      <a:pt x="686" y="169"/>
                    </a:lnTo>
                    <a:lnTo>
                      <a:pt x="688" y="169"/>
                    </a:lnTo>
                    <a:lnTo>
                      <a:pt x="689" y="170"/>
                    </a:lnTo>
                    <a:lnTo>
                      <a:pt x="689" y="171"/>
                    </a:lnTo>
                    <a:lnTo>
                      <a:pt x="690" y="173"/>
                    </a:lnTo>
                    <a:lnTo>
                      <a:pt x="692" y="174"/>
                    </a:lnTo>
                    <a:lnTo>
                      <a:pt x="693" y="175"/>
                    </a:lnTo>
                    <a:lnTo>
                      <a:pt x="694" y="178"/>
                    </a:lnTo>
                    <a:lnTo>
                      <a:pt x="695" y="179"/>
                    </a:lnTo>
                    <a:lnTo>
                      <a:pt x="697" y="181"/>
                    </a:lnTo>
                    <a:lnTo>
                      <a:pt x="698" y="183"/>
                    </a:lnTo>
                    <a:lnTo>
                      <a:pt x="701" y="185"/>
                    </a:lnTo>
                    <a:lnTo>
                      <a:pt x="702" y="186"/>
                    </a:lnTo>
                    <a:lnTo>
                      <a:pt x="702" y="187"/>
                    </a:lnTo>
                    <a:lnTo>
                      <a:pt x="703" y="189"/>
                    </a:lnTo>
                    <a:lnTo>
                      <a:pt x="705" y="190"/>
                    </a:lnTo>
                    <a:lnTo>
                      <a:pt x="706" y="191"/>
                    </a:lnTo>
                    <a:lnTo>
                      <a:pt x="707" y="193"/>
                    </a:lnTo>
                    <a:lnTo>
                      <a:pt x="707" y="194"/>
                    </a:lnTo>
                    <a:lnTo>
                      <a:pt x="709" y="195"/>
                    </a:lnTo>
                    <a:lnTo>
                      <a:pt x="710" y="197"/>
                    </a:lnTo>
                    <a:lnTo>
                      <a:pt x="710" y="198"/>
                    </a:lnTo>
                    <a:lnTo>
                      <a:pt x="711" y="198"/>
                    </a:lnTo>
                    <a:lnTo>
                      <a:pt x="713" y="199"/>
                    </a:lnTo>
                    <a:lnTo>
                      <a:pt x="713" y="201"/>
                    </a:lnTo>
                    <a:lnTo>
                      <a:pt x="714" y="202"/>
                    </a:lnTo>
                    <a:lnTo>
                      <a:pt x="715" y="203"/>
                    </a:lnTo>
                    <a:lnTo>
                      <a:pt x="717" y="205"/>
                    </a:lnTo>
                    <a:lnTo>
                      <a:pt x="717" y="206"/>
                    </a:lnTo>
                    <a:lnTo>
                      <a:pt x="718" y="207"/>
                    </a:lnTo>
                    <a:lnTo>
                      <a:pt x="719" y="208"/>
                    </a:lnTo>
                    <a:lnTo>
                      <a:pt x="721" y="210"/>
                    </a:lnTo>
                    <a:lnTo>
                      <a:pt x="722" y="212"/>
                    </a:lnTo>
                    <a:lnTo>
                      <a:pt x="722" y="214"/>
                    </a:lnTo>
                    <a:lnTo>
                      <a:pt x="723" y="215"/>
                    </a:lnTo>
                    <a:lnTo>
                      <a:pt x="725" y="216"/>
                    </a:lnTo>
                    <a:lnTo>
                      <a:pt x="726" y="218"/>
                    </a:lnTo>
                    <a:lnTo>
                      <a:pt x="727" y="220"/>
                    </a:lnTo>
                    <a:lnTo>
                      <a:pt x="729" y="222"/>
                    </a:lnTo>
                    <a:lnTo>
                      <a:pt x="730" y="224"/>
                    </a:lnTo>
                    <a:lnTo>
                      <a:pt x="731" y="226"/>
                    </a:lnTo>
                    <a:lnTo>
                      <a:pt x="734" y="228"/>
                    </a:lnTo>
                    <a:lnTo>
                      <a:pt x="735" y="230"/>
                    </a:lnTo>
                    <a:lnTo>
                      <a:pt x="735" y="232"/>
                    </a:lnTo>
                    <a:lnTo>
                      <a:pt x="737" y="234"/>
                    </a:lnTo>
                    <a:lnTo>
                      <a:pt x="738" y="235"/>
                    </a:lnTo>
                    <a:lnTo>
                      <a:pt x="739" y="236"/>
                    </a:lnTo>
                    <a:lnTo>
                      <a:pt x="741" y="238"/>
                    </a:lnTo>
                    <a:lnTo>
                      <a:pt x="742" y="239"/>
                    </a:lnTo>
                    <a:lnTo>
                      <a:pt x="742" y="240"/>
                    </a:lnTo>
                    <a:lnTo>
                      <a:pt x="743" y="242"/>
                    </a:lnTo>
                    <a:lnTo>
                      <a:pt x="745" y="243"/>
                    </a:lnTo>
                    <a:lnTo>
                      <a:pt x="745" y="244"/>
                    </a:lnTo>
                    <a:lnTo>
                      <a:pt x="746" y="246"/>
                    </a:lnTo>
                    <a:lnTo>
                      <a:pt x="746" y="247"/>
                    </a:lnTo>
                    <a:lnTo>
                      <a:pt x="747" y="247"/>
                    </a:lnTo>
                    <a:lnTo>
                      <a:pt x="749" y="248"/>
                    </a:lnTo>
                    <a:lnTo>
                      <a:pt x="749" y="250"/>
                    </a:lnTo>
                    <a:lnTo>
                      <a:pt x="750" y="251"/>
                    </a:lnTo>
                    <a:lnTo>
                      <a:pt x="750" y="252"/>
                    </a:lnTo>
                    <a:lnTo>
                      <a:pt x="751" y="254"/>
                    </a:lnTo>
                    <a:lnTo>
                      <a:pt x="753" y="255"/>
                    </a:lnTo>
                    <a:lnTo>
                      <a:pt x="754" y="256"/>
                    </a:lnTo>
                    <a:lnTo>
                      <a:pt x="754" y="258"/>
                    </a:lnTo>
                    <a:lnTo>
                      <a:pt x="755" y="259"/>
                    </a:lnTo>
                    <a:lnTo>
                      <a:pt x="757" y="260"/>
                    </a:lnTo>
                    <a:lnTo>
                      <a:pt x="758" y="262"/>
                    </a:lnTo>
                    <a:lnTo>
                      <a:pt x="759" y="263"/>
                    </a:lnTo>
                    <a:lnTo>
                      <a:pt x="761" y="266"/>
                    </a:lnTo>
                    <a:lnTo>
                      <a:pt x="762" y="267"/>
                    </a:lnTo>
                    <a:lnTo>
                      <a:pt x="763" y="270"/>
                    </a:lnTo>
                    <a:lnTo>
                      <a:pt x="765" y="271"/>
                    </a:lnTo>
                    <a:lnTo>
                      <a:pt x="766" y="274"/>
                    </a:lnTo>
                    <a:lnTo>
                      <a:pt x="767" y="276"/>
                    </a:lnTo>
                    <a:lnTo>
                      <a:pt x="769" y="278"/>
                    </a:lnTo>
                    <a:lnTo>
                      <a:pt x="770" y="279"/>
                    </a:lnTo>
                    <a:lnTo>
                      <a:pt x="771" y="281"/>
                    </a:lnTo>
                    <a:lnTo>
                      <a:pt x="772" y="283"/>
                    </a:lnTo>
                    <a:lnTo>
                      <a:pt x="774" y="284"/>
                    </a:lnTo>
                    <a:lnTo>
                      <a:pt x="775" y="285"/>
                    </a:lnTo>
                    <a:lnTo>
                      <a:pt x="775" y="287"/>
                    </a:lnTo>
                    <a:lnTo>
                      <a:pt x="776" y="288"/>
                    </a:lnTo>
                    <a:lnTo>
                      <a:pt x="778" y="289"/>
                    </a:lnTo>
                    <a:lnTo>
                      <a:pt x="778" y="291"/>
                    </a:lnTo>
                    <a:lnTo>
                      <a:pt x="779" y="292"/>
                    </a:lnTo>
                    <a:lnTo>
                      <a:pt x="780" y="293"/>
                    </a:lnTo>
                    <a:lnTo>
                      <a:pt x="782" y="295"/>
                    </a:lnTo>
                    <a:lnTo>
                      <a:pt x="782" y="296"/>
                    </a:lnTo>
                    <a:lnTo>
                      <a:pt x="783" y="297"/>
                    </a:lnTo>
                    <a:lnTo>
                      <a:pt x="784" y="299"/>
                    </a:lnTo>
                    <a:lnTo>
                      <a:pt x="784" y="300"/>
                    </a:lnTo>
                    <a:lnTo>
                      <a:pt x="786" y="301"/>
                    </a:lnTo>
                    <a:lnTo>
                      <a:pt x="786" y="303"/>
                    </a:lnTo>
                    <a:lnTo>
                      <a:pt x="787" y="304"/>
                    </a:lnTo>
                    <a:lnTo>
                      <a:pt x="788" y="305"/>
                    </a:lnTo>
                    <a:lnTo>
                      <a:pt x="788" y="307"/>
                    </a:lnTo>
                    <a:lnTo>
                      <a:pt x="790" y="309"/>
                    </a:lnTo>
                    <a:lnTo>
                      <a:pt x="791" y="311"/>
                    </a:lnTo>
                    <a:lnTo>
                      <a:pt x="791" y="312"/>
                    </a:lnTo>
                    <a:lnTo>
                      <a:pt x="792" y="313"/>
                    </a:lnTo>
                    <a:lnTo>
                      <a:pt x="794" y="315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12767" name="Freeform 87">
                <a:extLst>
                  <a:ext uri="{FF2B5EF4-FFF2-40B4-BE49-F238E27FC236}">
                    <a16:creationId xmlns:a16="http://schemas.microsoft.com/office/drawing/2014/main" id="{922F60C1-98FF-4ABE-B2CA-A90EFDBBF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758314"/>
                <a:ext cx="630237" cy="249238"/>
              </a:xfrm>
              <a:custGeom>
                <a:avLst/>
                <a:gdLst>
                  <a:gd name="T0" fmla="*/ 2147483646 w 794"/>
                  <a:gd name="T1" fmla="*/ 2147483646 h 315"/>
                  <a:gd name="T2" fmla="*/ 2147483646 w 794"/>
                  <a:gd name="T3" fmla="*/ 2147483646 h 315"/>
                  <a:gd name="T4" fmla="*/ 2147483646 w 794"/>
                  <a:gd name="T5" fmla="*/ 2147483646 h 315"/>
                  <a:gd name="T6" fmla="*/ 2147483646 w 794"/>
                  <a:gd name="T7" fmla="*/ 2147483646 h 315"/>
                  <a:gd name="T8" fmla="*/ 2147483646 w 794"/>
                  <a:gd name="T9" fmla="*/ 2147483646 h 315"/>
                  <a:gd name="T10" fmla="*/ 2147483646 w 794"/>
                  <a:gd name="T11" fmla="*/ 2147483646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315"/>
                    </a:moveTo>
                    <a:lnTo>
                      <a:pt x="31" y="315"/>
                    </a:lnTo>
                    <a:lnTo>
                      <a:pt x="60" y="315"/>
                    </a:lnTo>
                    <a:lnTo>
                      <a:pt x="86" y="315"/>
                    </a:lnTo>
                    <a:lnTo>
                      <a:pt x="110" y="315"/>
                    </a:lnTo>
                    <a:lnTo>
                      <a:pt x="134" y="315"/>
                    </a:lnTo>
                    <a:lnTo>
                      <a:pt x="155" y="315"/>
                    </a:lnTo>
                    <a:lnTo>
                      <a:pt x="175" y="315"/>
                    </a:lnTo>
                    <a:lnTo>
                      <a:pt x="194" y="315"/>
                    </a:lnTo>
                    <a:lnTo>
                      <a:pt x="211" y="315"/>
                    </a:lnTo>
                    <a:lnTo>
                      <a:pt x="227" y="315"/>
                    </a:lnTo>
                    <a:lnTo>
                      <a:pt x="240" y="315"/>
                    </a:lnTo>
                    <a:lnTo>
                      <a:pt x="254" y="315"/>
                    </a:lnTo>
                    <a:lnTo>
                      <a:pt x="265" y="315"/>
                    </a:lnTo>
                    <a:lnTo>
                      <a:pt x="276" y="315"/>
                    </a:lnTo>
                    <a:lnTo>
                      <a:pt x="287" y="315"/>
                    </a:lnTo>
                    <a:lnTo>
                      <a:pt x="296" y="315"/>
                    </a:lnTo>
                    <a:lnTo>
                      <a:pt x="303" y="315"/>
                    </a:lnTo>
                    <a:lnTo>
                      <a:pt x="311" y="315"/>
                    </a:lnTo>
                    <a:lnTo>
                      <a:pt x="317" y="315"/>
                    </a:lnTo>
                    <a:lnTo>
                      <a:pt x="323" y="315"/>
                    </a:lnTo>
                    <a:lnTo>
                      <a:pt x="328" y="315"/>
                    </a:lnTo>
                    <a:lnTo>
                      <a:pt x="332" y="315"/>
                    </a:lnTo>
                    <a:lnTo>
                      <a:pt x="336" y="315"/>
                    </a:lnTo>
                    <a:lnTo>
                      <a:pt x="338" y="315"/>
                    </a:lnTo>
                    <a:lnTo>
                      <a:pt x="342" y="315"/>
                    </a:lnTo>
                    <a:lnTo>
                      <a:pt x="345" y="315"/>
                    </a:lnTo>
                    <a:lnTo>
                      <a:pt x="348" y="315"/>
                    </a:lnTo>
                    <a:lnTo>
                      <a:pt x="349" y="314"/>
                    </a:lnTo>
                    <a:lnTo>
                      <a:pt x="352" y="314"/>
                    </a:lnTo>
                    <a:lnTo>
                      <a:pt x="353" y="314"/>
                    </a:lnTo>
                    <a:lnTo>
                      <a:pt x="356" y="314"/>
                    </a:lnTo>
                    <a:lnTo>
                      <a:pt x="358" y="314"/>
                    </a:lnTo>
                    <a:lnTo>
                      <a:pt x="360" y="314"/>
                    </a:lnTo>
                    <a:lnTo>
                      <a:pt x="362" y="314"/>
                    </a:lnTo>
                    <a:lnTo>
                      <a:pt x="364" y="314"/>
                    </a:lnTo>
                    <a:lnTo>
                      <a:pt x="366" y="314"/>
                    </a:lnTo>
                    <a:lnTo>
                      <a:pt x="368" y="314"/>
                    </a:lnTo>
                    <a:lnTo>
                      <a:pt x="369" y="314"/>
                    </a:lnTo>
                    <a:lnTo>
                      <a:pt x="370" y="312"/>
                    </a:lnTo>
                    <a:lnTo>
                      <a:pt x="372" y="312"/>
                    </a:lnTo>
                    <a:lnTo>
                      <a:pt x="374" y="312"/>
                    </a:lnTo>
                    <a:lnTo>
                      <a:pt x="376" y="312"/>
                    </a:lnTo>
                    <a:lnTo>
                      <a:pt x="377" y="312"/>
                    </a:lnTo>
                    <a:lnTo>
                      <a:pt x="378" y="312"/>
                    </a:lnTo>
                    <a:lnTo>
                      <a:pt x="380" y="312"/>
                    </a:lnTo>
                    <a:lnTo>
                      <a:pt x="381" y="312"/>
                    </a:lnTo>
                    <a:lnTo>
                      <a:pt x="382" y="312"/>
                    </a:lnTo>
                    <a:lnTo>
                      <a:pt x="384" y="312"/>
                    </a:lnTo>
                    <a:lnTo>
                      <a:pt x="385" y="311"/>
                    </a:lnTo>
                    <a:lnTo>
                      <a:pt x="386" y="311"/>
                    </a:lnTo>
                    <a:lnTo>
                      <a:pt x="388" y="311"/>
                    </a:lnTo>
                    <a:lnTo>
                      <a:pt x="389" y="311"/>
                    </a:lnTo>
                    <a:lnTo>
                      <a:pt x="390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4" y="311"/>
                    </a:lnTo>
                    <a:lnTo>
                      <a:pt x="396" y="310"/>
                    </a:lnTo>
                    <a:lnTo>
                      <a:pt x="398" y="310"/>
                    </a:lnTo>
                    <a:lnTo>
                      <a:pt x="400" y="310"/>
                    </a:lnTo>
                    <a:lnTo>
                      <a:pt x="401" y="310"/>
                    </a:lnTo>
                    <a:lnTo>
                      <a:pt x="403" y="310"/>
                    </a:lnTo>
                    <a:lnTo>
                      <a:pt x="405" y="308"/>
                    </a:lnTo>
                    <a:lnTo>
                      <a:pt x="407" y="308"/>
                    </a:lnTo>
                    <a:lnTo>
                      <a:pt x="409" y="308"/>
                    </a:lnTo>
                    <a:lnTo>
                      <a:pt x="411" y="308"/>
                    </a:lnTo>
                    <a:lnTo>
                      <a:pt x="413" y="307"/>
                    </a:lnTo>
                    <a:lnTo>
                      <a:pt x="414" y="307"/>
                    </a:lnTo>
                    <a:lnTo>
                      <a:pt x="417" y="307"/>
                    </a:lnTo>
                    <a:lnTo>
                      <a:pt x="418" y="307"/>
                    </a:lnTo>
                    <a:lnTo>
                      <a:pt x="419" y="307"/>
                    </a:lnTo>
                    <a:lnTo>
                      <a:pt x="421" y="307"/>
                    </a:lnTo>
                    <a:lnTo>
                      <a:pt x="422" y="306"/>
                    </a:lnTo>
                    <a:lnTo>
                      <a:pt x="423" y="306"/>
                    </a:lnTo>
                    <a:lnTo>
                      <a:pt x="425" y="306"/>
                    </a:lnTo>
                    <a:lnTo>
                      <a:pt x="426" y="306"/>
                    </a:lnTo>
                    <a:lnTo>
                      <a:pt x="427" y="306"/>
                    </a:lnTo>
                    <a:lnTo>
                      <a:pt x="429" y="304"/>
                    </a:lnTo>
                    <a:lnTo>
                      <a:pt x="430" y="304"/>
                    </a:lnTo>
                    <a:lnTo>
                      <a:pt x="431" y="304"/>
                    </a:lnTo>
                    <a:lnTo>
                      <a:pt x="433" y="304"/>
                    </a:lnTo>
                    <a:lnTo>
                      <a:pt x="434" y="303"/>
                    </a:lnTo>
                    <a:lnTo>
                      <a:pt x="435" y="303"/>
                    </a:lnTo>
                    <a:lnTo>
                      <a:pt x="437" y="303"/>
                    </a:lnTo>
                    <a:lnTo>
                      <a:pt x="438" y="303"/>
                    </a:lnTo>
                    <a:lnTo>
                      <a:pt x="439" y="302"/>
                    </a:lnTo>
                    <a:lnTo>
                      <a:pt x="441" y="302"/>
                    </a:lnTo>
                    <a:lnTo>
                      <a:pt x="443" y="300"/>
                    </a:lnTo>
                    <a:lnTo>
                      <a:pt x="445" y="300"/>
                    </a:lnTo>
                    <a:lnTo>
                      <a:pt x="446" y="300"/>
                    </a:lnTo>
                    <a:lnTo>
                      <a:pt x="449" y="299"/>
                    </a:lnTo>
                    <a:lnTo>
                      <a:pt x="450" y="299"/>
                    </a:lnTo>
                    <a:lnTo>
                      <a:pt x="453" y="298"/>
                    </a:lnTo>
                    <a:lnTo>
                      <a:pt x="455" y="296"/>
                    </a:lnTo>
                    <a:lnTo>
                      <a:pt x="458" y="296"/>
                    </a:lnTo>
                    <a:lnTo>
                      <a:pt x="459" y="295"/>
                    </a:lnTo>
                    <a:lnTo>
                      <a:pt x="462" y="295"/>
                    </a:lnTo>
                    <a:lnTo>
                      <a:pt x="465" y="294"/>
                    </a:lnTo>
                    <a:lnTo>
                      <a:pt x="466" y="294"/>
                    </a:lnTo>
                    <a:lnTo>
                      <a:pt x="467" y="294"/>
                    </a:lnTo>
                    <a:lnTo>
                      <a:pt x="470" y="292"/>
                    </a:lnTo>
                    <a:lnTo>
                      <a:pt x="471" y="292"/>
                    </a:lnTo>
                    <a:lnTo>
                      <a:pt x="473" y="291"/>
                    </a:lnTo>
                    <a:lnTo>
                      <a:pt x="474" y="291"/>
                    </a:lnTo>
                    <a:lnTo>
                      <a:pt x="475" y="291"/>
                    </a:lnTo>
                    <a:lnTo>
                      <a:pt x="476" y="290"/>
                    </a:lnTo>
                    <a:lnTo>
                      <a:pt x="478" y="290"/>
                    </a:lnTo>
                    <a:lnTo>
                      <a:pt x="479" y="290"/>
                    </a:lnTo>
                    <a:lnTo>
                      <a:pt x="480" y="288"/>
                    </a:lnTo>
                    <a:lnTo>
                      <a:pt x="482" y="288"/>
                    </a:lnTo>
                    <a:lnTo>
                      <a:pt x="483" y="287"/>
                    </a:lnTo>
                    <a:lnTo>
                      <a:pt x="484" y="287"/>
                    </a:lnTo>
                    <a:lnTo>
                      <a:pt x="486" y="286"/>
                    </a:lnTo>
                    <a:lnTo>
                      <a:pt x="487" y="286"/>
                    </a:lnTo>
                    <a:lnTo>
                      <a:pt x="488" y="286"/>
                    </a:lnTo>
                    <a:lnTo>
                      <a:pt x="490" y="284"/>
                    </a:lnTo>
                    <a:lnTo>
                      <a:pt x="491" y="284"/>
                    </a:lnTo>
                    <a:lnTo>
                      <a:pt x="492" y="283"/>
                    </a:lnTo>
                    <a:lnTo>
                      <a:pt x="494" y="283"/>
                    </a:lnTo>
                    <a:lnTo>
                      <a:pt x="495" y="282"/>
                    </a:lnTo>
                    <a:lnTo>
                      <a:pt x="498" y="280"/>
                    </a:lnTo>
                    <a:lnTo>
                      <a:pt x="499" y="280"/>
                    </a:lnTo>
                    <a:lnTo>
                      <a:pt x="500" y="279"/>
                    </a:lnTo>
                    <a:lnTo>
                      <a:pt x="503" y="278"/>
                    </a:lnTo>
                    <a:lnTo>
                      <a:pt x="504" y="276"/>
                    </a:lnTo>
                    <a:lnTo>
                      <a:pt x="507" y="276"/>
                    </a:lnTo>
                    <a:lnTo>
                      <a:pt x="508" y="275"/>
                    </a:lnTo>
                    <a:lnTo>
                      <a:pt x="511" y="274"/>
                    </a:lnTo>
                    <a:lnTo>
                      <a:pt x="512" y="274"/>
                    </a:lnTo>
                    <a:lnTo>
                      <a:pt x="514" y="272"/>
                    </a:lnTo>
                    <a:lnTo>
                      <a:pt x="516" y="271"/>
                    </a:lnTo>
                    <a:lnTo>
                      <a:pt x="518" y="271"/>
                    </a:lnTo>
                    <a:lnTo>
                      <a:pt x="519" y="270"/>
                    </a:lnTo>
                    <a:lnTo>
                      <a:pt x="520" y="270"/>
                    </a:lnTo>
                    <a:lnTo>
                      <a:pt x="522" y="268"/>
                    </a:lnTo>
                    <a:lnTo>
                      <a:pt x="523" y="268"/>
                    </a:lnTo>
                    <a:lnTo>
                      <a:pt x="524" y="267"/>
                    </a:lnTo>
                    <a:lnTo>
                      <a:pt x="526" y="267"/>
                    </a:lnTo>
                    <a:lnTo>
                      <a:pt x="527" y="266"/>
                    </a:lnTo>
                    <a:lnTo>
                      <a:pt x="528" y="266"/>
                    </a:lnTo>
                    <a:lnTo>
                      <a:pt x="528" y="264"/>
                    </a:lnTo>
                    <a:lnTo>
                      <a:pt x="530" y="264"/>
                    </a:lnTo>
                    <a:lnTo>
                      <a:pt x="531" y="264"/>
                    </a:lnTo>
                    <a:lnTo>
                      <a:pt x="532" y="263"/>
                    </a:lnTo>
                    <a:lnTo>
                      <a:pt x="534" y="263"/>
                    </a:lnTo>
                    <a:lnTo>
                      <a:pt x="534" y="262"/>
                    </a:lnTo>
                    <a:lnTo>
                      <a:pt x="535" y="262"/>
                    </a:lnTo>
                    <a:lnTo>
                      <a:pt x="536" y="261"/>
                    </a:lnTo>
                    <a:lnTo>
                      <a:pt x="538" y="261"/>
                    </a:lnTo>
                    <a:lnTo>
                      <a:pt x="539" y="259"/>
                    </a:lnTo>
                    <a:lnTo>
                      <a:pt x="540" y="259"/>
                    </a:lnTo>
                    <a:lnTo>
                      <a:pt x="542" y="258"/>
                    </a:lnTo>
                    <a:lnTo>
                      <a:pt x="543" y="257"/>
                    </a:lnTo>
                    <a:lnTo>
                      <a:pt x="546" y="257"/>
                    </a:lnTo>
                    <a:lnTo>
                      <a:pt x="547" y="255"/>
                    </a:lnTo>
                    <a:lnTo>
                      <a:pt x="548" y="254"/>
                    </a:lnTo>
                    <a:lnTo>
                      <a:pt x="551" y="253"/>
                    </a:lnTo>
                    <a:lnTo>
                      <a:pt x="552" y="253"/>
                    </a:lnTo>
                    <a:lnTo>
                      <a:pt x="553" y="251"/>
                    </a:lnTo>
                    <a:lnTo>
                      <a:pt x="556" y="250"/>
                    </a:lnTo>
                    <a:lnTo>
                      <a:pt x="557" y="250"/>
                    </a:lnTo>
                    <a:lnTo>
                      <a:pt x="559" y="249"/>
                    </a:lnTo>
                    <a:lnTo>
                      <a:pt x="560" y="247"/>
                    </a:lnTo>
                    <a:lnTo>
                      <a:pt x="561" y="247"/>
                    </a:lnTo>
                    <a:lnTo>
                      <a:pt x="563" y="246"/>
                    </a:lnTo>
                    <a:lnTo>
                      <a:pt x="564" y="245"/>
                    </a:lnTo>
                    <a:lnTo>
                      <a:pt x="565" y="245"/>
                    </a:lnTo>
                    <a:lnTo>
                      <a:pt x="567" y="245"/>
                    </a:lnTo>
                    <a:lnTo>
                      <a:pt x="567" y="243"/>
                    </a:lnTo>
                    <a:lnTo>
                      <a:pt x="568" y="243"/>
                    </a:lnTo>
                    <a:lnTo>
                      <a:pt x="569" y="242"/>
                    </a:lnTo>
                    <a:lnTo>
                      <a:pt x="571" y="242"/>
                    </a:lnTo>
                    <a:lnTo>
                      <a:pt x="572" y="241"/>
                    </a:lnTo>
                    <a:lnTo>
                      <a:pt x="573" y="239"/>
                    </a:lnTo>
                    <a:lnTo>
                      <a:pt x="575" y="239"/>
                    </a:lnTo>
                    <a:lnTo>
                      <a:pt x="575" y="238"/>
                    </a:lnTo>
                    <a:lnTo>
                      <a:pt x="576" y="238"/>
                    </a:lnTo>
                    <a:lnTo>
                      <a:pt x="577" y="237"/>
                    </a:lnTo>
                    <a:lnTo>
                      <a:pt x="579" y="237"/>
                    </a:lnTo>
                    <a:lnTo>
                      <a:pt x="580" y="235"/>
                    </a:lnTo>
                    <a:lnTo>
                      <a:pt x="581" y="235"/>
                    </a:lnTo>
                    <a:lnTo>
                      <a:pt x="581" y="234"/>
                    </a:lnTo>
                    <a:lnTo>
                      <a:pt x="583" y="234"/>
                    </a:lnTo>
                    <a:lnTo>
                      <a:pt x="585" y="233"/>
                    </a:lnTo>
                    <a:lnTo>
                      <a:pt x="587" y="231"/>
                    </a:lnTo>
                    <a:lnTo>
                      <a:pt x="588" y="230"/>
                    </a:lnTo>
                    <a:lnTo>
                      <a:pt x="589" y="230"/>
                    </a:lnTo>
                    <a:lnTo>
                      <a:pt x="591" y="229"/>
                    </a:lnTo>
                    <a:lnTo>
                      <a:pt x="592" y="227"/>
                    </a:lnTo>
                    <a:lnTo>
                      <a:pt x="593" y="227"/>
                    </a:lnTo>
                    <a:lnTo>
                      <a:pt x="593" y="226"/>
                    </a:lnTo>
                    <a:lnTo>
                      <a:pt x="595" y="226"/>
                    </a:lnTo>
                    <a:lnTo>
                      <a:pt x="596" y="225"/>
                    </a:lnTo>
                    <a:lnTo>
                      <a:pt x="597" y="225"/>
                    </a:lnTo>
                    <a:lnTo>
                      <a:pt x="597" y="223"/>
                    </a:lnTo>
                    <a:lnTo>
                      <a:pt x="599" y="223"/>
                    </a:lnTo>
                    <a:lnTo>
                      <a:pt x="600" y="223"/>
                    </a:lnTo>
                    <a:lnTo>
                      <a:pt x="600" y="222"/>
                    </a:lnTo>
                    <a:lnTo>
                      <a:pt x="601" y="222"/>
                    </a:lnTo>
                    <a:lnTo>
                      <a:pt x="603" y="221"/>
                    </a:lnTo>
                    <a:lnTo>
                      <a:pt x="604" y="221"/>
                    </a:lnTo>
                    <a:lnTo>
                      <a:pt x="604" y="219"/>
                    </a:lnTo>
                    <a:lnTo>
                      <a:pt x="605" y="219"/>
                    </a:lnTo>
                    <a:lnTo>
                      <a:pt x="605" y="218"/>
                    </a:lnTo>
                    <a:lnTo>
                      <a:pt x="607" y="218"/>
                    </a:lnTo>
                    <a:lnTo>
                      <a:pt x="608" y="217"/>
                    </a:lnTo>
                    <a:lnTo>
                      <a:pt x="609" y="215"/>
                    </a:lnTo>
                    <a:lnTo>
                      <a:pt x="611" y="214"/>
                    </a:lnTo>
                    <a:lnTo>
                      <a:pt x="612" y="214"/>
                    </a:lnTo>
                    <a:lnTo>
                      <a:pt x="612" y="213"/>
                    </a:lnTo>
                    <a:lnTo>
                      <a:pt x="613" y="213"/>
                    </a:lnTo>
                    <a:lnTo>
                      <a:pt x="615" y="211"/>
                    </a:lnTo>
                    <a:lnTo>
                      <a:pt x="616" y="210"/>
                    </a:lnTo>
                    <a:lnTo>
                      <a:pt x="617" y="209"/>
                    </a:lnTo>
                    <a:lnTo>
                      <a:pt x="619" y="209"/>
                    </a:lnTo>
                    <a:lnTo>
                      <a:pt x="619" y="207"/>
                    </a:lnTo>
                    <a:lnTo>
                      <a:pt x="620" y="207"/>
                    </a:lnTo>
                    <a:lnTo>
                      <a:pt x="621" y="206"/>
                    </a:lnTo>
                    <a:lnTo>
                      <a:pt x="622" y="206"/>
                    </a:lnTo>
                    <a:lnTo>
                      <a:pt x="622" y="205"/>
                    </a:lnTo>
                    <a:lnTo>
                      <a:pt x="624" y="205"/>
                    </a:lnTo>
                    <a:lnTo>
                      <a:pt x="625" y="203"/>
                    </a:lnTo>
                    <a:lnTo>
                      <a:pt x="626" y="202"/>
                    </a:lnTo>
                    <a:lnTo>
                      <a:pt x="628" y="202"/>
                    </a:lnTo>
                    <a:lnTo>
                      <a:pt x="628" y="201"/>
                    </a:lnTo>
                    <a:lnTo>
                      <a:pt x="629" y="201"/>
                    </a:lnTo>
                    <a:lnTo>
                      <a:pt x="630" y="199"/>
                    </a:lnTo>
                    <a:lnTo>
                      <a:pt x="632" y="199"/>
                    </a:lnTo>
                    <a:lnTo>
                      <a:pt x="632" y="198"/>
                    </a:lnTo>
                    <a:lnTo>
                      <a:pt x="633" y="198"/>
                    </a:lnTo>
                    <a:lnTo>
                      <a:pt x="634" y="197"/>
                    </a:lnTo>
                    <a:lnTo>
                      <a:pt x="636" y="195"/>
                    </a:lnTo>
                    <a:lnTo>
                      <a:pt x="637" y="195"/>
                    </a:lnTo>
                    <a:lnTo>
                      <a:pt x="638" y="194"/>
                    </a:lnTo>
                    <a:lnTo>
                      <a:pt x="640" y="193"/>
                    </a:lnTo>
                    <a:lnTo>
                      <a:pt x="641" y="193"/>
                    </a:lnTo>
                    <a:lnTo>
                      <a:pt x="641" y="191"/>
                    </a:lnTo>
                    <a:lnTo>
                      <a:pt x="642" y="191"/>
                    </a:lnTo>
                    <a:lnTo>
                      <a:pt x="644" y="190"/>
                    </a:lnTo>
                    <a:lnTo>
                      <a:pt x="645" y="190"/>
                    </a:lnTo>
                    <a:lnTo>
                      <a:pt x="645" y="189"/>
                    </a:lnTo>
                    <a:lnTo>
                      <a:pt x="646" y="189"/>
                    </a:lnTo>
                    <a:lnTo>
                      <a:pt x="648" y="188"/>
                    </a:lnTo>
                    <a:lnTo>
                      <a:pt x="649" y="186"/>
                    </a:lnTo>
                    <a:lnTo>
                      <a:pt x="650" y="186"/>
                    </a:lnTo>
                    <a:lnTo>
                      <a:pt x="650" y="185"/>
                    </a:lnTo>
                    <a:lnTo>
                      <a:pt x="652" y="185"/>
                    </a:lnTo>
                    <a:lnTo>
                      <a:pt x="652" y="184"/>
                    </a:lnTo>
                    <a:lnTo>
                      <a:pt x="653" y="184"/>
                    </a:lnTo>
                    <a:lnTo>
                      <a:pt x="654" y="182"/>
                    </a:lnTo>
                    <a:lnTo>
                      <a:pt x="656" y="181"/>
                    </a:lnTo>
                    <a:lnTo>
                      <a:pt x="657" y="180"/>
                    </a:lnTo>
                    <a:lnTo>
                      <a:pt x="657" y="178"/>
                    </a:lnTo>
                    <a:lnTo>
                      <a:pt x="658" y="178"/>
                    </a:lnTo>
                    <a:lnTo>
                      <a:pt x="660" y="177"/>
                    </a:lnTo>
                    <a:lnTo>
                      <a:pt x="661" y="176"/>
                    </a:lnTo>
                    <a:lnTo>
                      <a:pt x="662" y="174"/>
                    </a:lnTo>
                    <a:lnTo>
                      <a:pt x="664" y="173"/>
                    </a:lnTo>
                    <a:lnTo>
                      <a:pt x="664" y="172"/>
                    </a:lnTo>
                    <a:lnTo>
                      <a:pt x="665" y="170"/>
                    </a:lnTo>
                    <a:lnTo>
                      <a:pt x="666" y="169"/>
                    </a:lnTo>
                    <a:lnTo>
                      <a:pt x="668" y="168"/>
                    </a:lnTo>
                    <a:lnTo>
                      <a:pt x="669" y="166"/>
                    </a:lnTo>
                    <a:lnTo>
                      <a:pt x="670" y="165"/>
                    </a:lnTo>
                    <a:lnTo>
                      <a:pt x="672" y="165"/>
                    </a:lnTo>
                    <a:lnTo>
                      <a:pt x="673" y="164"/>
                    </a:lnTo>
                    <a:lnTo>
                      <a:pt x="673" y="162"/>
                    </a:lnTo>
                    <a:lnTo>
                      <a:pt x="674" y="161"/>
                    </a:lnTo>
                    <a:lnTo>
                      <a:pt x="676" y="161"/>
                    </a:lnTo>
                    <a:lnTo>
                      <a:pt x="676" y="160"/>
                    </a:lnTo>
                    <a:lnTo>
                      <a:pt x="677" y="158"/>
                    </a:lnTo>
                    <a:lnTo>
                      <a:pt x="678" y="157"/>
                    </a:lnTo>
                    <a:lnTo>
                      <a:pt x="680" y="156"/>
                    </a:lnTo>
                    <a:lnTo>
                      <a:pt x="681" y="154"/>
                    </a:lnTo>
                    <a:lnTo>
                      <a:pt x="682" y="153"/>
                    </a:lnTo>
                    <a:lnTo>
                      <a:pt x="682" y="152"/>
                    </a:lnTo>
                    <a:lnTo>
                      <a:pt x="684" y="152"/>
                    </a:lnTo>
                    <a:lnTo>
                      <a:pt x="684" y="150"/>
                    </a:lnTo>
                    <a:lnTo>
                      <a:pt x="685" y="149"/>
                    </a:lnTo>
                    <a:lnTo>
                      <a:pt x="686" y="149"/>
                    </a:lnTo>
                    <a:lnTo>
                      <a:pt x="686" y="148"/>
                    </a:lnTo>
                    <a:lnTo>
                      <a:pt x="688" y="146"/>
                    </a:lnTo>
                    <a:lnTo>
                      <a:pt x="689" y="145"/>
                    </a:lnTo>
                    <a:lnTo>
                      <a:pt x="689" y="144"/>
                    </a:lnTo>
                    <a:lnTo>
                      <a:pt x="690" y="142"/>
                    </a:lnTo>
                    <a:lnTo>
                      <a:pt x="692" y="141"/>
                    </a:lnTo>
                    <a:lnTo>
                      <a:pt x="693" y="140"/>
                    </a:lnTo>
                    <a:lnTo>
                      <a:pt x="694" y="138"/>
                    </a:lnTo>
                    <a:lnTo>
                      <a:pt x="695" y="136"/>
                    </a:lnTo>
                    <a:lnTo>
                      <a:pt x="697" y="134"/>
                    </a:lnTo>
                    <a:lnTo>
                      <a:pt x="698" y="133"/>
                    </a:lnTo>
                    <a:lnTo>
                      <a:pt x="701" y="130"/>
                    </a:lnTo>
                    <a:lnTo>
                      <a:pt x="702" y="129"/>
                    </a:lnTo>
                    <a:lnTo>
                      <a:pt x="702" y="128"/>
                    </a:lnTo>
                    <a:lnTo>
                      <a:pt x="703" y="126"/>
                    </a:lnTo>
                    <a:lnTo>
                      <a:pt x="705" y="125"/>
                    </a:lnTo>
                    <a:lnTo>
                      <a:pt x="706" y="124"/>
                    </a:lnTo>
                    <a:lnTo>
                      <a:pt x="707" y="122"/>
                    </a:lnTo>
                    <a:lnTo>
                      <a:pt x="707" y="121"/>
                    </a:lnTo>
                    <a:lnTo>
                      <a:pt x="709" y="120"/>
                    </a:lnTo>
                    <a:lnTo>
                      <a:pt x="710" y="120"/>
                    </a:lnTo>
                    <a:lnTo>
                      <a:pt x="710" y="118"/>
                    </a:lnTo>
                    <a:lnTo>
                      <a:pt x="711" y="117"/>
                    </a:lnTo>
                    <a:lnTo>
                      <a:pt x="713" y="116"/>
                    </a:lnTo>
                    <a:lnTo>
                      <a:pt x="714" y="114"/>
                    </a:lnTo>
                    <a:lnTo>
                      <a:pt x="714" y="113"/>
                    </a:lnTo>
                    <a:lnTo>
                      <a:pt x="715" y="112"/>
                    </a:lnTo>
                    <a:lnTo>
                      <a:pt x="717" y="111"/>
                    </a:lnTo>
                    <a:lnTo>
                      <a:pt x="718" y="109"/>
                    </a:lnTo>
                    <a:lnTo>
                      <a:pt x="719" y="108"/>
                    </a:lnTo>
                    <a:lnTo>
                      <a:pt x="719" y="107"/>
                    </a:lnTo>
                    <a:lnTo>
                      <a:pt x="721" y="105"/>
                    </a:lnTo>
                    <a:lnTo>
                      <a:pt x="722" y="104"/>
                    </a:lnTo>
                    <a:lnTo>
                      <a:pt x="722" y="103"/>
                    </a:lnTo>
                    <a:lnTo>
                      <a:pt x="723" y="101"/>
                    </a:lnTo>
                    <a:lnTo>
                      <a:pt x="725" y="99"/>
                    </a:lnTo>
                    <a:lnTo>
                      <a:pt x="726" y="97"/>
                    </a:lnTo>
                    <a:lnTo>
                      <a:pt x="727" y="96"/>
                    </a:lnTo>
                    <a:lnTo>
                      <a:pt x="729" y="93"/>
                    </a:lnTo>
                    <a:lnTo>
                      <a:pt x="730" y="91"/>
                    </a:lnTo>
                    <a:lnTo>
                      <a:pt x="731" y="89"/>
                    </a:lnTo>
                    <a:lnTo>
                      <a:pt x="734" y="87"/>
                    </a:lnTo>
                    <a:lnTo>
                      <a:pt x="735" y="85"/>
                    </a:lnTo>
                    <a:lnTo>
                      <a:pt x="735" y="84"/>
                    </a:lnTo>
                    <a:lnTo>
                      <a:pt x="737" y="81"/>
                    </a:lnTo>
                    <a:lnTo>
                      <a:pt x="738" y="80"/>
                    </a:lnTo>
                    <a:lnTo>
                      <a:pt x="739" y="79"/>
                    </a:lnTo>
                    <a:lnTo>
                      <a:pt x="741" y="77"/>
                    </a:lnTo>
                    <a:lnTo>
                      <a:pt x="742" y="76"/>
                    </a:lnTo>
                    <a:lnTo>
                      <a:pt x="742" y="75"/>
                    </a:lnTo>
                    <a:lnTo>
                      <a:pt x="743" y="73"/>
                    </a:lnTo>
                    <a:lnTo>
                      <a:pt x="745" y="72"/>
                    </a:lnTo>
                    <a:lnTo>
                      <a:pt x="746" y="71"/>
                    </a:lnTo>
                    <a:lnTo>
                      <a:pt x="746" y="69"/>
                    </a:lnTo>
                    <a:lnTo>
                      <a:pt x="747" y="68"/>
                    </a:lnTo>
                    <a:lnTo>
                      <a:pt x="749" y="67"/>
                    </a:lnTo>
                    <a:lnTo>
                      <a:pt x="749" y="65"/>
                    </a:lnTo>
                    <a:lnTo>
                      <a:pt x="750" y="64"/>
                    </a:lnTo>
                    <a:lnTo>
                      <a:pt x="751" y="63"/>
                    </a:lnTo>
                    <a:lnTo>
                      <a:pt x="753" y="61"/>
                    </a:lnTo>
                    <a:lnTo>
                      <a:pt x="754" y="60"/>
                    </a:lnTo>
                    <a:lnTo>
                      <a:pt x="754" y="59"/>
                    </a:lnTo>
                    <a:lnTo>
                      <a:pt x="755" y="57"/>
                    </a:lnTo>
                    <a:lnTo>
                      <a:pt x="757" y="55"/>
                    </a:lnTo>
                    <a:lnTo>
                      <a:pt x="758" y="53"/>
                    </a:lnTo>
                    <a:lnTo>
                      <a:pt x="759" y="52"/>
                    </a:lnTo>
                    <a:lnTo>
                      <a:pt x="761" y="51"/>
                    </a:lnTo>
                    <a:lnTo>
                      <a:pt x="762" y="48"/>
                    </a:lnTo>
                    <a:lnTo>
                      <a:pt x="763" y="47"/>
                    </a:lnTo>
                    <a:lnTo>
                      <a:pt x="765" y="44"/>
                    </a:lnTo>
                    <a:lnTo>
                      <a:pt x="766" y="41"/>
                    </a:lnTo>
                    <a:lnTo>
                      <a:pt x="767" y="40"/>
                    </a:lnTo>
                    <a:lnTo>
                      <a:pt x="769" y="38"/>
                    </a:lnTo>
                    <a:lnTo>
                      <a:pt x="770" y="36"/>
                    </a:lnTo>
                    <a:lnTo>
                      <a:pt x="771" y="35"/>
                    </a:lnTo>
                    <a:lnTo>
                      <a:pt x="772" y="32"/>
                    </a:lnTo>
                    <a:lnTo>
                      <a:pt x="774" y="31"/>
                    </a:lnTo>
                    <a:lnTo>
                      <a:pt x="775" y="30"/>
                    </a:lnTo>
                    <a:lnTo>
                      <a:pt x="775" y="28"/>
                    </a:lnTo>
                    <a:lnTo>
                      <a:pt x="776" y="27"/>
                    </a:lnTo>
                    <a:lnTo>
                      <a:pt x="778" y="26"/>
                    </a:lnTo>
                    <a:lnTo>
                      <a:pt x="778" y="24"/>
                    </a:lnTo>
                    <a:lnTo>
                      <a:pt x="779" y="24"/>
                    </a:lnTo>
                    <a:lnTo>
                      <a:pt x="780" y="23"/>
                    </a:lnTo>
                    <a:lnTo>
                      <a:pt x="780" y="22"/>
                    </a:lnTo>
                    <a:lnTo>
                      <a:pt x="782" y="20"/>
                    </a:lnTo>
                    <a:lnTo>
                      <a:pt x="783" y="19"/>
                    </a:lnTo>
                    <a:lnTo>
                      <a:pt x="783" y="18"/>
                    </a:lnTo>
                    <a:lnTo>
                      <a:pt x="784" y="16"/>
                    </a:lnTo>
                    <a:lnTo>
                      <a:pt x="784" y="15"/>
                    </a:lnTo>
                    <a:lnTo>
                      <a:pt x="786" y="15"/>
                    </a:lnTo>
                    <a:lnTo>
                      <a:pt x="786" y="14"/>
                    </a:lnTo>
                    <a:lnTo>
                      <a:pt x="787" y="12"/>
                    </a:lnTo>
                    <a:lnTo>
                      <a:pt x="787" y="11"/>
                    </a:lnTo>
                    <a:lnTo>
                      <a:pt x="788" y="10"/>
                    </a:lnTo>
                    <a:lnTo>
                      <a:pt x="788" y="8"/>
                    </a:lnTo>
                    <a:lnTo>
                      <a:pt x="790" y="7"/>
                    </a:lnTo>
                    <a:lnTo>
                      <a:pt x="791" y="6"/>
                    </a:lnTo>
                    <a:lnTo>
                      <a:pt x="791" y="4"/>
                    </a:lnTo>
                    <a:lnTo>
                      <a:pt x="792" y="2"/>
                    </a:lnTo>
                    <a:lnTo>
                      <a:pt x="794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12768" name="Freeform 88">
                <a:extLst>
                  <a:ext uri="{FF2B5EF4-FFF2-40B4-BE49-F238E27FC236}">
                    <a16:creationId xmlns:a16="http://schemas.microsoft.com/office/drawing/2014/main" id="{940D2DF3-8E1E-4698-915F-4CDE0789E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505902"/>
                <a:ext cx="74612" cy="252412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0"/>
                    </a:moveTo>
                    <a:lnTo>
                      <a:pt x="3" y="4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7" y="13"/>
                    </a:lnTo>
                    <a:lnTo>
                      <a:pt x="9" y="16"/>
                    </a:lnTo>
                    <a:lnTo>
                      <a:pt x="11" y="19"/>
                    </a:lnTo>
                    <a:lnTo>
                      <a:pt x="12" y="20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9" y="33"/>
                    </a:lnTo>
                    <a:lnTo>
                      <a:pt x="20" y="35"/>
                    </a:lnTo>
                    <a:lnTo>
                      <a:pt x="20" y="36"/>
                    </a:lnTo>
                    <a:lnTo>
                      <a:pt x="21" y="37"/>
                    </a:lnTo>
                    <a:lnTo>
                      <a:pt x="21" y="39"/>
                    </a:lnTo>
                    <a:lnTo>
                      <a:pt x="23" y="40"/>
                    </a:lnTo>
                    <a:lnTo>
                      <a:pt x="23" y="41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4" y="45"/>
                    </a:lnTo>
                    <a:lnTo>
                      <a:pt x="25" y="47"/>
                    </a:lnTo>
                    <a:lnTo>
                      <a:pt x="25" y="48"/>
                    </a:lnTo>
                    <a:lnTo>
                      <a:pt x="27" y="49"/>
                    </a:lnTo>
                    <a:lnTo>
                      <a:pt x="27" y="51"/>
                    </a:lnTo>
                    <a:lnTo>
                      <a:pt x="28" y="52"/>
                    </a:lnTo>
                    <a:lnTo>
                      <a:pt x="28" y="53"/>
                    </a:lnTo>
                    <a:lnTo>
                      <a:pt x="29" y="55"/>
                    </a:lnTo>
                    <a:lnTo>
                      <a:pt x="29" y="57"/>
                    </a:lnTo>
                    <a:lnTo>
                      <a:pt x="31" y="58"/>
                    </a:lnTo>
                    <a:lnTo>
                      <a:pt x="31" y="60"/>
                    </a:lnTo>
                    <a:lnTo>
                      <a:pt x="32" y="62"/>
                    </a:lnTo>
                    <a:lnTo>
                      <a:pt x="32" y="64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5" y="70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7" y="74"/>
                    </a:lnTo>
                    <a:lnTo>
                      <a:pt x="37" y="76"/>
                    </a:lnTo>
                    <a:lnTo>
                      <a:pt x="37" y="77"/>
                    </a:lnTo>
                    <a:lnTo>
                      <a:pt x="39" y="78"/>
                    </a:lnTo>
                    <a:lnTo>
                      <a:pt x="39" y="80"/>
                    </a:lnTo>
                    <a:lnTo>
                      <a:pt x="40" y="81"/>
                    </a:lnTo>
                    <a:lnTo>
                      <a:pt x="40" y="82"/>
                    </a:lnTo>
                    <a:lnTo>
                      <a:pt x="41" y="84"/>
                    </a:lnTo>
                    <a:lnTo>
                      <a:pt x="41" y="85"/>
                    </a:lnTo>
                    <a:lnTo>
                      <a:pt x="41" y="86"/>
                    </a:lnTo>
                    <a:lnTo>
                      <a:pt x="42" y="88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4" y="93"/>
                    </a:lnTo>
                    <a:lnTo>
                      <a:pt x="44" y="94"/>
                    </a:lnTo>
                    <a:lnTo>
                      <a:pt x="45" y="96"/>
                    </a:lnTo>
                    <a:lnTo>
                      <a:pt x="45" y="98"/>
                    </a:lnTo>
                    <a:lnTo>
                      <a:pt x="46" y="100"/>
                    </a:lnTo>
                    <a:lnTo>
                      <a:pt x="48" y="102"/>
                    </a:lnTo>
                    <a:lnTo>
                      <a:pt x="48" y="105"/>
                    </a:lnTo>
                    <a:lnTo>
                      <a:pt x="49" y="106"/>
                    </a:lnTo>
                    <a:lnTo>
                      <a:pt x="49" y="109"/>
                    </a:lnTo>
                    <a:lnTo>
                      <a:pt x="50" y="110"/>
                    </a:lnTo>
                    <a:lnTo>
                      <a:pt x="52" y="112"/>
                    </a:lnTo>
                    <a:lnTo>
                      <a:pt x="52" y="113"/>
                    </a:lnTo>
                    <a:lnTo>
                      <a:pt x="52" y="116"/>
                    </a:lnTo>
                    <a:lnTo>
                      <a:pt x="53" y="117"/>
                    </a:lnTo>
                    <a:lnTo>
                      <a:pt x="53" y="118"/>
                    </a:lnTo>
                    <a:lnTo>
                      <a:pt x="54" y="120"/>
                    </a:lnTo>
                    <a:lnTo>
                      <a:pt x="54" y="121"/>
                    </a:lnTo>
                    <a:lnTo>
                      <a:pt x="54" y="122"/>
                    </a:lnTo>
                    <a:lnTo>
                      <a:pt x="56" y="122"/>
                    </a:lnTo>
                    <a:lnTo>
                      <a:pt x="56" y="124"/>
                    </a:lnTo>
                    <a:lnTo>
                      <a:pt x="56" y="125"/>
                    </a:lnTo>
                    <a:lnTo>
                      <a:pt x="57" y="126"/>
                    </a:lnTo>
                    <a:lnTo>
                      <a:pt x="57" y="128"/>
                    </a:lnTo>
                    <a:lnTo>
                      <a:pt x="57" y="129"/>
                    </a:lnTo>
                    <a:lnTo>
                      <a:pt x="57" y="130"/>
                    </a:lnTo>
                    <a:lnTo>
                      <a:pt x="58" y="131"/>
                    </a:lnTo>
                    <a:lnTo>
                      <a:pt x="58" y="133"/>
                    </a:lnTo>
                    <a:lnTo>
                      <a:pt x="60" y="134"/>
                    </a:lnTo>
                    <a:lnTo>
                      <a:pt x="60" y="135"/>
                    </a:lnTo>
                    <a:lnTo>
                      <a:pt x="60" y="137"/>
                    </a:lnTo>
                    <a:lnTo>
                      <a:pt x="61" y="139"/>
                    </a:lnTo>
                    <a:lnTo>
                      <a:pt x="61" y="141"/>
                    </a:lnTo>
                    <a:lnTo>
                      <a:pt x="61" y="142"/>
                    </a:lnTo>
                    <a:lnTo>
                      <a:pt x="62" y="143"/>
                    </a:lnTo>
                    <a:lnTo>
                      <a:pt x="62" y="146"/>
                    </a:lnTo>
                    <a:lnTo>
                      <a:pt x="64" y="147"/>
                    </a:lnTo>
                    <a:lnTo>
                      <a:pt x="64" y="150"/>
                    </a:lnTo>
                    <a:lnTo>
                      <a:pt x="65" y="153"/>
                    </a:lnTo>
                    <a:lnTo>
                      <a:pt x="65" y="154"/>
                    </a:lnTo>
                    <a:lnTo>
                      <a:pt x="66" y="157"/>
                    </a:lnTo>
                    <a:lnTo>
                      <a:pt x="66" y="158"/>
                    </a:lnTo>
                    <a:lnTo>
                      <a:pt x="68" y="159"/>
                    </a:lnTo>
                    <a:lnTo>
                      <a:pt x="68" y="162"/>
                    </a:lnTo>
                    <a:lnTo>
                      <a:pt x="68" y="163"/>
                    </a:lnTo>
                    <a:lnTo>
                      <a:pt x="69" y="165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0" y="170"/>
                    </a:lnTo>
                    <a:lnTo>
                      <a:pt x="70" y="171"/>
                    </a:lnTo>
                    <a:lnTo>
                      <a:pt x="70" y="173"/>
                    </a:lnTo>
                    <a:lnTo>
                      <a:pt x="72" y="173"/>
                    </a:lnTo>
                    <a:lnTo>
                      <a:pt x="72" y="174"/>
                    </a:lnTo>
                    <a:lnTo>
                      <a:pt x="72" y="175"/>
                    </a:lnTo>
                    <a:lnTo>
                      <a:pt x="72" y="177"/>
                    </a:lnTo>
                    <a:lnTo>
                      <a:pt x="73" y="178"/>
                    </a:lnTo>
                    <a:lnTo>
                      <a:pt x="73" y="179"/>
                    </a:lnTo>
                    <a:lnTo>
                      <a:pt x="73" y="181"/>
                    </a:lnTo>
                    <a:lnTo>
                      <a:pt x="74" y="182"/>
                    </a:lnTo>
                    <a:lnTo>
                      <a:pt x="74" y="183"/>
                    </a:lnTo>
                    <a:lnTo>
                      <a:pt x="74" y="185"/>
                    </a:lnTo>
                    <a:lnTo>
                      <a:pt x="76" y="186"/>
                    </a:lnTo>
                    <a:lnTo>
                      <a:pt x="76" y="187"/>
                    </a:lnTo>
                    <a:lnTo>
                      <a:pt x="76" y="189"/>
                    </a:lnTo>
                    <a:lnTo>
                      <a:pt x="77" y="190"/>
                    </a:lnTo>
                    <a:lnTo>
                      <a:pt x="77" y="193"/>
                    </a:lnTo>
                    <a:lnTo>
                      <a:pt x="78" y="194"/>
                    </a:lnTo>
                    <a:lnTo>
                      <a:pt x="78" y="197"/>
                    </a:lnTo>
                    <a:lnTo>
                      <a:pt x="78" y="198"/>
                    </a:lnTo>
                    <a:lnTo>
                      <a:pt x="80" y="201"/>
                    </a:lnTo>
                    <a:lnTo>
                      <a:pt x="80" y="203"/>
                    </a:lnTo>
                    <a:lnTo>
                      <a:pt x="81" y="205"/>
                    </a:lnTo>
                    <a:lnTo>
                      <a:pt x="81" y="206"/>
                    </a:lnTo>
                    <a:lnTo>
                      <a:pt x="82" y="208"/>
                    </a:lnTo>
                    <a:lnTo>
                      <a:pt x="82" y="210"/>
                    </a:lnTo>
                    <a:lnTo>
                      <a:pt x="82" y="211"/>
                    </a:lnTo>
                    <a:lnTo>
                      <a:pt x="84" y="212"/>
                    </a:lnTo>
                    <a:lnTo>
                      <a:pt x="84" y="214"/>
                    </a:lnTo>
                    <a:lnTo>
                      <a:pt x="84" y="215"/>
                    </a:lnTo>
                    <a:lnTo>
                      <a:pt x="85" y="216"/>
                    </a:lnTo>
                    <a:lnTo>
                      <a:pt x="85" y="218"/>
                    </a:lnTo>
                    <a:lnTo>
                      <a:pt x="85" y="219"/>
                    </a:lnTo>
                    <a:lnTo>
                      <a:pt x="85" y="220"/>
                    </a:lnTo>
                    <a:lnTo>
                      <a:pt x="86" y="222"/>
                    </a:lnTo>
                    <a:lnTo>
                      <a:pt x="86" y="223"/>
                    </a:lnTo>
                    <a:lnTo>
                      <a:pt x="86" y="224"/>
                    </a:lnTo>
                    <a:lnTo>
                      <a:pt x="86" y="226"/>
                    </a:lnTo>
                    <a:lnTo>
                      <a:pt x="86" y="227"/>
                    </a:lnTo>
                    <a:lnTo>
                      <a:pt x="86" y="228"/>
                    </a:lnTo>
                    <a:lnTo>
                      <a:pt x="86" y="230"/>
                    </a:lnTo>
                    <a:lnTo>
                      <a:pt x="88" y="231"/>
                    </a:lnTo>
                    <a:lnTo>
                      <a:pt x="88" y="232"/>
                    </a:lnTo>
                    <a:lnTo>
                      <a:pt x="88" y="234"/>
                    </a:lnTo>
                    <a:lnTo>
                      <a:pt x="88" y="235"/>
                    </a:lnTo>
                    <a:lnTo>
                      <a:pt x="88" y="236"/>
                    </a:lnTo>
                    <a:lnTo>
                      <a:pt x="88" y="238"/>
                    </a:lnTo>
                    <a:lnTo>
                      <a:pt x="88" y="239"/>
                    </a:lnTo>
                    <a:lnTo>
                      <a:pt x="88" y="242"/>
                    </a:lnTo>
                    <a:lnTo>
                      <a:pt x="88" y="243"/>
                    </a:lnTo>
                    <a:lnTo>
                      <a:pt x="88" y="246"/>
                    </a:lnTo>
                    <a:lnTo>
                      <a:pt x="89" y="247"/>
                    </a:lnTo>
                    <a:lnTo>
                      <a:pt x="89" y="248"/>
                    </a:lnTo>
                    <a:lnTo>
                      <a:pt x="89" y="250"/>
                    </a:lnTo>
                    <a:lnTo>
                      <a:pt x="89" y="251"/>
                    </a:lnTo>
                    <a:lnTo>
                      <a:pt x="89" y="252"/>
                    </a:lnTo>
                    <a:lnTo>
                      <a:pt x="89" y="254"/>
                    </a:lnTo>
                    <a:lnTo>
                      <a:pt x="89" y="255"/>
                    </a:lnTo>
                    <a:lnTo>
                      <a:pt x="89" y="256"/>
                    </a:lnTo>
                    <a:lnTo>
                      <a:pt x="89" y="258"/>
                    </a:lnTo>
                    <a:lnTo>
                      <a:pt x="89" y="259"/>
                    </a:lnTo>
                    <a:lnTo>
                      <a:pt x="89" y="260"/>
                    </a:lnTo>
                    <a:lnTo>
                      <a:pt x="90" y="260"/>
                    </a:lnTo>
                    <a:lnTo>
                      <a:pt x="90" y="262"/>
                    </a:lnTo>
                    <a:lnTo>
                      <a:pt x="90" y="263"/>
                    </a:lnTo>
                    <a:lnTo>
                      <a:pt x="90" y="264"/>
                    </a:lnTo>
                    <a:lnTo>
                      <a:pt x="90" y="266"/>
                    </a:lnTo>
                    <a:lnTo>
                      <a:pt x="90" y="267"/>
                    </a:lnTo>
                    <a:lnTo>
                      <a:pt x="90" y="268"/>
                    </a:lnTo>
                    <a:lnTo>
                      <a:pt x="90" y="270"/>
                    </a:lnTo>
                    <a:lnTo>
                      <a:pt x="92" y="270"/>
                    </a:lnTo>
                    <a:lnTo>
                      <a:pt x="92" y="271"/>
                    </a:lnTo>
                    <a:lnTo>
                      <a:pt x="92" y="272"/>
                    </a:lnTo>
                    <a:lnTo>
                      <a:pt x="92" y="274"/>
                    </a:lnTo>
                    <a:lnTo>
                      <a:pt x="92" y="275"/>
                    </a:lnTo>
                    <a:lnTo>
                      <a:pt x="92" y="276"/>
                    </a:lnTo>
                    <a:lnTo>
                      <a:pt x="93" y="278"/>
                    </a:lnTo>
                    <a:lnTo>
                      <a:pt x="93" y="279"/>
                    </a:lnTo>
                    <a:lnTo>
                      <a:pt x="93" y="280"/>
                    </a:lnTo>
                    <a:lnTo>
                      <a:pt x="93" y="281"/>
                    </a:lnTo>
                    <a:lnTo>
                      <a:pt x="93" y="283"/>
                    </a:lnTo>
                    <a:lnTo>
                      <a:pt x="94" y="284"/>
                    </a:lnTo>
                    <a:lnTo>
                      <a:pt x="94" y="285"/>
                    </a:lnTo>
                    <a:lnTo>
                      <a:pt x="94" y="287"/>
                    </a:lnTo>
                    <a:lnTo>
                      <a:pt x="94" y="288"/>
                    </a:lnTo>
                    <a:lnTo>
                      <a:pt x="94" y="289"/>
                    </a:lnTo>
                    <a:lnTo>
                      <a:pt x="94" y="291"/>
                    </a:lnTo>
                    <a:lnTo>
                      <a:pt x="94" y="292"/>
                    </a:lnTo>
                    <a:lnTo>
                      <a:pt x="94" y="293"/>
                    </a:lnTo>
                    <a:lnTo>
                      <a:pt x="94" y="295"/>
                    </a:lnTo>
                    <a:lnTo>
                      <a:pt x="94" y="296"/>
                    </a:lnTo>
                    <a:lnTo>
                      <a:pt x="94" y="297"/>
                    </a:lnTo>
                    <a:lnTo>
                      <a:pt x="94" y="299"/>
                    </a:lnTo>
                    <a:lnTo>
                      <a:pt x="94" y="300"/>
                    </a:lnTo>
                    <a:lnTo>
                      <a:pt x="94" y="303"/>
                    </a:lnTo>
                    <a:lnTo>
                      <a:pt x="94" y="304"/>
                    </a:lnTo>
                    <a:lnTo>
                      <a:pt x="94" y="305"/>
                    </a:lnTo>
                    <a:lnTo>
                      <a:pt x="93" y="308"/>
                    </a:lnTo>
                    <a:lnTo>
                      <a:pt x="93" y="309"/>
                    </a:lnTo>
                    <a:lnTo>
                      <a:pt x="93" y="312"/>
                    </a:lnTo>
                    <a:lnTo>
                      <a:pt x="93" y="315"/>
                    </a:lnTo>
                    <a:lnTo>
                      <a:pt x="93" y="317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12769" name="Freeform 89">
                <a:extLst>
                  <a:ext uri="{FF2B5EF4-FFF2-40B4-BE49-F238E27FC236}">
                    <a16:creationId xmlns:a16="http://schemas.microsoft.com/office/drawing/2014/main" id="{C77CB49B-E724-46B2-9465-165B2CAC6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755138"/>
                <a:ext cx="74612" cy="252413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317"/>
                    </a:moveTo>
                    <a:lnTo>
                      <a:pt x="3" y="314"/>
                    </a:lnTo>
                    <a:lnTo>
                      <a:pt x="4" y="310"/>
                    </a:lnTo>
                    <a:lnTo>
                      <a:pt x="5" y="308"/>
                    </a:lnTo>
                    <a:lnTo>
                      <a:pt x="7" y="305"/>
                    </a:lnTo>
                    <a:lnTo>
                      <a:pt x="9" y="302"/>
                    </a:lnTo>
                    <a:lnTo>
                      <a:pt x="11" y="300"/>
                    </a:lnTo>
                    <a:lnTo>
                      <a:pt x="12" y="297"/>
                    </a:lnTo>
                    <a:lnTo>
                      <a:pt x="13" y="294"/>
                    </a:lnTo>
                    <a:lnTo>
                      <a:pt x="13" y="293"/>
                    </a:lnTo>
                    <a:lnTo>
                      <a:pt x="15" y="290"/>
                    </a:lnTo>
                    <a:lnTo>
                      <a:pt x="16" y="289"/>
                    </a:lnTo>
                    <a:lnTo>
                      <a:pt x="17" y="288"/>
                    </a:lnTo>
                    <a:lnTo>
                      <a:pt x="17" y="286"/>
                    </a:lnTo>
                    <a:lnTo>
                      <a:pt x="19" y="284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21" y="280"/>
                    </a:lnTo>
                    <a:lnTo>
                      <a:pt x="21" y="278"/>
                    </a:lnTo>
                    <a:lnTo>
                      <a:pt x="23" y="277"/>
                    </a:lnTo>
                    <a:lnTo>
                      <a:pt x="23" y="276"/>
                    </a:lnTo>
                    <a:lnTo>
                      <a:pt x="23" y="274"/>
                    </a:lnTo>
                    <a:lnTo>
                      <a:pt x="24" y="274"/>
                    </a:lnTo>
                    <a:lnTo>
                      <a:pt x="24" y="273"/>
                    </a:lnTo>
                    <a:lnTo>
                      <a:pt x="25" y="272"/>
                    </a:lnTo>
                    <a:lnTo>
                      <a:pt x="25" y="270"/>
                    </a:lnTo>
                    <a:lnTo>
                      <a:pt x="27" y="269"/>
                    </a:lnTo>
                    <a:lnTo>
                      <a:pt x="27" y="268"/>
                    </a:lnTo>
                    <a:lnTo>
                      <a:pt x="28" y="266"/>
                    </a:lnTo>
                    <a:lnTo>
                      <a:pt x="28" y="264"/>
                    </a:lnTo>
                    <a:lnTo>
                      <a:pt x="29" y="263"/>
                    </a:lnTo>
                    <a:lnTo>
                      <a:pt x="29" y="261"/>
                    </a:lnTo>
                    <a:lnTo>
                      <a:pt x="31" y="259"/>
                    </a:lnTo>
                    <a:lnTo>
                      <a:pt x="31" y="257"/>
                    </a:lnTo>
                    <a:lnTo>
                      <a:pt x="32" y="256"/>
                    </a:lnTo>
                    <a:lnTo>
                      <a:pt x="32" y="255"/>
                    </a:lnTo>
                    <a:lnTo>
                      <a:pt x="33" y="253"/>
                    </a:lnTo>
                    <a:lnTo>
                      <a:pt x="33" y="251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6" y="247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7" y="243"/>
                    </a:lnTo>
                    <a:lnTo>
                      <a:pt x="37" y="241"/>
                    </a:lnTo>
                    <a:lnTo>
                      <a:pt x="39" y="240"/>
                    </a:lnTo>
                    <a:lnTo>
                      <a:pt x="39" y="239"/>
                    </a:lnTo>
                    <a:lnTo>
                      <a:pt x="39" y="237"/>
                    </a:lnTo>
                    <a:lnTo>
                      <a:pt x="40" y="237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2" y="229"/>
                    </a:lnTo>
                    <a:lnTo>
                      <a:pt x="42" y="228"/>
                    </a:lnTo>
                    <a:lnTo>
                      <a:pt x="42" y="227"/>
                    </a:lnTo>
                    <a:lnTo>
                      <a:pt x="44" y="225"/>
                    </a:lnTo>
                    <a:lnTo>
                      <a:pt x="44" y="223"/>
                    </a:lnTo>
                    <a:lnTo>
                      <a:pt x="45" y="221"/>
                    </a:lnTo>
                    <a:lnTo>
                      <a:pt x="45" y="220"/>
                    </a:lnTo>
                    <a:lnTo>
                      <a:pt x="46" y="217"/>
                    </a:lnTo>
                    <a:lnTo>
                      <a:pt x="48" y="215"/>
                    </a:lnTo>
                    <a:lnTo>
                      <a:pt x="48" y="213"/>
                    </a:lnTo>
                    <a:lnTo>
                      <a:pt x="49" y="211"/>
                    </a:lnTo>
                    <a:lnTo>
                      <a:pt x="49" y="209"/>
                    </a:lnTo>
                    <a:lnTo>
                      <a:pt x="50" y="207"/>
                    </a:lnTo>
                    <a:lnTo>
                      <a:pt x="52" y="205"/>
                    </a:lnTo>
                    <a:lnTo>
                      <a:pt x="52" y="204"/>
                    </a:lnTo>
                    <a:lnTo>
                      <a:pt x="52" y="203"/>
                    </a:lnTo>
                    <a:lnTo>
                      <a:pt x="53" y="201"/>
                    </a:lnTo>
                    <a:lnTo>
                      <a:pt x="53" y="200"/>
                    </a:lnTo>
                    <a:lnTo>
                      <a:pt x="54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6" y="195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7" y="191"/>
                    </a:lnTo>
                    <a:lnTo>
                      <a:pt x="57" y="190"/>
                    </a:lnTo>
                    <a:lnTo>
                      <a:pt x="57" y="188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4"/>
                    </a:lnTo>
                    <a:lnTo>
                      <a:pt x="60" y="183"/>
                    </a:lnTo>
                    <a:lnTo>
                      <a:pt x="60" y="182"/>
                    </a:lnTo>
                    <a:lnTo>
                      <a:pt x="60" y="180"/>
                    </a:lnTo>
                    <a:lnTo>
                      <a:pt x="61" y="179"/>
                    </a:lnTo>
                    <a:lnTo>
                      <a:pt x="61" y="176"/>
                    </a:lnTo>
                    <a:lnTo>
                      <a:pt x="61" y="175"/>
                    </a:lnTo>
                    <a:lnTo>
                      <a:pt x="62" y="174"/>
                    </a:lnTo>
                    <a:lnTo>
                      <a:pt x="62" y="171"/>
                    </a:lnTo>
                    <a:lnTo>
                      <a:pt x="64" y="170"/>
                    </a:lnTo>
                    <a:lnTo>
                      <a:pt x="64" y="167"/>
                    </a:lnTo>
                    <a:lnTo>
                      <a:pt x="65" y="164"/>
                    </a:lnTo>
                    <a:lnTo>
                      <a:pt x="65" y="163"/>
                    </a:lnTo>
                    <a:lnTo>
                      <a:pt x="66" y="160"/>
                    </a:lnTo>
                    <a:lnTo>
                      <a:pt x="66" y="159"/>
                    </a:lnTo>
                    <a:lnTo>
                      <a:pt x="68" y="158"/>
                    </a:lnTo>
                    <a:lnTo>
                      <a:pt x="68" y="156"/>
                    </a:lnTo>
                    <a:lnTo>
                      <a:pt x="68" y="154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0" y="148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72" y="144"/>
                    </a:lnTo>
                    <a:lnTo>
                      <a:pt x="72" y="143"/>
                    </a:lnTo>
                    <a:lnTo>
                      <a:pt x="72" y="142"/>
                    </a:lnTo>
                    <a:lnTo>
                      <a:pt x="72" y="140"/>
                    </a:lnTo>
                    <a:lnTo>
                      <a:pt x="73" y="139"/>
                    </a:lnTo>
                    <a:lnTo>
                      <a:pt x="73" y="138"/>
                    </a:lnTo>
                    <a:lnTo>
                      <a:pt x="74" y="136"/>
                    </a:lnTo>
                    <a:lnTo>
                      <a:pt x="74" y="135"/>
                    </a:lnTo>
                    <a:lnTo>
                      <a:pt x="74" y="134"/>
                    </a:lnTo>
                    <a:lnTo>
                      <a:pt x="76" y="132"/>
                    </a:lnTo>
                    <a:lnTo>
                      <a:pt x="76" y="130"/>
                    </a:lnTo>
                    <a:lnTo>
                      <a:pt x="76" y="128"/>
                    </a:lnTo>
                    <a:lnTo>
                      <a:pt x="77" y="127"/>
                    </a:lnTo>
                    <a:lnTo>
                      <a:pt x="77" y="126"/>
                    </a:lnTo>
                    <a:lnTo>
                      <a:pt x="78" y="123"/>
                    </a:lnTo>
                    <a:lnTo>
                      <a:pt x="78" y="122"/>
                    </a:lnTo>
                    <a:lnTo>
                      <a:pt x="78" y="119"/>
                    </a:lnTo>
                    <a:lnTo>
                      <a:pt x="80" y="116"/>
                    </a:lnTo>
                    <a:lnTo>
                      <a:pt x="80" y="115"/>
                    </a:lnTo>
                    <a:lnTo>
                      <a:pt x="81" y="113"/>
                    </a:lnTo>
                    <a:lnTo>
                      <a:pt x="81" y="111"/>
                    </a:lnTo>
                    <a:lnTo>
                      <a:pt x="82" y="110"/>
                    </a:lnTo>
                    <a:lnTo>
                      <a:pt x="82" y="107"/>
                    </a:lnTo>
                    <a:lnTo>
                      <a:pt x="82" y="106"/>
                    </a:lnTo>
                    <a:lnTo>
                      <a:pt x="84" y="105"/>
                    </a:lnTo>
                    <a:lnTo>
                      <a:pt x="84" y="103"/>
                    </a:lnTo>
                    <a:lnTo>
                      <a:pt x="84" y="102"/>
                    </a:lnTo>
                    <a:lnTo>
                      <a:pt x="85" y="101"/>
                    </a:lnTo>
                    <a:lnTo>
                      <a:pt x="85" y="99"/>
                    </a:lnTo>
                    <a:lnTo>
                      <a:pt x="85" y="98"/>
                    </a:lnTo>
                    <a:lnTo>
                      <a:pt x="85" y="97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3"/>
                    </a:lnTo>
                    <a:lnTo>
                      <a:pt x="86" y="91"/>
                    </a:lnTo>
                    <a:lnTo>
                      <a:pt x="86" y="90"/>
                    </a:lnTo>
                    <a:lnTo>
                      <a:pt x="86" y="89"/>
                    </a:lnTo>
                    <a:lnTo>
                      <a:pt x="86" y="87"/>
                    </a:lnTo>
                    <a:lnTo>
                      <a:pt x="88" y="87"/>
                    </a:lnTo>
                    <a:lnTo>
                      <a:pt x="88" y="86"/>
                    </a:lnTo>
                    <a:lnTo>
                      <a:pt x="88" y="85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8" y="79"/>
                    </a:lnTo>
                    <a:lnTo>
                      <a:pt x="88" y="78"/>
                    </a:lnTo>
                    <a:lnTo>
                      <a:pt x="88" y="77"/>
                    </a:lnTo>
                    <a:lnTo>
                      <a:pt x="88" y="74"/>
                    </a:lnTo>
                    <a:lnTo>
                      <a:pt x="88" y="73"/>
                    </a:lnTo>
                    <a:lnTo>
                      <a:pt x="89" y="70"/>
                    </a:lnTo>
                    <a:lnTo>
                      <a:pt x="89" y="69"/>
                    </a:lnTo>
                    <a:lnTo>
                      <a:pt x="89" y="67"/>
                    </a:lnTo>
                    <a:lnTo>
                      <a:pt x="89" y="66"/>
                    </a:lnTo>
                    <a:lnTo>
                      <a:pt x="89" y="65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89" y="61"/>
                    </a:lnTo>
                    <a:lnTo>
                      <a:pt x="89" y="59"/>
                    </a:lnTo>
                    <a:lnTo>
                      <a:pt x="89" y="58"/>
                    </a:lnTo>
                    <a:lnTo>
                      <a:pt x="90" y="57"/>
                    </a:lnTo>
                    <a:lnTo>
                      <a:pt x="90" y="55"/>
                    </a:lnTo>
                    <a:lnTo>
                      <a:pt x="90" y="54"/>
                    </a:lnTo>
                    <a:lnTo>
                      <a:pt x="90" y="53"/>
                    </a:lnTo>
                    <a:lnTo>
                      <a:pt x="90" y="51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2" y="47"/>
                    </a:lnTo>
                    <a:lnTo>
                      <a:pt x="92" y="46"/>
                    </a:lnTo>
                    <a:lnTo>
                      <a:pt x="92" y="45"/>
                    </a:lnTo>
                    <a:lnTo>
                      <a:pt x="92" y="43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3" y="40"/>
                    </a:lnTo>
                    <a:lnTo>
                      <a:pt x="93" y="38"/>
                    </a:lnTo>
                    <a:lnTo>
                      <a:pt x="93" y="37"/>
                    </a:lnTo>
                    <a:lnTo>
                      <a:pt x="93" y="36"/>
                    </a:lnTo>
                    <a:lnTo>
                      <a:pt x="93" y="34"/>
                    </a:lnTo>
                    <a:lnTo>
                      <a:pt x="94" y="33"/>
                    </a:lnTo>
                    <a:lnTo>
                      <a:pt x="94" y="32"/>
                    </a:lnTo>
                    <a:lnTo>
                      <a:pt x="94" y="30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4" y="24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0"/>
                    </a:lnTo>
                    <a:lnTo>
                      <a:pt x="94" y="18"/>
                    </a:lnTo>
                    <a:lnTo>
                      <a:pt x="94" y="17"/>
                    </a:lnTo>
                    <a:lnTo>
                      <a:pt x="94" y="16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3" y="10"/>
                    </a:lnTo>
                    <a:lnTo>
                      <a:pt x="93" y="8"/>
                    </a:lnTo>
                    <a:lnTo>
                      <a:pt x="93" y="5"/>
                    </a:lnTo>
                    <a:lnTo>
                      <a:pt x="93" y="2"/>
                    </a:lnTo>
                    <a:lnTo>
                      <a:pt x="93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12722" name="Freeform 45">
              <a:extLst>
                <a:ext uri="{FF2B5EF4-FFF2-40B4-BE49-F238E27FC236}">
                  <a16:creationId xmlns:a16="http://schemas.microsoft.com/office/drawing/2014/main" id="{A9C0A0D5-58A9-4874-9871-CD7369E48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674" y="2957298"/>
              <a:ext cx="3699109" cy="2735272"/>
            </a:xfrm>
            <a:custGeom>
              <a:avLst/>
              <a:gdLst>
                <a:gd name="T0" fmla="*/ 1278345235 w 10704"/>
                <a:gd name="T1" fmla="*/ 0 h 21003"/>
                <a:gd name="T2" fmla="*/ 2388662 w 10704"/>
                <a:gd name="T3" fmla="*/ 1102418 h 21003"/>
                <a:gd name="T4" fmla="*/ 0 w 10704"/>
                <a:gd name="T5" fmla="*/ 356221155 h 21003"/>
                <a:gd name="T6" fmla="*/ 135430103 w 10704"/>
                <a:gd name="T7" fmla="*/ 356102383 h 210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04" h="21003">
                  <a:moveTo>
                    <a:pt x="10704" y="0"/>
                  </a:move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1134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2723" name="Line 14">
              <a:extLst>
                <a:ext uri="{FF2B5EF4-FFF2-40B4-BE49-F238E27FC236}">
                  <a16:creationId xmlns:a16="http://schemas.microsoft.com/office/drawing/2014/main" id="{89586266-3567-4DF5-989A-2F8E24EEAF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07413" y="5790467"/>
              <a:ext cx="580100" cy="31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2724" name="TextBox 51">
              <a:extLst>
                <a:ext uri="{FF2B5EF4-FFF2-40B4-BE49-F238E27FC236}">
                  <a16:creationId xmlns:a16="http://schemas.microsoft.com/office/drawing/2014/main" id="{0DBBCD38-466E-4E32-A9FC-861FE9CBCF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75820" y="599816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2725" name="TextBox 51">
              <a:extLst>
                <a:ext uri="{FF2B5EF4-FFF2-40B4-BE49-F238E27FC236}">
                  <a16:creationId xmlns:a16="http://schemas.microsoft.com/office/drawing/2014/main" id="{D7FDFFEB-40F3-4A69-A1D5-ADC96F0CAA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9" y="588809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2726" name="TextBox 51">
              <a:extLst>
                <a:ext uri="{FF2B5EF4-FFF2-40B4-BE49-F238E27FC236}">
                  <a16:creationId xmlns:a16="http://schemas.microsoft.com/office/drawing/2014/main" id="{D9B755E7-3CD6-4C80-99A6-DCD7939CFE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3622" y="588809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12727" name="TextBox 51">
              <a:extLst>
                <a:ext uri="{FF2B5EF4-FFF2-40B4-BE49-F238E27FC236}">
                  <a16:creationId xmlns:a16="http://schemas.microsoft.com/office/drawing/2014/main" id="{2860B8BF-513E-4230-8AC7-BC62B5AB1C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353" y="530726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12728" name="TextBox 51">
              <a:extLst>
                <a:ext uri="{FF2B5EF4-FFF2-40B4-BE49-F238E27FC236}">
                  <a16:creationId xmlns:a16="http://schemas.microsoft.com/office/drawing/2014/main" id="{05EA8DBF-B5F8-48F1-8EEB-14F74BC0D9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9" y="4990627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2729" name="Freeform 48">
              <a:extLst>
                <a:ext uri="{FF2B5EF4-FFF2-40B4-BE49-F238E27FC236}">
                  <a16:creationId xmlns:a16="http://schemas.microsoft.com/office/drawing/2014/main" id="{1F5BFCBA-F9E7-4211-AB88-361C2986C23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594887" y="2914643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2730" name="Freeform 48">
              <a:extLst>
                <a:ext uri="{FF2B5EF4-FFF2-40B4-BE49-F238E27FC236}">
                  <a16:creationId xmlns:a16="http://schemas.microsoft.com/office/drawing/2014/main" id="{34646318-EAD1-4568-85BD-12CDEA60935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434954" y="2931576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2731" name="Freeform 5">
              <a:extLst>
                <a:ext uri="{FF2B5EF4-FFF2-40B4-BE49-F238E27FC236}">
                  <a16:creationId xmlns:a16="http://schemas.microsoft.com/office/drawing/2014/main" id="{C68FA92C-E354-4BD6-9387-1DECB71D9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272" y="5755462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2732" name="Freeform 7">
              <a:extLst>
                <a:ext uri="{FF2B5EF4-FFF2-40B4-BE49-F238E27FC236}">
                  <a16:creationId xmlns:a16="http://schemas.microsoft.com/office/drawing/2014/main" id="{0ABAA5AF-3304-42B6-9DBF-C01D38020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167" y="5867731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2733" name="TextBox 51">
              <a:extLst>
                <a:ext uri="{FF2B5EF4-FFF2-40B4-BE49-F238E27FC236}">
                  <a16:creationId xmlns:a16="http://schemas.microsoft.com/office/drawing/2014/main" id="{0835195B-4908-4D8A-BFE5-6C2C80424A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9028" y="5486655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grpSp>
          <p:nvGrpSpPr>
            <p:cNvPr id="412734" name="Group 4">
              <a:extLst>
                <a:ext uri="{FF2B5EF4-FFF2-40B4-BE49-F238E27FC236}">
                  <a16:creationId xmlns:a16="http://schemas.microsoft.com/office/drawing/2014/main" id="{2D1079A2-94E1-4105-8EA3-9D38825B15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62243" y="1638205"/>
              <a:ext cx="3228751" cy="750888"/>
              <a:chOff x="5768352" y="3768775"/>
              <a:chExt cx="3229577" cy="750332"/>
            </a:xfrm>
          </p:grpSpPr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D5E68003-0911-7A43-9579-28F2E6899954}"/>
                  </a:ext>
                </a:extLst>
              </p:cNvPr>
              <p:cNvCxnSpPr/>
              <p:nvPr/>
            </p:nvCxnSpPr>
            <p:spPr>
              <a:xfrm flipV="1">
                <a:off x="5768098" y="4206085"/>
                <a:ext cx="1980137" cy="15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772B2BBE-505E-6A4A-B5C2-30D6B814AC70}"/>
                  </a:ext>
                </a:extLst>
              </p:cNvPr>
              <p:cNvCxnSpPr/>
              <p:nvPr/>
            </p:nvCxnSpPr>
            <p:spPr>
              <a:xfrm>
                <a:off x="7749823" y="4064873"/>
                <a:ext cx="565300" cy="1586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9D1DE8E5-3DE0-9C45-A0EB-BEC4800FC6FF}"/>
                  </a:ext>
                </a:extLst>
              </p:cNvPr>
              <p:cNvCxnSpPr/>
              <p:nvPr/>
            </p:nvCxnSpPr>
            <p:spPr>
              <a:xfrm>
                <a:off x="7745059" y="4345710"/>
                <a:ext cx="565300" cy="15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FE8CB406-CB5D-A84D-941B-A1F06DB3D0DF}"/>
                  </a:ext>
                </a:extLst>
              </p:cNvPr>
              <p:cNvCxnSpPr/>
              <p:nvPr/>
            </p:nvCxnSpPr>
            <p:spPr>
              <a:xfrm flipH="1" flipV="1">
                <a:off x="7749823" y="4061700"/>
                <a:ext cx="3176" cy="28401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2763" name="TextBox 93">
                <a:extLst>
                  <a:ext uri="{FF2B5EF4-FFF2-40B4-BE49-F238E27FC236}">
                    <a16:creationId xmlns:a16="http://schemas.microsoft.com/office/drawing/2014/main" id="{F929051D-F47C-437D-9A81-0688699256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76877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12764" name="TextBox 6">
                <a:extLst>
                  <a:ext uri="{FF2B5EF4-FFF2-40B4-BE49-F238E27FC236}">
                    <a16:creationId xmlns:a16="http://schemas.microsoft.com/office/drawing/2014/main" id="{66C98923-86B3-452C-8160-0D3F107FF00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149775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2765" name="Freeform 48">
                <a:extLst>
                  <a:ext uri="{FF2B5EF4-FFF2-40B4-BE49-F238E27FC236}">
                    <a16:creationId xmlns:a16="http://schemas.microsoft.com/office/drawing/2014/main" id="{A9981D2C-18E9-4740-8C5B-9656532D4E1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08850" y="4183965"/>
                <a:ext cx="77241" cy="73098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12735" name="Group 88">
              <a:extLst>
                <a:ext uri="{FF2B5EF4-FFF2-40B4-BE49-F238E27FC236}">
                  <a16:creationId xmlns:a16="http://schemas.microsoft.com/office/drawing/2014/main" id="{F96AB3D2-3F9C-49D6-AB61-55987FEB87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53438" y="2428748"/>
              <a:ext cx="2803076" cy="749300"/>
              <a:chOff x="6194136" y="3853561"/>
              <a:chExt cx="2803793" cy="750332"/>
            </a:xfrm>
          </p:grpSpPr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C6FC85D7-48A0-D548-9E9B-0495FBFDDF1B}"/>
                  </a:ext>
                </a:extLst>
              </p:cNvPr>
              <p:cNvCxnSpPr/>
              <p:nvPr/>
            </p:nvCxnSpPr>
            <p:spPr>
              <a:xfrm>
                <a:off x="6194803" y="4204544"/>
                <a:ext cx="1565690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1A87D460-715A-4044-B706-8B2E05529AC8}"/>
                  </a:ext>
                </a:extLst>
              </p:cNvPr>
              <p:cNvCxnSpPr/>
              <p:nvPr/>
            </p:nvCxnSpPr>
            <p:spPr>
              <a:xfrm>
                <a:off x="7744614" y="4064622"/>
                <a:ext cx="565300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Straight Connector 99">
                <a:extLst>
                  <a:ext uri="{FF2B5EF4-FFF2-40B4-BE49-F238E27FC236}">
                    <a16:creationId xmlns:a16="http://schemas.microsoft.com/office/drawing/2014/main" id="{86A9A640-1D5F-224A-A83A-2492159405E5}"/>
                  </a:ext>
                </a:extLst>
              </p:cNvPr>
              <p:cNvCxnSpPr/>
              <p:nvPr/>
            </p:nvCxnSpPr>
            <p:spPr>
              <a:xfrm>
                <a:off x="7739851" y="4339695"/>
                <a:ext cx="565300" cy="15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3E7A4CC9-52D1-3A41-A795-D00A9DA7AE1E}"/>
                  </a:ext>
                </a:extLst>
              </p:cNvPr>
              <p:cNvCxnSpPr/>
              <p:nvPr/>
            </p:nvCxnSpPr>
            <p:spPr>
              <a:xfrm flipH="1" flipV="1">
                <a:off x="7749378" y="4056672"/>
                <a:ext cx="3176" cy="284614"/>
              </a:xfrm>
              <a:prstGeom prst="line">
                <a:avLst/>
              </a:prstGeom>
              <a:solidFill>
                <a:srgbClr val="00B050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2756" name="TextBox 93">
                <a:extLst>
                  <a:ext uri="{FF2B5EF4-FFF2-40B4-BE49-F238E27FC236}">
                    <a16:creationId xmlns:a16="http://schemas.microsoft.com/office/drawing/2014/main" id="{4EE2F9C5-FF3C-4CEB-B055-0FB2107037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853561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12757" name="TextBox 6">
                <a:extLst>
                  <a:ext uri="{FF2B5EF4-FFF2-40B4-BE49-F238E27FC236}">
                    <a16:creationId xmlns:a16="http://schemas.microsoft.com/office/drawing/2014/main" id="{BA02270D-A657-4441-9169-06F7D024B6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234561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2758" name="Freeform 48">
                <a:extLst>
                  <a:ext uri="{FF2B5EF4-FFF2-40B4-BE49-F238E27FC236}">
                    <a16:creationId xmlns:a16="http://schemas.microsoft.com/office/drawing/2014/main" id="{7F82DB4E-1341-4B53-9FB9-260ACA4F0E8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08850" y="4178383"/>
                <a:ext cx="77241" cy="73253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12736" name="Group 8">
              <a:extLst>
                <a:ext uri="{FF2B5EF4-FFF2-40B4-BE49-F238E27FC236}">
                  <a16:creationId xmlns:a16="http://schemas.microsoft.com/office/drawing/2014/main" id="{0E41894D-D6A6-444C-A8D4-B831F5B657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8227" y="3282987"/>
              <a:ext cx="1863862" cy="914400"/>
              <a:chOff x="7168853" y="823310"/>
              <a:chExt cx="1863684" cy="915796"/>
            </a:xfrm>
          </p:grpSpPr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1E0FA5C0-AC6F-9A46-87AE-3FBFC8903863}"/>
                  </a:ext>
                </a:extLst>
              </p:cNvPr>
              <p:cNvCxnSpPr/>
              <p:nvPr/>
            </p:nvCxnSpPr>
            <p:spPr>
              <a:xfrm flipV="1">
                <a:off x="7169302" y="1288857"/>
                <a:ext cx="1122265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C6E6D815-5A84-DF41-8D2C-FF002A0188F6}"/>
                  </a:ext>
                </a:extLst>
              </p:cNvPr>
              <p:cNvCxnSpPr/>
              <p:nvPr/>
            </p:nvCxnSpPr>
            <p:spPr>
              <a:xfrm>
                <a:off x="7750277" y="1024875"/>
                <a:ext cx="565101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FA96DC26-C116-214A-A078-B4D3BD172B10}"/>
                  </a:ext>
                </a:extLst>
              </p:cNvPr>
              <p:cNvCxnSpPr/>
              <p:nvPr/>
            </p:nvCxnSpPr>
            <p:spPr>
              <a:xfrm>
                <a:off x="7745514" y="1521034"/>
                <a:ext cx="565101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Straight Connector 108">
                <a:extLst>
                  <a:ext uri="{FF2B5EF4-FFF2-40B4-BE49-F238E27FC236}">
                    <a16:creationId xmlns:a16="http://schemas.microsoft.com/office/drawing/2014/main" id="{6B02177C-AF35-A040-9F5A-2E76E27BCF41}"/>
                  </a:ext>
                </a:extLst>
              </p:cNvPr>
              <p:cNvCxnSpPr/>
              <p:nvPr/>
            </p:nvCxnSpPr>
            <p:spPr>
              <a:xfrm flipH="1" flipV="1">
                <a:off x="7745514" y="1018514"/>
                <a:ext cx="3175" cy="505701"/>
              </a:xfrm>
              <a:prstGeom prst="line">
                <a:avLst/>
              </a:prstGeom>
              <a:solidFill>
                <a:srgbClr val="00B050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2748" name="TextBox 101">
                <a:extLst>
                  <a:ext uri="{FF2B5EF4-FFF2-40B4-BE49-F238E27FC236}">
                    <a16:creationId xmlns:a16="http://schemas.microsoft.com/office/drawing/2014/main" id="{634AF694-AE53-4668-A0D7-62C7C327693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0792" y="108674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12749" name="TextBox 6">
                <a:extLst>
                  <a:ext uri="{FF2B5EF4-FFF2-40B4-BE49-F238E27FC236}">
                    <a16:creationId xmlns:a16="http://schemas.microsoft.com/office/drawing/2014/main" id="{7EED958E-B07B-499F-A691-73D53917DB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16032" y="823310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2750" name="Freeform 48">
                <a:extLst>
                  <a:ext uri="{FF2B5EF4-FFF2-40B4-BE49-F238E27FC236}">
                    <a16:creationId xmlns:a16="http://schemas.microsoft.com/office/drawing/2014/main" id="{A2C1C37E-7DDA-4DDB-974A-EEAFF67CFB1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10106" y="1261218"/>
                <a:ext cx="73145" cy="73264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12751" name="TextBox 107">
                <a:extLst>
                  <a:ext uri="{FF2B5EF4-FFF2-40B4-BE49-F238E27FC236}">
                    <a16:creationId xmlns:a16="http://schemas.microsoft.com/office/drawing/2014/main" id="{9CC82AB3-E56C-4DD8-AF3C-83C19B18F2A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96438" y="1369774"/>
                <a:ext cx="736099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Done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sp>
          <p:nvSpPr>
            <p:cNvPr id="412737" name="Freeform 48">
              <a:extLst>
                <a:ext uri="{FF2B5EF4-FFF2-40B4-BE49-F238E27FC236}">
                  <a16:creationId xmlns:a16="http://schemas.microsoft.com/office/drawing/2014/main" id="{6AFF3E05-5F88-4C6A-9312-7A49A980990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232937" y="2733668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2738" name="Freeform 48">
              <a:extLst>
                <a:ext uri="{FF2B5EF4-FFF2-40B4-BE49-F238E27FC236}">
                  <a16:creationId xmlns:a16="http://schemas.microsoft.com/office/drawing/2014/main" id="{DCC05EF8-BDC6-4683-8091-1E7B4EEFE7D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823362" y="2047868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2739" name="TextBox 51">
              <a:extLst>
                <a:ext uri="{FF2B5EF4-FFF2-40B4-BE49-F238E27FC236}">
                  <a16:creationId xmlns:a16="http://schemas.microsoft.com/office/drawing/2014/main" id="{9171CFE9-2F1F-4437-95AE-F92E2181EC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4300" y="162108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2740" name="TextBox 51">
              <a:extLst>
                <a:ext uri="{FF2B5EF4-FFF2-40B4-BE49-F238E27FC236}">
                  <a16:creationId xmlns:a16="http://schemas.microsoft.com/office/drawing/2014/main" id="{CD382976-E4AE-4E5D-A760-AC49FF8443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2587" y="238993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2741" name="TextBox 51">
              <a:extLst>
                <a:ext uri="{FF2B5EF4-FFF2-40B4-BE49-F238E27FC236}">
                  <a16:creationId xmlns:a16="http://schemas.microsoft.com/office/drawing/2014/main" id="{1B25F9A6-F0DE-4078-A6F5-63A619A4E7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0875" y="333344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2742" name="Freeform 45">
              <a:extLst>
                <a:ext uri="{FF2B5EF4-FFF2-40B4-BE49-F238E27FC236}">
                  <a16:creationId xmlns:a16="http://schemas.microsoft.com/office/drawing/2014/main" id="{33982409-2EFA-40FA-9EA8-49A70D860D4E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852089" y="2959411"/>
              <a:ext cx="4372447" cy="3609986"/>
            </a:xfrm>
            <a:custGeom>
              <a:avLst/>
              <a:gdLst>
                <a:gd name="T0" fmla="*/ 1541469344 w 10704"/>
                <a:gd name="T1" fmla="*/ 86678321 h 150349"/>
                <a:gd name="T2" fmla="*/ 1782751296 w 10704"/>
                <a:gd name="T3" fmla="*/ 86601655 h 150349"/>
                <a:gd name="T4" fmla="*/ 1786088637 w 10704"/>
                <a:gd name="T5" fmla="*/ 0 h 150349"/>
                <a:gd name="T6" fmla="*/ 3337340 w 10704"/>
                <a:gd name="T7" fmla="*/ 37481 h 150349"/>
                <a:gd name="T8" fmla="*/ 0 w 10704"/>
                <a:gd name="T9" fmla="*/ 12108528 h 150349"/>
                <a:gd name="T10" fmla="*/ 164025176 w 10704"/>
                <a:gd name="T11" fmla="*/ 12104494 h 1503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04" h="150349">
                  <a:moveTo>
                    <a:pt x="9238" y="150349"/>
                  </a:moveTo>
                  <a:lnTo>
                    <a:pt x="10684" y="150216"/>
                  </a:lnTo>
                  <a:cubicBezTo>
                    <a:pt x="10716" y="100026"/>
                    <a:pt x="10672" y="50190"/>
                    <a:pt x="10704" y="0"/>
                  </a:cubicBez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983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2743" name="Freeform 48">
              <a:extLst>
                <a:ext uri="{FF2B5EF4-FFF2-40B4-BE49-F238E27FC236}">
                  <a16:creationId xmlns:a16="http://schemas.microsoft.com/office/drawing/2014/main" id="{D59A4AD7-21E7-485E-B978-8436811837F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186470" y="3716834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412675" name="Group 115">
            <a:extLst>
              <a:ext uri="{FF2B5EF4-FFF2-40B4-BE49-F238E27FC236}">
                <a16:creationId xmlns:a16="http://schemas.microsoft.com/office/drawing/2014/main" id="{8297C76D-AEF0-4DE5-A9E2-F2CCC2EA5B35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58763" y="1071563"/>
            <a:ext cx="3546475" cy="1455737"/>
            <a:chOff x="27330" y="2051709"/>
            <a:chExt cx="2697218" cy="1108075"/>
          </a:xfrm>
        </p:grpSpPr>
        <p:pic>
          <p:nvPicPr>
            <p:cNvPr id="412676" name="Picture 119">
              <a:extLst>
                <a:ext uri="{FF2B5EF4-FFF2-40B4-BE49-F238E27FC236}">
                  <a16:creationId xmlns:a16="http://schemas.microsoft.com/office/drawing/2014/main" id="{AB1B00A2-BA55-4270-B663-6AB0D1ABFF8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330" y="2145256"/>
              <a:ext cx="2697218" cy="92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412677" name="Straight Connector 120">
              <a:extLst>
                <a:ext uri="{FF2B5EF4-FFF2-40B4-BE49-F238E27FC236}">
                  <a16:creationId xmlns:a16="http://schemas.microsoft.com/office/drawing/2014/main" id="{21A26C1E-05CB-4371-A387-A77E011F0DD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92827" y="2051709"/>
              <a:ext cx="7937" cy="1108075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3697" name="Title 1">
            <a:extLst>
              <a:ext uri="{FF2B5EF4-FFF2-40B4-BE49-F238E27FC236}">
                <a16:creationId xmlns:a16="http://schemas.microsoft.com/office/drawing/2014/main" id="{A2181456-25A0-4121-BC91-41CAA7700C0B}"/>
              </a:ext>
            </a:extLst>
          </p:cNvPr>
          <p:cNvSpPr txBox="1">
            <a:spLocks/>
          </p:cNvSpPr>
          <p:nvPr/>
        </p:nvSpPr>
        <p:spPr bwMode="auto">
          <a:xfrm>
            <a:off x="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How Does It Work?</a:t>
            </a:r>
          </a:p>
        </p:txBody>
      </p:sp>
      <p:grpSp>
        <p:nvGrpSpPr>
          <p:cNvPr id="413698" name="Group 3">
            <a:extLst>
              <a:ext uri="{FF2B5EF4-FFF2-40B4-BE49-F238E27FC236}">
                <a16:creationId xmlns:a16="http://schemas.microsoft.com/office/drawing/2014/main" id="{31171DBA-B35E-4BFB-A90C-6B6B825EBD94}"/>
              </a:ext>
            </a:extLst>
          </p:cNvPr>
          <p:cNvGrpSpPr>
            <a:grpSpLocks/>
          </p:cNvGrpSpPr>
          <p:nvPr/>
        </p:nvGrpSpPr>
        <p:grpSpPr bwMode="auto">
          <a:xfrm>
            <a:off x="93663" y="1319213"/>
            <a:ext cx="8997950" cy="5249862"/>
            <a:chOff x="92960" y="1318445"/>
            <a:chExt cx="8998034" cy="5250952"/>
          </a:xfrm>
        </p:grpSpPr>
        <p:sp>
          <p:nvSpPr>
            <p:cNvPr id="413702" name="TextBox 51">
              <a:extLst>
                <a:ext uri="{FF2B5EF4-FFF2-40B4-BE49-F238E27FC236}">
                  <a16:creationId xmlns:a16="http://schemas.microsoft.com/office/drawing/2014/main" id="{4D093504-6FFE-4015-9949-B3D0DA308B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3160" y="5486655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13703" name="Line 14">
              <a:extLst>
                <a:ext uri="{FF2B5EF4-FFF2-40B4-BE49-F238E27FC236}">
                  <a16:creationId xmlns:a16="http://schemas.microsoft.com/office/drawing/2014/main" id="{2A2008AF-21BC-4CA1-84F4-5CD6466813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9416" y="5920630"/>
              <a:ext cx="10703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3704" name="Line 14">
              <a:extLst>
                <a:ext uri="{FF2B5EF4-FFF2-40B4-BE49-F238E27FC236}">
                  <a16:creationId xmlns:a16="http://schemas.microsoft.com/office/drawing/2014/main" id="{E8B93377-F5F0-4772-A66C-47C329F42F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50" y="5937564"/>
              <a:ext cx="14246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3705" name="Rectangle 7">
              <a:extLst>
                <a:ext uri="{FF2B5EF4-FFF2-40B4-BE49-F238E27FC236}">
                  <a16:creationId xmlns:a16="http://schemas.microsoft.com/office/drawing/2014/main" id="{747161BA-FBDC-4C00-B774-232CCC2015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7960" y="5073446"/>
              <a:ext cx="1806575" cy="10302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706" name="Freeform 8">
              <a:extLst>
                <a:ext uri="{FF2B5EF4-FFF2-40B4-BE49-F238E27FC236}">
                  <a16:creationId xmlns:a16="http://schemas.microsoft.com/office/drawing/2014/main" id="{FBEC1992-D69B-48C1-BFC1-4CA7F7FB7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960" y="5302046"/>
              <a:ext cx="158750" cy="160338"/>
            </a:xfrm>
            <a:custGeom>
              <a:avLst/>
              <a:gdLst>
                <a:gd name="T0" fmla="*/ 0 w 202"/>
                <a:gd name="T1" fmla="*/ 630239 h 202"/>
                <a:gd name="T2" fmla="*/ 0 w 202"/>
                <a:gd name="T3" fmla="*/ 630239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3707" name="Rectangle 10">
              <a:extLst>
                <a:ext uri="{FF2B5EF4-FFF2-40B4-BE49-F238E27FC236}">
                  <a16:creationId xmlns:a16="http://schemas.microsoft.com/office/drawing/2014/main" id="{419561AB-FD01-4C4D-856E-692FC2CCD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4323" y="5765596"/>
              <a:ext cx="65723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clear_n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708" name="Rectangle 11">
              <a:extLst>
                <a:ext uri="{FF2B5EF4-FFF2-40B4-BE49-F238E27FC236}">
                  <a16:creationId xmlns:a16="http://schemas.microsoft.com/office/drawing/2014/main" id="{9C7C422A-300D-41AC-9FAF-645484BD10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1010" y="5465559"/>
              <a:ext cx="1331912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2-bit up-counter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709" name="Line 14">
              <a:extLst>
                <a:ext uri="{FF2B5EF4-FFF2-40B4-BE49-F238E27FC236}">
                  <a16:creationId xmlns:a16="http://schemas.microsoft.com/office/drawing/2014/main" id="{EEA933C6-7FC8-41D1-A4C0-8869C2220D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48" y="5396934"/>
              <a:ext cx="4202381" cy="39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3710" name="Rectangle 17">
              <a:extLst>
                <a:ext uri="{FF2B5EF4-FFF2-40B4-BE49-F238E27FC236}">
                  <a16:creationId xmlns:a16="http://schemas.microsoft.com/office/drawing/2014/main" id="{ED120032-2226-4A1C-A8FB-8ECB77CAE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895" y="5791514"/>
              <a:ext cx="166712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711" name="Rectangle 18">
              <a:extLst>
                <a:ext uri="{FF2B5EF4-FFF2-40B4-BE49-F238E27FC236}">
                  <a16:creationId xmlns:a16="http://schemas.microsoft.com/office/drawing/2014/main" id="{943A3C9E-FCE3-42E3-AADE-6D28D4D17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7935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712" name="Rectangle 19">
              <a:extLst>
                <a:ext uri="{FF2B5EF4-FFF2-40B4-BE49-F238E27FC236}">
                  <a16:creationId xmlns:a16="http://schemas.microsoft.com/office/drawing/2014/main" id="{88B683EF-BE7A-4BBD-96CD-AB1B198E3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6560" y="3084309"/>
              <a:ext cx="1806575" cy="107473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713" name="Rectangle 20">
              <a:extLst>
                <a:ext uri="{FF2B5EF4-FFF2-40B4-BE49-F238E27FC236}">
                  <a16:creationId xmlns:a16="http://schemas.microsoft.com/office/drawing/2014/main" id="{178205B2-5167-414D-8039-03DE24D9B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2398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714" name="Line 21">
              <a:extLst>
                <a:ext uri="{FF2B5EF4-FFF2-40B4-BE49-F238E27FC236}">
                  <a16:creationId xmlns:a16="http://schemas.microsoft.com/office/drawing/2014/main" id="{604ADA43-EDE9-4CBE-861C-4C12F18B5C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473545" y="1898087"/>
              <a:ext cx="2103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3715" name="Line 22">
              <a:extLst>
                <a:ext uri="{FF2B5EF4-FFF2-40B4-BE49-F238E27FC236}">
                  <a16:creationId xmlns:a16="http://schemas.microsoft.com/office/drawing/2014/main" id="{FF23C560-6720-489D-AFC4-982A681628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20235" y="1895799"/>
              <a:ext cx="3168" cy="11885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3716" name="Rectangle 23">
              <a:extLst>
                <a:ext uri="{FF2B5EF4-FFF2-40B4-BE49-F238E27FC236}">
                  <a16:creationId xmlns:a16="http://schemas.microsoft.com/office/drawing/2014/main" id="{8193A5D9-D4B1-49E9-9490-49340331C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9598" y="3843134"/>
              <a:ext cx="2276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En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717" name="Rectangle 24">
              <a:extLst>
                <a:ext uri="{FF2B5EF4-FFF2-40B4-BE49-F238E27FC236}">
                  <a16:creationId xmlns:a16="http://schemas.microsoft.com/office/drawing/2014/main" id="{3C6F4721-D53D-4A20-B2FB-1132E06565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7860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718" name="Rectangle 25">
              <a:extLst>
                <a:ext uri="{FF2B5EF4-FFF2-40B4-BE49-F238E27FC236}">
                  <a16:creationId xmlns:a16="http://schemas.microsoft.com/office/drawing/2014/main" id="{8756FB67-CF08-48F7-8CB4-5F55617181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6285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719" name="Rectangle 26">
              <a:extLst>
                <a:ext uri="{FF2B5EF4-FFF2-40B4-BE49-F238E27FC236}">
                  <a16:creationId xmlns:a16="http://schemas.microsoft.com/office/drawing/2014/main" id="{1F5B5C5D-6C89-4B4C-B8F6-ED508BEAB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2148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720" name="Rectangle 27">
              <a:extLst>
                <a:ext uri="{FF2B5EF4-FFF2-40B4-BE49-F238E27FC236}">
                  <a16:creationId xmlns:a16="http://schemas.microsoft.com/office/drawing/2014/main" id="{F9A63A23-6AA9-4FA4-A7B8-1D7EEC5EFD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6610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721" name="Rectangle 28">
              <a:extLst>
                <a:ext uri="{FF2B5EF4-FFF2-40B4-BE49-F238E27FC236}">
                  <a16:creationId xmlns:a16="http://schemas.microsoft.com/office/drawing/2014/main" id="{1602617E-5FF0-40A9-9018-F888754BE1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79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722" name="Rectangle 29">
              <a:extLst>
                <a:ext uri="{FF2B5EF4-FFF2-40B4-BE49-F238E27FC236}">
                  <a16:creationId xmlns:a16="http://schemas.microsoft.com/office/drawing/2014/main" id="{4E50AE4C-A5F2-48EA-9D95-EEA0CF0634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522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723" name="Rectangle 30">
              <a:extLst>
                <a:ext uri="{FF2B5EF4-FFF2-40B4-BE49-F238E27FC236}">
                  <a16:creationId xmlns:a16="http://schemas.microsoft.com/office/drawing/2014/main" id="{BA17905B-1020-4FF9-8467-8D70472D4F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3035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724" name="Rectangle 31">
              <a:extLst>
                <a:ext uri="{FF2B5EF4-FFF2-40B4-BE49-F238E27FC236}">
                  <a16:creationId xmlns:a16="http://schemas.microsoft.com/office/drawing/2014/main" id="{7D7D61FF-C40D-456E-B5A5-6E07345F2C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3048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725" name="Rectangle 32">
              <a:extLst>
                <a:ext uri="{FF2B5EF4-FFF2-40B4-BE49-F238E27FC236}">
                  <a16:creationId xmlns:a16="http://schemas.microsoft.com/office/drawing/2014/main" id="{F00B2B57-D2B0-4EB5-BAD9-FC09C6C32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974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726" name="Line 33">
              <a:extLst>
                <a:ext uri="{FF2B5EF4-FFF2-40B4-BE49-F238E27FC236}">
                  <a16:creationId xmlns:a16="http://schemas.microsoft.com/office/drawing/2014/main" id="{239D3AC4-F42A-42CB-A825-8BAD34DAC0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66219" y="1895799"/>
              <a:ext cx="1583" cy="11885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3727" name="Line 34">
              <a:extLst>
                <a:ext uri="{FF2B5EF4-FFF2-40B4-BE49-F238E27FC236}">
                  <a16:creationId xmlns:a16="http://schemas.microsoft.com/office/drawing/2014/main" id="{954C01AC-3AEC-4A4D-84D2-1ADEF13DAE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862119" y="1898087"/>
              <a:ext cx="2465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3728" name="Rectangle 37">
              <a:extLst>
                <a:ext uri="{FF2B5EF4-FFF2-40B4-BE49-F238E27FC236}">
                  <a16:creationId xmlns:a16="http://schemas.microsoft.com/office/drawing/2014/main" id="{71771C7A-9A1C-4C69-B2F4-1DE3EB57D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817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729" name="Rectangle 38">
              <a:extLst>
                <a:ext uri="{FF2B5EF4-FFF2-40B4-BE49-F238E27FC236}">
                  <a16:creationId xmlns:a16="http://schemas.microsoft.com/office/drawing/2014/main" id="{3FE98972-5632-4D5B-B35C-2D613E7CC7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1510" y="4657521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730" name="Rectangle 45">
              <a:extLst>
                <a:ext uri="{FF2B5EF4-FFF2-40B4-BE49-F238E27FC236}">
                  <a16:creationId xmlns:a16="http://schemas.microsoft.com/office/drawing/2014/main" id="{0011460B-D727-4192-BAB5-F8E0EE8583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6123" y="3519284"/>
              <a:ext cx="11938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2-to-4 decoder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731" name="Rectangle 46">
              <a:extLst>
                <a:ext uri="{FF2B5EF4-FFF2-40B4-BE49-F238E27FC236}">
                  <a16:creationId xmlns:a16="http://schemas.microsoft.com/office/drawing/2014/main" id="{DEE3DEC2-EB18-441E-9DE7-2CDF57F61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3735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732" name="Rectangle 47">
              <a:extLst>
                <a:ext uri="{FF2B5EF4-FFF2-40B4-BE49-F238E27FC236}">
                  <a16:creationId xmlns:a16="http://schemas.microsoft.com/office/drawing/2014/main" id="{CE355BAE-C519-4635-AE21-41FA6879DC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0898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733" name="Rectangle 48">
              <a:extLst>
                <a:ext uri="{FF2B5EF4-FFF2-40B4-BE49-F238E27FC236}">
                  <a16:creationId xmlns:a16="http://schemas.microsoft.com/office/drawing/2014/main" id="{383E0741-7648-4BBE-A141-3184A00AB5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8410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734" name="Rectangle 49">
              <a:extLst>
                <a:ext uri="{FF2B5EF4-FFF2-40B4-BE49-F238E27FC236}">
                  <a16:creationId xmlns:a16="http://schemas.microsoft.com/office/drawing/2014/main" id="{DFE4F050-D0A9-4645-BC15-A6B72CB1B7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5573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735" name="Rectangle 50">
              <a:extLst>
                <a:ext uri="{FF2B5EF4-FFF2-40B4-BE49-F238E27FC236}">
                  <a16:creationId xmlns:a16="http://schemas.microsoft.com/office/drawing/2014/main" id="{2721F6F0-C630-4B41-8953-6C6E85DF3E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60" y="5214195"/>
              <a:ext cx="55143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Clock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cxnSp>
          <p:nvCxnSpPr>
            <p:cNvPr id="413736" name="Straight Arrow Connector 2">
              <a:extLst>
                <a:ext uri="{FF2B5EF4-FFF2-40B4-BE49-F238E27FC236}">
                  <a16:creationId xmlns:a16="http://schemas.microsoft.com/office/drawing/2014/main" id="{5A3F76FD-417F-4ADD-8F6F-C63E61A5F32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109145" y="4165226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13737" name="Straight Arrow Connector 52">
              <a:extLst>
                <a:ext uri="{FF2B5EF4-FFF2-40B4-BE49-F238E27FC236}">
                  <a16:creationId xmlns:a16="http://schemas.microsoft.com/office/drawing/2014/main" id="{3664B87B-1694-42CA-8F5F-A08153214EE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38675" y="4169345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13738" name="Straight Arrow Connector 53">
              <a:extLst>
                <a:ext uri="{FF2B5EF4-FFF2-40B4-BE49-F238E27FC236}">
                  <a16:creationId xmlns:a16="http://schemas.microsoft.com/office/drawing/2014/main" id="{6DF3C5A6-9A56-43B2-A809-180BAA8ADE8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706475" y="4171404"/>
              <a:ext cx="0" cy="423475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13739" name="Freeform 5">
              <a:extLst>
                <a:ext uri="{FF2B5EF4-FFF2-40B4-BE49-F238E27FC236}">
                  <a16:creationId xmlns:a16="http://schemas.microsoft.com/office/drawing/2014/main" id="{69F5B793-0F9B-4159-93EB-23CF57643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005" y="5772396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3740" name="Freeform 7">
              <a:extLst>
                <a:ext uri="{FF2B5EF4-FFF2-40B4-BE49-F238E27FC236}">
                  <a16:creationId xmlns:a16="http://schemas.microsoft.com/office/drawing/2014/main" id="{D0EEF6C9-B46D-490D-A245-3E1F6959F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900" y="5884665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3741" name="TextBox 7">
              <a:extLst>
                <a:ext uri="{FF2B5EF4-FFF2-40B4-BE49-F238E27FC236}">
                  <a16:creationId xmlns:a16="http://schemas.microsoft.com/office/drawing/2014/main" id="{EE980E61-9E6D-4FAD-A5E7-4450262DEA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8312" y="4594022"/>
              <a:ext cx="874713" cy="461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3742" name="TextBox 7">
              <a:extLst>
                <a:ext uri="{FF2B5EF4-FFF2-40B4-BE49-F238E27FC236}">
                  <a16:creationId xmlns:a16="http://schemas.microsoft.com/office/drawing/2014/main" id="{C54E1EEC-1657-483B-9A43-A3462E3EA6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8566" y="1318445"/>
              <a:ext cx="199797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3743" name="TextBox 51">
              <a:extLst>
                <a:ext uri="{FF2B5EF4-FFF2-40B4-BE49-F238E27FC236}">
                  <a16:creationId xmlns:a16="http://schemas.microsoft.com/office/drawing/2014/main" id="{B7587697-FF98-4AE5-ABBA-A0C897DB80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4287" y="541396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13744" name="AutoShape 57">
              <a:extLst>
                <a:ext uri="{FF2B5EF4-FFF2-40B4-BE49-F238E27FC236}">
                  <a16:creationId xmlns:a16="http://schemas.microsoft.com/office/drawing/2014/main" id="{D4401216-E716-45F1-8456-1498C125C1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501" y="5556352"/>
              <a:ext cx="554038" cy="47148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grpSp>
          <p:nvGrpSpPr>
            <p:cNvPr id="413745" name="Group 66">
              <a:extLst>
                <a:ext uri="{FF2B5EF4-FFF2-40B4-BE49-F238E27FC236}">
                  <a16:creationId xmlns:a16="http://schemas.microsoft.com/office/drawing/2014/main" id="{5D424621-BE68-4FA8-A673-33DF7E7B74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24676" y="5661598"/>
              <a:ext cx="636587" cy="501650"/>
              <a:chOff x="4164013" y="5505902"/>
              <a:chExt cx="636587" cy="501650"/>
            </a:xfrm>
          </p:grpSpPr>
          <p:sp>
            <p:nvSpPr>
              <p:cNvPr id="413790" name="Freeform 86">
                <a:extLst>
                  <a:ext uri="{FF2B5EF4-FFF2-40B4-BE49-F238E27FC236}">
                    <a16:creationId xmlns:a16="http://schemas.microsoft.com/office/drawing/2014/main" id="{7625BCF0-0DEB-4076-B8CB-E8E023AF2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505902"/>
                <a:ext cx="630237" cy="249237"/>
              </a:xfrm>
              <a:custGeom>
                <a:avLst/>
                <a:gdLst>
                  <a:gd name="T0" fmla="*/ 2147483646 w 794"/>
                  <a:gd name="T1" fmla="*/ 0 h 315"/>
                  <a:gd name="T2" fmla="*/ 2147483646 w 794"/>
                  <a:gd name="T3" fmla="*/ 0 h 315"/>
                  <a:gd name="T4" fmla="*/ 2147483646 w 794"/>
                  <a:gd name="T5" fmla="*/ 0 h 315"/>
                  <a:gd name="T6" fmla="*/ 2147483646 w 794"/>
                  <a:gd name="T7" fmla="*/ 0 h 315"/>
                  <a:gd name="T8" fmla="*/ 2147483646 w 794"/>
                  <a:gd name="T9" fmla="*/ 0 h 315"/>
                  <a:gd name="T10" fmla="*/ 2147483646 w 794"/>
                  <a:gd name="T11" fmla="*/ 0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0"/>
                    </a:moveTo>
                    <a:lnTo>
                      <a:pt x="31" y="0"/>
                    </a:lnTo>
                    <a:lnTo>
                      <a:pt x="60" y="0"/>
                    </a:lnTo>
                    <a:lnTo>
                      <a:pt x="86" y="0"/>
                    </a:lnTo>
                    <a:lnTo>
                      <a:pt x="110" y="0"/>
                    </a:lnTo>
                    <a:lnTo>
                      <a:pt x="134" y="0"/>
                    </a:lnTo>
                    <a:lnTo>
                      <a:pt x="155" y="0"/>
                    </a:lnTo>
                    <a:lnTo>
                      <a:pt x="175" y="0"/>
                    </a:lnTo>
                    <a:lnTo>
                      <a:pt x="194" y="0"/>
                    </a:lnTo>
                    <a:lnTo>
                      <a:pt x="211" y="0"/>
                    </a:lnTo>
                    <a:lnTo>
                      <a:pt x="227" y="0"/>
                    </a:lnTo>
                    <a:lnTo>
                      <a:pt x="240" y="0"/>
                    </a:lnTo>
                    <a:lnTo>
                      <a:pt x="254" y="0"/>
                    </a:lnTo>
                    <a:lnTo>
                      <a:pt x="265" y="0"/>
                    </a:lnTo>
                    <a:lnTo>
                      <a:pt x="276" y="0"/>
                    </a:lnTo>
                    <a:lnTo>
                      <a:pt x="287" y="0"/>
                    </a:lnTo>
                    <a:lnTo>
                      <a:pt x="296" y="0"/>
                    </a:lnTo>
                    <a:lnTo>
                      <a:pt x="303" y="0"/>
                    </a:lnTo>
                    <a:lnTo>
                      <a:pt x="311" y="0"/>
                    </a:lnTo>
                    <a:lnTo>
                      <a:pt x="317" y="0"/>
                    </a:lnTo>
                    <a:lnTo>
                      <a:pt x="323" y="0"/>
                    </a:lnTo>
                    <a:lnTo>
                      <a:pt x="328" y="0"/>
                    </a:lnTo>
                    <a:lnTo>
                      <a:pt x="332" y="0"/>
                    </a:lnTo>
                    <a:lnTo>
                      <a:pt x="336" y="1"/>
                    </a:lnTo>
                    <a:lnTo>
                      <a:pt x="338" y="1"/>
                    </a:lnTo>
                    <a:lnTo>
                      <a:pt x="342" y="1"/>
                    </a:lnTo>
                    <a:lnTo>
                      <a:pt x="345" y="1"/>
                    </a:lnTo>
                    <a:lnTo>
                      <a:pt x="348" y="1"/>
                    </a:lnTo>
                    <a:lnTo>
                      <a:pt x="349" y="1"/>
                    </a:lnTo>
                    <a:lnTo>
                      <a:pt x="352" y="1"/>
                    </a:lnTo>
                    <a:lnTo>
                      <a:pt x="353" y="1"/>
                    </a:lnTo>
                    <a:lnTo>
                      <a:pt x="356" y="1"/>
                    </a:lnTo>
                    <a:lnTo>
                      <a:pt x="358" y="1"/>
                    </a:lnTo>
                    <a:lnTo>
                      <a:pt x="360" y="1"/>
                    </a:lnTo>
                    <a:lnTo>
                      <a:pt x="362" y="3"/>
                    </a:lnTo>
                    <a:lnTo>
                      <a:pt x="364" y="3"/>
                    </a:lnTo>
                    <a:lnTo>
                      <a:pt x="366" y="3"/>
                    </a:lnTo>
                    <a:lnTo>
                      <a:pt x="368" y="3"/>
                    </a:lnTo>
                    <a:lnTo>
                      <a:pt x="369" y="3"/>
                    </a:lnTo>
                    <a:lnTo>
                      <a:pt x="370" y="3"/>
                    </a:lnTo>
                    <a:lnTo>
                      <a:pt x="372" y="3"/>
                    </a:lnTo>
                    <a:lnTo>
                      <a:pt x="374" y="3"/>
                    </a:lnTo>
                    <a:lnTo>
                      <a:pt x="376" y="3"/>
                    </a:lnTo>
                    <a:lnTo>
                      <a:pt x="377" y="3"/>
                    </a:lnTo>
                    <a:lnTo>
                      <a:pt x="378" y="3"/>
                    </a:lnTo>
                    <a:lnTo>
                      <a:pt x="380" y="4"/>
                    </a:lnTo>
                    <a:lnTo>
                      <a:pt x="381" y="4"/>
                    </a:lnTo>
                    <a:lnTo>
                      <a:pt x="382" y="4"/>
                    </a:lnTo>
                    <a:lnTo>
                      <a:pt x="384" y="4"/>
                    </a:lnTo>
                    <a:lnTo>
                      <a:pt x="385" y="4"/>
                    </a:lnTo>
                    <a:lnTo>
                      <a:pt x="386" y="4"/>
                    </a:lnTo>
                    <a:lnTo>
                      <a:pt x="388" y="4"/>
                    </a:lnTo>
                    <a:lnTo>
                      <a:pt x="389" y="4"/>
                    </a:lnTo>
                    <a:lnTo>
                      <a:pt x="390" y="4"/>
                    </a:lnTo>
                    <a:lnTo>
                      <a:pt x="392" y="5"/>
                    </a:lnTo>
                    <a:lnTo>
                      <a:pt x="393" y="5"/>
                    </a:lnTo>
                    <a:lnTo>
                      <a:pt x="394" y="5"/>
                    </a:lnTo>
                    <a:lnTo>
                      <a:pt x="396" y="5"/>
                    </a:lnTo>
                    <a:lnTo>
                      <a:pt x="398" y="5"/>
                    </a:lnTo>
                    <a:lnTo>
                      <a:pt x="400" y="5"/>
                    </a:lnTo>
                    <a:lnTo>
                      <a:pt x="401" y="7"/>
                    </a:lnTo>
                    <a:lnTo>
                      <a:pt x="403" y="7"/>
                    </a:lnTo>
                    <a:lnTo>
                      <a:pt x="405" y="7"/>
                    </a:lnTo>
                    <a:lnTo>
                      <a:pt x="407" y="7"/>
                    </a:lnTo>
                    <a:lnTo>
                      <a:pt x="409" y="8"/>
                    </a:lnTo>
                    <a:lnTo>
                      <a:pt x="411" y="8"/>
                    </a:lnTo>
                    <a:lnTo>
                      <a:pt x="413" y="8"/>
                    </a:lnTo>
                    <a:lnTo>
                      <a:pt x="414" y="8"/>
                    </a:lnTo>
                    <a:lnTo>
                      <a:pt x="417" y="8"/>
                    </a:lnTo>
                    <a:lnTo>
                      <a:pt x="418" y="8"/>
                    </a:lnTo>
                    <a:lnTo>
                      <a:pt x="419" y="9"/>
                    </a:lnTo>
                    <a:lnTo>
                      <a:pt x="421" y="9"/>
                    </a:lnTo>
                    <a:lnTo>
                      <a:pt x="422" y="9"/>
                    </a:lnTo>
                    <a:lnTo>
                      <a:pt x="423" y="9"/>
                    </a:lnTo>
                    <a:lnTo>
                      <a:pt x="425" y="9"/>
                    </a:lnTo>
                    <a:lnTo>
                      <a:pt x="426" y="9"/>
                    </a:lnTo>
                    <a:lnTo>
                      <a:pt x="426" y="11"/>
                    </a:lnTo>
                    <a:lnTo>
                      <a:pt x="427" y="11"/>
                    </a:lnTo>
                    <a:lnTo>
                      <a:pt x="429" y="11"/>
                    </a:lnTo>
                    <a:lnTo>
                      <a:pt x="430" y="11"/>
                    </a:lnTo>
                    <a:lnTo>
                      <a:pt x="431" y="11"/>
                    </a:lnTo>
                    <a:lnTo>
                      <a:pt x="433" y="12"/>
                    </a:lnTo>
                    <a:lnTo>
                      <a:pt x="434" y="12"/>
                    </a:lnTo>
                    <a:lnTo>
                      <a:pt x="435" y="12"/>
                    </a:lnTo>
                    <a:lnTo>
                      <a:pt x="437" y="13"/>
                    </a:lnTo>
                    <a:lnTo>
                      <a:pt x="438" y="13"/>
                    </a:lnTo>
                    <a:lnTo>
                      <a:pt x="439" y="13"/>
                    </a:lnTo>
                    <a:lnTo>
                      <a:pt x="441" y="15"/>
                    </a:lnTo>
                    <a:lnTo>
                      <a:pt x="443" y="15"/>
                    </a:lnTo>
                    <a:lnTo>
                      <a:pt x="445" y="15"/>
                    </a:lnTo>
                    <a:lnTo>
                      <a:pt x="446" y="16"/>
                    </a:lnTo>
                    <a:lnTo>
                      <a:pt x="449" y="16"/>
                    </a:lnTo>
                    <a:lnTo>
                      <a:pt x="450" y="17"/>
                    </a:lnTo>
                    <a:lnTo>
                      <a:pt x="453" y="17"/>
                    </a:lnTo>
                    <a:lnTo>
                      <a:pt x="455" y="19"/>
                    </a:lnTo>
                    <a:lnTo>
                      <a:pt x="458" y="19"/>
                    </a:lnTo>
                    <a:lnTo>
                      <a:pt x="459" y="20"/>
                    </a:lnTo>
                    <a:lnTo>
                      <a:pt x="462" y="20"/>
                    </a:lnTo>
                    <a:lnTo>
                      <a:pt x="465" y="21"/>
                    </a:lnTo>
                    <a:lnTo>
                      <a:pt x="466" y="21"/>
                    </a:lnTo>
                    <a:lnTo>
                      <a:pt x="467" y="23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4"/>
                    </a:lnTo>
                    <a:lnTo>
                      <a:pt x="474" y="24"/>
                    </a:lnTo>
                    <a:lnTo>
                      <a:pt x="475" y="25"/>
                    </a:lnTo>
                    <a:lnTo>
                      <a:pt x="476" y="25"/>
                    </a:lnTo>
                    <a:lnTo>
                      <a:pt x="478" y="25"/>
                    </a:lnTo>
                    <a:lnTo>
                      <a:pt x="479" y="27"/>
                    </a:lnTo>
                    <a:lnTo>
                      <a:pt x="480" y="27"/>
                    </a:lnTo>
                    <a:lnTo>
                      <a:pt x="482" y="27"/>
                    </a:lnTo>
                    <a:lnTo>
                      <a:pt x="482" y="28"/>
                    </a:lnTo>
                    <a:lnTo>
                      <a:pt x="483" y="28"/>
                    </a:lnTo>
                    <a:lnTo>
                      <a:pt x="484" y="29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31"/>
                    </a:lnTo>
                    <a:lnTo>
                      <a:pt x="490" y="31"/>
                    </a:lnTo>
                    <a:lnTo>
                      <a:pt x="491" y="32"/>
                    </a:lnTo>
                    <a:lnTo>
                      <a:pt x="492" y="32"/>
                    </a:lnTo>
                    <a:lnTo>
                      <a:pt x="494" y="33"/>
                    </a:lnTo>
                    <a:lnTo>
                      <a:pt x="495" y="33"/>
                    </a:lnTo>
                    <a:lnTo>
                      <a:pt x="498" y="35"/>
                    </a:lnTo>
                    <a:lnTo>
                      <a:pt x="499" y="36"/>
                    </a:lnTo>
                    <a:lnTo>
                      <a:pt x="500" y="36"/>
                    </a:lnTo>
                    <a:lnTo>
                      <a:pt x="503" y="37"/>
                    </a:lnTo>
                    <a:lnTo>
                      <a:pt x="504" y="39"/>
                    </a:lnTo>
                    <a:lnTo>
                      <a:pt x="507" y="40"/>
                    </a:lnTo>
                    <a:lnTo>
                      <a:pt x="508" y="40"/>
                    </a:lnTo>
                    <a:lnTo>
                      <a:pt x="511" y="41"/>
                    </a:lnTo>
                    <a:lnTo>
                      <a:pt x="512" y="43"/>
                    </a:lnTo>
                    <a:lnTo>
                      <a:pt x="514" y="43"/>
                    </a:lnTo>
                    <a:lnTo>
                      <a:pt x="516" y="44"/>
                    </a:lnTo>
                    <a:lnTo>
                      <a:pt x="518" y="44"/>
                    </a:lnTo>
                    <a:lnTo>
                      <a:pt x="519" y="45"/>
                    </a:lnTo>
                    <a:lnTo>
                      <a:pt x="520" y="45"/>
                    </a:lnTo>
                    <a:lnTo>
                      <a:pt x="522" y="47"/>
                    </a:lnTo>
                    <a:lnTo>
                      <a:pt x="523" y="47"/>
                    </a:lnTo>
                    <a:lnTo>
                      <a:pt x="523" y="48"/>
                    </a:lnTo>
                    <a:lnTo>
                      <a:pt x="524" y="48"/>
                    </a:lnTo>
                    <a:lnTo>
                      <a:pt x="526" y="49"/>
                    </a:lnTo>
                    <a:lnTo>
                      <a:pt x="527" y="49"/>
                    </a:lnTo>
                    <a:lnTo>
                      <a:pt x="528" y="51"/>
                    </a:lnTo>
                    <a:lnTo>
                      <a:pt x="530" y="51"/>
                    </a:lnTo>
                    <a:lnTo>
                      <a:pt x="531" y="52"/>
                    </a:lnTo>
                    <a:lnTo>
                      <a:pt x="532" y="52"/>
                    </a:lnTo>
                    <a:lnTo>
                      <a:pt x="534" y="53"/>
                    </a:lnTo>
                    <a:lnTo>
                      <a:pt x="535" y="55"/>
                    </a:lnTo>
                    <a:lnTo>
                      <a:pt x="536" y="55"/>
                    </a:lnTo>
                    <a:lnTo>
                      <a:pt x="538" y="56"/>
                    </a:lnTo>
                    <a:lnTo>
                      <a:pt x="539" y="56"/>
                    </a:lnTo>
                    <a:lnTo>
                      <a:pt x="540" y="57"/>
                    </a:lnTo>
                    <a:lnTo>
                      <a:pt x="542" y="57"/>
                    </a:lnTo>
                    <a:lnTo>
                      <a:pt x="543" y="58"/>
                    </a:lnTo>
                    <a:lnTo>
                      <a:pt x="546" y="60"/>
                    </a:lnTo>
                    <a:lnTo>
                      <a:pt x="547" y="60"/>
                    </a:lnTo>
                    <a:lnTo>
                      <a:pt x="548" y="61"/>
                    </a:lnTo>
                    <a:lnTo>
                      <a:pt x="551" y="62"/>
                    </a:lnTo>
                    <a:lnTo>
                      <a:pt x="552" y="64"/>
                    </a:lnTo>
                    <a:lnTo>
                      <a:pt x="553" y="65"/>
                    </a:lnTo>
                    <a:lnTo>
                      <a:pt x="556" y="65"/>
                    </a:lnTo>
                    <a:lnTo>
                      <a:pt x="557" y="66"/>
                    </a:lnTo>
                    <a:lnTo>
                      <a:pt x="559" y="66"/>
                    </a:lnTo>
                    <a:lnTo>
                      <a:pt x="560" y="68"/>
                    </a:lnTo>
                    <a:lnTo>
                      <a:pt x="561" y="69"/>
                    </a:lnTo>
                    <a:lnTo>
                      <a:pt x="563" y="69"/>
                    </a:lnTo>
                    <a:lnTo>
                      <a:pt x="564" y="70"/>
                    </a:lnTo>
                    <a:lnTo>
                      <a:pt x="565" y="70"/>
                    </a:lnTo>
                    <a:lnTo>
                      <a:pt x="567" y="72"/>
                    </a:lnTo>
                    <a:lnTo>
                      <a:pt x="568" y="73"/>
                    </a:lnTo>
                    <a:lnTo>
                      <a:pt x="569" y="73"/>
                    </a:lnTo>
                    <a:lnTo>
                      <a:pt x="571" y="74"/>
                    </a:lnTo>
                    <a:lnTo>
                      <a:pt x="572" y="74"/>
                    </a:lnTo>
                    <a:lnTo>
                      <a:pt x="572" y="76"/>
                    </a:lnTo>
                    <a:lnTo>
                      <a:pt x="573" y="76"/>
                    </a:lnTo>
                    <a:lnTo>
                      <a:pt x="575" y="76"/>
                    </a:lnTo>
                    <a:lnTo>
                      <a:pt x="575" y="77"/>
                    </a:lnTo>
                    <a:lnTo>
                      <a:pt x="576" y="77"/>
                    </a:lnTo>
                    <a:lnTo>
                      <a:pt x="577" y="78"/>
                    </a:lnTo>
                    <a:lnTo>
                      <a:pt x="579" y="78"/>
                    </a:lnTo>
                    <a:lnTo>
                      <a:pt x="580" y="80"/>
                    </a:lnTo>
                    <a:lnTo>
                      <a:pt x="581" y="80"/>
                    </a:lnTo>
                    <a:lnTo>
                      <a:pt x="581" y="81"/>
                    </a:lnTo>
                    <a:lnTo>
                      <a:pt x="583" y="82"/>
                    </a:lnTo>
                    <a:lnTo>
                      <a:pt x="585" y="82"/>
                    </a:lnTo>
                    <a:lnTo>
                      <a:pt x="587" y="84"/>
                    </a:lnTo>
                    <a:lnTo>
                      <a:pt x="588" y="85"/>
                    </a:lnTo>
                    <a:lnTo>
                      <a:pt x="589" y="86"/>
                    </a:lnTo>
                    <a:lnTo>
                      <a:pt x="591" y="86"/>
                    </a:lnTo>
                    <a:lnTo>
                      <a:pt x="592" y="88"/>
                    </a:lnTo>
                    <a:lnTo>
                      <a:pt x="593" y="88"/>
                    </a:lnTo>
                    <a:lnTo>
                      <a:pt x="593" y="89"/>
                    </a:lnTo>
                    <a:lnTo>
                      <a:pt x="595" y="89"/>
                    </a:lnTo>
                    <a:lnTo>
                      <a:pt x="596" y="90"/>
                    </a:lnTo>
                    <a:lnTo>
                      <a:pt x="597" y="90"/>
                    </a:lnTo>
                    <a:lnTo>
                      <a:pt x="597" y="92"/>
                    </a:lnTo>
                    <a:lnTo>
                      <a:pt x="599" y="92"/>
                    </a:lnTo>
                    <a:lnTo>
                      <a:pt x="600" y="93"/>
                    </a:lnTo>
                    <a:lnTo>
                      <a:pt x="601" y="93"/>
                    </a:lnTo>
                    <a:lnTo>
                      <a:pt x="601" y="94"/>
                    </a:lnTo>
                    <a:lnTo>
                      <a:pt x="603" y="94"/>
                    </a:lnTo>
                    <a:lnTo>
                      <a:pt x="604" y="96"/>
                    </a:lnTo>
                    <a:lnTo>
                      <a:pt x="605" y="97"/>
                    </a:lnTo>
                    <a:lnTo>
                      <a:pt x="607" y="97"/>
                    </a:lnTo>
                    <a:lnTo>
                      <a:pt x="607" y="98"/>
                    </a:lnTo>
                    <a:lnTo>
                      <a:pt x="608" y="98"/>
                    </a:lnTo>
                    <a:lnTo>
                      <a:pt x="609" y="100"/>
                    </a:lnTo>
                    <a:lnTo>
                      <a:pt x="611" y="101"/>
                    </a:lnTo>
                    <a:lnTo>
                      <a:pt x="612" y="101"/>
                    </a:lnTo>
                    <a:lnTo>
                      <a:pt x="612" y="102"/>
                    </a:lnTo>
                    <a:lnTo>
                      <a:pt x="613" y="102"/>
                    </a:lnTo>
                    <a:lnTo>
                      <a:pt x="615" y="104"/>
                    </a:lnTo>
                    <a:lnTo>
                      <a:pt x="616" y="105"/>
                    </a:lnTo>
                    <a:lnTo>
                      <a:pt x="617" y="106"/>
                    </a:lnTo>
                    <a:lnTo>
                      <a:pt x="619" y="106"/>
                    </a:lnTo>
                    <a:lnTo>
                      <a:pt x="619" y="108"/>
                    </a:lnTo>
                    <a:lnTo>
                      <a:pt x="620" y="108"/>
                    </a:lnTo>
                    <a:lnTo>
                      <a:pt x="621" y="109"/>
                    </a:lnTo>
                    <a:lnTo>
                      <a:pt x="622" y="110"/>
                    </a:lnTo>
                    <a:lnTo>
                      <a:pt x="624" y="110"/>
                    </a:lnTo>
                    <a:lnTo>
                      <a:pt x="624" y="112"/>
                    </a:lnTo>
                    <a:lnTo>
                      <a:pt x="625" y="112"/>
                    </a:lnTo>
                    <a:lnTo>
                      <a:pt x="625" y="113"/>
                    </a:lnTo>
                    <a:lnTo>
                      <a:pt x="626" y="113"/>
                    </a:lnTo>
                    <a:lnTo>
                      <a:pt x="628" y="114"/>
                    </a:lnTo>
                    <a:lnTo>
                      <a:pt x="629" y="114"/>
                    </a:lnTo>
                    <a:lnTo>
                      <a:pt x="629" y="116"/>
                    </a:lnTo>
                    <a:lnTo>
                      <a:pt x="630" y="116"/>
                    </a:lnTo>
                    <a:lnTo>
                      <a:pt x="632" y="117"/>
                    </a:lnTo>
                    <a:lnTo>
                      <a:pt x="633" y="118"/>
                    </a:lnTo>
                    <a:lnTo>
                      <a:pt x="634" y="118"/>
                    </a:lnTo>
                    <a:lnTo>
                      <a:pt x="634" y="120"/>
                    </a:lnTo>
                    <a:lnTo>
                      <a:pt x="636" y="120"/>
                    </a:lnTo>
                    <a:lnTo>
                      <a:pt x="637" y="121"/>
                    </a:lnTo>
                    <a:lnTo>
                      <a:pt x="638" y="121"/>
                    </a:lnTo>
                    <a:lnTo>
                      <a:pt x="640" y="122"/>
                    </a:lnTo>
                    <a:lnTo>
                      <a:pt x="641" y="124"/>
                    </a:lnTo>
                    <a:lnTo>
                      <a:pt x="642" y="125"/>
                    </a:lnTo>
                    <a:lnTo>
                      <a:pt x="644" y="125"/>
                    </a:lnTo>
                    <a:lnTo>
                      <a:pt x="645" y="126"/>
                    </a:lnTo>
                    <a:lnTo>
                      <a:pt x="646" y="128"/>
                    </a:lnTo>
                    <a:lnTo>
                      <a:pt x="648" y="128"/>
                    </a:lnTo>
                    <a:lnTo>
                      <a:pt x="648" y="129"/>
                    </a:lnTo>
                    <a:lnTo>
                      <a:pt x="649" y="129"/>
                    </a:lnTo>
                    <a:lnTo>
                      <a:pt x="650" y="130"/>
                    </a:lnTo>
                    <a:lnTo>
                      <a:pt x="652" y="131"/>
                    </a:lnTo>
                    <a:lnTo>
                      <a:pt x="653" y="131"/>
                    </a:lnTo>
                    <a:lnTo>
                      <a:pt x="653" y="133"/>
                    </a:lnTo>
                    <a:lnTo>
                      <a:pt x="654" y="133"/>
                    </a:lnTo>
                    <a:lnTo>
                      <a:pt x="654" y="134"/>
                    </a:lnTo>
                    <a:lnTo>
                      <a:pt x="656" y="134"/>
                    </a:lnTo>
                    <a:lnTo>
                      <a:pt x="656" y="135"/>
                    </a:lnTo>
                    <a:lnTo>
                      <a:pt x="657" y="135"/>
                    </a:lnTo>
                    <a:lnTo>
                      <a:pt x="657" y="137"/>
                    </a:lnTo>
                    <a:lnTo>
                      <a:pt x="658" y="138"/>
                    </a:lnTo>
                    <a:lnTo>
                      <a:pt x="660" y="138"/>
                    </a:lnTo>
                    <a:lnTo>
                      <a:pt x="660" y="139"/>
                    </a:lnTo>
                    <a:lnTo>
                      <a:pt x="661" y="141"/>
                    </a:lnTo>
                    <a:lnTo>
                      <a:pt x="662" y="141"/>
                    </a:lnTo>
                    <a:lnTo>
                      <a:pt x="664" y="142"/>
                    </a:lnTo>
                    <a:lnTo>
                      <a:pt x="664" y="143"/>
                    </a:lnTo>
                    <a:lnTo>
                      <a:pt x="665" y="145"/>
                    </a:lnTo>
                    <a:lnTo>
                      <a:pt x="666" y="146"/>
                    </a:lnTo>
                    <a:lnTo>
                      <a:pt x="668" y="147"/>
                    </a:lnTo>
                    <a:lnTo>
                      <a:pt x="669" y="149"/>
                    </a:lnTo>
                    <a:lnTo>
                      <a:pt x="670" y="150"/>
                    </a:lnTo>
                    <a:lnTo>
                      <a:pt x="672" y="151"/>
                    </a:lnTo>
                    <a:lnTo>
                      <a:pt x="673" y="153"/>
                    </a:lnTo>
                    <a:lnTo>
                      <a:pt x="674" y="154"/>
                    </a:lnTo>
                    <a:lnTo>
                      <a:pt x="676" y="155"/>
                    </a:lnTo>
                    <a:lnTo>
                      <a:pt x="677" y="157"/>
                    </a:lnTo>
                    <a:lnTo>
                      <a:pt x="677" y="158"/>
                    </a:lnTo>
                    <a:lnTo>
                      <a:pt x="678" y="158"/>
                    </a:lnTo>
                    <a:lnTo>
                      <a:pt x="680" y="159"/>
                    </a:lnTo>
                    <a:lnTo>
                      <a:pt x="680" y="161"/>
                    </a:lnTo>
                    <a:lnTo>
                      <a:pt x="681" y="161"/>
                    </a:lnTo>
                    <a:lnTo>
                      <a:pt x="681" y="162"/>
                    </a:lnTo>
                    <a:lnTo>
                      <a:pt x="682" y="162"/>
                    </a:lnTo>
                    <a:lnTo>
                      <a:pt x="682" y="163"/>
                    </a:lnTo>
                    <a:lnTo>
                      <a:pt x="684" y="165"/>
                    </a:lnTo>
                    <a:lnTo>
                      <a:pt x="685" y="166"/>
                    </a:lnTo>
                    <a:lnTo>
                      <a:pt x="686" y="167"/>
                    </a:lnTo>
                    <a:lnTo>
                      <a:pt x="686" y="169"/>
                    </a:lnTo>
                    <a:lnTo>
                      <a:pt x="688" y="169"/>
                    </a:lnTo>
                    <a:lnTo>
                      <a:pt x="689" y="170"/>
                    </a:lnTo>
                    <a:lnTo>
                      <a:pt x="689" y="171"/>
                    </a:lnTo>
                    <a:lnTo>
                      <a:pt x="690" y="173"/>
                    </a:lnTo>
                    <a:lnTo>
                      <a:pt x="692" y="174"/>
                    </a:lnTo>
                    <a:lnTo>
                      <a:pt x="693" y="175"/>
                    </a:lnTo>
                    <a:lnTo>
                      <a:pt x="694" y="178"/>
                    </a:lnTo>
                    <a:lnTo>
                      <a:pt x="695" y="179"/>
                    </a:lnTo>
                    <a:lnTo>
                      <a:pt x="697" y="181"/>
                    </a:lnTo>
                    <a:lnTo>
                      <a:pt x="698" y="183"/>
                    </a:lnTo>
                    <a:lnTo>
                      <a:pt x="701" y="185"/>
                    </a:lnTo>
                    <a:lnTo>
                      <a:pt x="702" y="186"/>
                    </a:lnTo>
                    <a:lnTo>
                      <a:pt x="702" y="187"/>
                    </a:lnTo>
                    <a:lnTo>
                      <a:pt x="703" y="189"/>
                    </a:lnTo>
                    <a:lnTo>
                      <a:pt x="705" y="190"/>
                    </a:lnTo>
                    <a:lnTo>
                      <a:pt x="706" y="191"/>
                    </a:lnTo>
                    <a:lnTo>
                      <a:pt x="707" y="193"/>
                    </a:lnTo>
                    <a:lnTo>
                      <a:pt x="707" y="194"/>
                    </a:lnTo>
                    <a:lnTo>
                      <a:pt x="709" y="195"/>
                    </a:lnTo>
                    <a:lnTo>
                      <a:pt x="710" y="197"/>
                    </a:lnTo>
                    <a:lnTo>
                      <a:pt x="710" y="198"/>
                    </a:lnTo>
                    <a:lnTo>
                      <a:pt x="711" y="198"/>
                    </a:lnTo>
                    <a:lnTo>
                      <a:pt x="713" y="199"/>
                    </a:lnTo>
                    <a:lnTo>
                      <a:pt x="713" y="201"/>
                    </a:lnTo>
                    <a:lnTo>
                      <a:pt x="714" y="202"/>
                    </a:lnTo>
                    <a:lnTo>
                      <a:pt x="715" y="203"/>
                    </a:lnTo>
                    <a:lnTo>
                      <a:pt x="717" y="205"/>
                    </a:lnTo>
                    <a:lnTo>
                      <a:pt x="717" y="206"/>
                    </a:lnTo>
                    <a:lnTo>
                      <a:pt x="718" y="207"/>
                    </a:lnTo>
                    <a:lnTo>
                      <a:pt x="719" y="208"/>
                    </a:lnTo>
                    <a:lnTo>
                      <a:pt x="721" y="210"/>
                    </a:lnTo>
                    <a:lnTo>
                      <a:pt x="722" y="212"/>
                    </a:lnTo>
                    <a:lnTo>
                      <a:pt x="722" y="214"/>
                    </a:lnTo>
                    <a:lnTo>
                      <a:pt x="723" y="215"/>
                    </a:lnTo>
                    <a:lnTo>
                      <a:pt x="725" y="216"/>
                    </a:lnTo>
                    <a:lnTo>
                      <a:pt x="726" y="218"/>
                    </a:lnTo>
                    <a:lnTo>
                      <a:pt x="727" y="220"/>
                    </a:lnTo>
                    <a:lnTo>
                      <a:pt x="729" y="222"/>
                    </a:lnTo>
                    <a:lnTo>
                      <a:pt x="730" y="224"/>
                    </a:lnTo>
                    <a:lnTo>
                      <a:pt x="731" y="226"/>
                    </a:lnTo>
                    <a:lnTo>
                      <a:pt x="734" y="228"/>
                    </a:lnTo>
                    <a:lnTo>
                      <a:pt x="735" y="230"/>
                    </a:lnTo>
                    <a:lnTo>
                      <a:pt x="735" y="232"/>
                    </a:lnTo>
                    <a:lnTo>
                      <a:pt x="737" y="234"/>
                    </a:lnTo>
                    <a:lnTo>
                      <a:pt x="738" y="235"/>
                    </a:lnTo>
                    <a:lnTo>
                      <a:pt x="739" y="236"/>
                    </a:lnTo>
                    <a:lnTo>
                      <a:pt x="741" y="238"/>
                    </a:lnTo>
                    <a:lnTo>
                      <a:pt x="742" y="239"/>
                    </a:lnTo>
                    <a:lnTo>
                      <a:pt x="742" y="240"/>
                    </a:lnTo>
                    <a:lnTo>
                      <a:pt x="743" y="242"/>
                    </a:lnTo>
                    <a:lnTo>
                      <a:pt x="745" y="243"/>
                    </a:lnTo>
                    <a:lnTo>
                      <a:pt x="745" y="244"/>
                    </a:lnTo>
                    <a:lnTo>
                      <a:pt x="746" y="246"/>
                    </a:lnTo>
                    <a:lnTo>
                      <a:pt x="746" y="247"/>
                    </a:lnTo>
                    <a:lnTo>
                      <a:pt x="747" y="247"/>
                    </a:lnTo>
                    <a:lnTo>
                      <a:pt x="749" y="248"/>
                    </a:lnTo>
                    <a:lnTo>
                      <a:pt x="749" y="250"/>
                    </a:lnTo>
                    <a:lnTo>
                      <a:pt x="750" y="251"/>
                    </a:lnTo>
                    <a:lnTo>
                      <a:pt x="750" y="252"/>
                    </a:lnTo>
                    <a:lnTo>
                      <a:pt x="751" y="254"/>
                    </a:lnTo>
                    <a:lnTo>
                      <a:pt x="753" y="255"/>
                    </a:lnTo>
                    <a:lnTo>
                      <a:pt x="754" y="256"/>
                    </a:lnTo>
                    <a:lnTo>
                      <a:pt x="754" y="258"/>
                    </a:lnTo>
                    <a:lnTo>
                      <a:pt x="755" y="259"/>
                    </a:lnTo>
                    <a:lnTo>
                      <a:pt x="757" y="260"/>
                    </a:lnTo>
                    <a:lnTo>
                      <a:pt x="758" y="262"/>
                    </a:lnTo>
                    <a:lnTo>
                      <a:pt x="759" y="263"/>
                    </a:lnTo>
                    <a:lnTo>
                      <a:pt x="761" y="266"/>
                    </a:lnTo>
                    <a:lnTo>
                      <a:pt x="762" y="267"/>
                    </a:lnTo>
                    <a:lnTo>
                      <a:pt x="763" y="270"/>
                    </a:lnTo>
                    <a:lnTo>
                      <a:pt x="765" y="271"/>
                    </a:lnTo>
                    <a:lnTo>
                      <a:pt x="766" y="274"/>
                    </a:lnTo>
                    <a:lnTo>
                      <a:pt x="767" y="276"/>
                    </a:lnTo>
                    <a:lnTo>
                      <a:pt x="769" y="278"/>
                    </a:lnTo>
                    <a:lnTo>
                      <a:pt x="770" y="279"/>
                    </a:lnTo>
                    <a:lnTo>
                      <a:pt x="771" y="281"/>
                    </a:lnTo>
                    <a:lnTo>
                      <a:pt x="772" y="283"/>
                    </a:lnTo>
                    <a:lnTo>
                      <a:pt x="774" y="284"/>
                    </a:lnTo>
                    <a:lnTo>
                      <a:pt x="775" y="285"/>
                    </a:lnTo>
                    <a:lnTo>
                      <a:pt x="775" y="287"/>
                    </a:lnTo>
                    <a:lnTo>
                      <a:pt x="776" y="288"/>
                    </a:lnTo>
                    <a:lnTo>
                      <a:pt x="778" y="289"/>
                    </a:lnTo>
                    <a:lnTo>
                      <a:pt x="778" y="291"/>
                    </a:lnTo>
                    <a:lnTo>
                      <a:pt x="779" y="292"/>
                    </a:lnTo>
                    <a:lnTo>
                      <a:pt x="780" y="293"/>
                    </a:lnTo>
                    <a:lnTo>
                      <a:pt x="782" y="295"/>
                    </a:lnTo>
                    <a:lnTo>
                      <a:pt x="782" y="296"/>
                    </a:lnTo>
                    <a:lnTo>
                      <a:pt x="783" y="297"/>
                    </a:lnTo>
                    <a:lnTo>
                      <a:pt x="784" y="299"/>
                    </a:lnTo>
                    <a:lnTo>
                      <a:pt x="784" y="300"/>
                    </a:lnTo>
                    <a:lnTo>
                      <a:pt x="786" y="301"/>
                    </a:lnTo>
                    <a:lnTo>
                      <a:pt x="786" y="303"/>
                    </a:lnTo>
                    <a:lnTo>
                      <a:pt x="787" y="304"/>
                    </a:lnTo>
                    <a:lnTo>
                      <a:pt x="788" y="305"/>
                    </a:lnTo>
                    <a:lnTo>
                      <a:pt x="788" y="307"/>
                    </a:lnTo>
                    <a:lnTo>
                      <a:pt x="790" y="309"/>
                    </a:lnTo>
                    <a:lnTo>
                      <a:pt x="791" y="311"/>
                    </a:lnTo>
                    <a:lnTo>
                      <a:pt x="791" y="312"/>
                    </a:lnTo>
                    <a:lnTo>
                      <a:pt x="792" y="313"/>
                    </a:lnTo>
                    <a:lnTo>
                      <a:pt x="794" y="315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13791" name="Freeform 87">
                <a:extLst>
                  <a:ext uri="{FF2B5EF4-FFF2-40B4-BE49-F238E27FC236}">
                    <a16:creationId xmlns:a16="http://schemas.microsoft.com/office/drawing/2014/main" id="{19FEB967-CDED-4166-A23C-0D9CD0213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758314"/>
                <a:ext cx="630237" cy="249238"/>
              </a:xfrm>
              <a:custGeom>
                <a:avLst/>
                <a:gdLst>
                  <a:gd name="T0" fmla="*/ 2147483646 w 794"/>
                  <a:gd name="T1" fmla="*/ 2147483646 h 315"/>
                  <a:gd name="T2" fmla="*/ 2147483646 w 794"/>
                  <a:gd name="T3" fmla="*/ 2147483646 h 315"/>
                  <a:gd name="T4" fmla="*/ 2147483646 w 794"/>
                  <a:gd name="T5" fmla="*/ 2147483646 h 315"/>
                  <a:gd name="T6" fmla="*/ 2147483646 w 794"/>
                  <a:gd name="T7" fmla="*/ 2147483646 h 315"/>
                  <a:gd name="T8" fmla="*/ 2147483646 w 794"/>
                  <a:gd name="T9" fmla="*/ 2147483646 h 315"/>
                  <a:gd name="T10" fmla="*/ 2147483646 w 794"/>
                  <a:gd name="T11" fmla="*/ 2147483646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315"/>
                    </a:moveTo>
                    <a:lnTo>
                      <a:pt x="31" y="315"/>
                    </a:lnTo>
                    <a:lnTo>
                      <a:pt x="60" y="315"/>
                    </a:lnTo>
                    <a:lnTo>
                      <a:pt x="86" y="315"/>
                    </a:lnTo>
                    <a:lnTo>
                      <a:pt x="110" y="315"/>
                    </a:lnTo>
                    <a:lnTo>
                      <a:pt x="134" y="315"/>
                    </a:lnTo>
                    <a:lnTo>
                      <a:pt x="155" y="315"/>
                    </a:lnTo>
                    <a:lnTo>
                      <a:pt x="175" y="315"/>
                    </a:lnTo>
                    <a:lnTo>
                      <a:pt x="194" y="315"/>
                    </a:lnTo>
                    <a:lnTo>
                      <a:pt x="211" y="315"/>
                    </a:lnTo>
                    <a:lnTo>
                      <a:pt x="227" y="315"/>
                    </a:lnTo>
                    <a:lnTo>
                      <a:pt x="240" y="315"/>
                    </a:lnTo>
                    <a:lnTo>
                      <a:pt x="254" y="315"/>
                    </a:lnTo>
                    <a:lnTo>
                      <a:pt x="265" y="315"/>
                    </a:lnTo>
                    <a:lnTo>
                      <a:pt x="276" y="315"/>
                    </a:lnTo>
                    <a:lnTo>
                      <a:pt x="287" y="315"/>
                    </a:lnTo>
                    <a:lnTo>
                      <a:pt x="296" y="315"/>
                    </a:lnTo>
                    <a:lnTo>
                      <a:pt x="303" y="315"/>
                    </a:lnTo>
                    <a:lnTo>
                      <a:pt x="311" y="315"/>
                    </a:lnTo>
                    <a:lnTo>
                      <a:pt x="317" y="315"/>
                    </a:lnTo>
                    <a:lnTo>
                      <a:pt x="323" y="315"/>
                    </a:lnTo>
                    <a:lnTo>
                      <a:pt x="328" y="315"/>
                    </a:lnTo>
                    <a:lnTo>
                      <a:pt x="332" y="315"/>
                    </a:lnTo>
                    <a:lnTo>
                      <a:pt x="336" y="315"/>
                    </a:lnTo>
                    <a:lnTo>
                      <a:pt x="338" y="315"/>
                    </a:lnTo>
                    <a:lnTo>
                      <a:pt x="342" y="315"/>
                    </a:lnTo>
                    <a:lnTo>
                      <a:pt x="345" y="315"/>
                    </a:lnTo>
                    <a:lnTo>
                      <a:pt x="348" y="315"/>
                    </a:lnTo>
                    <a:lnTo>
                      <a:pt x="349" y="314"/>
                    </a:lnTo>
                    <a:lnTo>
                      <a:pt x="352" y="314"/>
                    </a:lnTo>
                    <a:lnTo>
                      <a:pt x="353" y="314"/>
                    </a:lnTo>
                    <a:lnTo>
                      <a:pt x="356" y="314"/>
                    </a:lnTo>
                    <a:lnTo>
                      <a:pt x="358" y="314"/>
                    </a:lnTo>
                    <a:lnTo>
                      <a:pt x="360" y="314"/>
                    </a:lnTo>
                    <a:lnTo>
                      <a:pt x="362" y="314"/>
                    </a:lnTo>
                    <a:lnTo>
                      <a:pt x="364" y="314"/>
                    </a:lnTo>
                    <a:lnTo>
                      <a:pt x="366" y="314"/>
                    </a:lnTo>
                    <a:lnTo>
                      <a:pt x="368" y="314"/>
                    </a:lnTo>
                    <a:lnTo>
                      <a:pt x="369" y="314"/>
                    </a:lnTo>
                    <a:lnTo>
                      <a:pt x="370" y="312"/>
                    </a:lnTo>
                    <a:lnTo>
                      <a:pt x="372" y="312"/>
                    </a:lnTo>
                    <a:lnTo>
                      <a:pt x="374" y="312"/>
                    </a:lnTo>
                    <a:lnTo>
                      <a:pt x="376" y="312"/>
                    </a:lnTo>
                    <a:lnTo>
                      <a:pt x="377" y="312"/>
                    </a:lnTo>
                    <a:lnTo>
                      <a:pt x="378" y="312"/>
                    </a:lnTo>
                    <a:lnTo>
                      <a:pt x="380" y="312"/>
                    </a:lnTo>
                    <a:lnTo>
                      <a:pt x="381" y="312"/>
                    </a:lnTo>
                    <a:lnTo>
                      <a:pt x="382" y="312"/>
                    </a:lnTo>
                    <a:lnTo>
                      <a:pt x="384" y="312"/>
                    </a:lnTo>
                    <a:lnTo>
                      <a:pt x="385" y="311"/>
                    </a:lnTo>
                    <a:lnTo>
                      <a:pt x="386" y="311"/>
                    </a:lnTo>
                    <a:lnTo>
                      <a:pt x="388" y="311"/>
                    </a:lnTo>
                    <a:lnTo>
                      <a:pt x="389" y="311"/>
                    </a:lnTo>
                    <a:lnTo>
                      <a:pt x="390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4" y="311"/>
                    </a:lnTo>
                    <a:lnTo>
                      <a:pt x="396" y="310"/>
                    </a:lnTo>
                    <a:lnTo>
                      <a:pt x="398" y="310"/>
                    </a:lnTo>
                    <a:lnTo>
                      <a:pt x="400" y="310"/>
                    </a:lnTo>
                    <a:lnTo>
                      <a:pt x="401" y="310"/>
                    </a:lnTo>
                    <a:lnTo>
                      <a:pt x="403" y="310"/>
                    </a:lnTo>
                    <a:lnTo>
                      <a:pt x="405" y="308"/>
                    </a:lnTo>
                    <a:lnTo>
                      <a:pt x="407" y="308"/>
                    </a:lnTo>
                    <a:lnTo>
                      <a:pt x="409" y="308"/>
                    </a:lnTo>
                    <a:lnTo>
                      <a:pt x="411" y="308"/>
                    </a:lnTo>
                    <a:lnTo>
                      <a:pt x="413" y="307"/>
                    </a:lnTo>
                    <a:lnTo>
                      <a:pt x="414" y="307"/>
                    </a:lnTo>
                    <a:lnTo>
                      <a:pt x="417" y="307"/>
                    </a:lnTo>
                    <a:lnTo>
                      <a:pt x="418" y="307"/>
                    </a:lnTo>
                    <a:lnTo>
                      <a:pt x="419" y="307"/>
                    </a:lnTo>
                    <a:lnTo>
                      <a:pt x="421" y="307"/>
                    </a:lnTo>
                    <a:lnTo>
                      <a:pt x="422" y="306"/>
                    </a:lnTo>
                    <a:lnTo>
                      <a:pt x="423" y="306"/>
                    </a:lnTo>
                    <a:lnTo>
                      <a:pt x="425" y="306"/>
                    </a:lnTo>
                    <a:lnTo>
                      <a:pt x="426" y="306"/>
                    </a:lnTo>
                    <a:lnTo>
                      <a:pt x="427" y="306"/>
                    </a:lnTo>
                    <a:lnTo>
                      <a:pt x="429" y="304"/>
                    </a:lnTo>
                    <a:lnTo>
                      <a:pt x="430" y="304"/>
                    </a:lnTo>
                    <a:lnTo>
                      <a:pt x="431" y="304"/>
                    </a:lnTo>
                    <a:lnTo>
                      <a:pt x="433" y="304"/>
                    </a:lnTo>
                    <a:lnTo>
                      <a:pt x="434" y="303"/>
                    </a:lnTo>
                    <a:lnTo>
                      <a:pt x="435" y="303"/>
                    </a:lnTo>
                    <a:lnTo>
                      <a:pt x="437" y="303"/>
                    </a:lnTo>
                    <a:lnTo>
                      <a:pt x="438" y="303"/>
                    </a:lnTo>
                    <a:lnTo>
                      <a:pt x="439" y="302"/>
                    </a:lnTo>
                    <a:lnTo>
                      <a:pt x="441" y="302"/>
                    </a:lnTo>
                    <a:lnTo>
                      <a:pt x="443" y="300"/>
                    </a:lnTo>
                    <a:lnTo>
                      <a:pt x="445" y="300"/>
                    </a:lnTo>
                    <a:lnTo>
                      <a:pt x="446" y="300"/>
                    </a:lnTo>
                    <a:lnTo>
                      <a:pt x="449" y="299"/>
                    </a:lnTo>
                    <a:lnTo>
                      <a:pt x="450" y="299"/>
                    </a:lnTo>
                    <a:lnTo>
                      <a:pt x="453" y="298"/>
                    </a:lnTo>
                    <a:lnTo>
                      <a:pt x="455" y="296"/>
                    </a:lnTo>
                    <a:lnTo>
                      <a:pt x="458" y="296"/>
                    </a:lnTo>
                    <a:lnTo>
                      <a:pt x="459" y="295"/>
                    </a:lnTo>
                    <a:lnTo>
                      <a:pt x="462" y="295"/>
                    </a:lnTo>
                    <a:lnTo>
                      <a:pt x="465" y="294"/>
                    </a:lnTo>
                    <a:lnTo>
                      <a:pt x="466" y="294"/>
                    </a:lnTo>
                    <a:lnTo>
                      <a:pt x="467" y="294"/>
                    </a:lnTo>
                    <a:lnTo>
                      <a:pt x="470" y="292"/>
                    </a:lnTo>
                    <a:lnTo>
                      <a:pt x="471" y="292"/>
                    </a:lnTo>
                    <a:lnTo>
                      <a:pt x="473" y="291"/>
                    </a:lnTo>
                    <a:lnTo>
                      <a:pt x="474" y="291"/>
                    </a:lnTo>
                    <a:lnTo>
                      <a:pt x="475" y="291"/>
                    </a:lnTo>
                    <a:lnTo>
                      <a:pt x="476" y="290"/>
                    </a:lnTo>
                    <a:lnTo>
                      <a:pt x="478" y="290"/>
                    </a:lnTo>
                    <a:lnTo>
                      <a:pt x="479" y="290"/>
                    </a:lnTo>
                    <a:lnTo>
                      <a:pt x="480" y="288"/>
                    </a:lnTo>
                    <a:lnTo>
                      <a:pt x="482" y="288"/>
                    </a:lnTo>
                    <a:lnTo>
                      <a:pt x="483" y="287"/>
                    </a:lnTo>
                    <a:lnTo>
                      <a:pt x="484" y="287"/>
                    </a:lnTo>
                    <a:lnTo>
                      <a:pt x="486" y="286"/>
                    </a:lnTo>
                    <a:lnTo>
                      <a:pt x="487" y="286"/>
                    </a:lnTo>
                    <a:lnTo>
                      <a:pt x="488" y="286"/>
                    </a:lnTo>
                    <a:lnTo>
                      <a:pt x="490" y="284"/>
                    </a:lnTo>
                    <a:lnTo>
                      <a:pt x="491" y="284"/>
                    </a:lnTo>
                    <a:lnTo>
                      <a:pt x="492" y="283"/>
                    </a:lnTo>
                    <a:lnTo>
                      <a:pt x="494" y="283"/>
                    </a:lnTo>
                    <a:lnTo>
                      <a:pt x="495" y="282"/>
                    </a:lnTo>
                    <a:lnTo>
                      <a:pt x="498" y="280"/>
                    </a:lnTo>
                    <a:lnTo>
                      <a:pt x="499" y="280"/>
                    </a:lnTo>
                    <a:lnTo>
                      <a:pt x="500" y="279"/>
                    </a:lnTo>
                    <a:lnTo>
                      <a:pt x="503" y="278"/>
                    </a:lnTo>
                    <a:lnTo>
                      <a:pt x="504" y="276"/>
                    </a:lnTo>
                    <a:lnTo>
                      <a:pt x="507" y="276"/>
                    </a:lnTo>
                    <a:lnTo>
                      <a:pt x="508" y="275"/>
                    </a:lnTo>
                    <a:lnTo>
                      <a:pt x="511" y="274"/>
                    </a:lnTo>
                    <a:lnTo>
                      <a:pt x="512" y="274"/>
                    </a:lnTo>
                    <a:lnTo>
                      <a:pt x="514" y="272"/>
                    </a:lnTo>
                    <a:lnTo>
                      <a:pt x="516" y="271"/>
                    </a:lnTo>
                    <a:lnTo>
                      <a:pt x="518" y="271"/>
                    </a:lnTo>
                    <a:lnTo>
                      <a:pt x="519" y="270"/>
                    </a:lnTo>
                    <a:lnTo>
                      <a:pt x="520" y="270"/>
                    </a:lnTo>
                    <a:lnTo>
                      <a:pt x="522" y="268"/>
                    </a:lnTo>
                    <a:lnTo>
                      <a:pt x="523" y="268"/>
                    </a:lnTo>
                    <a:lnTo>
                      <a:pt x="524" y="267"/>
                    </a:lnTo>
                    <a:lnTo>
                      <a:pt x="526" y="267"/>
                    </a:lnTo>
                    <a:lnTo>
                      <a:pt x="527" y="266"/>
                    </a:lnTo>
                    <a:lnTo>
                      <a:pt x="528" y="266"/>
                    </a:lnTo>
                    <a:lnTo>
                      <a:pt x="528" y="264"/>
                    </a:lnTo>
                    <a:lnTo>
                      <a:pt x="530" y="264"/>
                    </a:lnTo>
                    <a:lnTo>
                      <a:pt x="531" y="264"/>
                    </a:lnTo>
                    <a:lnTo>
                      <a:pt x="532" y="263"/>
                    </a:lnTo>
                    <a:lnTo>
                      <a:pt x="534" y="263"/>
                    </a:lnTo>
                    <a:lnTo>
                      <a:pt x="534" y="262"/>
                    </a:lnTo>
                    <a:lnTo>
                      <a:pt x="535" y="262"/>
                    </a:lnTo>
                    <a:lnTo>
                      <a:pt x="536" y="261"/>
                    </a:lnTo>
                    <a:lnTo>
                      <a:pt x="538" y="261"/>
                    </a:lnTo>
                    <a:lnTo>
                      <a:pt x="539" y="259"/>
                    </a:lnTo>
                    <a:lnTo>
                      <a:pt x="540" y="259"/>
                    </a:lnTo>
                    <a:lnTo>
                      <a:pt x="542" y="258"/>
                    </a:lnTo>
                    <a:lnTo>
                      <a:pt x="543" y="257"/>
                    </a:lnTo>
                    <a:lnTo>
                      <a:pt x="546" y="257"/>
                    </a:lnTo>
                    <a:lnTo>
                      <a:pt x="547" y="255"/>
                    </a:lnTo>
                    <a:lnTo>
                      <a:pt x="548" y="254"/>
                    </a:lnTo>
                    <a:lnTo>
                      <a:pt x="551" y="253"/>
                    </a:lnTo>
                    <a:lnTo>
                      <a:pt x="552" y="253"/>
                    </a:lnTo>
                    <a:lnTo>
                      <a:pt x="553" y="251"/>
                    </a:lnTo>
                    <a:lnTo>
                      <a:pt x="556" y="250"/>
                    </a:lnTo>
                    <a:lnTo>
                      <a:pt x="557" y="250"/>
                    </a:lnTo>
                    <a:lnTo>
                      <a:pt x="559" y="249"/>
                    </a:lnTo>
                    <a:lnTo>
                      <a:pt x="560" y="247"/>
                    </a:lnTo>
                    <a:lnTo>
                      <a:pt x="561" y="247"/>
                    </a:lnTo>
                    <a:lnTo>
                      <a:pt x="563" y="246"/>
                    </a:lnTo>
                    <a:lnTo>
                      <a:pt x="564" y="245"/>
                    </a:lnTo>
                    <a:lnTo>
                      <a:pt x="565" y="245"/>
                    </a:lnTo>
                    <a:lnTo>
                      <a:pt x="567" y="245"/>
                    </a:lnTo>
                    <a:lnTo>
                      <a:pt x="567" y="243"/>
                    </a:lnTo>
                    <a:lnTo>
                      <a:pt x="568" y="243"/>
                    </a:lnTo>
                    <a:lnTo>
                      <a:pt x="569" y="242"/>
                    </a:lnTo>
                    <a:lnTo>
                      <a:pt x="571" y="242"/>
                    </a:lnTo>
                    <a:lnTo>
                      <a:pt x="572" y="241"/>
                    </a:lnTo>
                    <a:lnTo>
                      <a:pt x="573" y="239"/>
                    </a:lnTo>
                    <a:lnTo>
                      <a:pt x="575" y="239"/>
                    </a:lnTo>
                    <a:lnTo>
                      <a:pt x="575" y="238"/>
                    </a:lnTo>
                    <a:lnTo>
                      <a:pt x="576" y="238"/>
                    </a:lnTo>
                    <a:lnTo>
                      <a:pt x="577" y="237"/>
                    </a:lnTo>
                    <a:lnTo>
                      <a:pt x="579" y="237"/>
                    </a:lnTo>
                    <a:lnTo>
                      <a:pt x="580" y="235"/>
                    </a:lnTo>
                    <a:lnTo>
                      <a:pt x="581" y="235"/>
                    </a:lnTo>
                    <a:lnTo>
                      <a:pt x="581" y="234"/>
                    </a:lnTo>
                    <a:lnTo>
                      <a:pt x="583" y="234"/>
                    </a:lnTo>
                    <a:lnTo>
                      <a:pt x="585" y="233"/>
                    </a:lnTo>
                    <a:lnTo>
                      <a:pt x="587" y="231"/>
                    </a:lnTo>
                    <a:lnTo>
                      <a:pt x="588" y="230"/>
                    </a:lnTo>
                    <a:lnTo>
                      <a:pt x="589" y="230"/>
                    </a:lnTo>
                    <a:lnTo>
                      <a:pt x="591" y="229"/>
                    </a:lnTo>
                    <a:lnTo>
                      <a:pt x="592" y="227"/>
                    </a:lnTo>
                    <a:lnTo>
                      <a:pt x="593" y="227"/>
                    </a:lnTo>
                    <a:lnTo>
                      <a:pt x="593" y="226"/>
                    </a:lnTo>
                    <a:lnTo>
                      <a:pt x="595" y="226"/>
                    </a:lnTo>
                    <a:lnTo>
                      <a:pt x="596" y="225"/>
                    </a:lnTo>
                    <a:lnTo>
                      <a:pt x="597" y="225"/>
                    </a:lnTo>
                    <a:lnTo>
                      <a:pt x="597" y="223"/>
                    </a:lnTo>
                    <a:lnTo>
                      <a:pt x="599" y="223"/>
                    </a:lnTo>
                    <a:lnTo>
                      <a:pt x="600" y="223"/>
                    </a:lnTo>
                    <a:lnTo>
                      <a:pt x="600" y="222"/>
                    </a:lnTo>
                    <a:lnTo>
                      <a:pt x="601" y="222"/>
                    </a:lnTo>
                    <a:lnTo>
                      <a:pt x="603" y="221"/>
                    </a:lnTo>
                    <a:lnTo>
                      <a:pt x="604" y="221"/>
                    </a:lnTo>
                    <a:lnTo>
                      <a:pt x="604" y="219"/>
                    </a:lnTo>
                    <a:lnTo>
                      <a:pt x="605" y="219"/>
                    </a:lnTo>
                    <a:lnTo>
                      <a:pt x="605" y="218"/>
                    </a:lnTo>
                    <a:lnTo>
                      <a:pt x="607" y="218"/>
                    </a:lnTo>
                    <a:lnTo>
                      <a:pt x="608" y="217"/>
                    </a:lnTo>
                    <a:lnTo>
                      <a:pt x="609" y="215"/>
                    </a:lnTo>
                    <a:lnTo>
                      <a:pt x="611" y="214"/>
                    </a:lnTo>
                    <a:lnTo>
                      <a:pt x="612" y="214"/>
                    </a:lnTo>
                    <a:lnTo>
                      <a:pt x="612" y="213"/>
                    </a:lnTo>
                    <a:lnTo>
                      <a:pt x="613" y="213"/>
                    </a:lnTo>
                    <a:lnTo>
                      <a:pt x="615" y="211"/>
                    </a:lnTo>
                    <a:lnTo>
                      <a:pt x="616" y="210"/>
                    </a:lnTo>
                    <a:lnTo>
                      <a:pt x="617" y="209"/>
                    </a:lnTo>
                    <a:lnTo>
                      <a:pt x="619" y="209"/>
                    </a:lnTo>
                    <a:lnTo>
                      <a:pt x="619" y="207"/>
                    </a:lnTo>
                    <a:lnTo>
                      <a:pt x="620" y="207"/>
                    </a:lnTo>
                    <a:lnTo>
                      <a:pt x="621" y="206"/>
                    </a:lnTo>
                    <a:lnTo>
                      <a:pt x="622" y="206"/>
                    </a:lnTo>
                    <a:lnTo>
                      <a:pt x="622" y="205"/>
                    </a:lnTo>
                    <a:lnTo>
                      <a:pt x="624" y="205"/>
                    </a:lnTo>
                    <a:lnTo>
                      <a:pt x="625" y="203"/>
                    </a:lnTo>
                    <a:lnTo>
                      <a:pt x="626" y="202"/>
                    </a:lnTo>
                    <a:lnTo>
                      <a:pt x="628" y="202"/>
                    </a:lnTo>
                    <a:lnTo>
                      <a:pt x="628" y="201"/>
                    </a:lnTo>
                    <a:lnTo>
                      <a:pt x="629" y="201"/>
                    </a:lnTo>
                    <a:lnTo>
                      <a:pt x="630" y="199"/>
                    </a:lnTo>
                    <a:lnTo>
                      <a:pt x="632" y="199"/>
                    </a:lnTo>
                    <a:lnTo>
                      <a:pt x="632" y="198"/>
                    </a:lnTo>
                    <a:lnTo>
                      <a:pt x="633" y="198"/>
                    </a:lnTo>
                    <a:lnTo>
                      <a:pt x="634" y="197"/>
                    </a:lnTo>
                    <a:lnTo>
                      <a:pt x="636" y="195"/>
                    </a:lnTo>
                    <a:lnTo>
                      <a:pt x="637" y="195"/>
                    </a:lnTo>
                    <a:lnTo>
                      <a:pt x="638" y="194"/>
                    </a:lnTo>
                    <a:lnTo>
                      <a:pt x="640" y="193"/>
                    </a:lnTo>
                    <a:lnTo>
                      <a:pt x="641" y="193"/>
                    </a:lnTo>
                    <a:lnTo>
                      <a:pt x="641" y="191"/>
                    </a:lnTo>
                    <a:lnTo>
                      <a:pt x="642" y="191"/>
                    </a:lnTo>
                    <a:lnTo>
                      <a:pt x="644" y="190"/>
                    </a:lnTo>
                    <a:lnTo>
                      <a:pt x="645" y="190"/>
                    </a:lnTo>
                    <a:lnTo>
                      <a:pt x="645" y="189"/>
                    </a:lnTo>
                    <a:lnTo>
                      <a:pt x="646" y="189"/>
                    </a:lnTo>
                    <a:lnTo>
                      <a:pt x="648" y="188"/>
                    </a:lnTo>
                    <a:lnTo>
                      <a:pt x="649" y="186"/>
                    </a:lnTo>
                    <a:lnTo>
                      <a:pt x="650" y="186"/>
                    </a:lnTo>
                    <a:lnTo>
                      <a:pt x="650" y="185"/>
                    </a:lnTo>
                    <a:lnTo>
                      <a:pt x="652" y="185"/>
                    </a:lnTo>
                    <a:lnTo>
                      <a:pt x="652" y="184"/>
                    </a:lnTo>
                    <a:lnTo>
                      <a:pt x="653" y="184"/>
                    </a:lnTo>
                    <a:lnTo>
                      <a:pt x="654" y="182"/>
                    </a:lnTo>
                    <a:lnTo>
                      <a:pt x="656" y="181"/>
                    </a:lnTo>
                    <a:lnTo>
                      <a:pt x="657" y="180"/>
                    </a:lnTo>
                    <a:lnTo>
                      <a:pt x="657" y="178"/>
                    </a:lnTo>
                    <a:lnTo>
                      <a:pt x="658" y="178"/>
                    </a:lnTo>
                    <a:lnTo>
                      <a:pt x="660" y="177"/>
                    </a:lnTo>
                    <a:lnTo>
                      <a:pt x="661" y="176"/>
                    </a:lnTo>
                    <a:lnTo>
                      <a:pt x="662" y="174"/>
                    </a:lnTo>
                    <a:lnTo>
                      <a:pt x="664" y="173"/>
                    </a:lnTo>
                    <a:lnTo>
                      <a:pt x="664" y="172"/>
                    </a:lnTo>
                    <a:lnTo>
                      <a:pt x="665" y="170"/>
                    </a:lnTo>
                    <a:lnTo>
                      <a:pt x="666" y="169"/>
                    </a:lnTo>
                    <a:lnTo>
                      <a:pt x="668" y="168"/>
                    </a:lnTo>
                    <a:lnTo>
                      <a:pt x="669" y="166"/>
                    </a:lnTo>
                    <a:lnTo>
                      <a:pt x="670" y="165"/>
                    </a:lnTo>
                    <a:lnTo>
                      <a:pt x="672" y="165"/>
                    </a:lnTo>
                    <a:lnTo>
                      <a:pt x="673" y="164"/>
                    </a:lnTo>
                    <a:lnTo>
                      <a:pt x="673" y="162"/>
                    </a:lnTo>
                    <a:lnTo>
                      <a:pt x="674" y="161"/>
                    </a:lnTo>
                    <a:lnTo>
                      <a:pt x="676" y="161"/>
                    </a:lnTo>
                    <a:lnTo>
                      <a:pt x="676" y="160"/>
                    </a:lnTo>
                    <a:lnTo>
                      <a:pt x="677" y="158"/>
                    </a:lnTo>
                    <a:lnTo>
                      <a:pt x="678" y="157"/>
                    </a:lnTo>
                    <a:lnTo>
                      <a:pt x="680" y="156"/>
                    </a:lnTo>
                    <a:lnTo>
                      <a:pt x="681" y="154"/>
                    </a:lnTo>
                    <a:lnTo>
                      <a:pt x="682" y="153"/>
                    </a:lnTo>
                    <a:lnTo>
                      <a:pt x="682" y="152"/>
                    </a:lnTo>
                    <a:lnTo>
                      <a:pt x="684" y="152"/>
                    </a:lnTo>
                    <a:lnTo>
                      <a:pt x="684" y="150"/>
                    </a:lnTo>
                    <a:lnTo>
                      <a:pt x="685" y="149"/>
                    </a:lnTo>
                    <a:lnTo>
                      <a:pt x="686" y="149"/>
                    </a:lnTo>
                    <a:lnTo>
                      <a:pt x="686" y="148"/>
                    </a:lnTo>
                    <a:lnTo>
                      <a:pt x="688" y="146"/>
                    </a:lnTo>
                    <a:lnTo>
                      <a:pt x="689" y="145"/>
                    </a:lnTo>
                    <a:lnTo>
                      <a:pt x="689" y="144"/>
                    </a:lnTo>
                    <a:lnTo>
                      <a:pt x="690" y="142"/>
                    </a:lnTo>
                    <a:lnTo>
                      <a:pt x="692" y="141"/>
                    </a:lnTo>
                    <a:lnTo>
                      <a:pt x="693" y="140"/>
                    </a:lnTo>
                    <a:lnTo>
                      <a:pt x="694" y="138"/>
                    </a:lnTo>
                    <a:lnTo>
                      <a:pt x="695" y="136"/>
                    </a:lnTo>
                    <a:lnTo>
                      <a:pt x="697" y="134"/>
                    </a:lnTo>
                    <a:lnTo>
                      <a:pt x="698" y="133"/>
                    </a:lnTo>
                    <a:lnTo>
                      <a:pt x="701" y="130"/>
                    </a:lnTo>
                    <a:lnTo>
                      <a:pt x="702" y="129"/>
                    </a:lnTo>
                    <a:lnTo>
                      <a:pt x="702" y="128"/>
                    </a:lnTo>
                    <a:lnTo>
                      <a:pt x="703" y="126"/>
                    </a:lnTo>
                    <a:lnTo>
                      <a:pt x="705" y="125"/>
                    </a:lnTo>
                    <a:lnTo>
                      <a:pt x="706" y="124"/>
                    </a:lnTo>
                    <a:lnTo>
                      <a:pt x="707" y="122"/>
                    </a:lnTo>
                    <a:lnTo>
                      <a:pt x="707" y="121"/>
                    </a:lnTo>
                    <a:lnTo>
                      <a:pt x="709" y="120"/>
                    </a:lnTo>
                    <a:lnTo>
                      <a:pt x="710" y="120"/>
                    </a:lnTo>
                    <a:lnTo>
                      <a:pt x="710" y="118"/>
                    </a:lnTo>
                    <a:lnTo>
                      <a:pt x="711" y="117"/>
                    </a:lnTo>
                    <a:lnTo>
                      <a:pt x="713" y="116"/>
                    </a:lnTo>
                    <a:lnTo>
                      <a:pt x="714" y="114"/>
                    </a:lnTo>
                    <a:lnTo>
                      <a:pt x="714" y="113"/>
                    </a:lnTo>
                    <a:lnTo>
                      <a:pt x="715" y="112"/>
                    </a:lnTo>
                    <a:lnTo>
                      <a:pt x="717" y="111"/>
                    </a:lnTo>
                    <a:lnTo>
                      <a:pt x="718" y="109"/>
                    </a:lnTo>
                    <a:lnTo>
                      <a:pt x="719" y="108"/>
                    </a:lnTo>
                    <a:lnTo>
                      <a:pt x="719" y="107"/>
                    </a:lnTo>
                    <a:lnTo>
                      <a:pt x="721" y="105"/>
                    </a:lnTo>
                    <a:lnTo>
                      <a:pt x="722" y="104"/>
                    </a:lnTo>
                    <a:lnTo>
                      <a:pt x="722" y="103"/>
                    </a:lnTo>
                    <a:lnTo>
                      <a:pt x="723" y="101"/>
                    </a:lnTo>
                    <a:lnTo>
                      <a:pt x="725" y="99"/>
                    </a:lnTo>
                    <a:lnTo>
                      <a:pt x="726" y="97"/>
                    </a:lnTo>
                    <a:lnTo>
                      <a:pt x="727" y="96"/>
                    </a:lnTo>
                    <a:lnTo>
                      <a:pt x="729" y="93"/>
                    </a:lnTo>
                    <a:lnTo>
                      <a:pt x="730" y="91"/>
                    </a:lnTo>
                    <a:lnTo>
                      <a:pt x="731" y="89"/>
                    </a:lnTo>
                    <a:lnTo>
                      <a:pt x="734" y="87"/>
                    </a:lnTo>
                    <a:lnTo>
                      <a:pt x="735" y="85"/>
                    </a:lnTo>
                    <a:lnTo>
                      <a:pt x="735" y="84"/>
                    </a:lnTo>
                    <a:lnTo>
                      <a:pt x="737" y="81"/>
                    </a:lnTo>
                    <a:lnTo>
                      <a:pt x="738" y="80"/>
                    </a:lnTo>
                    <a:lnTo>
                      <a:pt x="739" y="79"/>
                    </a:lnTo>
                    <a:lnTo>
                      <a:pt x="741" y="77"/>
                    </a:lnTo>
                    <a:lnTo>
                      <a:pt x="742" y="76"/>
                    </a:lnTo>
                    <a:lnTo>
                      <a:pt x="742" y="75"/>
                    </a:lnTo>
                    <a:lnTo>
                      <a:pt x="743" y="73"/>
                    </a:lnTo>
                    <a:lnTo>
                      <a:pt x="745" y="72"/>
                    </a:lnTo>
                    <a:lnTo>
                      <a:pt x="746" y="71"/>
                    </a:lnTo>
                    <a:lnTo>
                      <a:pt x="746" y="69"/>
                    </a:lnTo>
                    <a:lnTo>
                      <a:pt x="747" y="68"/>
                    </a:lnTo>
                    <a:lnTo>
                      <a:pt x="749" y="67"/>
                    </a:lnTo>
                    <a:lnTo>
                      <a:pt x="749" y="65"/>
                    </a:lnTo>
                    <a:lnTo>
                      <a:pt x="750" y="64"/>
                    </a:lnTo>
                    <a:lnTo>
                      <a:pt x="751" y="63"/>
                    </a:lnTo>
                    <a:lnTo>
                      <a:pt x="753" y="61"/>
                    </a:lnTo>
                    <a:lnTo>
                      <a:pt x="754" y="60"/>
                    </a:lnTo>
                    <a:lnTo>
                      <a:pt x="754" y="59"/>
                    </a:lnTo>
                    <a:lnTo>
                      <a:pt x="755" y="57"/>
                    </a:lnTo>
                    <a:lnTo>
                      <a:pt x="757" y="55"/>
                    </a:lnTo>
                    <a:lnTo>
                      <a:pt x="758" y="53"/>
                    </a:lnTo>
                    <a:lnTo>
                      <a:pt x="759" y="52"/>
                    </a:lnTo>
                    <a:lnTo>
                      <a:pt x="761" y="51"/>
                    </a:lnTo>
                    <a:lnTo>
                      <a:pt x="762" y="48"/>
                    </a:lnTo>
                    <a:lnTo>
                      <a:pt x="763" y="47"/>
                    </a:lnTo>
                    <a:lnTo>
                      <a:pt x="765" y="44"/>
                    </a:lnTo>
                    <a:lnTo>
                      <a:pt x="766" y="41"/>
                    </a:lnTo>
                    <a:lnTo>
                      <a:pt x="767" y="40"/>
                    </a:lnTo>
                    <a:lnTo>
                      <a:pt x="769" y="38"/>
                    </a:lnTo>
                    <a:lnTo>
                      <a:pt x="770" y="36"/>
                    </a:lnTo>
                    <a:lnTo>
                      <a:pt x="771" y="35"/>
                    </a:lnTo>
                    <a:lnTo>
                      <a:pt x="772" y="32"/>
                    </a:lnTo>
                    <a:lnTo>
                      <a:pt x="774" y="31"/>
                    </a:lnTo>
                    <a:lnTo>
                      <a:pt x="775" y="30"/>
                    </a:lnTo>
                    <a:lnTo>
                      <a:pt x="775" y="28"/>
                    </a:lnTo>
                    <a:lnTo>
                      <a:pt x="776" y="27"/>
                    </a:lnTo>
                    <a:lnTo>
                      <a:pt x="778" y="26"/>
                    </a:lnTo>
                    <a:lnTo>
                      <a:pt x="778" y="24"/>
                    </a:lnTo>
                    <a:lnTo>
                      <a:pt x="779" y="24"/>
                    </a:lnTo>
                    <a:lnTo>
                      <a:pt x="780" y="23"/>
                    </a:lnTo>
                    <a:lnTo>
                      <a:pt x="780" y="22"/>
                    </a:lnTo>
                    <a:lnTo>
                      <a:pt x="782" y="20"/>
                    </a:lnTo>
                    <a:lnTo>
                      <a:pt x="783" y="19"/>
                    </a:lnTo>
                    <a:lnTo>
                      <a:pt x="783" y="18"/>
                    </a:lnTo>
                    <a:lnTo>
                      <a:pt x="784" y="16"/>
                    </a:lnTo>
                    <a:lnTo>
                      <a:pt x="784" y="15"/>
                    </a:lnTo>
                    <a:lnTo>
                      <a:pt x="786" y="15"/>
                    </a:lnTo>
                    <a:lnTo>
                      <a:pt x="786" y="14"/>
                    </a:lnTo>
                    <a:lnTo>
                      <a:pt x="787" y="12"/>
                    </a:lnTo>
                    <a:lnTo>
                      <a:pt x="787" y="11"/>
                    </a:lnTo>
                    <a:lnTo>
                      <a:pt x="788" y="10"/>
                    </a:lnTo>
                    <a:lnTo>
                      <a:pt x="788" y="8"/>
                    </a:lnTo>
                    <a:lnTo>
                      <a:pt x="790" y="7"/>
                    </a:lnTo>
                    <a:lnTo>
                      <a:pt x="791" y="6"/>
                    </a:lnTo>
                    <a:lnTo>
                      <a:pt x="791" y="4"/>
                    </a:lnTo>
                    <a:lnTo>
                      <a:pt x="792" y="2"/>
                    </a:lnTo>
                    <a:lnTo>
                      <a:pt x="794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13792" name="Freeform 88">
                <a:extLst>
                  <a:ext uri="{FF2B5EF4-FFF2-40B4-BE49-F238E27FC236}">
                    <a16:creationId xmlns:a16="http://schemas.microsoft.com/office/drawing/2014/main" id="{A7002355-1BD8-4579-BAA6-3E963FC00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505902"/>
                <a:ext cx="74612" cy="252412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0"/>
                    </a:moveTo>
                    <a:lnTo>
                      <a:pt x="3" y="4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7" y="13"/>
                    </a:lnTo>
                    <a:lnTo>
                      <a:pt x="9" y="16"/>
                    </a:lnTo>
                    <a:lnTo>
                      <a:pt x="11" y="19"/>
                    </a:lnTo>
                    <a:lnTo>
                      <a:pt x="12" y="20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9" y="33"/>
                    </a:lnTo>
                    <a:lnTo>
                      <a:pt x="20" y="35"/>
                    </a:lnTo>
                    <a:lnTo>
                      <a:pt x="20" y="36"/>
                    </a:lnTo>
                    <a:lnTo>
                      <a:pt x="21" y="37"/>
                    </a:lnTo>
                    <a:lnTo>
                      <a:pt x="21" y="39"/>
                    </a:lnTo>
                    <a:lnTo>
                      <a:pt x="23" y="40"/>
                    </a:lnTo>
                    <a:lnTo>
                      <a:pt x="23" y="41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4" y="45"/>
                    </a:lnTo>
                    <a:lnTo>
                      <a:pt x="25" y="47"/>
                    </a:lnTo>
                    <a:lnTo>
                      <a:pt x="25" y="48"/>
                    </a:lnTo>
                    <a:lnTo>
                      <a:pt x="27" y="49"/>
                    </a:lnTo>
                    <a:lnTo>
                      <a:pt x="27" y="51"/>
                    </a:lnTo>
                    <a:lnTo>
                      <a:pt x="28" y="52"/>
                    </a:lnTo>
                    <a:lnTo>
                      <a:pt x="28" y="53"/>
                    </a:lnTo>
                    <a:lnTo>
                      <a:pt x="29" y="55"/>
                    </a:lnTo>
                    <a:lnTo>
                      <a:pt x="29" y="57"/>
                    </a:lnTo>
                    <a:lnTo>
                      <a:pt x="31" y="58"/>
                    </a:lnTo>
                    <a:lnTo>
                      <a:pt x="31" y="60"/>
                    </a:lnTo>
                    <a:lnTo>
                      <a:pt x="32" y="62"/>
                    </a:lnTo>
                    <a:lnTo>
                      <a:pt x="32" y="64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5" y="70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7" y="74"/>
                    </a:lnTo>
                    <a:lnTo>
                      <a:pt x="37" y="76"/>
                    </a:lnTo>
                    <a:lnTo>
                      <a:pt x="37" y="77"/>
                    </a:lnTo>
                    <a:lnTo>
                      <a:pt x="39" y="78"/>
                    </a:lnTo>
                    <a:lnTo>
                      <a:pt x="39" y="80"/>
                    </a:lnTo>
                    <a:lnTo>
                      <a:pt x="40" y="81"/>
                    </a:lnTo>
                    <a:lnTo>
                      <a:pt x="40" y="82"/>
                    </a:lnTo>
                    <a:lnTo>
                      <a:pt x="41" y="84"/>
                    </a:lnTo>
                    <a:lnTo>
                      <a:pt x="41" y="85"/>
                    </a:lnTo>
                    <a:lnTo>
                      <a:pt x="41" y="86"/>
                    </a:lnTo>
                    <a:lnTo>
                      <a:pt x="42" y="88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4" y="93"/>
                    </a:lnTo>
                    <a:lnTo>
                      <a:pt x="44" y="94"/>
                    </a:lnTo>
                    <a:lnTo>
                      <a:pt x="45" y="96"/>
                    </a:lnTo>
                    <a:lnTo>
                      <a:pt x="45" y="98"/>
                    </a:lnTo>
                    <a:lnTo>
                      <a:pt x="46" y="100"/>
                    </a:lnTo>
                    <a:lnTo>
                      <a:pt x="48" y="102"/>
                    </a:lnTo>
                    <a:lnTo>
                      <a:pt x="48" y="105"/>
                    </a:lnTo>
                    <a:lnTo>
                      <a:pt x="49" y="106"/>
                    </a:lnTo>
                    <a:lnTo>
                      <a:pt x="49" y="109"/>
                    </a:lnTo>
                    <a:lnTo>
                      <a:pt x="50" y="110"/>
                    </a:lnTo>
                    <a:lnTo>
                      <a:pt x="52" y="112"/>
                    </a:lnTo>
                    <a:lnTo>
                      <a:pt x="52" y="113"/>
                    </a:lnTo>
                    <a:lnTo>
                      <a:pt x="52" y="116"/>
                    </a:lnTo>
                    <a:lnTo>
                      <a:pt x="53" y="117"/>
                    </a:lnTo>
                    <a:lnTo>
                      <a:pt x="53" y="118"/>
                    </a:lnTo>
                    <a:lnTo>
                      <a:pt x="54" y="120"/>
                    </a:lnTo>
                    <a:lnTo>
                      <a:pt x="54" y="121"/>
                    </a:lnTo>
                    <a:lnTo>
                      <a:pt x="54" y="122"/>
                    </a:lnTo>
                    <a:lnTo>
                      <a:pt x="56" y="122"/>
                    </a:lnTo>
                    <a:lnTo>
                      <a:pt x="56" y="124"/>
                    </a:lnTo>
                    <a:lnTo>
                      <a:pt x="56" y="125"/>
                    </a:lnTo>
                    <a:lnTo>
                      <a:pt x="57" y="126"/>
                    </a:lnTo>
                    <a:lnTo>
                      <a:pt x="57" y="128"/>
                    </a:lnTo>
                    <a:lnTo>
                      <a:pt x="57" y="129"/>
                    </a:lnTo>
                    <a:lnTo>
                      <a:pt x="57" y="130"/>
                    </a:lnTo>
                    <a:lnTo>
                      <a:pt x="58" y="131"/>
                    </a:lnTo>
                    <a:lnTo>
                      <a:pt x="58" y="133"/>
                    </a:lnTo>
                    <a:lnTo>
                      <a:pt x="60" y="134"/>
                    </a:lnTo>
                    <a:lnTo>
                      <a:pt x="60" y="135"/>
                    </a:lnTo>
                    <a:lnTo>
                      <a:pt x="60" y="137"/>
                    </a:lnTo>
                    <a:lnTo>
                      <a:pt x="61" y="139"/>
                    </a:lnTo>
                    <a:lnTo>
                      <a:pt x="61" y="141"/>
                    </a:lnTo>
                    <a:lnTo>
                      <a:pt x="61" y="142"/>
                    </a:lnTo>
                    <a:lnTo>
                      <a:pt x="62" y="143"/>
                    </a:lnTo>
                    <a:lnTo>
                      <a:pt x="62" y="146"/>
                    </a:lnTo>
                    <a:lnTo>
                      <a:pt x="64" y="147"/>
                    </a:lnTo>
                    <a:lnTo>
                      <a:pt x="64" y="150"/>
                    </a:lnTo>
                    <a:lnTo>
                      <a:pt x="65" y="153"/>
                    </a:lnTo>
                    <a:lnTo>
                      <a:pt x="65" y="154"/>
                    </a:lnTo>
                    <a:lnTo>
                      <a:pt x="66" y="157"/>
                    </a:lnTo>
                    <a:lnTo>
                      <a:pt x="66" y="158"/>
                    </a:lnTo>
                    <a:lnTo>
                      <a:pt x="68" y="159"/>
                    </a:lnTo>
                    <a:lnTo>
                      <a:pt x="68" y="162"/>
                    </a:lnTo>
                    <a:lnTo>
                      <a:pt x="68" y="163"/>
                    </a:lnTo>
                    <a:lnTo>
                      <a:pt x="69" y="165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0" y="170"/>
                    </a:lnTo>
                    <a:lnTo>
                      <a:pt x="70" y="171"/>
                    </a:lnTo>
                    <a:lnTo>
                      <a:pt x="70" y="173"/>
                    </a:lnTo>
                    <a:lnTo>
                      <a:pt x="72" y="173"/>
                    </a:lnTo>
                    <a:lnTo>
                      <a:pt x="72" y="174"/>
                    </a:lnTo>
                    <a:lnTo>
                      <a:pt x="72" y="175"/>
                    </a:lnTo>
                    <a:lnTo>
                      <a:pt x="72" y="177"/>
                    </a:lnTo>
                    <a:lnTo>
                      <a:pt x="73" y="178"/>
                    </a:lnTo>
                    <a:lnTo>
                      <a:pt x="73" y="179"/>
                    </a:lnTo>
                    <a:lnTo>
                      <a:pt x="73" y="181"/>
                    </a:lnTo>
                    <a:lnTo>
                      <a:pt x="74" y="182"/>
                    </a:lnTo>
                    <a:lnTo>
                      <a:pt x="74" y="183"/>
                    </a:lnTo>
                    <a:lnTo>
                      <a:pt x="74" y="185"/>
                    </a:lnTo>
                    <a:lnTo>
                      <a:pt x="76" y="186"/>
                    </a:lnTo>
                    <a:lnTo>
                      <a:pt x="76" y="187"/>
                    </a:lnTo>
                    <a:lnTo>
                      <a:pt x="76" y="189"/>
                    </a:lnTo>
                    <a:lnTo>
                      <a:pt x="77" y="190"/>
                    </a:lnTo>
                    <a:lnTo>
                      <a:pt x="77" y="193"/>
                    </a:lnTo>
                    <a:lnTo>
                      <a:pt x="78" y="194"/>
                    </a:lnTo>
                    <a:lnTo>
                      <a:pt x="78" y="197"/>
                    </a:lnTo>
                    <a:lnTo>
                      <a:pt x="78" y="198"/>
                    </a:lnTo>
                    <a:lnTo>
                      <a:pt x="80" y="201"/>
                    </a:lnTo>
                    <a:lnTo>
                      <a:pt x="80" y="203"/>
                    </a:lnTo>
                    <a:lnTo>
                      <a:pt x="81" y="205"/>
                    </a:lnTo>
                    <a:lnTo>
                      <a:pt x="81" y="206"/>
                    </a:lnTo>
                    <a:lnTo>
                      <a:pt x="82" y="208"/>
                    </a:lnTo>
                    <a:lnTo>
                      <a:pt x="82" y="210"/>
                    </a:lnTo>
                    <a:lnTo>
                      <a:pt x="82" y="211"/>
                    </a:lnTo>
                    <a:lnTo>
                      <a:pt x="84" y="212"/>
                    </a:lnTo>
                    <a:lnTo>
                      <a:pt x="84" y="214"/>
                    </a:lnTo>
                    <a:lnTo>
                      <a:pt x="84" y="215"/>
                    </a:lnTo>
                    <a:lnTo>
                      <a:pt x="85" y="216"/>
                    </a:lnTo>
                    <a:lnTo>
                      <a:pt x="85" y="218"/>
                    </a:lnTo>
                    <a:lnTo>
                      <a:pt x="85" y="219"/>
                    </a:lnTo>
                    <a:lnTo>
                      <a:pt x="85" y="220"/>
                    </a:lnTo>
                    <a:lnTo>
                      <a:pt x="86" y="222"/>
                    </a:lnTo>
                    <a:lnTo>
                      <a:pt x="86" y="223"/>
                    </a:lnTo>
                    <a:lnTo>
                      <a:pt x="86" y="224"/>
                    </a:lnTo>
                    <a:lnTo>
                      <a:pt x="86" y="226"/>
                    </a:lnTo>
                    <a:lnTo>
                      <a:pt x="86" y="227"/>
                    </a:lnTo>
                    <a:lnTo>
                      <a:pt x="86" y="228"/>
                    </a:lnTo>
                    <a:lnTo>
                      <a:pt x="86" y="230"/>
                    </a:lnTo>
                    <a:lnTo>
                      <a:pt x="88" y="231"/>
                    </a:lnTo>
                    <a:lnTo>
                      <a:pt x="88" y="232"/>
                    </a:lnTo>
                    <a:lnTo>
                      <a:pt x="88" y="234"/>
                    </a:lnTo>
                    <a:lnTo>
                      <a:pt x="88" y="235"/>
                    </a:lnTo>
                    <a:lnTo>
                      <a:pt x="88" y="236"/>
                    </a:lnTo>
                    <a:lnTo>
                      <a:pt x="88" y="238"/>
                    </a:lnTo>
                    <a:lnTo>
                      <a:pt x="88" y="239"/>
                    </a:lnTo>
                    <a:lnTo>
                      <a:pt x="88" y="242"/>
                    </a:lnTo>
                    <a:lnTo>
                      <a:pt x="88" y="243"/>
                    </a:lnTo>
                    <a:lnTo>
                      <a:pt x="88" y="246"/>
                    </a:lnTo>
                    <a:lnTo>
                      <a:pt x="89" y="247"/>
                    </a:lnTo>
                    <a:lnTo>
                      <a:pt x="89" y="248"/>
                    </a:lnTo>
                    <a:lnTo>
                      <a:pt x="89" y="250"/>
                    </a:lnTo>
                    <a:lnTo>
                      <a:pt x="89" y="251"/>
                    </a:lnTo>
                    <a:lnTo>
                      <a:pt x="89" y="252"/>
                    </a:lnTo>
                    <a:lnTo>
                      <a:pt x="89" y="254"/>
                    </a:lnTo>
                    <a:lnTo>
                      <a:pt x="89" y="255"/>
                    </a:lnTo>
                    <a:lnTo>
                      <a:pt x="89" y="256"/>
                    </a:lnTo>
                    <a:lnTo>
                      <a:pt x="89" y="258"/>
                    </a:lnTo>
                    <a:lnTo>
                      <a:pt x="89" y="259"/>
                    </a:lnTo>
                    <a:lnTo>
                      <a:pt x="89" y="260"/>
                    </a:lnTo>
                    <a:lnTo>
                      <a:pt x="90" y="260"/>
                    </a:lnTo>
                    <a:lnTo>
                      <a:pt x="90" y="262"/>
                    </a:lnTo>
                    <a:lnTo>
                      <a:pt x="90" y="263"/>
                    </a:lnTo>
                    <a:lnTo>
                      <a:pt x="90" y="264"/>
                    </a:lnTo>
                    <a:lnTo>
                      <a:pt x="90" y="266"/>
                    </a:lnTo>
                    <a:lnTo>
                      <a:pt x="90" y="267"/>
                    </a:lnTo>
                    <a:lnTo>
                      <a:pt x="90" y="268"/>
                    </a:lnTo>
                    <a:lnTo>
                      <a:pt x="90" y="270"/>
                    </a:lnTo>
                    <a:lnTo>
                      <a:pt x="92" y="270"/>
                    </a:lnTo>
                    <a:lnTo>
                      <a:pt x="92" y="271"/>
                    </a:lnTo>
                    <a:lnTo>
                      <a:pt x="92" y="272"/>
                    </a:lnTo>
                    <a:lnTo>
                      <a:pt x="92" y="274"/>
                    </a:lnTo>
                    <a:lnTo>
                      <a:pt x="92" y="275"/>
                    </a:lnTo>
                    <a:lnTo>
                      <a:pt x="92" y="276"/>
                    </a:lnTo>
                    <a:lnTo>
                      <a:pt x="93" y="278"/>
                    </a:lnTo>
                    <a:lnTo>
                      <a:pt x="93" y="279"/>
                    </a:lnTo>
                    <a:lnTo>
                      <a:pt x="93" y="280"/>
                    </a:lnTo>
                    <a:lnTo>
                      <a:pt x="93" y="281"/>
                    </a:lnTo>
                    <a:lnTo>
                      <a:pt x="93" y="283"/>
                    </a:lnTo>
                    <a:lnTo>
                      <a:pt x="94" y="284"/>
                    </a:lnTo>
                    <a:lnTo>
                      <a:pt x="94" y="285"/>
                    </a:lnTo>
                    <a:lnTo>
                      <a:pt x="94" y="287"/>
                    </a:lnTo>
                    <a:lnTo>
                      <a:pt x="94" y="288"/>
                    </a:lnTo>
                    <a:lnTo>
                      <a:pt x="94" y="289"/>
                    </a:lnTo>
                    <a:lnTo>
                      <a:pt x="94" y="291"/>
                    </a:lnTo>
                    <a:lnTo>
                      <a:pt x="94" y="292"/>
                    </a:lnTo>
                    <a:lnTo>
                      <a:pt x="94" y="293"/>
                    </a:lnTo>
                    <a:lnTo>
                      <a:pt x="94" y="295"/>
                    </a:lnTo>
                    <a:lnTo>
                      <a:pt x="94" y="296"/>
                    </a:lnTo>
                    <a:lnTo>
                      <a:pt x="94" y="297"/>
                    </a:lnTo>
                    <a:lnTo>
                      <a:pt x="94" y="299"/>
                    </a:lnTo>
                    <a:lnTo>
                      <a:pt x="94" y="300"/>
                    </a:lnTo>
                    <a:lnTo>
                      <a:pt x="94" y="303"/>
                    </a:lnTo>
                    <a:lnTo>
                      <a:pt x="94" y="304"/>
                    </a:lnTo>
                    <a:lnTo>
                      <a:pt x="94" y="305"/>
                    </a:lnTo>
                    <a:lnTo>
                      <a:pt x="93" y="308"/>
                    </a:lnTo>
                    <a:lnTo>
                      <a:pt x="93" y="309"/>
                    </a:lnTo>
                    <a:lnTo>
                      <a:pt x="93" y="312"/>
                    </a:lnTo>
                    <a:lnTo>
                      <a:pt x="93" y="315"/>
                    </a:lnTo>
                    <a:lnTo>
                      <a:pt x="93" y="317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13793" name="Freeform 89">
                <a:extLst>
                  <a:ext uri="{FF2B5EF4-FFF2-40B4-BE49-F238E27FC236}">
                    <a16:creationId xmlns:a16="http://schemas.microsoft.com/office/drawing/2014/main" id="{5ECF0C45-C6E9-4E10-9D70-5E60D07A8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755138"/>
                <a:ext cx="74612" cy="252413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317"/>
                    </a:moveTo>
                    <a:lnTo>
                      <a:pt x="3" y="314"/>
                    </a:lnTo>
                    <a:lnTo>
                      <a:pt x="4" y="310"/>
                    </a:lnTo>
                    <a:lnTo>
                      <a:pt x="5" y="308"/>
                    </a:lnTo>
                    <a:lnTo>
                      <a:pt x="7" y="305"/>
                    </a:lnTo>
                    <a:lnTo>
                      <a:pt x="9" y="302"/>
                    </a:lnTo>
                    <a:lnTo>
                      <a:pt x="11" y="300"/>
                    </a:lnTo>
                    <a:lnTo>
                      <a:pt x="12" y="297"/>
                    </a:lnTo>
                    <a:lnTo>
                      <a:pt x="13" y="294"/>
                    </a:lnTo>
                    <a:lnTo>
                      <a:pt x="13" y="293"/>
                    </a:lnTo>
                    <a:lnTo>
                      <a:pt x="15" y="290"/>
                    </a:lnTo>
                    <a:lnTo>
                      <a:pt x="16" y="289"/>
                    </a:lnTo>
                    <a:lnTo>
                      <a:pt x="17" y="288"/>
                    </a:lnTo>
                    <a:lnTo>
                      <a:pt x="17" y="286"/>
                    </a:lnTo>
                    <a:lnTo>
                      <a:pt x="19" y="284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21" y="280"/>
                    </a:lnTo>
                    <a:lnTo>
                      <a:pt x="21" y="278"/>
                    </a:lnTo>
                    <a:lnTo>
                      <a:pt x="23" y="277"/>
                    </a:lnTo>
                    <a:lnTo>
                      <a:pt x="23" y="276"/>
                    </a:lnTo>
                    <a:lnTo>
                      <a:pt x="23" y="274"/>
                    </a:lnTo>
                    <a:lnTo>
                      <a:pt x="24" y="274"/>
                    </a:lnTo>
                    <a:lnTo>
                      <a:pt x="24" y="273"/>
                    </a:lnTo>
                    <a:lnTo>
                      <a:pt x="25" y="272"/>
                    </a:lnTo>
                    <a:lnTo>
                      <a:pt x="25" y="270"/>
                    </a:lnTo>
                    <a:lnTo>
                      <a:pt x="27" y="269"/>
                    </a:lnTo>
                    <a:lnTo>
                      <a:pt x="27" y="268"/>
                    </a:lnTo>
                    <a:lnTo>
                      <a:pt x="28" y="266"/>
                    </a:lnTo>
                    <a:lnTo>
                      <a:pt x="28" y="264"/>
                    </a:lnTo>
                    <a:lnTo>
                      <a:pt x="29" y="263"/>
                    </a:lnTo>
                    <a:lnTo>
                      <a:pt x="29" y="261"/>
                    </a:lnTo>
                    <a:lnTo>
                      <a:pt x="31" y="259"/>
                    </a:lnTo>
                    <a:lnTo>
                      <a:pt x="31" y="257"/>
                    </a:lnTo>
                    <a:lnTo>
                      <a:pt x="32" y="256"/>
                    </a:lnTo>
                    <a:lnTo>
                      <a:pt x="32" y="255"/>
                    </a:lnTo>
                    <a:lnTo>
                      <a:pt x="33" y="253"/>
                    </a:lnTo>
                    <a:lnTo>
                      <a:pt x="33" y="251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6" y="247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7" y="243"/>
                    </a:lnTo>
                    <a:lnTo>
                      <a:pt x="37" y="241"/>
                    </a:lnTo>
                    <a:lnTo>
                      <a:pt x="39" y="240"/>
                    </a:lnTo>
                    <a:lnTo>
                      <a:pt x="39" y="239"/>
                    </a:lnTo>
                    <a:lnTo>
                      <a:pt x="39" y="237"/>
                    </a:lnTo>
                    <a:lnTo>
                      <a:pt x="40" y="237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2" y="229"/>
                    </a:lnTo>
                    <a:lnTo>
                      <a:pt x="42" y="228"/>
                    </a:lnTo>
                    <a:lnTo>
                      <a:pt x="42" y="227"/>
                    </a:lnTo>
                    <a:lnTo>
                      <a:pt x="44" y="225"/>
                    </a:lnTo>
                    <a:lnTo>
                      <a:pt x="44" y="223"/>
                    </a:lnTo>
                    <a:lnTo>
                      <a:pt x="45" y="221"/>
                    </a:lnTo>
                    <a:lnTo>
                      <a:pt x="45" y="220"/>
                    </a:lnTo>
                    <a:lnTo>
                      <a:pt x="46" y="217"/>
                    </a:lnTo>
                    <a:lnTo>
                      <a:pt x="48" y="215"/>
                    </a:lnTo>
                    <a:lnTo>
                      <a:pt x="48" y="213"/>
                    </a:lnTo>
                    <a:lnTo>
                      <a:pt x="49" y="211"/>
                    </a:lnTo>
                    <a:lnTo>
                      <a:pt x="49" y="209"/>
                    </a:lnTo>
                    <a:lnTo>
                      <a:pt x="50" y="207"/>
                    </a:lnTo>
                    <a:lnTo>
                      <a:pt x="52" y="205"/>
                    </a:lnTo>
                    <a:lnTo>
                      <a:pt x="52" y="204"/>
                    </a:lnTo>
                    <a:lnTo>
                      <a:pt x="52" y="203"/>
                    </a:lnTo>
                    <a:lnTo>
                      <a:pt x="53" y="201"/>
                    </a:lnTo>
                    <a:lnTo>
                      <a:pt x="53" y="200"/>
                    </a:lnTo>
                    <a:lnTo>
                      <a:pt x="54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6" y="195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7" y="191"/>
                    </a:lnTo>
                    <a:lnTo>
                      <a:pt x="57" y="190"/>
                    </a:lnTo>
                    <a:lnTo>
                      <a:pt x="57" y="188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4"/>
                    </a:lnTo>
                    <a:lnTo>
                      <a:pt x="60" y="183"/>
                    </a:lnTo>
                    <a:lnTo>
                      <a:pt x="60" y="182"/>
                    </a:lnTo>
                    <a:lnTo>
                      <a:pt x="60" y="180"/>
                    </a:lnTo>
                    <a:lnTo>
                      <a:pt x="61" y="179"/>
                    </a:lnTo>
                    <a:lnTo>
                      <a:pt x="61" y="176"/>
                    </a:lnTo>
                    <a:lnTo>
                      <a:pt x="61" y="175"/>
                    </a:lnTo>
                    <a:lnTo>
                      <a:pt x="62" y="174"/>
                    </a:lnTo>
                    <a:lnTo>
                      <a:pt x="62" y="171"/>
                    </a:lnTo>
                    <a:lnTo>
                      <a:pt x="64" y="170"/>
                    </a:lnTo>
                    <a:lnTo>
                      <a:pt x="64" y="167"/>
                    </a:lnTo>
                    <a:lnTo>
                      <a:pt x="65" y="164"/>
                    </a:lnTo>
                    <a:lnTo>
                      <a:pt x="65" y="163"/>
                    </a:lnTo>
                    <a:lnTo>
                      <a:pt x="66" y="160"/>
                    </a:lnTo>
                    <a:lnTo>
                      <a:pt x="66" y="159"/>
                    </a:lnTo>
                    <a:lnTo>
                      <a:pt x="68" y="158"/>
                    </a:lnTo>
                    <a:lnTo>
                      <a:pt x="68" y="156"/>
                    </a:lnTo>
                    <a:lnTo>
                      <a:pt x="68" y="154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0" y="148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72" y="144"/>
                    </a:lnTo>
                    <a:lnTo>
                      <a:pt x="72" y="143"/>
                    </a:lnTo>
                    <a:lnTo>
                      <a:pt x="72" y="142"/>
                    </a:lnTo>
                    <a:lnTo>
                      <a:pt x="72" y="140"/>
                    </a:lnTo>
                    <a:lnTo>
                      <a:pt x="73" y="139"/>
                    </a:lnTo>
                    <a:lnTo>
                      <a:pt x="73" y="138"/>
                    </a:lnTo>
                    <a:lnTo>
                      <a:pt x="74" y="136"/>
                    </a:lnTo>
                    <a:lnTo>
                      <a:pt x="74" y="135"/>
                    </a:lnTo>
                    <a:lnTo>
                      <a:pt x="74" y="134"/>
                    </a:lnTo>
                    <a:lnTo>
                      <a:pt x="76" y="132"/>
                    </a:lnTo>
                    <a:lnTo>
                      <a:pt x="76" y="130"/>
                    </a:lnTo>
                    <a:lnTo>
                      <a:pt x="76" y="128"/>
                    </a:lnTo>
                    <a:lnTo>
                      <a:pt x="77" y="127"/>
                    </a:lnTo>
                    <a:lnTo>
                      <a:pt x="77" y="126"/>
                    </a:lnTo>
                    <a:lnTo>
                      <a:pt x="78" y="123"/>
                    </a:lnTo>
                    <a:lnTo>
                      <a:pt x="78" y="122"/>
                    </a:lnTo>
                    <a:lnTo>
                      <a:pt x="78" y="119"/>
                    </a:lnTo>
                    <a:lnTo>
                      <a:pt x="80" y="116"/>
                    </a:lnTo>
                    <a:lnTo>
                      <a:pt x="80" y="115"/>
                    </a:lnTo>
                    <a:lnTo>
                      <a:pt x="81" y="113"/>
                    </a:lnTo>
                    <a:lnTo>
                      <a:pt x="81" y="111"/>
                    </a:lnTo>
                    <a:lnTo>
                      <a:pt x="82" y="110"/>
                    </a:lnTo>
                    <a:lnTo>
                      <a:pt x="82" y="107"/>
                    </a:lnTo>
                    <a:lnTo>
                      <a:pt x="82" y="106"/>
                    </a:lnTo>
                    <a:lnTo>
                      <a:pt x="84" y="105"/>
                    </a:lnTo>
                    <a:lnTo>
                      <a:pt x="84" y="103"/>
                    </a:lnTo>
                    <a:lnTo>
                      <a:pt x="84" y="102"/>
                    </a:lnTo>
                    <a:lnTo>
                      <a:pt x="85" y="101"/>
                    </a:lnTo>
                    <a:lnTo>
                      <a:pt x="85" y="99"/>
                    </a:lnTo>
                    <a:lnTo>
                      <a:pt x="85" y="98"/>
                    </a:lnTo>
                    <a:lnTo>
                      <a:pt x="85" y="97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3"/>
                    </a:lnTo>
                    <a:lnTo>
                      <a:pt x="86" y="91"/>
                    </a:lnTo>
                    <a:lnTo>
                      <a:pt x="86" y="90"/>
                    </a:lnTo>
                    <a:lnTo>
                      <a:pt x="86" y="89"/>
                    </a:lnTo>
                    <a:lnTo>
                      <a:pt x="86" y="87"/>
                    </a:lnTo>
                    <a:lnTo>
                      <a:pt x="88" y="87"/>
                    </a:lnTo>
                    <a:lnTo>
                      <a:pt x="88" y="86"/>
                    </a:lnTo>
                    <a:lnTo>
                      <a:pt x="88" y="85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8" y="79"/>
                    </a:lnTo>
                    <a:lnTo>
                      <a:pt x="88" y="78"/>
                    </a:lnTo>
                    <a:lnTo>
                      <a:pt x="88" y="77"/>
                    </a:lnTo>
                    <a:lnTo>
                      <a:pt x="88" y="74"/>
                    </a:lnTo>
                    <a:lnTo>
                      <a:pt x="88" y="73"/>
                    </a:lnTo>
                    <a:lnTo>
                      <a:pt x="89" y="70"/>
                    </a:lnTo>
                    <a:lnTo>
                      <a:pt x="89" y="69"/>
                    </a:lnTo>
                    <a:lnTo>
                      <a:pt x="89" y="67"/>
                    </a:lnTo>
                    <a:lnTo>
                      <a:pt x="89" y="66"/>
                    </a:lnTo>
                    <a:lnTo>
                      <a:pt x="89" y="65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89" y="61"/>
                    </a:lnTo>
                    <a:lnTo>
                      <a:pt x="89" y="59"/>
                    </a:lnTo>
                    <a:lnTo>
                      <a:pt x="89" y="58"/>
                    </a:lnTo>
                    <a:lnTo>
                      <a:pt x="90" y="57"/>
                    </a:lnTo>
                    <a:lnTo>
                      <a:pt x="90" y="55"/>
                    </a:lnTo>
                    <a:lnTo>
                      <a:pt x="90" y="54"/>
                    </a:lnTo>
                    <a:lnTo>
                      <a:pt x="90" y="53"/>
                    </a:lnTo>
                    <a:lnTo>
                      <a:pt x="90" y="51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2" y="47"/>
                    </a:lnTo>
                    <a:lnTo>
                      <a:pt x="92" y="46"/>
                    </a:lnTo>
                    <a:lnTo>
                      <a:pt x="92" y="45"/>
                    </a:lnTo>
                    <a:lnTo>
                      <a:pt x="92" y="43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3" y="40"/>
                    </a:lnTo>
                    <a:lnTo>
                      <a:pt x="93" y="38"/>
                    </a:lnTo>
                    <a:lnTo>
                      <a:pt x="93" y="37"/>
                    </a:lnTo>
                    <a:lnTo>
                      <a:pt x="93" y="36"/>
                    </a:lnTo>
                    <a:lnTo>
                      <a:pt x="93" y="34"/>
                    </a:lnTo>
                    <a:lnTo>
                      <a:pt x="94" y="33"/>
                    </a:lnTo>
                    <a:lnTo>
                      <a:pt x="94" y="32"/>
                    </a:lnTo>
                    <a:lnTo>
                      <a:pt x="94" y="30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4" y="24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0"/>
                    </a:lnTo>
                    <a:lnTo>
                      <a:pt x="94" y="18"/>
                    </a:lnTo>
                    <a:lnTo>
                      <a:pt x="94" y="17"/>
                    </a:lnTo>
                    <a:lnTo>
                      <a:pt x="94" y="16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3" y="10"/>
                    </a:lnTo>
                    <a:lnTo>
                      <a:pt x="93" y="8"/>
                    </a:lnTo>
                    <a:lnTo>
                      <a:pt x="93" y="5"/>
                    </a:lnTo>
                    <a:lnTo>
                      <a:pt x="93" y="2"/>
                    </a:lnTo>
                    <a:lnTo>
                      <a:pt x="93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13746" name="Freeform 45">
              <a:extLst>
                <a:ext uri="{FF2B5EF4-FFF2-40B4-BE49-F238E27FC236}">
                  <a16:creationId xmlns:a16="http://schemas.microsoft.com/office/drawing/2014/main" id="{40A94817-C1D1-43FE-966D-EB817BE6E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674" y="2957298"/>
              <a:ext cx="3699109" cy="2735272"/>
            </a:xfrm>
            <a:custGeom>
              <a:avLst/>
              <a:gdLst>
                <a:gd name="T0" fmla="*/ 1278345235 w 10704"/>
                <a:gd name="T1" fmla="*/ 0 h 21003"/>
                <a:gd name="T2" fmla="*/ 2388662 w 10704"/>
                <a:gd name="T3" fmla="*/ 1102418 h 21003"/>
                <a:gd name="T4" fmla="*/ 0 w 10704"/>
                <a:gd name="T5" fmla="*/ 356221155 h 21003"/>
                <a:gd name="T6" fmla="*/ 135430103 w 10704"/>
                <a:gd name="T7" fmla="*/ 356102383 h 210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04" h="21003">
                  <a:moveTo>
                    <a:pt x="10704" y="0"/>
                  </a:move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1134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3747" name="Line 14">
              <a:extLst>
                <a:ext uri="{FF2B5EF4-FFF2-40B4-BE49-F238E27FC236}">
                  <a16:creationId xmlns:a16="http://schemas.microsoft.com/office/drawing/2014/main" id="{B7861919-828B-4E0C-B363-C9350EC490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07413" y="5790467"/>
              <a:ext cx="580100" cy="31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3748" name="TextBox 51">
              <a:extLst>
                <a:ext uri="{FF2B5EF4-FFF2-40B4-BE49-F238E27FC236}">
                  <a16:creationId xmlns:a16="http://schemas.microsoft.com/office/drawing/2014/main" id="{6032B448-8E24-4D8F-879A-2C8B36AA0B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75820" y="599816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3749" name="TextBox 51">
              <a:extLst>
                <a:ext uri="{FF2B5EF4-FFF2-40B4-BE49-F238E27FC236}">
                  <a16:creationId xmlns:a16="http://schemas.microsoft.com/office/drawing/2014/main" id="{D84FDEAF-2226-4B3B-B99C-6BAEEE9345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9" y="588809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3750" name="TextBox 51">
              <a:extLst>
                <a:ext uri="{FF2B5EF4-FFF2-40B4-BE49-F238E27FC236}">
                  <a16:creationId xmlns:a16="http://schemas.microsoft.com/office/drawing/2014/main" id="{FF73BD7A-1F6F-410D-B1EE-A5B61A3636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3622" y="588809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13751" name="TextBox 51">
              <a:extLst>
                <a:ext uri="{FF2B5EF4-FFF2-40B4-BE49-F238E27FC236}">
                  <a16:creationId xmlns:a16="http://schemas.microsoft.com/office/drawing/2014/main" id="{80E410E8-8D9C-4230-9445-B16A3840A4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353" y="530726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13752" name="TextBox 51">
              <a:extLst>
                <a:ext uri="{FF2B5EF4-FFF2-40B4-BE49-F238E27FC236}">
                  <a16:creationId xmlns:a16="http://schemas.microsoft.com/office/drawing/2014/main" id="{8E793F16-3E0C-406A-A411-E82F2A7F6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9" y="4990627"/>
              <a:ext cx="77457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Wingdings" panose="05000000000000000000" pitchFamily="2" charset="2"/>
                  <a:ea typeface="ＭＳ Ｐゴシック" panose="020B0600070205080204" pitchFamily="34" charset="-128"/>
                  <a:cs typeface="Arial" panose="020B0604020202020204" pitchFamily="34" charset="0"/>
                  <a:sym typeface="Wingdings" panose="05000000000000000000" pitchFamily="2" charset="2"/>
                </a:rPr>
                <a:t>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13753" name="Freeform 48">
              <a:extLst>
                <a:ext uri="{FF2B5EF4-FFF2-40B4-BE49-F238E27FC236}">
                  <a16:creationId xmlns:a16="http://schemas.microsoft.com/office/drawing/2014/main" id="{E864C062-7363-4CE9-A0F4-C145254EC33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594887" y="2914643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3754" name="Freeform 48">
              <a:extLst>
                <a:ext uri="{FF2B5EF4-FFF2-40B4-BE49-F238E27FC236}">
                  <a16:creationId xmlns:a16="http://schemas.microsoft.com/office/drawing/2014/main" id="{F0091D60-A6A8-4CA9-8D59-99242C8DEDE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434954" y="2931576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3755" name="Freeform 5">
              <a:extLst>
                <a:ext uri="{FF2B5EF4-FFF2-40B4-BE49-F238E27FC236}">
                  <a16:creationId xmlns:a16="http://schemas.microsoft.com/office/drawing/2014/main" id="{E31D5BCA-1AF6-4FE5-974A-CB1EC90D8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272" y="5755462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3756" name="Freeform 7">
              <a:extLst>
                <a:ext uri="{FF2B5EF4-FFF2-40B4-BE49-F238E27FC236}">
                  <a16:creationId xmlns:a16="http://schemas.microsoft.com/office/drawing/2014/main" id="{0F4D3A47-EA3B-4247-A79D-9285A04EC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167" y="5867731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3757" name="TextBox 51">
              <a:extLst>
                <a:ext uri="{FF2B5EF4-FFF2-40B4-BE49-F238E27FC236}">
                  <a16:creationId xmlns:a16="http://schemas.microsoft.com/office/drawing/2014/main" id="{2887741E-2FA0-4B5F-AE02-6D7A7D9B66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9028" y="5486655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grpSp>
          <p:nvGrpSpPr>
            <p:cNvPr id="413758" name="Group 4">
              <a:extLst>
                <a:ext uri="{FF2B5EF4-FFF2-40B4-BE49-F238E27FC236}">
                  <a16:creationId xmlns:a16="http://schemas.microsoft.com/office/drawing/2014/main" id="{4B53088E-E1C6-46A8-8DF8-66C0ADE418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62243" y="1638205"/>
              <a:ext cx="3228751" cy="750888"/>
              <a:chOff x="5768352" y="3768775"/>
              <a:chExt cx="3229577" cy="750332"/>
            </a:xfrm>
          </p:grpSpPr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3FAFAF52-59DE-4B47-9CA8-D1554685D464}"/>
                  </a:ext>
                </a:extLst>
              </p:cNvPr>
              <p:cNvCxnSpPr/>
              <p:nvPr/>
            </p:nvCxnSpPr>
            <p:spPr>
              <a:xfrm flipV="1">
                <a:off x="5768098" y="4206085"/>
                <a:ext cx="1980137" cy="15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5CA21235-ED33-2D4D-800F-95CCF27CD2F4}"/>
                  </a:ext>
                </a:extLst>
              </p:cNvPr>
              <p:cNvCxnSpPr/>
              <p:nvPr/>
            </p:nvCxnSpPr>
            <p:spPr>
              <a:xfrm>
                <a:off x="7749823" y="4064873"/>
                <a:ext cx="565300" cy="1586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66FD430A-94E9-6141-8A7C-64631A52CB78}"/>
                  </a:ext>
                </a:extLst>
              </p:cNvPr>
              <p:cNvCxnSpPr/>
              <p:nvPr/>
            </p:nvCxnSpPr>
            <p:spPr>
              <a:xfrm>
                <a:off x="7745059" y="4345710"/>
                <a:ext cx="565300" cy="15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CE6E2FAF-48D3-D741-BA6F-C19B36A5AB70}"/>
                  </a:ext>
                </a:extLst>
              </p:cNvPr>
              <p:cNvCxnSpPr/>
              <p:nvPr/>
            </p:nvCxnSpPr>
            <p:spPr>
              <a:xfrm flipH="1" flipV="1">
                <a:off x="7749823" y="4061700"/>
                <a:ext cx="3176" cy="28401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3787" name="TextBox 93">
                <a:extLst>
                  <a:ext uri="{FF2B5EF4-FFF2-40B4-BE49-F238E27FC236}">
                    <a16:creationId xmlns:a16="http://schemas.microsoft.com/office/drawing/2014/main" id="{A5945D7A-7586-4A03-9A73-0D5CBA5F406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76877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13788" name="TextBox 6">
                <a:extLst>
                  <a:ext uri="{FF2B5EF4-FFF2-40B4-BE49-F238E27FC236}">
                    <a16:creationId xmlns:a16="http://schemas.microsoft.com/office/drawing/2014/main" id="{AF6E7540-6A94-45F5-AF3A-AB8F51B8F8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149775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3789" name="Freeform 48">
                <a:extLst>
                  <a:ext uri="{FF2B5EF4-FFF2-40B4-BE49-F238E27FC236}">
                    <a16:creationId xmlns:a16="http://schemas.microsoft.com/office/drawing/2014/main" id="{81308DF5-F09D-4706-ACD0-094D07AC57B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08850" y="4183965"/>
                <a:ext cx="77241" cy="73098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13759" name="Group 88">
              <a:extLst>
                <a:ext uri="{FF2B5EF4-FFF2-40B4-BE49-F238E27FC236}">
                  <a16:creationId xmlns:a16="http://schemas.microsoft.com/office/drawing/2014/main" id="{3E3FDFE5-8768-4350-8441-03C4927F59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53438" y="2428748"/>
              <a:ext cx="2803076" cy="749300"/>
              <a:chOff x="6194136" y="3853561"/>
              <a:chExt cx="2803793" cy="750332"/>
            </a:xfrm>
          </p:grpSpPr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57A5E3AE-7CF8-B04B-89F8-7BBE7C7D8E8F}"/>
                  </a:ext>
                </a:extLst>
              </p:cNvPr>
              <p:cNvCxnSpPr/>
              <p:nvPr/>
            </p:nvCxnSpPr>
            <p:spPr>
              <a:xfrm>
                <a:off x="6194803" y="4204544"/>
                <a:ext cx="1565690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D35DCAF2-B0B5-A840-BCD1-9928E76CD755}"/>
                  </a:ext>
                </a:extLst>
              </p:cNvPr>
              <p:cNvCxnSpPr/>
              <p:nvPr/>
            </p:nvCxnSpPr>
            <p:spPr>
              <a:xfrm>
                <a:off x="7744614" y="4064622"/>
                <a:ext cx="565300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Straight Connector 99">
                <a:extLst>
                  <a:ext uri="{FF2B5EF4-FFF2-40B4-BE49-F238E27FC236}">
                    <a16:creationId xmlns:a16="http://schemas.microsoft.com/office/drawing/2014/main" id="{D7923BD3-D57C-7441-BE59-D24745EA99AF}"/>
                  </a:ext>
                </a:extLst>
              </p:cNvPr>
              <p:cNvCxnSpPr/>
              <p:nvPr/>
            </p:nvCxnSpPr>
            <p:spPr>
              <a:xfrm>
                <a:off x="7739851" y="4339695"/>
                <a:ext cx="565300" cy="15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18536E7E-0B22-7A46-92FE-18A9D45A1C68}"/>
                  </a:ext>
                </a:extLst>
              </p:cNvPr>
              <p:cNvCxnSpPr/>
              <p:nvPr/>
            </p:nvCxnSpPr>
            <p:spPr>
              <a:xfrm flipH="1" flipV="1">
                <a:off x="7749378" y="4056672"/>
                <a:ext cx="3176" cy="284614"/>
              </a:xfrm>
              <a:prstGeom prst="line">
                <a:avLst/>
              </a:prstGeom>
              <a:solidFill>
                <a:srgbClr val="00B050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3780" name="TextBox 93">
                <a:extLst>
                  <a:ext uri="{FF2B5EF4-FFF2-40B4-BE49-F238E27FC236}">
                    <a16:creationId xmlns:a16="http://schemas.microsoft.com/office/drawing/2014/main" id="{77DF8A78-C139-44D6-9116-5A2F7B3430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853561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13781" name="TextBox 6">
                <a:extLst>
                  <a:ext uri="{FF2B5EF4-FFF2-40B4-BE49-F238E27FC236}">
                    <a16:creationId xmlns:a16="http://schemas.microsoft.com/office/drawing/2014/main" id="{CBEB85BE-D1F9-4F45-A4DB-C1EFBDB355D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234561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3782" name="Freeform 48">
                <a:extLst>
                  <a:ext uri="{FF2B5EF4-FFF2-40B4-BE49-F238E27FC236}">
                    <a16:creationId xmlns:a16="http://schemas.microsoft.com/office/drawing/2014/main" id="{3F5FDDD5-41A9-455D-ADED-9C4B023824E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08850" y="4178383"/>
                <a:ext cx="77241" cy="73253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13760" name="Group 8">
              <a:extLst>
                <a:ext uri="{FF2B5EF4-FFF2-40B4-BE49-F238E27FC236}">
                  <a16:creationId xmlns:a16="http://schemas.microsoft.com/office/drawing/2014/main" id="{FAD64CA7-C4DD-4CFF-B101-5D1F1B0CDC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8227" y="3282987"/>
              <a:ext cx="1863862" cy="914400"/>
              <a:chOff x="7168853" y="823310"/>
              <a:chExt cx="1863684" cy="915796"/>
            </a:xfrm>
          </p:grpSpPr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A7476486-7CEB-CD4C-9877-FAEE0A5FAA05}"/>
                  </a:ext>
                </a:extLst>
              </p:cNvPr>
              <p:cNvCxnSpPr/>
              <p:nvPr/>
            </p:nvCxnSpPr>
            <p:spPr>
              <a:xfrm flipV="1">
                <a:off x="7169302" y="1288857"/>
                <a:ext cx="1122265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EA94A157-AA7B-3343-A0DF-BA85DC2E1435}"/>
                  </a:ext>
                </a:extLst>
              </p:cNvPr>
              <p:cNvCxnSpPr/>
              <p:nvPr/>
            </p:nvCxnSpPr>
            <p:spPr>
              <a:xfrm>
                <a:off x="7750277" y="1024875"/>
                <a:ext cx="565101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9170D4EC-0313-D24C-AFB7-CA1F677483E6}"/>
                  </a:ext>
                </a:extLst>
              </p:cNvPr>
              <p:cNvCxnSpPr/>
              <p:nvPr/>
            </p:nvCxnSpPr>
            <p:spPr>
              <a:xfrm>
                <a:off x="7745514" y="1521034"/>
                <a:ext cx="565101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Straight Connector 108">
                <a:extLst>
                  <a:ext uri="{FF2B5EF4-FFF2-40B4-BE49-F238E27FC236}">
                    <a16:creationId xmlns:a16="http://schemas.microsoft.com/office/drawing/2014/main" id="{821A22D3-75F0-BB41-A814-C18A196E47AF}"/>
                  </a:ext>
                </a:extLst>
              </p:cNvPr>
              <p:cNvCxnSpPr/>
              <p:nvPr/>
            </p:nvCxnSpPr>
            <p:spPr>
              <a:xfrm flipH="1" flipV="1">
                <a:off x="7745514" y="1018514"/>
                <a:ext cx="3175" cy="505701"/>
              </a:xfrm>
              <a:prstGeom prst="line">
                <a:avLst/>
              </a:prstGeom>
              <a:solidFill>
                <a:srgbClr val="00B050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3772" name="TextBox 101">
                <a:extLst>
                  <a:ext uri="{FF2B5EF4-FFF2-40B4-BE49-F238E27FC236}">
                    <a16:creationId xmlns:a16="http://schemas.microsoft.com/office/drawing/2014/main" id="{9F32651A-EEBD-4F85-887A-1F9D66A790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0792" y="108674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13773" name="TextBox 6">
                <a:extLst>
                  <a:ext uri="{FF2B5EF4-FFF2-40B4-BE49-F238E27FC236}">
                    <a16:creationId xmlns:a16="http://schemas.microsoft.com/office/drawing/2014/main" id="{BEC3DE12-8216-4C45-8D50-1F928B5964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16032" y="823310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3774" name="Freeform 48">
                <a:extLst>
                  <a:ext uri="{FF2B5EF4-FFF2-40B4-BE49-F238E27FC236}">
                    <a16:creationId xmlns:a16="http://schemas.microsoft.com/office/drawing/2014/main" id="{9E1EE90B-0164-457E-826C-10C5C9A0184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10106" y="1261218"/>
                <a:ext cx="73145" cy="73264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13775" name="TextBox 107">
                <a:extLst>
                  <a:ext uri="{FF2B5EF4-FFF2-40B4-BE49-F238E27FC236}">
                    <a16:creationId xmlns:a16="http://schemas.microsoft.com/office/drawing/2014/main" id="{4577E144-8784-435E-8AFE-F5C9B3B1EF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96438" y="1369774"/>
                <a:ext cx="736099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Done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sp>
          <p:nvSpPr>
            <p:cNvPr id="413761" name="Freeform 48">
              <a:extLst>
                <a:ext uri="{FF2B5EF4-FFF2-40B4-BE49-F238E27FC236}">
                  <a16:creationId xmlns:a16="http://schemas.microsoft.com/office/drawing/2014/main" id="{910B665C-1526-4A56-8E13-8105601E2F0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232937" y="2733668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3762" name="Freeform 48">
              <a:extLst>
                <a:ext uri="{FF2B5EF4-FFF2-40B4-BE49-F238E27FC236}">
                  <a16:creationId xmlns:a16="http://schemas.microsoft.com/office/drawing/2014/main" id="{D44F38BB-A0AF-4633-B8FC-E44B6E5EDF7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823362" y="2047868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3763" name="TextBox 51">
              <a:extLst>
                <a:ext uri="{FF2B5EF4-FFF2-40B4-BE49-F238E27FC236}">
                  <a16:creationId xmlns:a16="http://schemas.microsoft.com/office/drawing/2014/main" id="{D429ACB2-C57C-478D-B307-20CC80B5DE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4300" y="162108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3764" name="TextBox 51">
              <a:extLst>
                <a:ext uri="{FF2B5EF4-FFF2-40B4-BE49-F238E27FC236}">
                  <a16:creationId xmlns:a16="http://schemas.microsoft.com/office/drawing/2014/main" id="{850FF9C2-3729-41B1-BB5C-316EB4047A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2587" y="238993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3765" name="TextBox 51">
              <a:extLst>
                <a:ext uri="{FF2B5EF4-FFF2-40B4-BE49-F238E27FC236}">
                  <a16:creationId xmlns:a16="http://schemas.microsoft.com/office/drawing/2014/main" id="{F41A6649-5261-4B18-9F14-5C29EA2F18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0875" y="333344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3766" name="Freeform 45">
              <a:extLst>
                <a:ext uri="{FF2B5EF4-FFF2-40B4-BE49-F238E27FC236}">
                  <a16:creationId xmlns:a16="http://schemas.microsoft.com/office/drawing/2014/main" id="{E3628449-421E-45D7-B3D8-62A8A891AF53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852089" y="2959411"/>
              <a:ext cx="4372447" cy="3609986"/>
            </a:xfrm>
            <a:custGeom>
              <a:avLst/>
              <a:gdLst>
                <a:gd name="T0" fmla="*/ 1541469344 w 10704"/>
                <a:gd name="T1" fmla="*/ 86678321 h 150349"/>
                <a:gd name="T2" fmla="*/ 1782751296 w 10704"/>
                <a:gd name="T3" fmla="*/ 86601655 h 150349"/>
                <a:gd name="T4" fmla="*/ 1786088637 w 10704"/>
                <a:gd name="T5" fmla="*/ 0 h 150349"/>
                <a:gd name="T6" fmla="*/ 3337340 w 10704"/>
                <a:gd name="T7" fmla="*/ 37481 h 150349"/>
                <a:gd name="T8" fmla="*/ 0 w 10704"/>
                <a:gd name="T9" fmla="*/ 12108528 h 150349"/>
                <a:gd name="T10" fmla="*/ 164025176 w 10704"/>
                <a:gd name="T11" fmla="*/ 12104494 h 1503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04" h="150349">
                  <a:moveTo>
                    <a:pt x="9238" y="150349"/>
                  </a:moveTo>
                  <a:lnTo>
                    <a:pt x="10684" y="150216"/>
                  </a:lnTo>
                  <a:cubicBezTo>
                    <a:pt x="10716" y="100026"/>
                    <a:pt x="10672" y="50190"/>
                    <a:pt x="10704" y="0"/>
                  </a:cubicBez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983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3767" name="Freeform 48">
              <a:extLst>
                <a:ext uri="{FF2B5EF4-FFF2-40B4-BE49-F238E27FC236}">
                  <a16:creationId xmlns:a16="http://schemas.microsoft.com/office/drawing/2014/main" id="{D7728195-C360-4177-B249-1764672ABDD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186470" y="3716834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413699" name="Group 115">
            <a:extLst>
              <a:ext uri="{FF2B5EF4-FFF2-40B4-BE49-F238E27FC236}">
                <a16:creationId xmlns:a16="http://schemas.microsoft.com/office/drawing/2014/main" id="{69A5488C-D3D7-49B8-AACB-9901CEE169EA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58763" y="1071563"/>
            <a:ext cx="3546475" cy="1455737"/>
            <a:chOff x="27330" y="2051709"/>
            <a:chExt cx="2697218" cy="1108075"/>
          </a:xfrm>
        </p:grpSpPr>
        <p:pic>
          <p:nvPicPr>
            <p:cNvPr id="413700" name="Picture 119">
              <a:extLst>
                <a:ext uri="{FF2B5EF4-FFF2-40B4-BE49-F238E27FC236}">
                  <a16:creationId xmlns:a16="http://schemas.microsoft.com/office/drawing/2014/main" id="{DDDF847E-0406-4D05-8D1A-DC3259C07DBA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330" y="2145256"/>
              <a:ext cx="2697218" cy="92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413701" name="Straight Connector 120">
              <a:extLst>
                <a:ext uri="{FF2B5EF4-FFF2-40B4-BE49-F238E27FC236}">
                  <a16:creationId xmlns:a16="http://schemas.microsoft.com/office/drawing/2014/main" id="{C75B5A8E-3526-448F-A49B-0B79D917543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86619" y="2051709"/>
              <a:ext cx="7937" cy="1108075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4721" name="Title 1">
            <a:extLst>
              <a:ext uri="{FF2B5EF4-FFF2-40B4-BE49-F238E27FC236}">
                <a16:creationId xmlns:a16="http://schemas.microsoft.com/office/drawing/2014/main" id="{D95401F8-5D6D-42EF-AC6E-8FA62DFBF87E}"/>
              </a:ext>
            </a:extLst>
          </p:cNvPr>
          <p:cNvSpPr txBox="1">
            <a:spLocks/>
          </p:cNvSpPr>
          <p:nvPr/>
        </p:nvSpPr>
        <p:spPr bwMode="auto">
          <a:xfrm>
            <a:off x="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How Does It Work?</a:t>
            </a:r>
          </a:p>
        </p:txBody>
      </p:sp>
      <p:grpSp>
        <p:nvGrpSpPr>
          <p:cNvPr id="414722" name="Group 3">
            <a:extLst>
              <a:ext uri="{FF2B5EF4-FFF2-40B4-BE49-F238E27FC236}">
                <a16:creationId xmlns:a16="http://schemas.microsoft.com/office/drawing/2014/main" id="{3584BFB5-B0BA-4B9D-8C80-B8926EB2CC7D}"/>
              </a:ext>
            </a:extLst>
          </p:cNvPr>
          <p:cNvGrpSpPr>
            <a:grpSpLocks/>
          </p:cNvGrpSpPr>
          <p:nvPr/>
        </p:nvGrpSpPr>
        <p:grpSpPr bwMode="auto">
          <a:xfrm>
            <a:off x="93663" y="1319213"/>
            <a:ext cx="8997950" cy="5249862"/>
            <a:chOff x="92960" y="1318445"/>
            <a:chExt cx="8998034" cy="5250952"/>
          </a:xfrm>
        </p:grpSpPr>
        <p:sp>
          <p:nvSpPr>
            <p:cNvPr id="414726" name="TextBox 51">
              <a:extLst>
                <a:ext uri="{FF2B5EF4-FFF2-40B4-BE49-F238E27FC236}">
                  <a16:creationId xmlns:a16="http://schemas.microsoft.com/office/drawing/2014/main" id="{C2CC48BD-0422-4C6A-BC79-80A46BE999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3160" y="5486655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14727" name="Line 14">
              <a:extLst>
                <a:ext uri="{FF2B5EF4-FFF2-40B4-BE49-F238E27FC236}">
                  <a16:creationId xmlns:a16="http://schemas.microsoft.com/office/drawing/2014/main" id="{A8FF64A1-A5E3-4208-AFCE-6F196CFB94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9416" y="5920630"/>
              <a:ext cx="10703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4728" name="Line 14">
              <a:extLst>
                <a:ext uri="{FF2B5EF4-FFF2-40B4-BE49-F238E27FC236}">
                  <a16:creationId xmlns:a16="http://schemas.microsoft.com/office/drawing/2014/main" id="{9DBE2FC1-BA42-4F7E-90C5-B86B6F762E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50" y="5937564"/>
              <a:ext cx="14246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4729" name="Rectangle 7">
              <a:extLst>
                <a:ext uri="{FF2B5EF4-FFF2-40B4-BE49-F238E27FC236}">
                  <a16:creationId xmlns:a16="http://schemas.microsoft.com/office/drawing/2014/main" id="{CB4E117D-D6F5-4192-942C-6FF5EB824C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7960" y="5073446"/>
              <a:ext cx="1806575" cy="10302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730" name="Freeform 8">
              <a:extLst>
                <a:ext uri="{FF2B5EF4-FFF2-40B4-BE49-F238E27FC236}">
                  <a16:creationId xmlns:a16="http://schemas.microsoft.com/office/drawing/2014/main" id="{B835A723-DB82-4618-939F-414E0D9AB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960" y="5302046"/>
              <a:ext cx="158750" cy="160338"/>
            </a:xfrm>
            <a:custGeom>
              <a:avLst/>
              <a:gdLst>
                <a:gd name="T0" fmla="*/ 0 w 202"/>
                <a:gd name="T1" fmla="*/ 630239 h 202"/>
                <a:gd name="T2" fmla="*/ 0 w 202"/>
                <a:gd name="T3" fmla="*/ 630239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4731" name="Rectangle 10">
              <a:extLst>
                <a:ext uri="{FF2B5EF4-FFF2-40B4-BE49-F238E27FC236}">
                  <a16:creationId xmlns:a16="http://schemas.microsoft.com/office/drawing/2014/main" id="{DE5DF4FB-9A51-4874-BFA6-285992FBE2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4323" y="5765596"/>
              <a:ext cx="65723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clear_n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732" name="Rectangle 11">
              <a:extLst>
                <a:ext uri="{FF2B5EF4-FFF2-40B4-BE49-F238E27FC236}">
                  <a16:creationId xmlns:a16="http://schemas.microsoft.com/office/drawing/2014/main" id="{2FC7CF2B-743D-4C3C-B7BC-D1D6497084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1010" y="5465559"/>
              <a:ext cx="1331912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2-bit up-counter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733" name="Line 14">
              <a:extLst>
                <a:ext uri="{FF2B5EF4-FFF2-40B4-BE49-F238E27FC236}">
                  <a16:creationId xmlns:a16="http://schemas.microsoft.com/office/drawing/2014/main" id="{5E86045B-6B96-4AD8-A466-176113D649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48" y="5396934"/>
              <a:ext cx="4202381" cy="39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4734" name="Rectangle 17">
              <a:extLst>
                <a:ext uri="{FF2B5EF4-FFF2-40B4-BE49-F238E27FC236}">
                  <a16:creationId xmlns:a16="http://schemas.microsoft.com/office/drawing/2014/main" id="{CBCF95F2-2401-45FC-9AC8-D9C7DDB40A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895" y="5791514"/>
              <a:ext cx="166712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735" name="Rectangle 18">
              <a:extLst>
                <a:ext uri="{FF2B5EF4-FFF2-40B4-BE49-F238E27FC236}">
                  <a16:creationId xmlns:a16="http://schemas.microsoft.com/office/drawing/2014/main" id="{CD8069A3-8AF8-4851-9F21-EA9A6FF58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7935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736" name="Rectangle 19">
              <a:extLst>
                <a:ext uri="{FF2B5EF4-FFF2-40B4-BE49-F238E27FC236}">
                  <a16:creationId xmlns:a16="http://schemas.microsoft.com/office/drawing/2014/main" id="{C3B79967-C2FE-4FA1-A2A1-2930BDD384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6560" y="3084309"/>
              <a:ext cx="1806575" cy="107473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737" name="Rectangle 20">
              <a:extLst>
                <a:ext uri="{FF2B5EF4-FFF2-40B4-BE49-F238E27FC236}">
                  <a16:creationId xmlns:a16="http://schemas.microsoft.com/office/drawing/2014/main" id="{5141BA79-2BC2-453D-99FC-B306E7E5F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2398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738" name="Line 21">
              <a:extLst>
                <a:ext uri="{FF2B5EF4-FFF2-40B4-BE49-F238E27FC236}">
                  <a16:creationId xmlns:a16="http://schemas.microsoft.com/office/drawing/2014/main" id="{D5E42A82-B4DB-4E3A-AC13-D6DDD0D35A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473545" y="1898087"/>
              <a:ext cx="2103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4739" name="Line 22">
              <a:extLst>
                <a:ext uri="{FF2B5EF4-FFF2-40B4-BE49-F238E27FC236}">
                  <a16:creationId xmlns:a16="http://schemas.microsoft.com/office/drawing/2014/main" id="{F2387376-75D1-4FC3-828F-52C17B62A3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20235" y="1895799"/>
              <a:ext cx="3168" cy="11885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4740" name="Rectangle 23">
              <a:extLst>
                <a:ext uri="{FF2B5EF4-FFF2-40B4-BE49-F238E27FC236}">
                  <a16:creationId xmlns:a16="http://schemas.microsoft.com/office/drawing/2014/main" id="{E1F7DD77-9A21-478E-9749-095808985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9598" y="3843134"/>
              <a:ext cx="2276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En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741" name="Rectangle 24">
              <a:extLst>
                <a:ext uri="{FF2B5EF4-FFF2-40B4-BE49-F238E27FC236}">
                  <a16:creationId xmlns:a16="http://schemas.microsoft.com/office/drawing/2014/main" id="{AF5EF395-DB7E-4C54-A86A-786480FD71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7860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742" name="Rectangle 25">
              <a:extLst>
                <a:ext uri="{FF2B5EF4-FFF2-40B4-BE49-F238E27FC236}">
                  <a16:creationId xmlns:a16="http://schemas.microsoft.com/office/drawing/2014/main" id="{822916FF-8CD1-416D-814A-3A41C6B6E0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6285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743" name="Rectangle 26">
              <a:extLst>
                <a:ext uri="{FF2B5EF4-FFF2-40B4-BE49-F238E27FC236}">
                  <a16:creationId xmlns:a16="http://schemas.microsoft.com/office/drawing/2014/main" id="{3642BA75-4B76-4BF0-9894-B0125920E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2148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744" name="Rectangle 27">
              <a:extLst>
                <a:ext uri="{FF2B5EF4-FFF2-40B4-BE49-F238E27FC236}">
                  <a16:creationId xmlns:a16="http://schemas.microsoft.com/office/drawing/2014/main" id="{645A77C3-920C-4224-9E2D-00BF986C4C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6610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745" name="Rectangle 28">
              <a:extLst>
                <a:ext uri="{FF2B5EF4-FFF2-40B4-BE49-F238E27FC236}">
                  <a16:creationId xmlns:a16="http://schemas.microsoft.com/office/drawing/2014/main" id="{574A80DB-3987-4497-9D22-9EF9C5A97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79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746" name="Rectangle 29">
              <a:extLst>
                <a:ext uri="{FF2B5EF4-FFF2-40B4-BE49-F238E27FC236}">
                  <a16:creationId xmlns:a16="http://schemas.microsoft.com/office/drawing/2014/main" id="{5D765249-4C8C-4E07-8513-BE6B606C5E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522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747" name="Rectangle 30">
              <a:extLst>
                <a:ext uri="{FF2B5EF4-FFF2-40B4-BE49-F238E27FC236}">
                  <a16:creationId xmlns:a16="http://schemas.microsoft.com/office/drawing/2014/main" id="{E58CA3A7-6585-4AE8-B39C-BBA4517995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3035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748" name="Rectangle 31">
              <a:extLst>
                <a:ext uri="{FF2B5EF4-FFF2-40B4-BE49-F238E27FC236}">
                  <a16:creationId xmlns:a16="http://schemas.microsoft.com/office/drawing/2014/main" id="{896870E0-D205-4302-A4D0-8EEEB143FE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3048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749" name="Rectangle 32">
              <a:extLst>
                <a:ext uri="{FF2B5EF4-FFF2-40B4-BE49-F238E27FC236}">
                  <a16:creationId xmlns:a16="http://schemas.microsoft.com/office/drawing/2014/main" id="{81F2B704-B8E7-4A3F-A075-46F2C5755D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974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750" name="Line 33">
              <a:extLst>
                <a:ext uri="{FF2B5EF4-FFF2-40B4-BE49-F238E27FC236}">
                  <a16:creationId xmlns:a16="http://schemas.microsoft.com/office/drawing/2014/main" id="{1644B683-8265-4D04-9ECD-53D2B6EBB5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66219" y="1895799"/>
              <a:ext cx="1583" cy="11885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4751" name="Line 34">
              <a:extLst>
                <a:ext uri="{FF2B5EF4-FFF2-40B4-BE49-F238E27FC236}">
                  <a16:creationId xmlns:a16="http://schemas.microsoft.com/office/drawing/2014/main" id="{4E812518-5B3E-4FE2-86F0-C68E62412C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862119" y="1898087"/>
              <a:ext cx="2465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4752" name="Rectangle 37">
              <a:extLst>
                <a:ext uri="{FF2B5EF4-FFF2-40B4-BE49-F238E27FC236}">
                  <a16:creationId xmlns:a16="http://schemas.microsoft.com/office/drawing/2014/main" id="{8626FEEE-79C0-4A88-A44C-52D34DD60E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817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753" name="Rectangle 38">
              <a:extLst>
                <a:ext uri="{FF2B5EF4-FFF2-40B4-BE49-F238E27FC236}">
                  <a16:creationId xmlns:a16="http://schemas.microsoft.com/office/drawing/2014/main" id="{3261FCE7-22A7-4FF2-85D8-09B15BBE0D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1510" y="4657521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754" name="Rectangle 45">
              <a:extLst>
                <a:ext uri="{FF2B5EF4-FFF2-40B4-BE49-F238E27FC236}">
                  <a16:creationId xmlns:a16="http://schemas.microsoft.com/office/drawing/2014/main" id="{C3CB3D91-3B04-48C0-874F-AF3B17522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6123" y="3519284"/>
              <a:ext cx="11938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2-to-4 decoder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755" name="Rectangle 46">
              <a:extLst>
                <a:ext uri="{FF2B5EF4-FFF2-40B4-BE49-F238E27FC236}">
                  <a16:creationId xmlns:a16="http://schemas.microsoft.com/office/drawing/2014/main" id="{39D6AC57-519A-4405-9A13-CF131A6377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3735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756" name="Rectangle 47">
              <a:extLst>
                <a:ext uri="{FF2B5EF4-FFF2-40B4-BE49-F238E27FC236}">
                  <a16:creationId xmlns:a16="http://schemas.microsoft.com/office/drawing/2014/main" id="{C7A1FC6B-BA68-4F29-B301-4D461078B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0898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757" name="Rectangle 48">
              <a:extLst>
                <a:ext uri="{FF2B5EF4-FFF2-40B4-BE49-F238E27FC236}">
                  <a16:creationId xmlns:a16="http://schemas.microsoft.com/office/drawing/2014/main" id="{75ACF8C2-6189-4E5F-9941-C9EC14BDC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8410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758" name="Rectangle 49">
              <a:extLst>
                <a:ext uri="{FF2B5EF4-FFF2-40B4-BE49-F238E27FC236}">
                  <a16:creationId xmlns:a16="http://schemas.microsoft.com/office/drawing/2014/main" id="{D8C2D793-581E-492D-811D-39424AB0F3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5573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759" name="Rectangle 50">
              <a:extLst>
                <a:ext uri="{FF2B5EF4-FFF2-40B4-BE49-F238E27FC236}">
                  <a16:creationId xmlns:a16="http://schemas.microsoft.com/office/drawing/2014/main" id="{612103EE-E095-4499-A2B5-5919A51F7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60" y="5214195"/>
              <a:ext cx="55143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Clock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cxnSp>
          <p:nvCxnSpPr>
            <p:cNvPr id="414760" name="Straight Arrow Connector 2">
              <a:extLst>
                <a:ext uri="{FF2B5EF4-FFF2-40B4-BE49-F238E27FC236}">
                  <a16:creationId xmlns:a16="http://schemas.microsoft.com/office/drawing/2014/main" id="{37804963-A060-4E07-B6C2-5B8EAAA83EC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109145" y="4165226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14761" name="Straight Arrow Connector 52">
              <a:extLst>
                <a:ext uri="{FF2B5EF4-FFF2-40B4-BE49-F238E27FC236}">
                  <a16:creationId xmlns:a16="http://schemas.microsoft.com/office/drawing/2014/main" id="{ABF1A9D3-122D-4CF1-BF5B-1B094A2F4C9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38675" y="4169345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14762" name="Straight Arrow Connector 53">
              <a:extLst>
                <a:ext uri="{FF2B5EF4-FFF2-40B4-BE49-F238E27FC236}">
                  <a16:creationId xmlns:a16="http://schemas.microsoft.com/office/drawing/2014/main" id="{6C40BC0B-3500-4E0E-9313-6883C83F57E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706475" y="4171404"/>
              <a:ext cx="0" cy="423475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14763" name="Freeform 5">
              <a:extLst>
                <a:ext uri="{FF2B5EF4-FFF2-40B4-BE49-F238E27FC236}">
                  <a16:creationId xmlns:a16="http://schemas.microsoft.com/office/drawing/2014/main" id="{A656A355-D7AE-445F-9BE3-CEAA0A4C8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005" y="5772396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4764" name="Freeform 7">
              <a:extLst>
                <a:ext uri="{FF2B5EF4-FFF2-40B4-BE49-F238E27FC236}">
                  <a16:creationId xmlns:a16="http://schemas.microsoft.com/office/drawing/2014/main" id="{D80F505A-BA0B-455D-BE80-50F7A11FF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900" y="5884665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4765" name="TextBox 7">
              <a:extLst>
                <a:ext uri="{FF2B5EF4-FFF2-40B4-BE49-F238E27FC236}">
                  <a16:creationId xmlns:a16="http://schemas.microsoft.com/office/drawing/2014/main" id="{32D6A491-131D-4AB3-A6A8-EF803CBC4E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8312" y="4594022"/>
              <a:ext cx="874713" cy="461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4766" name="TextBox 7">
              <a:extLst>
                <a:ext uri="{FF2B5EF4-FFF2-40B4-BE49-F238E27FC236}">
                  <a16:creationId xmlns:a16="http://schemas.microsoft.com/office/drawing/2014/main" id="{C0054DDB-E3B6-43DF-8795-96CFA6BF41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8566" y="1318445"/>
              <a:ext cx="199797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4767" name="TextBox 51">
              <a:extLst>
                <a:ext uri="{FF2B5EF4-FFF2-40B4-BE49-F238E27FC236}">
                  <a16:creationId xmlns:a16="http://schemas.microsoft.com/office/drawing/2014/main" id="{C9EB1FFC-DC8D-41C8-A961-00C4950985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4287" y="541396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14768" name="AutoShape 57">
              <a:extLst>
                <a:ext uri="{FF2B5EF4-FFF2-40B4-BE49-F238E27FC236}">
                  <a16:creationId xmlns:a16="http://schemas.microsoft.com/office/drawing/2014/main" id="{BF07C2B2-72DB-4CF1-BCEA-AD0415B94F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501" y="5556352"/>
              <a:ext cx="554038" cy="47148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grpSp>
          <p:nvGrpSpPr>
            <p:cNvPr id="414769" name="Group 66">
              <a:extLst>
                <a:ext uri="{FF2B5EF4-FFF2-40B4-BE49-F238E27FC236}">
                  <a16:creationId xmlns:a16="http://schemas.microsoft.com/office/drawing/2014/main" id="{0E9AD965-3500-4B4A-837C-5E060F3592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24676" y="5661598"/>
              <a:ext cx="636587" cy="501650"/>
              <a:chOff x="4164013" y="5505902"/>
              <a:chExt cx="636587" cy="501650"/>
            </a:xfrm>
          </p:grpSpPr>
          <p:sp>
            <p:nvSpPr>
              <p:cNvPr id="414814" name="Freeform 86">
                <a:extLst>
                  <a:ext uri="{FF2B5EF4-FFF2-40B4-BE49-F238E27FC236}">
                    <a16:creationId xmlns:a16="http://schemas.microsoft.com/office/drawing/2014/main" id="{F809620D-74A0-42B0-86B0-313514349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505902"/>
                <a:ext cx="630237" cy="249237"/>
              </a:xfrm>
              <a:custGeom>
                <a:avLst/>
                <a:gdLst>
                  <a:gd name="T0" fmla="*/ 2147483646 w 794"/>
                  <a:gd name="T1" fmla="*/ 0 h 315"/>
                  <a:gd name="T2" fmla="*/ 2147483646 w 794"/>
                  <a:gd name="T3" fmla="*/ 0 h 315"/>
                  <a:gd name="T4" fmla="*/ 2147483646 w 794"/>
                  <a:gd name="T5" fmla="*/ 0 h 315"/>
                  <a:gd name="T6" fmla="*/ 2147483646 w 794"/>
                  <a:gd name="T7" fmla="*/ 0 h 315"/>
                  <a:gd name="T8" fmla="*/ 2147483646 w 794"/>
                  <a:gd name="T9" fmla="*/ 0 h 315"/>
                  <a:gd name="T10" fmla="*/ 2147483646 w 794"/>
                  <a:gd name="T11" fmla="*/ 0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0"/>
                    </a:moveTo>
                    <a:lnTo>
                      <a:pt x="31" y="0"/>
                    </a:lnTo>
                    <a:lnTo>
                      <a:pt x="60" y="0"/>
                    </a:lnTo>
                    <a:lnTo>
                      <a:pt x="86" y="0"/>
                    </a:lnTo>
                    <a:lnTo>
                      <a:pt x="110" y="0"/>
                    </a:lnTo>
                    <a:lnTo>
                      <a:pt x="134" y="0"/>
                    </a:lnTo>
                    <a:lnTo>
                      <a:pt x="155" y="0"/>
                    </a:lnTo>
                    <a:lnTo>
                      <a:pt x="175" y="0"/>
                    </a:lnTo>
                    <a:lnTo>
                      <a:pt x="194" y="0"/>
                    </a:lnTo>
                    <a:lnTo>
                      <a:pt x="211" y="0"/>
                    </a:lnTo>
                    <a:lnTo>
                      <a:pt x="227" y="0"/>
                    </a:lnTo>
                    <a:lnTo>
                      <a:pt x="240" y="0"/>
                    </a:lnTo>
                    <a:lnTo>
                      <a:pt x="254" y="0"/>
                    </a:lnTo>
                    <a:lnTo>
                      <a:pt x="265" y="0"/>
                    </a:lnTo>
                    <a:lnTo>
                      <a:pt x="276" y="0"/>
                    </a:lnTo>
                    <a:lnTo>
                      <a:pt x="287" y="0"/>
                    </a:lnTo>
                    <a:lnTo>
                      <a:pt x="296" y="0"/>
                    </a:lnTo>
                    <a:lnTo>
                      <a:pt x="303" y="0"/>
                    </a:lnTo>
                    <a:lnTo>
                      <a:pt x="311" y="0"/>
                    </a:lnTo>
                    <a:lnTo>
                      <a:pt x="317" y="0"/>
                    </a:lnTo>
                    <a:lnTo>
                      <a:pt x="323" y="0"/>
                    </a:lnTo>
                    <a:lnTo>
                      <a:pt x="328" y="0"/>
                    </a:lnTo>
                    <a:lnTo>
                      <a:pt x="332" y="0"/>
                    </a:lnTo>
                    <a:lnTo>
                      <a:pt x="336" y="1"/>
                    </a:lnTo>
                    <a:lnTo>
                      <a:pt x="338" y="1"/>
                    </a:lnTo>
                    <a:lnTo>
                      <a:pt x="342" y="1"/>
                    </a:lnTo>
                    <a:lnTo>
                      <a:pt x="345" y="1"/>
                    </a:lnTo>
                    <a:lnTo>
                      <a:pt x="348" y="1"/>
                    </a:lnTo>
                    <a:lnTo>
                      <a:pt x="349" y="1"/>
                    </a:lnTo>
                    <a:lnTo>
                      <a:pt x="352" y="1"/>
                    </a:lnTo>
                    <a:lnTo>
                      <a:pt x="353" y="1"/>
                    </a:lnTo>
                    <a:lnTo>
                      <a:pt x="356" y="1"/>
                    </a:lnTo>
                    <a:lnTo>
                      <a:pt x="358" y="1"/>
                    </a:lnTo>
                    <a:lnTo>
                      <a:pt x="360" y="1"/>
                    </a:lnTo>
                    <a:lnTo>
                      <a:pt x="362" y="3"/>
                    </a:lnTo>
                    <a:lnTo>
                      <a:pt x="364" y="3"/>
                    </a:lnTo>
                    <a:lnTo>
                      <a:pt x="366" y="3"/>
                    </a:lnTo>
                    <a:lnTo>
                      <a:pt x="368" y="3"/>
                    </a:lnTo>
                    <a:lnTo>
                      <a:pt x="369" y="3"/>
                    </a:lnTo>
                    <a:lnTo>
                      <a:pt x="370" y="3"/>
                    </a:lnTo>
                    <a:lnTo>
                      <a:pt x="372" y="3"/>
                    </a:lnTo>
                    <a:lnTo>
                      <a:pt x="374" y="3"/>
                    </a:lnTo>
                    <a:lnTo>
                      <a:pt x="376" y="3"/>
                    </a:lnTo>
                    <a:lnTo>
                      <a:pt x="377" y="3"/>
                    </a:lnTo>
                    <a:lnTo>
                      <a:pt x="378" y="3"/>
                    </a:lnTo>
                    <a:lnTo>
                      <a:pt x="380" y="4"/>
                    </a:lnTo>
                    <a:lnTo>
                      <a:pt x="381" y="4"/>
                    </a:lnTo>
                    <a:lnTo>
                      <a:pt x="382" y="4"/>
                    </a:lnTo>
                    <a:lnTo>
                      <a:pt x="384" y="4"/>
                    </a:lnTo>
                    <a:lnTo>
                      <a:pt x="385" y="4"/>
                    </a:lnTo>
                    <a:lnTo>
                      <a:pt x="386" y="4"/>
                    </a:lnTo>
                    <a:lnTo>
                      <a:pt x="388" y="4"/>
                    </a:lnTo>
                    <a:lnTo>
                      <a:pt x="389" y="4"/>
                    </a:lnTo>
                    <a:lnTo>
                      <a:pt x="390" y="4"/>
                    </a:lnTo>
                    <a:lnTo>
                      <a:pt x="392" y="5"/>
                    </a:lnTo>
                    <a:lnTo>
                      <a:pt x="393" y="5"/>
                    </a:lnTo>
                    <a:lnTo>
                      <a:pt x="394" y="5"/>
                    </a:lnTo>
                    <a:lnTo>
                      <a:pt x="396" y="5"/>
                    </a:lnTo>
                    <a:lnTo>
                      <a:pt x="398" y="5"/>
                    </a:lnTo>
                    <a:lnTo>
                      <a:pt x="400" y="5"/>
                    </a:lnTo>
                    <a:lnTo>
                      <a:pt x="401" y="7"/>
                    </a:lnTo>
                    <a:lnTo>
                      <a:pt x="403" y="7"/>
                    </a:lnTo>
                    <a:lnTo>
                      <a:pt x="405" y="7"/>
                    </a:lnTo>
                    <a:lnTo>
                      <a:pt x="407" y="7"/>
                    </a:lnTo>
                    <a:lnTo>
                      <a:pt x="409" y="8"/>
                    </a:lnTo>
                    <a:lnTo>
                      <a:pt x="411" y="8"/>
                    </a:lnTo>
                    <a:lnTo>
                      <a:pt x="413" y="8"/>
                    </a:lnTo>
                    <a:lnTo>
                      <a:pt x="414" y="8"/>
                    </a:lnTo>
                    <a:lnTo>
                      <a:pt x="417" y="8"/>
                    </a:lnTo>
                    <a:lnTo>
                      <a:pt x="418" y="8"/>
                    </a:lnTo>
                    <a:lnTo>
                      <a:pt x="419" y="9"/>
                    </a:lnTo>
                    <a:lnTo>
                      <a:pt x="421" y="9"/>
                    </a:lnTo>
                    <a:lnTo>
                      <a:pt x="422" y="9"/>
                    </a:lnTo>
                    <a:lnTo>
                      <a:pt x="423" y="9"/>
                    </a:lnTo>
                    <a:lnTo>
                      <a:pt x="425" y="9"/>
                    </a:lnTo>
                    <a:lnTo>
                      <a:pt x="426" y="9"/>
                    </a:lnTo>
                    <a:lnTo>
                      <a:pt x="426" y="11"/>
                    </a:lnTo>
                    <a:lnTo>
                      <a:pt x="427" y="11"/>
                    </a:lnTo>
                    <a:lnTo>
                      <a:pt x="429" y="11"/>
                    </a:lnTo>
                    <a:lnTo>
                      <a:pt x="430" y="11"/>
                    </a:lnTo>
                    <a:lnTo>
                      <a:pt x="431" y="11"/>
                    </a:lnTo>
                    <a:lnTo>
                      <a:pt x="433" y="12"/>
                    </a:lnTo>
                    <a:lnTo>
                      <a:pt x="434" y="12"/>
                    </a:lnTo>
                    <a:lnTo>
                      <a:pt x="435" y="12"/>
                    </a:lnTo>
                    <a:lnTo>
                      <a:pt x="437" y="13"/>
                    </a:lnTo>
                    <a:lnTo>
                      <a:pt x="438" y="13"/>
                    </a:lnTo>
                    <a:lnTo>
                      <a:pt x="439" y="13"/>
                    </a:lnTo>
                    <a:lnTo>
                      <a:pt x="441" y="15"/>
                    </a:lnTo>
                    <a:lnTo>
                      <a:pt x="443" y="15"/>
                    </a:lnTo>
                    <a:lnTo>
                      <a:pt x="445" y="15"/>
                    </a:lnTo>
                    <a:lnTo>
                      <a:pt x="446" y="16"/>
                    </a:lnTo>
                    <a:lnTo>
                      <a:pt x="449" y="16"/>
                    </a:lnTo>
                    <a:lnTo>
                      <a:pt x="450" y="17"/>
                    </a:lnTo>
                    <a:lnTo>
                      <a:pt x="453" y="17"/>
                    </a:lnTo>
                    <a:lnTo>
                      <a:pt x="455" y="19"/>
                    </a:lnTo>
                    <a:lnTo>
                      <a:pt x="458" y="19"/>
                    </a:lnTo>
                    <a:lnTo>
                      <a:pt x="459" y="20"/>
                    </a:lnTo>
                    <a:lnTo>
                      <a:pt x="462" y="20"/>
                    </a:lnTo>
                    <a:lnTo>
                      <a:pt x="465" y="21"/>
                    </a:lnTo>
                    <a:lnTo>
                      <a:pt x="466" y="21"/>
                    </a:lnTo>
                    <a:lnTo>
                      <a:pt x="467" y="23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4"/>
                    </a:lnTo>
                    <a:lnTo>
                      <a:pt x="474" y="24"/>
                    </a:lnTo>
                    <a:lnTo>
                      <a:pt x="475" y="25"/>
                    </a:lnTo>
                    <a:lnTo>
                      <a:pt x="476" y="25"/>
                    </a:lnTo>
                    <a:lnTo>
                      <a:pt x="478" y="25"/>
                    </a:lnTo>
                    <a:lnTo>
                      <a:pt x="479" y="27"/>
                    </a:lnTo>
                    <a:lnTo>
                      <a:pt x="480" y="27"/>
                    </a:lnTo>
                    <a:lnTo>
                      <a:pt x="482" y="27"/>
                    </a:lnTo>
                    <a:lnTo>
                      <a:pt x="482" y="28"/>
                    </a:lnTo>
                    <a:lnTo>
                      <a:pt x="483" y="28"/>
                    </a:lnTo>
                    <a:lnTo>
                      <a:pt x="484" y="29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31"/>
                    </a:lnTo>
                    <a:lnTo>
                      <a:pt x="490" y="31"/>
                    </a:lnTo>
                    <a:lnTo>
                      <a:pt x="491" y="32"/>
                    </a:lnTo>
                    <a:lnTo>
                      <a:pt x="492" y="32"/>
                    </a:lnTo>
                    <a:lnTo>
                      <a:pt x="494" y="33"/>
                    </a:lnTo>
                    <a:lnTo>
                      <a:pt x="495" y="33"/>
                    </a:lnTo>
                    <a:lnTo>
                      <a:pt x="498" y="35"/>
                    </a:lnTo>
                    <a:lnTo>
                      <a:pt x="499" y="36"/>
                    </a:lnTo>
                    <a:lnTo>
                      <a:pt x="500" y="36"/>
                    </a:lnTo>
                    <a:lnTo>
                      <a:pt x="503" y="37"/>
                    </a:lnTo>
                    <a:lnTo>
                      <a:pt x="504" y="39"/>
                    </a:lnTo>
                    <a:lnTo>
                      <a:pt x="507" y="40"/>
                    </a:lnTo>
                    <a:lnTo>
                      <a:pt x="508" y="40"/>
                    </a:lnTo>
                    <a:lnTo>
                      <a:pt x="511" y="41"/>
                    </a:lnTo>
                    <a:lnTo>
                      <a:pt x="512" y="43"/>
                    </a:lnTo>
                    <a:lnTo>
                      <a:pt x="514" y="43"/>
                    </a:lnTo>
                    <a:lnTo>
                      <a:pt x="516" y="44"/>
                    </a:lnTo>
                    <a:lnTo>
                      <a:pt x="518" y="44"/>
                    </a:lnTo>
                    <a:lnTo>
                      <a:pt x="519" y="45"/>
                    </a:lnTo>
                    <a:lnTo>
                      <a:pt x="520" y="45"/>
                    </a:lnTo>
                    <a:lnTo>
                      <a:pt x="522" y="47"/>
                    </a:lnTo>
                    <a:lnTo>
                      <a:pt x="523" y="47"/>
                    </a:lnTo>
                    <a:lnTo>
                      <a:pt x="523" y="48"/>
                    </a:lnTo>
                    <a:lnTo>
                      <a:pt x="524" y="48"/>
                    </a:lnTo>
                    <a:lnTo>
                      <a:pt x="526" y="49"/>
                    </a:lnTo>
                    <a:lnTo>
                      <a:pt x="527" y="49"/>
                    </a:lnTo>
                    <a:lnTo>
                      <a:pt x="528" y="51"/>
                    </a:lnTo>
                    <a:lnTo>
                      <a:pt x="530" y="51"/>
                    </a:lnTo>
                    <a:lnTo>
                      <a:pt x="531" y="52"/>
                    </a:lnTo>
                    <a:lnTo>
                      <a:pt x="532" y="52"/>
                    </a:lnTo>
                    <a:lnTo>
                      <a:pt x="534" y="53"/>
                    </a:lnTo>
                    <a:lnTo>
                      <a:pt x="535" y="55"/>
                    </a:lnTo>
                    <a:lnTo>
                      <a:pt x="536" y="55"/>
                    </a:lnTo>
                    <a:lnTo>
                      <a:pt x="538" y="56"/>
                    </a:lnTo>
                    <a:lnTo>
                      <a:pt x="539" y="56"/>
                    </a:lnTo>
                    <a:lnTo>
                      <a:pt x="540" y="57"/>
                    </a:lnTo>
                    <a:lnTo>
                      <a:pt x="542" y="57"/>
                    </a:lnTo>
                    <a:lnTo>
                      <a:pt x="543" y="58"/>
                    </a:lnTo>
                    <a:lnTo>
                      <a:pt x="546" y="60"/>
                    </a:lnTo>
                    <a:lnTo>
                      <a:pt x="547" y="60"/>
                    </a:lnTo>
                    <a:lnTo>
                      <a:pt x="548" y="61"/>
                    </a:lnTo>
                    <a:lnTo>
                      <a:pt x="551" y="62"/>
                    </a:lnTo>
                    <a:lnTo>
                      <a:pt x="552" y="64"/>
                    </a:lnTo>
                    <a:lnTo>
                      <a:pt x="553" y="65"/>
                    </a:lnTo>
                    <a:lnTo>
                      <a:pt x="556" y="65"/>
                    </a:lnTo>
                    <a:lnTo>
                      <a:pt x="557" y="66"/>
                    </a:lnTo>
                    <a:lnTo>
                      <a:pt x="559" y="66"/>
                    </a:lnTo>
                    <a:lnTo>
                      <a:pt x="560" y="68"/>
                    </a:lnTo>
                    <a:lnTo>
                      <a:pt x="561" y="69"/>
                    </a:lnTo>
                    <a:lnTo>
                      <a:pt x="563" y="69"/>
                    </a:lnTo>
                    <a:lnTo>
                      <a:pt x="564" y="70"/>
                    </a:lnTo>
                    <a:lnTo>
                      <a:pt x="565" y="70"/>
                    </a:lnTo>
                    <a:lnTo>
                      <a:pt x="567" y="72"/>
                    </a:lnTo>
                    <a:lnTo>
                      <a:pt x="568" y="73"/>
                    </a:lnTo>
                    <a:lnTo>
                      <a:pt x="569" y="73"/>
                    </a:lnTo>
                    <a:lnTo>
                      <a:pt x="571" y="74"/>
                    </a:lnTo>
                    <a:lnTo>
                      <a:pt x="572" y="74"/>
                    </a:lnTo>
                    <a:lnTo>
                      <a:pt x="572" y="76"/>
                    </a:lnTo>
                    <a:lnTo>
                      <a:pt x="573" y="76"/>
                    </a:lnTo>
                    <a:lnTo>
                      <a:pt x="575" y="76"/>
                    </a:lnTo>
                    <a:lnTo>
                      <a:pt x="575" y="77"/>
                    </a:lnTo>
                    <a:lnTo>
                      <a:pt x="576" y="77"/>
                    </a:lnTo>
                    <a:lnTo>
                      <a:pt x="577" y="78"/>
                    </a:lnTo>
                    <a:lnTo>
                      <a:pt x="579" y="78"/>
                    </a:lnTo>
                    <a:lnTo>
                      <a:pt x="580" y="80"/>
                    </a:lnTo>
                    <a:lnTo>
                      <a:pt x="581" y="80"/>
                    </a:lnTo>
                    <a:lnTo>
                      <a:pt x="581" y="81"/>
                    </a:lnTo>
                    <a:lnTo>
                      <a:pt x="583" y="82"/>
                    </a:lnTo>
                    <a:lnTo>
                      <a:pt x="585" y="82"/>
                    </a:lnTo>
                    <a:lnTo>
                      <a:pt x="587" y="84"/>
                    </a:lnTo>
                    <a:lnTo>
                      <a:pt x="588" y="85"/>
                    </a:lnTo>
                    <a:lnTo>
                      <a:pt x="589" y="86"/>
                    </a:lnTo>
                    <a:lnTo>
                      <a:pt x="591" y="86"/>
                    </a:lnTo>
                    <a:lnTo>
                      <a:pt x="592" y="88"/>
                    </a:lnTo>
                    <a:lnTo>
                      <a:pt x="593" y="88"/>
                    </a:lnTo>
                    <a:lnTo>
                      <a:pt x="593" y="89"/>
                    </a:lnTo>
                    <a:lnTo>
                      <a:pt x="595" y="89"/>
                    </a:lnTo>
                    <a:lnTo>
                      <a:pt x="596" y="90"/>
                    </a:lnTo>
                    <a:lnTo>
                      <a:pt x="597" y="90"/>
                    </a:lnTo>
                    <a:lnTo>
                      <a:pt x="597" y="92"/>
                    </a:lnTo>
                    <a:lnTo>
                      <a:pt x="599" y="92"/>
                    </a:lnTo>
                    <a:lnTo>
                      <a:pt x="600" y="93"/>
                    </a:lnTo>
                    <a:lnTo>
                      <a:pt x="601" y="93"/>
                    </a:lnTo>
                    <a:lnTo>
                      <a:pt x="601" y="94"/>
                    </a:lnTo>
                    <a:lnTo>
                      <a:pt x="603" y="94"/>
                    </a:lnTo>
                    <a:lnTo>
                      <a:pt x="604" y="96"/>
                    </a:lnTo>
                    <a:lnTo>
                      <a:pt x="605" y="97"/>
                    </a:lnTo>
                    <a:lnTo>
                      <a:pt x="607" y="97"/>
                    </a:lnTo>
                    <a:lnTo>
                      <a:pt x="607" y="98"/>
                    </a:lnTo>
                    <a:lnTo>
                      <a:pt x="608" y="98"/>
                    </a:lnTo>
                    <a:lnTo>
                      <a:pt x="609" y="100"/>
                    </a:lnTo>
                    <a:lnTo>
                      <a:pt x="611" y="101"/>
                    </a:lnTo>
                    <a:lnTo>
                      <a:pt x="612" y="101"/>
                    </a:lnTo>
                    <a:lnTo>
                      <a:pt x="612" y="102"/>
                    </a:lnTo>
                    <a:lnTo>
                      <a:pt x="613" y="102"/>
                    </a:lnTo>
                    <a:lnTo>
                      <a:pt x="615" y="104"/>
                    </a:lnTo>
                    <a:lnTo>
                      <a:pt x="616" y="105"/>
                    </a:lnTo>
                    <a:lnTo>
                      <a:pt x="617" y="106"/>
                    </a:lnTo>
                    <a:lnTo>
                      <a:pt x="619" y="106"/>
                    </a:lnTo>
                    <a:lnTo>
                      <a:pt x="619" y="108"/>
                    </a:lnTo>
                    <a:lnTo>
                      <a:pt x="620" y="108"/>
                    </a:lnTo>
                    <a:lnTo>
                      <a:pt x="621" y="109"/>
                    </a:lnTo>
                    <a:lnTo>
                      <a:pt x="622" y="110"/>
                    </a:lnTo>
                    <a:lnTo>
                      <a:pt x="624" y="110"/>
                    </a:lnTo>
                    <a:lnTo>
                      <a:pt x="624" y="112"/>
                    </a:lnTo>
                    <a:lnTo>
                      <a:pt x="625" y="112"/>
                    </a:lnTo>
                    <a:lnTo>
                      <a:pt x="625" y="113"/>
                    </a:lnTo>
                    <a:lnTo>
                      <a:pt x="626" y="113"/>
                    </a:lnTo>
                    <a:lnTo>
                      <a:pt x="628" y="114"/>
                    </a:lnTo>
                    <a:lnTo>
                      <a:pt x="629" y="114"/>
                    </a:lnTo>
                    <a:lnTo>
                      <a:pt x="629" y="116"/>
                    </a:lnTo>
                    <a:lnTo>
                      <a:pt x="630" y="116"/>
                    </a:lnTo>
                    <a:lnTo>
                      <a:pt x="632" y="117"/>
                    </a:lnTo>
                    <a:lnTo>
                      <a:pt x="633" y="118"/>
                    </a:lnTo>
                    <a:lnTo>
                      <a:pt x="634" y="118"/>
                    </a:lnTo>
                    <a:lnTo>
                      <a:pt x="634" y="120"/>
                    </a:lnTo>
                    <a:lnTo>
                      <a:pt x="636" y="120"/>
                    </a:lnTo>
                    <a:lnTo>
                      <a:pt x="637" y="121"/>
                    </a:lnTo>
                    <a:lnTo>
                      <a:pt x="638" y="121"/>
                    </a:lnTo>
                    <a:lnTo>
                      <a:pt x="640" y="122"/>
                    </a:lnTo>
                    <a:lnTo>
                      <a:pt x="641" y="124"/>
                    </a:lnTo>
                    <a:lnTo>
                      <a:pt x="642" y="125"/>
                    </a:lnTo>
                    <a:lnTo>
                      <a:pt x="644" y="125"/>
                    </a:lnTo>
                    <a:lnTo>
                      <a:pt x="645" y="126"/>
                    </a:lnTo>
                    <a:lnTo>
                      <a:pt x="646" y="128"/>
                    </a:lnTo>
                    <a:lnTo>
                      <a:pt x="648" y="128"/>
                    </a:lnTo>
                    <a:lnTo>
                      <a:pt x="648" y="129"/>
                    </a:lnTo>
                    <a:lnTo>
                      <a:pt x="649" y="129"/>
                    </a:lnTo>
                    <a:lnTo>
                      <a:pt x="650" y="130"/>
                    </a:lnTo>
                    <a:lnTo>
                      <a:pt x="652" y="131"/>
                    </a:lnTo>
                    <a:lnTo>
                      <a:pt x="653" y="131"/>
                    </a:lnTo>
                    <a:lnTo>
                      <a:pt x="653" y="133"/>
                    </a:lnTo>
                    <a:lnTo>
                      <a:pt x="654" y="133"/>
                    </a:lnTo>
                    <a:lnTo>
                      <a:pt x="654" y="134"/>
                    </a:lnTo>
                    <a:lnTo>
                      <a:pt x="656" y="134"/>
                    </a:lnTo>
                    <a:lnTo>
                      <a:pt x="656" y="135"/>
                    </a:lnTo>
                    <a:lnTo>
                      <a:pt x="657" y="135"/>
                    </a:lnTo>
                    <a:lnTo>
                      <a:pt x="657" y="137"/>
                    </a:lnTo>
                    <a:lnTo>
                      <a:pt x="658" y="138"/>
                    </a:lnTo>
                    <a:lnTo>
                      <a:pt x="660" y="138"/>
                    </a:lnTo>
                    <a:lnTo>
                      <a:pt x="660" y="139"/>
                    </a:lnTo>
                    <a:lnTo>
                      <a:pt x="661" y="141"/>
                    </a:lnTo>
                    <a:lnTo>
                      <a:pt x="662" y="141"/>
                    </a:lnTo>
                    <a:lnTo>
                      <a:pt x="664" y="142"/>
                    </a:lnTo>
                    <a:lnTo>
                      <a:pt x="664" y="143"/>
                    </a:lnTo>
                    <a:lnTo>
                      <a:pt x="665" y="145"/>
                    </a:lnTo>
                    <a:lnTo>
                      <a:pt x="666" y="146"/>
                    </a:lnTo>
                    <a:lnTo>
                      <a:pt x="668" y="147"/>
                    </a:lnTo>
                    <a:lnTo>
                      <a:pt x="669" y="149"/>
                    </a:lnTo>
                    <a:lnTo>
                      <a:pt x="670" y="150"/>
                    </a:lnTo>
                    <a:lnTo>
                      <a:pt x="672" y="151"/>
                    </a:lnTo>
                    <a:lnTo>
                      <a:pt x="673" y="153"/>
                    </a:lnTo>
                    <a:lnTo>
                      <a:pt x="674" y="154"/>
                    </a:lnTo>
                    <a:lnTo>
                      <a:pt x="676" y="155"/>
                    </a:lnTo>
                    <a:lnTo>
                      <a:pt x="677" y="157"/>
                    </a:lnTo>
                    <a:lnTo>
                      <a:pt x="677" y="158"/>
                    </a:lnTo>
                    <a:lnTo>
                      <a:pt x="678" y="158"/>
                    </a:lnTo>
                    <a:lnTo>
                      <a:pt x="680" y="159"/>
                    </a:lnTo>
                    <a:lnTo>
                      <a:pt x="680" y="161"/>
                    </a:lnTo>
                    <a:lnTo>
                      <a:pt x="681" y="161"/>
                    </a:lnTo>
                    <a:lnTo>
                      <a:pt x="681" y="162"/>
                    </a:lnTo>
                    <a:lnTo>
                      <a:pt x="682" y="162"/>
                    </a:lnTo>
                    <a:lnTo>
                      <a:pt x="682" y="163"/>
                    </a:lnTo>
                    <a:lnTo>
                      <a:pt x="684" y="165"/>
                    </a:lnTo>
                    <a:lnTo>
                      <a:pt x="685" y="166"/>
                    </a:lnTo>
                    <a:lnTo>
                      <a:pt x="686" y="167"/>
                    </a:lnTo>
                    <a:lnTo>
                      <a:pt x="686" y="169"/>
                    </a:lnTo>
                    <a:lnTo>
                      <a:pt x="688" y="169"/>
                    </a:lnTo>
                    <a:lnTo>
                      <a:pt x="689" y="170"/>
                    </a:lnTo>
                    <a:lnTo>
                      <a:pt x="689" y="171"/>
                    </a:lnTo>
                    <a:lnTo>
                      <a:pt x="690" y="173"/>
                    </a:lnTo>
                    <a:lnTo>
                      <a:pt x="692" y="174"/>
                    </a:lnTo>
                    <a:lnTo>
                      <a:pt x="693" y="175"/>
                    </a:lnTo>
                    <a:lnTo>
                      <a:pt x="694" y="178"/>
                    </a:lnTo>
                    <a:lnTo>
                      <a:pt x="695" y="179"/>
                    </a:lnTo>
                    <a:lnTo>
                      <a:pt x="697" y="181"/>
                    </a:lnTo>
                    <a:lnTo>
                      <a:pt x="698" y="183"/>
                    </a:lnTo>
                    <a:lnTo>
                      <a:pt x="701" y="185"/>
                    </a:lnTo>
                    <a:lnTo>
                      <a:pt x="702" y="186"/>
                    </a:lnTo>
                    <a:lnTo>
                      <a:pt x="702" y="187"/>
                    </a:lnTo>
                    <a:lnTo>
                      <a:pt x="703" y="189"/>
                    </a:lnTo>
                    <a:lnTo>
                      <a:pt x="705" y="190"/>
                    </a:lnTo>
                    <a:lnTo>
                      <a:pt x="706" y="191"/>
                    </a:lnTo>
                    <a:lnTo>
                      <a:pt x="707" y="193"/>
                    </a:lnTo>
                    <a:lnTo>
                      <a:pt x="707" y="194"/>
                    </a:lnTo>
                    <a:lnTo>
                      <a:pt x="709" y="195"/>
                    </a:lnTo>
                    <a:lnTo>
                      <a:pt x="710" y="197"/>
                    </a:lnTo>
                    <a:lnTo>
                      <a:pt x="710" y="198"/>
                    </a:lnTo>
                    <a:lnTo>
                      <a:pt x="711" y="198"/>
                    </a:lnTo>
                    <a:lnTo>
                      <a:pt x="713" y="199"/>
                    </a:lnTo>
                    <a:lnTo>
                      <a:pt x="713" y="201"/>
                    </a:lnTo>
                    <a:lnTo>
                      <a:pt x="714" y="202"/>
                    </a:lnTo>
                    <a:lnTo>
                      <a:pt x="715" y="203"/>
                    </a:lnTo>
                    <a:lnTo>
                      <a:pt x="717" y="205"/>
                    </a:lnTo>
                    <a:lnTo>
                      <a:pt x="717" y="206"/>
                    </a:lnTo>
                    <a:lnTo>
                      <a:pt x="718" y="207"/>
                    </a:lnTo>
                    <a:lnTo>
                      <a:pt x="719" y="208"/>
                    </a:lnTo>
                    <a:lnTo>
                      <a:pt x="721" y="210"/>
                    </a:lnTo>
                    <a:lnTo>
                      <a:pt x="722" y="212"/>
                    </a:lnTo>
                    <a:lnTo>
                      <a:pt x="722" y="214"/>
                    </a:lnTo>
                    <a:lnTo>
                      <a:pt x="723" y="215"/>
                    </a:lnTo>
                    <a:lnTo>
                      <a:pt x="725" y="216"/>
                    </a:lnTo>
                    <a:lnTo>
                      <a:pt x="726" y="218"/>
                    </a:lnTo>
                    <a:lnTo>
                      <a:pt x="727" y="220"/>
                    </a:lnTo>
                    <a:lnTo>
                      <a:pt x="729" y="222"/>
                    </a:lnTo>
                    <a:lnTo>
                      <a:pt x="730" y="224"/>
                    </a:lnTo>
                    <a:lnTo>
                      <a:pt x="731" y="226"/>
                    </a:lnTo>
                    <a:lnTo>
                      <a:pt x="734" y="228"/>
                    </a:lnTo>
                    <a:lnTo>
                      <a:pt x="735" y="230"/>
                    </a:lnTo>
                    <a:lnTo>
                      <a:pt x="735" y="232"/>
                    </a:lnTo>
                    <a:lnTo>
                      <a:pt x="737" y="234"/>
                    </a:lnTo>
                    <a:lnTo>
                      <a:pt x="738" y="235"/>
                    </a:lnTo>
                    <a:lnTo>
                      <a:pt x="739" y="236"/>
                    </a:lnTo>
                    <a:lnTo>
                      <a:pt x="741" y="238"/>
                    </a:lnTo>
                    <a:lnTo>
                      <a:pt x="742" y="239"/>
                    </a:lnTo>
                    <a:lnTo>
                      <a:pt x="742" y="240"/>
                    </a:lnTo>
                    <a:lnTo>
                      <a:pt x="743" y="242"/>
                    </a:lnTo>
                    <a:lnTo>
                      <a:pt x="745" y="243"/>
                    </a:lnTo>
                    <a:lnTo>
                      <a:pt x="745" y="244"/>
                    </a:lnTo>
                    <a:lnTo>
                      <a:pt x="746" y="246"/>
                    </a:lnTo>
                    <a:lnTo>
                      <a:pt x="746" y="247"/>
                    </a:lnTo>
                    <a:lnTo>
                      <a:pt x="747" y="247"/>
                    </a:lnTo>
                    <a:lnTo>
                      <a:pt x="749" y="248"/>
                    </a:lnTo>
                    <a:lnTo>
                      <a:pt x="749" y="250"/>
                    </a:lnTo>
                    <a:lnTo>
                      <a:pt x="750" y="251"/>
                    </a:lnTo>
                    <a:lnTo>
                      <a:pt x="750" y="252"/>
                    </a:lnTo>
                    <a:lnTo>
                      <a:pt x="751" y="254"/>
                    </a:lnTo>
                    <a:lnTo>
                      <a:pt x="753" y="255"/>
                    </a:lnTo>
                    <a:lnTo>
                      <a:pt x="754" y="256"/>
                    </a:lnTo>
                    <a:lnTo>
                      <a:pt x="754" y="258"/>
                    </a:lnTo>
                    <a:lnTo>
                      <a:pt x="755" y="259"/>
                    </a:lnTo>
                    <a:lnTo>
                      <a:pt x="757" y="260"/>
                    </a:lnTo>
                    <a:lnTo>
                      <a:pt x="758" y="262"/>
                    </a:lnTo>
                    <a:lnTo>
                      <a:pt x="759" y="263"/>
                    </a:lnTo>
                    <a:lnTo>
                      <a:pt x="761" y="266"/>
                    </a:lnTo>
                    <a:lnTo>
                      <a:pt x="762" y="267"/>
                    </a:lnTo>
                    <a:lnTo>
                      <a:pt x="763" y="270"/>
                    </a:lnTo>
                    <a:lnTo>
                      <a:pt x="765" y="271"/>
                    </a:lnTo>
                    <a:lnTo>
                      <a:pt x="766" y="274"/>
                    </a:lnTo>
                    <a:lnTo>
                      <a:pt x="767" y="276"/>
                    </a:lnTo>
                    <a:lnTo>
                      <a:pt x="769" y="278"/>
                    </a:lnTo>
                    <a:lnTo>
                      <a:pt x="770" y="279"/>
                    </a:lnTo>
                    <a:lnTo>
                      <a:pt x="771" y="281"/>
                    </a:lnTo>
                    <a:lnTo>
                      <a:pt x="772" y="283"/>
                    </a:lnTo>
                    <a:lnTo>
                      <a:pt x="774" y="284"/>
                    </a:lnTo>
                    <a:lnTo>
                      <a:pt x="775" y="285"/>
                    </a:lnTo>
                    <a:lnTo>
                      <a:pt x="775" y="287"/>
                    </a:lnTo>
                    <a:lnTo>
                      <a:pt x="776" y="288"/>
                    </a:lnTo>
                    <a:lnTo>
                      <a:pt x="778" y="289"/>
                    </a:lnTo>
                    <a:lnTo>
                      <a:pt x="778" y="291"/>
                    </a:lnTo>
                    <a:lnTo>
                      <a:pt x="779" y="292"/>
                    </a:lnTo>
                    <a:lnTo>
                      <a:pt x="780" y="293"/>
                    </a:lnTo>
                    <a:lnTo>
                      <a:pt x="782" y="295"/>
                    </a:lnTo>
                    <a:lnTo>
                      <a:pt x="782" y="296"/>
                    </a:lnTo>
                    <a:lnTo>
                      <a:pt x="783" y="297"/>
                    </a:lnTo>
                    <a:lnTo>
                      <a:pt x="784" y="299"/>
                    </a:lnTo>
                    <a:lnTo>
                      <a:pt x="784" y="300"/>
                    </a:lnTo>
                    <a:lnTo>
                      <a:pt x="786" y="301"/>
                    </a:lnTo>
                    <a:lnTo>
                      <a:pt x="786" y="303"/>
                    </a:lnTo>
                    <a:lnTo>
                      <a:pt x="787" y="304"/>
                    </a:lnTo>
                    <a:lnTo>
                      <a:pt x="788" y="305"/>
                    </a:lnTo>
                    <a:lnTo>
                      <a:pt x="788" y="307"/>
                    </a:lnTo>
                    <a:lnTo>
                      <a:pt x="790" y="309"/>
                    </a:lnTo>
                    <a:lnTo>
                      <a:pt x="791" y="311"/>
                    </a:lnTo>
                    <a:lnTo>
                      <a:pt x="791" y="312"/>
                    </a:lnTo>
                    <a:lnTo>
                      <a:pt x="792" y="313"/>
                    </a:lnTo>
                    <a:lnTo>
                      <a:pt x="794" y="315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14815" name="Freeform 87">
                <a:extLst>
                  <a:ext uri="{FF2B5EF4-FFF2-40B4-BE49-F238E27FC236}">
                    <a16:creationId xmlns:a16="http://schemas.microsoft.com/office/drawing/2014/main" id="{B41D8F4A-07B6-4FEE-AD78-33CCF80A7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758314"/>
                <a:ext cx="630237" cy="249238"/>
              </a:xfrm>
              <a:custGeom>
                <a:avLst/>
                <a:gdLst>
                  <a:gd name="T0" fmla="*/ 2147483646 w 794"/>
                  <a:gd name="T1" fmla="*/ 2147483646 h 315"/>
                  <a:gd name="T2" fmla="*/ 2147483646 w 794"/>
                  <a:gd name="T3" fmla="*/ 2147483646 h 315"/>
                  <a:gd name="T4" fmla="*/ 2147483646 w 794"/>
                  <a:gd name="T5" fmla="*/ 2147483646 h 315"/>
                  <a:gd name="T6" fmla="*/ 2147483646 w 794"/>
                  <a:gd name="T7" fmla="*/ 2147483646 h 315"/>
                  <a:gd name="T8" fmla="*/ 2147483646 w 794"/>
                  <a:gd name="T9" fmla="*/ 2147483646 h 315"/>
                  <a:gd name="T10" fmla="*/ 2147483646 w 794"/>
                  <a:gd name="T11" fmla="*/ 2147483646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315"/>
                    </a:moveTo>
                    <a:lnTo>
                      <a:pt x="31" y="315"/>
                    </a:lnTo>
                    <a:lnTo>
                      <a:pt x="60" y="315"/>
                    </a:lnTo>
                    <a:lnTo>
                      <a:pt x="86" y="315"/>
                    </a:lnTo>
                    <a:lnTo>
                      <a:pt x="110" y="315"/>
                    </a:lnTo>
                    <a:lnTo>
                      <a:pt x="134" y="315"/>
                    </a:lnTo>
                    <a:lnTo>
                      <a:pt x="155" y="315"/>
                    </a:lnTo>
                    <a:lnTo>
                      <a:pt x="175" y="315"/>
                    </a:lnTo>
                    <a:lnTo>
                      <a:pt x="194" y="315"/>
                    </a:lnTo>
                    <a:lnTo>
                      <a:pt x="211" y="315"/>
                    </a:lnTo>
                    <a:lnTo>
                      <a:pt x="227" y="315"/>
                    </a:lnTo>
                    <a:lnTo>
                      <a:pt x="240" y="315"/>
                    </a:lnTo>
                    <a:lnTo>
                      <a:pt x="254" y="315"/>
                    </a:lnTo>
                    <a:lnTo>
                      <a:pt x="265" y="315"/>
                    </a:lnTo>
                    <a:lnTo>
                      <a:pt x="276" y="315"/>
                    </a:lnTo>
                    <a:lnTo>
                      <a:pt x="287" y="315"/>
                    </a:lnTo>
                    <a:lnTo>
                      <a:pt x="296" y="315"/>
                    </a:lnTo>
                    <a:lnTo>
                      <a:pt x="303" y="315"/>
                    </a:lnTo>
                    <a:lnTo>
                      <a:pt x="311" y="315"/>
                    </a:lnTo>
                    <a:lnTo>
                      <a:pt x="317" y="315"/>
                    </a:lnTo>
                    <a:lnTo>
                      <a:pt x="323" y="315"/>
                    </a:lnTo>
                    <a:lnTo>
                      <a:pt x="328" y="315"/>
                    </a:lnTo>
                    <a:lnTo>
                      <a:pt x="332" y="315"/>
                    </a:lnTo>
                    <a:lnTo>
                      <a:pt x="336" y="315"/>
                    </a:lnTo>
                    <a:lnTo>
                      <a:pt x="338" y="315"/>
                    </a:lnTo>
                    <a:lnTo>
                      <a:pt x="342" y="315"/>
                    </a:lnTo>
                    <a:lnTo>
                      <a:pt x="345" y="315"/>
                    </a:lnTo>
                    <a:lnTo>
                      <a:pt x="348" y="315"/>
                    </a:lnTo>
                    <a:lnTo>
                      <a:pt x="349" y="314"/>
                    </a:lnTo>
                    <a:lnTo>
                      <a:pt x="352" y="314"/>
                    </a:lnTo>
                    <a:lnTo>
                      <a:pt x="353" y="314"/>
                    </a:lnTo>
                    <a:lnTo>
                      <a:pt x="356" y="314"/>
                    </a:lnTo>
                    <a:lnTo>
                      <a:pt x="358" y="314"/>
                    </a:lnTo>
                    <a:lnTo>
                      <a:pt x="360" y="314"/>
                    </a:lnTo>
                    <a:lnTo>
                      <a:pt x="362" y="314"/>
                    </a:lnTo>
                    <a:lnTo>
                      <a:pt x="364" y="314"/>
                    </a:lnTo>
                    <a:lnTo>
                      <a:pt x="366" y="314"/>
                    </a:lnTo>
                    <a:lnTo>
                      <a:pt x="368" y="314"/>
                    </a:lnTo>
                    <a:lnTo>
                      <a:pt x="369" y="314"/>
                    </a:lnTo>
                    <a:lnTo>
                      <a:pt x="370" y="312"/>
                    </a:lnTo>
                    <a:lnTo>
                      <a:pt x="372" y="312"/>
                    </a:lnTo>
                    <a:lnTo>
                      <a:pt x="374" y="312"/>
                    </a:lnTo>
                    <a:lnTo>
                      <a:pt x="376" y="312"/>
                    </a:lnTo>
                    <a:lnTo>
                      <a:pt x="377" y="312"/>
                    </a:lnTo>
                    <a:lnTo>
                      <a:pt x="378" y="312"/>
                    </a:lnTo>
                    <a:lnTo>
                      <a:pt x="380" y="312"/>
                    </a:lnTo>
                    <a:lnTo>
                      <a:pt x="381" y="312"/>
                    </a:lnTo>
                    <a:lnTo>
                      <a:pt x="382" y="312"/>
                    </a:lnTo>
                    <a:lnTo>
                      <a:pt x="384" y="312"/>
                    </a:lnTo>
                    <a:lnTo>
                      <a:pt x="385" y="311"/>
                    </a:lnTo>
                    <a:lnTo>
                      <a:pt x="386" y="311"/>
                    </a:lnTo>
                    <a:lnTo>
                      <a:pt x="388" y="311"/>
                    </a:lnTo>
                    <a:lnTo>
                      <a:pt x="389" y="311"/>
                    </a:lnTo>
                    <a:lnTo>
                      <a:pt x="390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4" y="311"/>
                    </a:lnTo>
                    <a:lnTo>
                      <a:pt x="396" y="310"/>
                    </a:lnTo>
                    <a:lnTo>
                      <a:pt x="398" y="310"/>
                    </a:lnTo>
                    <a:lnTo>
                      <a:pt x="400" y="310"/>
                    </a:lnTo>
                    <a:lnTo>
                      <a:pt x="401" y="310"/>
                    </a:lnTo>
                    <a:lnTo>
                      <a:pt x="403" y="310"/>
                    </a:lnTo>
                    <a:lnTo>
                      <a:pt x="405" y="308"/>
                    </a:lnTo>
                    <a:lnTo>
                      <a:pt x="407" y="308"/>
                    </a:lnTo>
                    <a:lnTo>
                      <a:pt x="409" y="308"/>
                    </a:lnTo>
                    <a:lnTo>
                      <a:pt x="411" y="308"/>
                    </a:lnTo>
                    <a:lnTo>
                      <a:pt x="413" y="307"/>
                    </a:lnTo>
                    <a:lnTo>
                      <a:pt x="414" y="307"/>
                    </a:lnTo>
                    <a:lnTo>
                      <a:pt x="417" y="307"/>
                    </a:lnTo>
                    <a:lnTo>
                      <a:pt x="418" y="307"/>
                    </a:lnTo>
                    <a:lnTo>
                      <a:pt x="419" y="307"/>
                    </a:lnTo>
                    <a:lnTo>
                      <a:pt x="421" y="307"/>
                    </a:lnTo>
                    <a:lnTo>
                      <a:pt x="422" y="306"/>
                    </a:lnTo>
                    <a:lnTo>
                      <a:pt x="423" y="306"/>
                    </a:lnTo>
                    <a:lnTo>
                      <a:pt x="425" y="306"/>
                    </a:lnTo>
                    <a:lnTo>
                      <a:pt x="426" y="306"/>
                    </a:lnTo>
                    <a:lnTo>
                      <a:pt x="427" y="306"/>
                    </a:lnTo>
                    <a:lnTo>
                      <a:pt x="429" y="304"/>
                    </a:lnTo>
                    <a:lnTo>
                      <a:pt x="430" y="304"/>
                    </a:lnTo>
                    <a:lnTo>
                      <a:pt x="431" y="304"/>
                    </a:lnTo>
                    <a:lnTo>
                      <a:pt x="433" y="304"/>
                    </a:lnTo>
                    <a:lnTo>
                      <a:pt x="434" y="303"/>
                    </a:lnTo>
                    <a:lnTo>
                      <a:pt x="435" y="303"/>
                    </a:lnTo>
                    <a:lnTo>
                      <a:pt x="437" y="303"/>
                    </a:lnTo>
                    <a:lnTo>
                      <a:pt x="438" y="303"/>
                    </a:lnTo>
                    <a:lnTo>
                      <a:pt x="439" y="302"/>
                    </a:lnTo>
                    <a:lnTo>
                      <a:pt x="441" y="302"/>
                    </a:lnTo>
                    <a:lnTo>
                      <a:pt x="443" y="300"/>
                    </a:lnTo>
                    <a:lnTo>
                      <a:pt x="445" y="300"/>
                    </a:lnTo>
                    <a:lnTo>
                      <a:pt x="446" y="300"/>
                    </a:lnTo>
                    <a:lnTo>
                      <a:pt x="449" y="299"/>
                    </a:lnTo>
                    <a:lnTo>
                      <a:pt x="450" y="299"/>
                    </a:lnTo>
                    <a:lnTo>
                      <a:pt x="453" y="298"/>
                    </a:lnTo>
                    <a:lnTo>
                      <a:pt x="455" y="296"/>
                    </a:lnTo>
                    <a:lnTo>
                      <a:pt x="458" y="296"/>
                    </a:lnTo>
                    <a:lnTo>
                      <a:pt x="459" y="295"/>
                    </a:lnTo>
                    <a:lnTo>
                      <a:pt x="462" y="295"/>
                    </a:lnTo>
                    <a:lnTo>
                      <a:pt x="465" y="294"/>
                    </a:lnTo>
                    <a:lnTo>
                      <a:pt x="466" y="294"/>
                    </a:lnTo>
                    <a:lnTo>
                      <a:pt x="467" y="294"/>
                    </a:lnTo>
                    <a:lnTo>
                      <a:pt x="470" y="292"/>
                    </a:lnTo>
                    <a:lnTo>
                      <a:pt x="471" y="292"/>
                    </a:lnTo>
                    <a:lnTo>
                      <a:pt x="473" y="291"/>
                    </a:lnTo>
                    <a:lnTo>
                      <a:pt x="474" y="291"/>
                    </a:lnTo>
                    <a:lnTo>
                      <a:pt x="475" y="291"/>
                    </a:lnTo>
                    <a:lnTo>
                      <a:pt x="476" y="290"/>
                    </a:lnTo>
                    <a:lnTo>
                      <a:pt x="478" y="290"/>
                    </a:lnTo>
                    <a:lnTo>
                      <a:pt x="479" y="290"/>
                    </a:lnTo>
                    <a:lnTo>
                      <a:pt x="480" y="288"/>
                    </a:lnTo>
                    <a:lnTo>
                      <a:pt x="482" y="288"/>
                    </a:lnTo>
                    <a:lnTo>
                      <a:pt x="483" y="287"/>
                    </a:lnTo>
                    <a:lnTo>
                      <a:pt x="484" y="287"/>
                    </a:lnTo>
                    <a:lnTo>
                      <a:pt x="486" y="286"/>
                    </a:lnTo>
                    <a:lnTo>
                      <a:pt x="487" y="286"/>
                    </a:lnTo>
                    <a:lnTo>
                      <a:pt x="488" y="286"/>
                    </a:lnTo>
                    <a:lnTo>
                      <a:pt x="490" y="284"/>
                    </a:lnTo>
                    <a:lnTo>
                      <a:pt x="491" y="284"/>
                    </a:lnTo>
                    <a:lnTo>
                      <a:pt x="492" y="283"/>
                    </a:lnTo>
                    <a:lnTo>
                      <a:pt x="494" y="283"/>
                    </a:lnTo>
                    <a:lnTo>
                      <a:pt x="495" y="282"/>
                    </a:lnTo>
                    <a:lnTo>
                      <a:pt x="498" y="280"/>
                    </a:lnTo>
                    <a:lnTo>
                      <a:pt x="499" y="280"/>
                    </a:lnTo>
                    <a:lnTo>
                      <a:pt x="500" y="279"/>
                    </a:lnTo>
                    <a:lnTo>
                      <a:pt x="503" y="278"/>
                    </a:lnTo>
                    <a:lnTo>
                      <a:pt x="504" y="276"/>
                    </a:lnTo>
                    <a:lnTo>
                      <a:pt x="507" y="276"/>
                    </a:lnTo>
                    <a:lnTo>
                      <a:pt x="508" y="275"/>
                    </a:lnTo>
                    <a:lnTo>
                      <a:pt x="511" y="274"/>
                    </a:lnTo>
                    <a:lnTo>
                      <a:pt x="512" y="274"/>
                    </a:lnTo>
                    <a:lnTo>
                      <a:pt x="514" y="272"/>
                    </a:lnTo>
                    <a:lnTo>
                      <a:pt x="516" y="271"/>
                    </a:lnTo>
                    <a:lnTo>
                      <a:pt x="518" y="271"/>
                    </a:lnTo>
                    <a:lnTo>
                      <a:pt x="519" y="270"/>
                    </a:lnTo>
                    <a:lnTo>
                      <a:pt x="520" y="270"/>
                    </a:lnTo>
                    <a:lnTo>
                      <a:pt x="522" y="268"/>
                    </a:lnTo>
                    <a:lnTo>
                      <a:pt x="523" y="268"/>
                    </a:lnTo>
                    <a:lnTo>
                      <a:pt x="524" y="267"/>
                    </a:lnTo>
                    <a:lnTo>
                      <a:pt x="526" y="267"/>
                    </a:lnTo>
                    <a:lnTo>
                      <a:pt x="527" y="266"/>
                    </a:lnTo>
                    <a:lnTo>
                      <a:pt x="528" y="266"/>
                    </a:lnTo>
                    <a:lnTo>
                      <a:pt x="528" y="264"/>
                    </a:lnTo>
                    <a:lnTo>
                      <a:pt x="530" y="264"/>
                    </a:lnTo>
                    <a:lnTo>
                      <a:pt x="531" y="264"/>
                    </a:lnTo>
                    <a:lnTo>
                      <a:pt x="532" y="263"/>
                    </a:lnTo>
                    <a:lnTo>
                      <a:pt x="534" y="263"/>
                    </a:lnTo>
                    <a:lnTo>
                      <a:pt x="534" y="262"/>
                    </a:lnTo>
                    <a:lnTo>
                      <a:pt x="535" y="262"/>
                    </a:lnTo>
                    <a:lnTo>
                      <a:pt x="536" y="261"/>
                    </a:lnTo>
                    <a:lnTo>
                      <a:pt x="538" y="261"/>
                    </a:lnTo>
                    <a:lnTo>
                      <a:pt x="539" y="259"/>
                    </a:lnTo>
                    <a:lnTo>
                      <a:pt x="540" y="259"/>
                    </a:lnTo>
                    <a:lnTo>
                      <a:pt x="542" y="258"/>
                    </a:lnTo>
                    <a:lnTo>
                      <a:pt x="543" y="257"/>
                    </a:lnTo>
                    <a:lnTo>
                      <a:pt x="546" y="257"/>
                    </a:lnTo>
                    <a:lnTo>
                      <a:pt x="547" y="255"/>
                    </a:lnTo>
                    <a:lnTo>
                      <a:pt x="548" y="254"/>
                    </a:lnTo>
                    <a:lnTo>
                      <a:pt x="551" y="253"/>
                    </a:lnTo>
                    <a:lnTo>
                      <a:pt x="552" y="253"/>
                    </a:lnTo>
                    <a:lnTo>
                      <a:pt x="553" y="251"/>
                    </a:lnTo>
                    <a:lnTo>
                      <a:pt x="556" y="250"/>
                    </a:lnTo>
                    <a:lnTo>
                      <a:pt x="557" y="250"/>
                    </a:lnTo>
                    <a:lnTo>
                      <a:pt x="559" y="249"/>
                    </a:lnTo>
                    <a:lnTo>
                      <a:pt x="560" y="247"/>
                    </a:lnTo>
                    <a:lnTo>
                      <a:pt x="561" y="247"/>
                    </a:lnTo>
                    <a:lnTo>
                      <a:pt x="563" y="246"/>
                    </a:lnTo>
                    <a:lnTo>
                      <a:pt x="564" y="245"/>
                    </a:lnTo>
                    <a:lnTo>
                      <a:pt x="565" y="245"/>
                    </a:lnTo>
                    <a:lnTo>
                      <a:pt x="567" y="245"/>
                    </a:lnTo>
                    <a:lnTo>
                      <a:pt x="567" y="243"/>
                    </a:lnTo>
                    <a:lnTo>
                      <a:pt x="568" y="243"/>
                    </a:lnTo>
                    <a:lnTo>
                      <a:pt x="569" y="242"/>
                    </a:lnTo>
                    <a:lnTo>
                      <a:pt x="571" y="242"/>
                    </a:lnTo>
                    <a:lnTo>
                      <a:pt x="572" y="241"/>
                    </a:lnTo>
                    <a:lnTo>
                      <a:pt x="573" y="239"/>
                    </a:lnTo>
                    <a:lnTo>
                      <a:pt x="575" y="239"/>
                    </a:lnTo>
                    <a:lnTo>
                      <a:pt x="575" y="238"/>
                    </a:lnTo>
                    <a:lnTo>
                      <a:pt x="576" y="238"/>
                    </a:lnTo>
                    <a:lnTo>
                      <a:pt x="577" y="237"/>
                    </a:lnTo>
                    <a:lnTo>
                      <a:pt x="579" y="237"/>
                    </a:lnTo>
                    <a:lnTo>
                      <a:pt x="580" y="235"/>
                    </a:lnTo>
                    <a:lnTo>
                      <a:pt x="581" y="235"/>
                    </a:lnTo>
                    <a:lnTo>
                      <a:pt x="581" y="234"/>
                    </a:lnTo>
                    <a:lnTo>
                      <a:pt x="583" y="234"/>
                    </a:lnTo>
                    <a:lnTo>
                      <a:pt x="585" y="233"/>
                    </a:lnTo>
                    <a:lnTo>
                      <a:pt x="587" y="231"/>
                    </a:lnTo>
                    <a:lnTo>
                      <a:pt x="588" y="230"/>
                    </a:lnTo>
                    <a:lnTo>
                      <a:pt x="589" y="230"/>
                    </a:lnTo>
                    <a:lnTo>
                      <a:pt x="591" y="229"/>
                    </a:lnTo>
                    <a:lnTo>
                      <a:pt x="592" y="227"/>
                    </a:lnTo>
                    <a:lnTo>
                      <a:pt x="593" y="227"/>
                    </a:lnTo>
                    <a:lnTo>
                      <a:pt x="593" y="226"/>
                    </a:lnTo>
                    <a:lnTo>
                      <a:pt x="595" y="226"/>
                    </a:lnTo>
                    <a:lnTo>
                      <a:pt x="596" y="225"/>
                    </a:lnTo>
                    <a:lnTo>
                      <a:pt x="597" y="225"/>
                    </a:lnTo>
                    <a:lnTo>
                      <a:pt x="597" y="223"/>
                    </a:lnTo>
                    <a:lnTo>
                      <a:pt x="599" y="223"/>
                    </a:lnTo>
                    <a:lnTo>
                      <a:pt x="600" y="223"/>
                    </a:lnTo>
                    <a:lnTo>
                      <a:pt x="600" y="222"/>
                    </a:lnTo>
                    <a:lnTo>
                      <a:pt x="601" y="222"/>
                    </a:lnTo>
                    <a:lnTo>
                      <a:pt x="603" y="221"/>
                    </a:lnTo>
                    <a:lnTo>
                      <a:pt x="604" y="221"/>
                    </a:lnTo>
                    <a:lnTo>
                      <a:pt x="604" y="219"/>
                    </a:lnTo>
                    <a:lnTo>
                      <a:pt x="605" y="219"/>
                    </a:lnTo>
                    <a:lnTo>
                      <a:pt x="605" y="218"/>
                    </a:lnTo>
                    <a:lnTo>
                      <a:pt x="607" y="218"/>
                    </a:lnTo>
                    <a:lnTo>
                      <a:pt x="608" y="217"/>
                    </a:lnTo>
                    <a:lnTo>
                      <a:pt x="609" y="215"/>
                    </a:lnTo>
                    <a:lnTo>
                      <a:pt x="611" y="214"/>
                    </a:lnTo>
                    <a:lnTo>
                      <a:pt x="612" y="214"/>
                    </a:lnTo>
                    <a:lnTo>
                      <a:pt x="612" y="213"/>
                    </a:lnTo>
                    <a:lnTo>
                      <a:pt x="613" y="213"/>
                    </a:lnTo>
                    <a:lnTo>
                      <a:pt x="615" y="211"/>
                    </a:lnTo>
                    <a:lnTo>
                      <a:pt x="616" y="210"/>
                    </a:lnTo>
                    <a:lnTo>
                      <a:pt x="617" y="209"/>
                    </a:lnTo>
                    <a:lnTo>
                      <a:pt x="619" y="209"/>
                    </a:lnTo>
                    <a:lnTo>
                      <a:pt x="619" y="207"/>
                    </a:lnTo>
                    <a:lnTo>
                      <a:pt x="620" y="207"/>
                    </a:lnTo>
                    <a:lnTo>
                      <a:pt x="621" y="206"/>
                    </a:lnTo>
                    <a:lnTo>
                      <a:pt x="622" y="206"/>
                    </a:lnTo>
                    <a:lnTo>
                      <a:pt x="622" y="205"/>
                    </a:lnTo>
                    <a:lnTo>
                      <a:pt x="624" y="205"/>
                    </a:lnTo>
                    <a:lnTo>
                      <a:pt x="625" y="203"/>
                    </a:lnTo>
                    <a:lnTo>
                      <a:pt x="626" y="202"/>
                    </a:lnTo>
                    <a:lnTo>
                      <a:pt x="628" y="202"/>
                    </a:lnTo>
                    <a:lnTo>
                      <a:pt x="628" y="201"/>
                    </a:lnTo>
                    <a:lnTo>
                      <a:pt x="629" y="201"/>
                    </a:lnTo>
                    <a:lnTo>
                      <a:pt x="630" y="199"/>
                    </a:lnTo>
                    <a:lnTo>
                      <a:pt x="632" y="199"/>
                    </a:lnTo>
                    <a:lnTo>
                      <a:pt x="632" y="198"/>
                    </a:lnTo>
                    <a:lnTo>
                      <a:pt x="633" y="198"/>
                    </a:lnTo>
                    <a:lnTo>
                      <a:pt x="634" y="197"/>
                    </a:lnTo>
                    <a:lnTo>
                      <a:pt x="636" y="195"/>
                    </a:lnTo>
                    <a:lnTo>
                      <a:pt x="637" y="195"/>
                    </a:lnTo>
                    <a:lnTo>
                      <a:pt x="638" y="194"/>
                    </a:lnTo>
                    <a:lnTo>
                      <a:pt x="640" y="193"/>
                    </a:lnTo>
                    <a:lnTo>
                      <a:pt x="641" y="193"/>
                    </a:lnTo>
                    <a:lnTo>
                      <a:pt x="641" y="191"/>
                    </a:lnTo>
                    <a:lnTo>
                      <a:pt x="642" y="191"/>
                    </a:lnTo>
                    <a:lnTo>
                      <a:pt x="644" y="190"/>
                    </a:lnTo>
                    <a:lnTo>
                      <a:pt x="645" y="190"/>
                    </a:lnTo>
                    <a:lnTo>
                      <a:pt x="645" y="189"/>
                    </a:lnTo>
                    <a:lnTo>
                      <a:pt x="646" y="189"/>
                    </a:lnTo>
                    <a:lnTo>
                      <a:pt x="648" y="188"/>
                    </a:lnTo>
                    <a:lnTo>
                      <a:pt x="649" y="186"/>
                    </a:lnTo>
                    <a:lnTo>
                      <a:pt x="650" y="186"/>
                    </a:lnTo>
                    <a:lnTo>
                      <a:pt x="650" y="185"/>
                    </a:lnTo>
                    <a:lnTo>
                      <a:pt x="652" y="185"/>
                    </a:lnTo>
                    <a:lnTo>
                      <a:pt x="652" y="184"/>
                    </a:lnTo>
                    <a:lnTo>
                      <a:pt x="653" y="184"/>
                    </a:lnTo>
                    <a:lnTo>
                      <a:pt x="654" y="182"/>
                    </a:lnTo>
                    <a:lnTo>
                      <a:pt x="656" y="181"/>
                    </a:lnTo>
                    <a:lnTo>
                      <a:pt x="657" y="180"/>
                    </a:lnTo>
                    <a:lnTo>
                      <a:pt x="657" y="178"/>
                    </a:lnTo>
                    <a:lnTo>
                      <a:pt x="658" y="178"/>
                    </a:lnTo>
                    <a:lnTo>
                      <a:pt x="660" y="177"/>
                    </a:lnTo>
                    <a:lnTo>
                      <a:pt x="661" y="176"/>
                    </a:lnTo>
                    <a:lnTo>
                      <a:pt x="662" y="174"/>
                    </a:lnTo>
                    <a:lnTo>
                      <a:pt x="664" y="173"/>
                    </a:lnTo>
                    <a:lnTo>
                      <a:pt x="664" y="172"/>
                    </a:lnTo>
                    <a:lnTo>
                      <a:pt x="665" y="170"/>
                    </a:lnTo>
                    <a:lnTo>
                      <a:pt x="666" y="169"/>
                    </a:lnTo>
                    <a:lnTo>
                      <a:pt x="668" y="168"/>
                    </a:lnTo>
                    <a:lnTo>
                      <a:pt x="669" y="166"/>
                    </a:lnTo>
                    <a:lnTo>
                      <a:pt x="670" y="165"/>
                    </a:lnTo>
                    <a:lnTo>
                      <a:pt x="672" y="165"/>
                    </a:lnTo>
                    <a:lnTo>
                      <a:pt x="673" y="164"/>
                    </a:lnTo>
                    <a:lnTo>
                      <a:pt x="673" y="162"/>
                    </a:lnTo>
                    <a:lnTo>
                      <a:pt x="674" y="161"/>
                    </a:lnTo>
                    <a:lnTo>
                      <a:pt x="676" y="161"/>
                    </a:lnTo>
                    <a:lnTo>
                      <a:pt x="676" y="160"/>
                    </a:lnTo>
                    <a:lnTo>
                      <a:pt x="677" y="158"/>
                    </a:lnTo>
                    <a:lnTo>
                      <a:pt x="678" y="157"/>
                    </a:lnTo>
                    <a:lnTo>
                      <a:pt x="680" y="156"/>
                    </a:lnTo>
                    <a:lnTo>
                      <a:pt x="681" y="154"/>
                    </a:lnTo>
                    <a:lnTo>
                      <a:pt x="682" y="153"/>
                    </a:lnTo>
                    <a:lnTo>
                      <a:pt x="682" y="152"/>
                    </a:lnTo>
                    <a:lnTo>
                      <a:pt x="684" y="152"/>
                    </a:lnTo>
                    <a:lnTo>
                      <a:pt x="684" y="150"/>
                    </a:lnTo>
                    <a:lnTo>
                      <a:pt x="685" y="149"/>
                    </a:lnTo>
                    <a:lnTo>
                      <a:pt x="686" y="149"/>
                    </a:lnTo>
                    <a:lnTo>
                      <a:pt x="686" y="148"/>
                    </a:lnTo>
                    <a:lnTo>
                      <a:pt x="688" y="146"/>
                    </a:lnTo>
                    <a:lnTo>
                      <a:pt x="689" y="145"/>
                    </a:lnTo>
                    <a:lnTo>
                      <a:pt x="689" y="144"/>
                    </a:lnTo>
                    <a:lnTo>
                      <a:pt x="690" y="142"/>
                    </a:lnTo>
                    <a:lnTo>
                      <a:pt x="692" y="141"/>
                    </a:lnTo>
                    <a:lnTo>
                      <a:pt x="693" y="140"/>
                    </a:lnTo>
                    <a:lnTo>
                      <a:pt x="694" y="138"/>
                    </a:lnTo>
                    <a:lnTo>
                      <a:pt x="695" y="136"/>
                    </a:lnTo>
                    <a:lnTo>
                      <a:pt x="697" y="134"/>
                    </a:lnTo>
                    <a:lnTo>
                      <a:pt x="698" y="133"/>
                    </a:lnTo>
                    <a:lnTo>
                      <a:pt x="701" y="130"/>
                    </a:lnTo>
                    <a:lnTo>
                      <a:pt x="702" y="129"/>
                    </a:lnTo>
                    <a:lnTo>
                      <a:pt x="702" y="128"/>
                    </a:lnTo>
                    <a:lnTo>
                      <a:pt x="703" y="126"/>
                    </a:lnTo>
                    <a:lnTo>
                      <a:pt x="705" y="125"/>
                    </a:lnTo>
                    <a:lnTo>
                      <a:pt x="706" y="124"/>
                    </a:lnTo>
                    <a:lnTo>
                      <a:pt x="707" y="122"/>
                    </a:lnTo>
                    <a:lnTo>
                      <a:pt x="707" y="121"/>
                    </a:lnTo>
                    <a:lnTo>
                      <a:pt x="709" y="120"/>
                    </a:lnTo>
                    <a:lnTo>
                      <a:pt x="710" y="120"/>
                    </a:lnTo>
                    <a:lnTo>
                      <a:pt x="710" y="118"/>
                    </a:lnTo>
                    <a:lnTo>
                      <a:pt x="711" y="117"/>
                    </a:lnTo>
                    <a:lnTo>
                      <a:pt x="713" y="116"/>
                    </a:lnTo>
                    <a:lnTo>
                      <a:pt x="714" y="114"/>
                    </a:lnTo>
                    <a:lnTo>
                      <a:pt x="714" y="113"/>
                    </a:lnTo>
                    <a:lnTo>
                      <a:pt x="715" y="112"/>
                    </a:lnTo>
                    <a:lnTo>
                      <a:pt x="717" y="111"/>
                    </a:lnTo>
                    <a:lnTo>
                      <a:pt x="718" y="109"/>
                    </a:lnTo>
                    <a:lnTo>
                      <a:pt x="719" y="108"/>
                    </a:lnTo>
                    <a:lnTo>
                      <a:pt x="719" y="107"/>
                    </a:lnTo>
                    <a:lnTo>
                      <a:pt x="721" y="105"/>
                    </a:lnTo>
                    <a:lnTo>
                      <a:pt x="722" y="104"/>
                    </a:lnTo>
                    <a:lnTo>
                      <a:pt x="722" y="103"/>
                    </a:lnTo>
                    <a:lnTo>
                      <a:pt x="723" y="101"/>
                    </a:lnTo>
                    <a:lnTo>
                      <a:pt x="725" y="99"/>
                    </a:lnTo>
                    <a:lnTo>
                      <a:pt x="726" y="97"/>
                    </a:lnTo>
                    <a:lnTo>
                      <a:pt x="727" y="96"/>
                    </a:lnTo>
                    <a:lnTo>
                      <a:pt x="729" y="93"/>
                    </a:lnTo>
                    <a:lnTo>
                      <a:pt x="730" y="91"/>
                    </a:lnTo>
                    <a:lnTo>
                      <a:pt x="731" y="89"/>
                    </a:lnTo>
                    <a:lnTo>
                      <a:pt x="734" y="87"/>
                    </a:lnTo>
                    <a:lnTo>
                      <a:pt x="735" y="85"/>
                    </a:lnTo>
                    <a:lnTo>
                      <a:pt x="735" y="84"/>
                    </a:lnTo>
                    <a:lnTo>
                      <a:pt x="737" y="81"/>
                    </a:lnTo>
                    <a:lnTo>
                      <a:pt x="738" y="80"/>
                    </a:lnTo>
                    <a:lnTo>
                      <a:pt x="739" y="79"/>
                    </a:lnTo>
                    <a:lnTo>
                      <a:pt x="741" y="77"/>
                    </a:lnTo>
                    <a:lnTo>
                      <a:pt x="742" y="76"/>
                    </a:lnTo>
                    <a:lnTo>
                      <a:pt x="742" y="75"/>
                    </a:lnTo>
                    <a:lnTo>
                      <a:pt x="743" y="73"/>
                    </a:lnTo>
                    <a:lnTo>
                      <a:pt x="745" y="72"/>
                    </a:lnTo>
                    <a:lnTo>
                      <a:pt x="746" y="71"/>
                    </a:lnTo>
                    <a:lnTo>
                      <a:pt x="746" y="69"/>
                    </a:lnTo>
                    <a:lnTo>
                      <a:pt x="747" y="68"/>
                    </a:lnTo>
                    <a:lnTo>
                      <a:pt x="749" y="67"/>
                    </a:lnTo>
                    <a:lnTo>
                      <a:pt x="749" y="65"/>
                    </a:lnTo>
                    <a:lnTo>
                      <a:pt x="750" y="64"/>
                    </a:lnTo>
                    <a:lnTo>
                      <a:pt x="751" y="63"/>
                    </a:lnTo>
                    <a:lnTo>
                      <a:pt x="753" y="61"/>
                    </a:lnTo>
                    <a:lnTo>
                      <a:pt x="754" y="60"/>
                    </a:lnTo>
                    <a:lnTo>
                      <a:pt x="754" y="59"/>
                    </a:lnTo>
                    <a:lnTo>
                      <a:pt x="755" y="57"/>
                    </a:lnTo>
                    <a:lnTo>
                      <a:pt x="757" y="55"/>
                    </a:lnTo>
                    <a:lnTo>
                      <a:pt x="758" y="53"/>
                    </a:lnTo>
                    <a:lnTo>
                      <a:pt x="759" y="52"/>
                    </a:lnTo>
                    <a:lnTo>
                      <a:pt x="761" y="51"/>
                    </a:lnTo>
                    <a:lnTo>
                      <a:pt x="762" y="48"/>
                    </a:lnTo>
                    <a:lnTo>
                      <a:pt x="763" y="47"/>
                    </a:lnTo>
                    <a:lnTo>
                      <a:pt x="765" y="44"/>
                    </a:lnTo>
                    <a:lnTo>
                      <a:pt x="766" y="41"/>
                    </a:lnTo>
                    <a:lnTo>
                      <a:pt x="767" y="40"/>
                    </a:lnTo>
                    <a:lnTo>
                      <a:pt x="769" y="38"/>
                    </a:lnTo>
                    <a:lnTo>
                      <a:pt x="770" y="36"/>
                    </a:lnTo>
                    <a:lnTo>
                      <a:pt x="771" y="35"/>
                    </a:lnTo>
                    <a:lnTo>
                      <a:pt x="772" y="32"/>
                    </a:lnTo>
                    <a:lnTo>
                      <a:pt x="774" y="31"/>
                    </a:lnTo>
                    <a:lnTo>
                      <a:pt x="775" y="30"/>
                    </a:lnTo>
                    <a:lnTo>
                      <a:pt x="775" y="28"/>
                    </a:lnTo>
                    <a:lnTo>
                      <a:pt x="776" y="27"/>
                    </a:lnTo>
                    <a:lnTo>
                      <a:pt x="778" y="26"/>
                    </a:lnTo>
                    <a:lnTo>
                      <a:pt x="778" y="24"/>
                    </a:lnTo>
                    <a:lnTo>
                      <a:pt x="779" y="24"/>
                    </a:lnTo>
                    <a:lnTo>
                      <a:pt x="780" y="23"/>
                    </a:lnTo>
                    <a:lnTo>
                      <a:pt x="780" y="22"/>
                    </a:lnTo>
                    <a:lnTo>
                      <a:pt x="782" y="20"/>
                    </a:lnTo>
                    <a:lnTo>
                      <a:pt x="783" y="19"/>
                    </a:lnTo>
                    <a:lnTo>
                      <a:pt x="783" y="18"/>
                    </a:lnTo>
                    <a:lnTo>
                      <a:pt x="784" y="16"/>
                    </a:lnTo>
                    <a:lnTo>
                      <a:pt x="784" y="15"/>
                    </a:lnTo>
                    <a:lnTo>
                      <a:pt x="786" y="15"/>
                    </a:lnTo>
                    <a:lnTo>
                      <a:pt x="786" y="14"/>
                    </a:lnTo>
                    <a:lnTo>
                      <a:pt x="787" y="12"/>
                    </a:lnTo>
                    <a:lnTo>
                      <a:pt x="787" y="11"/>
                    </a:lnTo>
                    <a:lnTo>
                      <a:pt x="788" y="10"/>
                    </a:lnTo>
                    <a:lnTo>
                      <a:pt x="788" y="8"/>
                    </a:lnTo>
                    <a:lnTo>
                      <a:pt x="790" y="7"/>
                    </a:lnTo>
                    <a:lnTo>
                      <a:pt x="791" y="6"/>
                    </a:lnTo>
                    <a:lnTo>
                      <a:pt x="791" y="4"/>
                    </a:lnTo>
                    <a:lnTo>
                      <a:pt x="792" y="2"/>
                    </a:lnTo>
                    <a:lnTo>
                      <a:pt x="794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14816" name="Freeform 88">
                <a:extLst>
                  <a:ext uri="{FF2B5EF4-FFF2-40B4-BE49-F238E27FC236}">
                    <a16:creationId xmlns:a16="http://schemas.microsoft.com/office/drawing/2014/main" id="{EE2BE772-0F61-4ECC-AEC1-7B1685A4B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505902"/>
                <a:ext cx="74612" cy="252412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0"/>
                    </a:moveTo>
                    <a:lnTo>
                      <a:pt x="3" y="4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7" y="13"/>
                    </a:lnTo>
                    <a:lnTo>
                      <a:pt x="9" y="16"/>
                    </a:lnTo>
                    <a:lnTo>
                      <a:pt x="11" y="19"/>
                    </a:lnTo>
                    <a:lnTo>
                      <a:pt x="12" y="20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9" y="33"/>
                    </a:lnTo>
                    <a:lnTo>
                      <a:pt x="20" y="35"/>
                    </a:lnTo>
                    <a:lnTo>
                      <a:pt x="20" y="36"/>
                    </a:lnTo>
                    <a:lnTo>
                      <a:pt x="21" y="37"/>
                    </a:lnTo>
                    <a:lnTo>
                      <a:pt x="21" y="39"/>
                    </a:lnTo>
                    <a:lnTo>
                      <a:pt x="23" y="40"/>
                    </a:lnTo>
                    <a:lnTo>
                      <a:pt x="23" y="41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4" y="45"/>
                    </a:lnTo>
                    <a:lnTo>
                      <a:pt x="25" y="47"/>
                    </a:lnTo>
                    <a:lnTo>
                      <a:pt x="25" y="48"/>
                    </a:lnTo>
                    <a:lnTo>
                      <a:pt x="27" y="49"/>
                    </a:lnTo>
                    <a:lnTo>
                      <a:pt x="27" y="51"/>
                    </a:lnTo>
                    <a:lnTo>
                      <a:pt x="28" y="52"/>
                    </a:lnTo>
                    <a:lnTo>
                      <a:pt x="28" y="53"/>
                    </a:lnTo>
                    <a:lnTo>
                      <a:pt x="29" y="55"/>
                    </a:lnTo>
                    <a:lnTo>
                      <a:pt x="29" y="57"/>
                    </a:lnTo>
                    <a:lnTo>
                      <a:pt x="31" y="58"/>
                    </a:lnTo>
                    <a:lnTo>
                      <a:pt x="31" y="60"/>
                    </a:lnTo>
                    <a:lnTo>
                      <a:pt x="32" y="62"/>
                    </a:lnTo>
                    <a:lnTo>
                      <a:pt x="32" y="64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5" y="70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7" y="74"/>
                    </a:lnTo>
                    <a:lnTo>
                      <a:pt x="37" y="76"/>
                    </a:lnTo>
                    <a:lnTo>
                      <a:pt x="37" y="77"/>
                    </a:lnTo>
                    <a:lnTo>
                      <a:pt x="39" y="78"/>
                    </a:lnTo>
                    <a:lnTo>
                      <a:pt x="39" y="80"/>
                    </a:lnTo>
                    <a:lnTo>
                      <a:pt x="40" y="81"/>
                    </a:lnTo>
                    <a:lnTo>
                      <a:pt x="40" y="82"/>
                    </a:lnTo>
                    <a:lnTo>
                      <a:pt x="41" y="84"/>
                    </a:lnTo>
                    <a:lnTo>
                      <a:pt x="41" y="85"/>
                    </a:lnTo>
                    <a:lnTo>
                      <a:pt x="41" y="86"/>
                    </a:lnTo>
                    <a:lnTo>
                      <a:pt x="42" y="88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4" y="93"/>
                    </a:lnTo>
                    <a:lnTo>
                      <a:pt x="44" y="94"/>
                    </a:lnTo>
                    <a:lnTo>
                      <a:pt x="45" y="96"/>
                    </a:lnTo>
                    <a:lnTo>
                      <a:pt x="45" y="98"/>
                    </a:lnTo>
                    <a:lnTo>
                      <a:pt x="46" y="100"/>
                    </a:lnTo>
                    <a:lnTo>
                      <a:pt x="48" y="102"/>
                    </a:lnTo>
                    <a:lnTo>
                      <a:pt x="48" y="105"/>
                    </a:lnTo>
                    <a:lnTo>
                      <a:pt x="49" y="106"/>
                    </a:lnTo>
                    <a:lnTo>
                      <a:pt x="49" y="109"/>
                    </a:lnTo>
                    <a:lnTo>
                      <a:pt x="50" y="110"/>
                    </a:lnTo>
                    <a:lnTo>
                      <a:pt x="52" y="112"/>
                    </a:lnTo>
                    <a:lnTo>
                      <a:pt x="52" y="113"/>
                    </a:lnTo>
                    <a:lnTo>
                      <a:pt x="52" y="116"/>
                    </a:lnTo>
                    <a:lnTo>
                      <a:pt x="53" y="117"/>
                    </a:lnTo>
                    <a:lnTo>
                      <a:pt x="53" y="118"/>
                    </a:lnTo>
                    <a:lnTo>
                      <a:pt x="54" y="120"/>
                    </a:lnTo>
                    <a:lnTo>
                      <a:pt x="54" y="121"/>
                    </a:lnTo>
                    <a:lnTo>
                      <a:pt x="54" y="122"/>
                    </a:lnTo>
                    <a:lnTo>
                      <a:pt x="56" y="122"/>
                    </a:lnTo>
                    <a:lnTo>
                      <a:pt x="56" y="124"/>
                    </a:lnTo>
                    <a:lnTo>
                      <a:pt x="56" y="125"/>
                    </a:lnTo>
                    <a:lnTo>
                      <a:pt x="57" y="126"/>
                    </a:lnTo>
                    <a:lnTo>
                      <a:pt x="57" y="128"/>
                    </a:lnTo>
                    <a:lnTo>
                      <a:pt x="57" y="129"/>
                    </a:lnTo>
                    <a:lnTo>
                      <a:pt x="57" y="130"/>
                    </a:lnTo>
                    <a:lnTo>
                      <a:pt x="58" y="131"/>
                    </a:lnTo>
                    <a:lnTo>
                      <a:pt x="58" y="133"/>
                    </a:lnTo>
                    <a:lnTo>
                      <a:pt x="60" y="134"/>
                    </a:lnTo>
                    <a:lnTo>
                      <a:pt x="60" y="135"/>
                    </a:lnTo>
                    <a:lnTo>
                      <a:pt x="60" y="137"/>
                    </a:lnTo>
                    <a:lnTo>
                      <a:pt x="61" y="139"/>
                    </a:lnTo>
                    <a:lnTo>
                      <a:pt x="61" y="141"/>
                    </a:lnTo>
                    <a:lnTo>
                      <a:pt x="61" y="142"/>
                    </a:lnTo>
                    <a:lnTo>
                      <a:pt x="62" y="143"/>
                    </a:lnTo>
                    <a:lnTo>
                      <a:pt x="62" y="146"/>
                    </a:lnTo>
                    <a:lnTo>
                      <a:pt x="64" y="147"/>
                    </a:lnTo>
                    <a:lnTo>
                      <a:pt x="64" y="150"/>
                    </a:lnTo>
                    <a:lnTo>
                      <a:pt x="65" y="153"/>
                    </a:lnTo>
                    <a:lnTo>
                      <a:pt x="65" y="154"/>
                    </a:lnTo>
                    <a:lnTo>
                      <a:pt x="66" y="157"/>
                    </a:lnTo>
                    <a:lnTo>
                      <a:pt x="66" y="158"/>
                    </a:lnTo>
                    <a:lnTo>
                      <a:pt x="68" y="159"/>
                    </a:lnTo>
                    <a:lnTo>
                      <a:pt x="68" y="162"/>
                    </a:lnTo>
                    <a:lnTo>
                      <a:pt x="68" y="163"/>
                    </a:lnTo>
                    <a:lnTo>
                      <a:pt x="69" y="165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0" y="170"/>
                    </a:lnTo>
                    <a:lnTo>
                      <a:pt x="70" y="171"/>
                    </a:lnTo>
                    <a:lnTo>
                      <a:pt x="70" y="173"/>
                    </a:lnTo>
                    <a:lnTo>
                      <a:pt x="72" y="173"/>
                    </a:lnTo>
                    <a:lnTo>
                      <a:pt x="72" y="174"/>
                    </a:lnTo>
                    <a:lnTo>
                      <a:pt x="72" y="175"/>
                    </a:lnTo>
                    <a:lnTo>
                      <a:pt x="72" y="177"/>
                    </a:lnTo>
                    <a:lnTo>
                      <a:pt x="73" y="178"/>
                    </a:lnTo>
                    <a:lnTo>
                      <a:pt x="73" y="179"/>
                    </a:lnTo>
                    <a:lnTo>
                      <a:pt x="73" y="181"/>
                    </a:lnTo>
                    <a:lnTo>
                      <a:pt x="74" y="182"/>
                    </a:lnTo>
                    <a:lnTo>
                      <a:pt x="74" y="183"/>
                    </a:lnTo>
                    <a:lnTo>
                      <a:pt x="74" y="185"/>
                    </a:lnTo>
                    <a:lnTo>
                      <a:pt x="76" y="186"/>
                    </a:lnTo>
                    <a:lnTo>
                      <a:pt x="76" y="187"/>
                    </a:lnTo>
                    <a:lnTo>
                      <a:pt x="76" y="189"/>
                    </a:lnTo>
                    <a:lnTo>
                      <a:pt x="77" y="190"/>
                    </a:lnTo>
                    <a:lnTo>
                      <a:pt x="77" y="193"/>
                    </a:lnTo>
                    <a:lnTo>
                      <a:pt x="78" y="194"/>
                    </a:lnTo>
                    <a:lnTo>
                      <a:pt x="78" y="197"/>
                    </a:lnTo>
                    <a:lnTo>
                      <a:pt x="78" y="198"/>
                    </a:lnTo>
                    <a:lnTo>
                      <a:pt x="80" y="201"/>
                    </a:lnTo>
                    <a:lnTo>
                      <a:pt x="80" y="203"/>
                    </a:lnTo>
                    <a:lnTo>
                      <a:pt x="81" y="205"/>
                    </a:lnTo>
                    <a:lnTo>
                      <a:pt x="81" y="206"/>
                    </a:lnTo>
                    <a:lnTo>
                      <a:pt x="82" y="208"/>
                    </a:lnTo>
                    <a:lnTo>
                      <a:pt x="82" y="210"/>
                    </a:lnTo>
                    <a:lnTo>
                      <a:pt x="82" y="211"/>
                    </a:lnTo>
                    <a:lnTo>
                      <a:pt x="84" y="212"/>
                    </a:lnTo>
                    <a:lnTo>
                      <a:pt x="84" y="214"/>
                    </a:lnTo>
                    <a:lnTo>
                      <a:pt x="84" y="215"/>
                    </a:lnTo>
                    <a:lnTo>
                      <a:pt x="85" y="216"/>
                    </a:lnTo>
                    <a:lnTo>
                      <a:pt x="85" y="218"/>
                    </a:lnTo>
                    <a:lnTo>
                      <a:pt x="85" y="219"/>
                    </a:lnTo>
                    <a:lnTo>
                      <a:pt x="85" y="220"/>
                    </a:lnTo>
                    <a:lnTo>
                      <a:pt x="86" y="222"/>
                    </a:lnTo>
                    <a:lnTo>
                      <a:pt x="86" y="223"/>
                    </a:lnTo>
                    <a:lnTo>
                      <a:pt x="86" y="224"/>
                    </a:lnTo>
                    <a:lnTo>
                      <a:pt x="86" y="226"/>
                    </a:lnTo>
                    <a:lnTo>
                      <a:pt x="86" y="227"/>
                    </a:lnTo>
                    <a:lnTo>
                      <a:pt x="86" y="228"/>
                    </a:lnTo>
                    <a:lnTo>
                      <a:pt x="86" y="230"/>
                    </a:lnTo>
                    <a:lnTo>
                      <a:pt x="88" y="231"/>
                    </a:lnTo>
                    <a:lnTo>
                      <a:pt x="88" y="232"/>
                    </a:lnTo>
                    <a:lnTo>
                      <a:pt x="88" y="234"/>
                    </a:lnTo>
                    <a:lnTo>
                      <a:pt x="88" y="235"/>
                    </a:lnTo>
                    <a:lnTo>
                      <a:pt x="88" y="236"/>
                    </a:lnTo>
                    <a:lnTo>
                      <a:pt x="88" y="238"/>
                    </a:lnTo>
                    <a:lnTo>
                      <a:pt x="88" y="239"/>
                    </a:lnTo>
                    <a:lnTo>
                      <a:pt x="88" y="242"/>
                    </a:lnTo>
                    <a:lnTo>
                      <a:pt x="88" y="243"/>
                    </a:lnTo>
                    <a:lnTo>
                      <a:pt x="88" y="246"/>
                    </a:lnTo>
                    <a:lnTo>
                      <a:pt x="89" y="247"/>
                    </a:lnTo>
                    <a:lnTo>
                      <a:pt x="89" y="248"/>
                    </a:lnTo>
                    <a:lnTo>
                      <a:pt x="89" y="250"/>
                    </a:lnTo>
                    <a:lnTo>
                      <a:pt x="89" y="251"/>
                    </a:lnTo>
                    <a:lnTo>
                      <a:pt x="89" y="252"/>
                    </a:lnTo>
                    <a:lnTo>
                      <a:pt x="89" y="254"/>
                    </a:lnTo>
                    <a:lnTo>
                      <a:pt x="89" y="255"/>
                    </a:lnTo>
                    <a:lnTo>
                      <a:pt x="89" y="256"/>
                    </a:lnTo>
                    <a:lnTo>
                      <a:pt x="89" y="258"/>
                    </a:lnTo>
                    <a:lnTo>
                      <a:pt x="89" y="259"/>
                    </a:lnTo>
                    <a:lnTo>
                      <a:pt x="89" y="260"/>
                    </a:lnTo>
                    <a:lnTo>
                      <a:pt x="90" y="260"/>
                    </a:lnTo>
                    <a:lnTo>
                      <a:pt x="90" y="262"/>
                    </a:lnTo>
                    <a:lnTo>
                      <a:pt x="90" y="263"/>
                    </a:lnTo>
                    <a:lnTo>
                      <a:pt x="90" y="264"/>
                    </a:lnTo>
                    <a:lnTo>
                      <a:pt x="90" y="266"/>
                    </a:lnTo>
                    <a:lnTo>
                      <a:pt x="90" y="267"/>
                    </a:lnTo>
                    <a:lnTo>
                      <a:pt x="90" y="268"/>
                    </a:lnTo>
                    <a:lnTo>
                      <a:pt x="90" y="270"/>
                    </a:lnTo>
                    <a:lnTo>
                      <a:pt x="92" y="270"/>
                    </a:lnTo>
                    <a:lnTo>
                      <a:pt x="92" y="271"/>
                    </a:lnTo>
                    <a:lnTo>
                      <a:pt x="92" y="272"/>
                    </a:lnTo>
                    <a:lnTo>
                      <a:pt x="92" y="274"/>
                    </a:lnTo>
                    <a:lnTo>
                      <a:pt x="92" y="275"/>
                    </a:lnTo>
                    <a:lnTo>
                      <a:pt x="92" y="276"/>
                    </a:lnTo>
                    <a:lnTo>
                      <a:pt x="93" y="278"/>
                    </a:lnTo>
                    <a:lnTo>
                      <a:pt x="93" y="279"/>
                    </a:lnTo>
                    <a:lnTo>
                      <a:pt x="93" y="280"/>
                    </a:lnTo>
                    <a:lnTo>
                      <a:pt x="93" y="281"/>
                    </a:lnTo>
                    <a:lnTo>
                      <a:pt x="93" y="283"/>
                    </a:lnTo>
                    <a:lnTo>
                      <a:pt x="94" y="284"/>
                    </a:lnTo>
                    <a:lnTo>
                      <a:pt x="94" y="285"/>
                    </a:lnTo>
                    <a:lnTo>
                      <a:pt x="94" y="287"/>
                    </a:lnTo>
                    <a:lnTo>
                      <a:pt x="94" y="288"/>
                    </a:lnTo>
                    <a:lnTo>
                      <a:pt x="94" y="289"/>
                    </a:lnTo>
                    <a:lnTo>
                      <a:pt x="94" y="291"/>
                    </a:lnTo>
                    <a:lnTo>
                      <a:pt x="94" y="292"/>
                    </a:lnTo>
                    <a:lnTo>
                      <a:pt x="94" y="293"/>
                    </a:lnTo>
                    <a:lnTo>
                      <a:pt x="94" y="295"/>
                    </a:lnTo>
                    <a:lnTo>
                      <a:pt x="94" y="296"/>
                    </a:lnTo>
                    <a:lnTo>
                      <a:pt x="94" y="297"/>
                    </a:lnTo>
                    <a:lnTo>
                      <a:pt x="94" y="299"/>
                    </a:lnTo>
                    <a:lnTo>
                      <a:pt x="94" y="300"/>
                    </a:lnTo>
                    <a:lnTo>
                      <a:pt x="94" y="303"/>
                    </a:lnTo>
                    <a:lnTo>
                      <a:pt x="94" y="304"/>
                    </a:lnTo>
                    <a:lnTo>
                      <a:pt x="94" y="305"/>
                    </a:lnTo>
                    <a:lnTo>
                      <a:pt x="93" y="308"/>
                    </a:lnTo>
                    <a:lnTo>
                      <a:pt x="93" y="309"/>
                    </a:lnTo>
                    <a:lnTo>
                      <a:pt x="93" y="312"/>
                    </a:lnTo>
                    <a:lnTo>
                      <a:pt x="93" y="315"/>
                    </a:lnTo>
                    <a:lnTo>
                      <a:pt x="93" y="317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14817" name="Freeform 89">
                <a:extLst>
                  <a:ext uri="{FF2B5EF4-FFF2-40B4-BE49-F238E27FC236}">
                    <a16:creationId xmlns:a16="http://schemas.microsoft.com/office/drawing/2014/main" id="{0D8D426E-2DA3-460A-9F1B-2416DBF76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755138"/>
                <a:ext cx="74612" cy="252413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317"/>
                    </a:moveTo>
                    <a:lnTo>
                      <a:pt x="3" y="314"/>
                    </a:lnTo>
                    <a:lnTo>
                      <a:pt x="4" y="310"/>
                    </a:lnTo>
                    <a:lnTo>
                      <a:pt x="5" y="308"/>
                    </a:lnTo>
                    <a:lnTo>
                      <a:pt x="7" y="305"/>
                    </a:lnTo>
                    <a:lnTo>
                      <a:pt x="9" y="302"/>
                    </a:lnTo>
                    <a:lnTo>
                      <a:pt x="11" y="300"/>
                    </a:lnTo>
                    <a:lnTo>
                      <a:pt x="12" y="297"/>
                    </a:lnTo>
                    <a:lnTo>
                      <a:pt x="13" y="294"/>
                    </a:lnTo>
                    <a:lnTo>
                      <a:pt x="13" y="293"/>
                    </a:lnTo>
                    <a:lnTo>
                      <a:pt x="15" y="290"/>
                    </a:lnTo>
                    <a:lnTo>
                      <a:pt x="16" y="289"/>
                    </a:lnTo>
                    <a:lnTo>
                      <a:pt x="17" y="288"/>
                    </a:lnTo>
                    <a:lnTo>
                      <a:pt x="17" y="286"/>
                    </a:lnTo>
                    <a:lnTo>
                      <a:pt x="19" y="284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21" y="280"/>
                    </a:lnTo>
                    <a:lnTo>
                      <a:pt x="21" y="278"/>
                    </a:lnTo>
                    <a:lnTo>
                      <a:pt x="23" y="277"/>
                    </a:lnTo>
                    <a:lnTo>
                      <a:pt x="23" y="276"/>
                    </a:lnTo>
                    <a:lnTo>
                      <a:pt x="23" y="274"/>
                    </a:lnTo>
                    <a:lnTo>
                      <a:pt x="24" y="274"/>
                    </a:lnTo>
                    <a:lnTo>
                      <a:pt x="24" y="273"/>
                    </a:lnTo>
                    <a:lnTo>
                      <a:pt x="25" y="272"/>
                    </a:lnTo>
                    <a:lnTo>
                      <a:pt x="25" y="270"/>
                    </a:lnTo>
                    <a:lnTo>
                      <a:pt x="27" y="269"/>
                    </a:lnTo>
                    <a:lnTo>
                      <a:pt x="27" y="268"/>
                    </a:lnTo>
                    <a:lnTo>
                      <a:pt x="28" y="266"/>
                    </a:lnTo>
                    <a:lnTo>
                      <a:pt x="28" y="264"/>
                    </a:lnTo>
                    <a:lnTo>
                      <a:pt x="29" y="263"/>
                    </a:lnTo>
                    <a:lnTo>
                      <a:pt x="29" y="261"/>
                    </a:lnTo>
                    <a:lnTo>
                      <a:pt x="31" y="259"/>
                    </a:lnTo>
                    <a:lnTo>
                      <a:pt x="31" y="257"/>
                    </a:lnTo>
                    <a:lnTo>
                      <a:pt x="32" y="256"/>
                    </a:lnTo>
                    <a:lnTo>
                      <a:pt x="32" y="255"/>
                    </a:lnTo>
                    <a:lnTo>
                      <a:pt x="33" y="253"/>
                    </a:lnTo>
                    <a:lnTo>
                      <a:pt x="33" y="251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6" y="247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7" y="243"/>
                    </a:lnTo>
                    <a:lnTo>
                      <a:pt x="37" y="241"/>
                    </a:lnTo>
                    <a:lnTo>
                      <a:pt x="39" y="240"/>
                    </a:lnTo>
                    <a:lnTo>
                      <a:pt x="39" y="239"/>
                    </a:lnTo>
                    <a:lnTo>
                      <a:pt x="39" y="237"/>
                    </a:lnTo>
                    <a:lnTo>
                      <a:pt x="40" y="237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2" y="229"/>
                    </a:lnTo>
                    <a:lnTo>
                      <a:pt x="42" y="228"/>
                    </a:lnTo>
                    <a:lnTo>
                      <a:pt x="42" y="227"/>
                    </a:lnTo>
                    <a:lnTo>
                      <a:pt x="44" y="225"/>
                    </a:lnTo>
                    <a:lnTo>
                      <a:pt x="44" y="223"/>
                    </a:lnTo>
                    <a:lnTo>
                      <a:pt x="45" y="221"/>
                    </a:lnTo>
                    <a:lnTo>
                      <a:pt x="45" y="220"/>
                    </a:lnTo>
                    <a:lnTo>
                      <a:pt x="46" y="217"/>
                    </a:lnTo>
                    <a:lnTo>
                      <a:pt x="48" y="215"/>
                    </a:lnTo>
                    <a:lnTo>
                      <a:pt x="48" y="213"/>
                    </a:lnTo>
                    <a:lnTo>
                      <a:pt x="49" y="211"/>
                    </a:lnTo>
                    <a:lnTo>
                      <a:pt x="49" y="209"/>
                    </a:lnTo>
                    <a:lnTo>
                      <a:pt x="50" y="207"/>
                    </a:lnTo>
                    <a:lnTo>
                      <a:pt x="52" y="205"/>
                    </a:lnTo>
                    <a:lnTo>
                      <a:pt x="52" y="204"/>
                    </a:lnTo>
                    <a:lnTo>
                      <a:pt x="52" y="203"/>
                    </a:lnTo>
                    <a:lnTo>
                      <a:pt x="53" y="201"/>
                    </a:lnTo>
                    <a:lnTo>
                      <a:pt x="53" y="200"/>
                    </a:lnTo>
                    <a:lnTo>
                      <a:pt x="54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6" y="195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7" y="191"/>
                    </a:lnTo>
                    <a:lnTo>
                      <a:pt x="57" y="190"/>
                    </a:lnTo>
                    <a:lnTo>
                      <a:pt x="57" y="188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4"/>
                    </a:lnTo>
                    <a:lnTo>
                      <a:pt x="60" y="183"/>
                    </a:lnTo>
                    <a:lnTo>
                      <a:pt x="60" y="182"/>
                    </a:lnTo>
                    <a:lnTo>
                      <a:pt x="60" y="180"/>
                    </a:lnTo>
                    <a:lnTo>
                      <a:pt x="61" y="179"/>
                    </a:lnTo>
                    <a:lnTo>
                      <a:pt x="61" y="176"/>
                    </a:lnTo>
                    <a:lnTo>
                      <a:pt x="61" y="175"/>
                    </a:lnTo>
                    <a:lnTo>
                      <a:pt x="62" y="174"/>
                    </a:lnTo>
                    <a:lnTo>
                      <a:pt x="62" y="171"/>
                    </a:lnTo>
                    <a:lnTo>
                      <a:pt x="64" y="170"/>
                    </a:lnTo>
                    <a:lnTo>
                      <a:pt x="64" y="167"/>
                    </a:lnTo>
                    <a:lnTo>
                      <a:pt x="65" y="164"/>
                    </a:lnTo>
                    <a:lnTo>
                      <a:pt x="65" y="163"/>
                    </a:lnTo>
                    <a:lnTo>
                      <a:pt x="66" y="160"/>
                    </a:lnTo>
                    <a:lnTo>
                      <a:pt x="66" y="159"/>
                    </a:lnTo>
                    <a:lnTo>
                      <a:pt x="68" y="158"/>
                    </a:lnTo>
                    <a:lnTo>
                      <a:pt x="68" y="156"/>
                    </a:lnTo>
                    <a:lnTo>
                      <a:pt x="68" y="154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0" y="148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72" y="144"/>
                    </a:lnTo>
                    <a:lnTo>
                      <a:pt x="72" y="143"/>
                    </a:lnTo>
                    <a:lnTo>
                      <a:pt x="72" y="142"/>
                    </a:lnTo>
                    <a:lnTo>
                      <a:pt x="72" y="140"/>
                    </a:lnTo>
                    <a:lnTo>
                      <a:pt x="73" y="139"/>
                    </a:lnTo>
                    <a:lnTo>
                      <a:pt x="73" y="138"/>
                    </a:lnTo>
                    <a:lnTo>
                      <a:pt x="74" y="136"/>
                    </a:lnTo>
                    <a:lnTo>
                      <a:pt x="74" y="135"/>
                    </a:lnTo>
                    <a:lnTo>
                      <a:pt x="74" y="134"/>
                    </a:lnTo>
                    <a:lnTo>
                      <a:pt x="76" y="132"/>
                    </a:lnTo>
                    <a:lnTo>
                      <a:pt x="76" y="130"/>
                    </a:lnTo>
                    <a:lnTo>
                      <a:pt x="76" y="128"/>
                    </a:lnTo>
                    <a:lnTo>
                      <a:pt x="77" y="127"/>
                    </a:lnTo>
                    <a:lnTo>
                      <a:pt x="77" y="126"/>
                    </a:lnTo>
                    <a:lnTo>
                      <a:pt x="78" y="123"/>
                    </a:lnTo>
                    <a:lnTo>
                      <a:pt x="78" y="122"/>
                    </a:lnTo>
                    <a:lnTo>
                      <a:pt x="78" y="119"/>
                    </a:lnTo>
                    <a:lnTo>
                      <a:pt x="80" y="116"/>
                    </a:lnTo>
                    <a:lnTo>
                      <a:pt x="80" y="115"/>
                    </a:lnTo>
                    <a:lnTo>
                      <a:pt x="81" y="113"/>
                    </a:lnTo>
                    <a:lnTo>
                      <a:pt x="81" y="111"/>
                    </a:lnTo>
                    <a:lnTo>
                      <a:pt x="82" y="110"/>
                    </a:lnTo>
                    <a:lnTo>
                      <a:pt x="82" y="107"/>
                    </a:lnTo>
                    <a:lnTo>
                      <a:pt x="82" y="106"/>
                    </a:lnTo>
                    <a:lnTo>
                      <a:pt x="84" y="105"/>
                    </a:lnTo>
                    <a:lnTo>
                      <a:pt x="84" y="103"/>
                    </a:lnTo>
                    <a:lnTo>
                      <a:pt x="84" y="102"/>
                    </a:lnTo>
                    <a:lnTo>
                      <a:pt x="85" y="101"/>
                    </a:lnTo>
                    <a:lnTo>
                      <a:pt x="85" y="99"/>
                    </a:lnTo>
                    <a:lnTo>
                      <a:pt x="85" y="98"/>
                    </a:lnTo>
                    <a:lnTo>
                      <a:pt x="85" y="97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3"/>
                    </a:lnTo>
                    <a:lnTo>
                      <a:pt x="86" y="91"/>
                    </a:lnTo>
                    <a:lnTo>
                      <a:pt x="86" y="90"/>
                    </a:lnTo>
                    <a:lnTo>
                      <a:pt x="86" y="89"/>
                    </a:lnTo>
                    <a:lnTo>
                      <a:pt x="86" y="87"/>
                    </a:lnTo>
                    <a:lnTo>
                      <a:pt x="88" y="87"/>
                    </a:lnTo>
                    <a:lnTo>
                      <a:pt x="88" y="86"/>
                    </a:lnTo>
                    <a:lnTo>
                      <a:pt x="88" y="85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8" y="79"/>
                    </a:lnTo>
                    <a:lnTo>
                      <a:pt x="88" y="78"/>
                    </a:lnTo>
                    <a:lnTo>
                      <a:pt x="88" y="77"/>
                    </a:lnTo>
                    <a:lnTo>
                      <a:pt x="88" y="74"/>
                    </a:lnTo>
                    <a:lnTo>
                      <a:pt x="88" y="73"/>
                    </a:lnTo>
                    <a:lnTo>
                      <a:pt x="89" y="70"/>
                    </a:lnTo>
                    <a:lnTo>
                      <a:pt x="89" y="69"/>
                    </a:lnTo>
                    <a:lnTo>
                      <a:pt x="89" y="67"/>
                    </a:lnTo>
                    <a:lnTo>
                      <a:pt x="89" y="66"/>
                    </a:lnTo>
                    <a:lnTo>
                      <a:pt x="89" y="65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89" y="61"/>
                    </a:lnTo>
                    <a:lnTo>
                      <a:pt x="89" y="59"/>
                    </a:lnTo>
                    <a:lnTo>
                      <a:pt x="89" y="58"/>
                    </a:lnTo>
                    <a:lnTo>
                      <a:pt x="90" y="57"/>
                    </a:lnTo>
                    <a:lnTo>
                      <a:pt x="90" y="55"/>
                    </a:lnTo>
                    <a:lnTo>
                      <a:pt x="90" y="54"/>
                    </a:lnTo>
                    <a:lnTo>
                      <a:pt x="90" y="53"/>
                    </a:lnTo>
                    <a:lnTo>
                      <a:pt x="90" y="51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2" y="47"/>
                    </a:lnTo>
                    <a:lnTo>
                      <a:pt x="92" y="46"/>
                    </a:lnTo>
                    <a:lnTo>
                      <a:pt x="92" y="45"/>
                    </a:lnTo>
                    <a:lnTo>
                      <a:pt x="92" y="43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3" y="40"/>
                    </a:lnTo>
                    <a:lnTo>
                      <a:pt x="93" y="38"/>
                    </a:lnTo>
                    <a:lnTo>
                      <a:pt x="93" y="37"/>
                    </a:lnTo>
                    <a:lnTo>
                      <a:pt x="93" y="36"/>
                    </a:lnTo>
                    <a:lnTo>
                      <a:pt x="93" y="34"/>
                    </a:lnTo>
                    <a:lnTo>
                      <a:pt x="94" y="33"/>
                    </a:lnTo>
                    <a:lnTo>
                      <a:pt x="94" y="32"/>
                    </a:lnTo>
                    <a:lnTo>
                      <a:pt x="94" y="30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4" y="24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0"/>
                    </a:lnTo>
                    <a:lnTo>
                      <a:pt x="94" y="18"/>
                    </a:lnTo>
                    <a:lnTo>
                      <a:pt x="94" y="17"/>
                    </a:lnTo>
                    <a:lnTo>
                      <a:pt x="94" y="16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3" y="10"/>
                    </a:lnTo>
                    <a:lnTo>
                      <a:pt x="93" y="8"/>
                    </a:lnTo>
                    <a:lnTo>
                      <a:pt x="93" y="5"/>
                    </a:lnTo>
                    <a:lnTo>
                      <a:pt x="93" y="2"/>
                    </a:lnTo>
                    <a:lnTo>
                      <a:pt x="93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14770" name="Freeform 45">
              <a:extLst>
                <a:ext uri="{FF2B5EF4-FFF2-40B4-BE49-F238E27FC236}">
                  <a16:creationId xmlns:a16="http://schemas.microsoft.com/office/drawing/2014/main" id="{8F2D594A-1019-412E-8E2F-F8EE56715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674" y="2957298"/>
              <a:ext cx="3699109" cy="2735272"/>
            </a:xfrm>
            <a:custGeom>
              <a:avLst/>
              <a:gdLst>
                <a:gd name="T0" fmla="*/ 1278345235 w 10704"/>
                <a:gd name="T1" fmla="*/ 0 h 21003"/>
                <a:gd name="T2" fmla="*/ 2388662 w 10704"/>
                <a:gd name="T3" fmla="*/ 1102418 h 21003"/>
                <a:gd name="T4" fmla="*/ 0 w 10704"/>
                <a:gd name="T5" fmla="*/ 356221155 h 21003"/>
                <a:gd name="T6" fmla="*/ 135430103 w 10704"/>
                <a:gd name="T7" fmla="*/ 356102383 h 210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04" h="21003">
                  <a:moveTo>
                    <a:pt x="10704" y="0"/>
                  </a:move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1134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4771" name="Line 14">
              <a:extLst>
                <a:ext uri="{FF2B5EF4-FFF2-40B4-BE49-F238E27FC236}">
                  <a16:creationId xmlns:a16="http://schemas.microsoft.com/office/drawing/2014/main" id="{7F686817-ACF7-4B01-86A1-7A2C575A6E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07413" y="5790467"/>
              <a:ext cx="580100" cy="31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4772" name="TextBox 51">
              <a:extLst>
                <a:ext uri="{FF2B5EF4-FFF2-40B4-BE49-F238E27FC236}">
                  <a16:creationId xmlns:a16="http://schemas.microsoft.com/office/drawing/2014/main" id="{BE314506-DFBE-4548-8A9D-2E9BCDAE90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75820" y="599816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4773" name="TextBox 51">
              <a:extLst>
                <a:ext uri="{FF2B5EF4-FFF2-40B4-BE49-F238E27FC236}">
                  <a16:creationId xmlns:a16="http://schemas.microsoft.com/office/drawing/2014/main" id="{C3E4F8C5-A653-40A0-AD04-B2729220B1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9" y="588809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4774" name="TextBox 51">
              <a:extLst>
                <a:ext uri="{FF2B5EF4-FFF2-40B4-BE49-F238E27FC236}">
                  <a16:creationId xmlns:a16="http://schemas.microsoft.com/office/drawing/2014/main" id="{6ED01343-2781-4514-AB7D-A397DF2340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3622" y="588809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14775" name="TextBox 51">
              <a:extLst>
                <a:ext uri="{FF2B5EF4-FFF2-40B4-BE49-F238E27FC236}">
                  <a16:creationId xmlns:a16="http://schemas.microsoft.com/office/drawing/2014/main" id="{EC083243-641F-4699-AF66-16313DDBC4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353" y="530726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14776" name="TextBox 51">
              <a:extLst>
                <a:ext uri="{FF2B5EF4-FFF2-40B4-BE49-F238E27FC236}">
                  <a16:creationId xmlns:a16="http://schemas.microsoft.com/office/drawing/2014/main" id="{ABDB0CB5-614B-4E25-AC16-2EB1AD7D87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9" y="4990627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14777" name="Freeform 48">
              <a:extLst>
                <a:ext uri="{FF2B5EF4-FFF2-40B4-BE49-F238E27FC236}">
                  <a16:creationId xmlns:a16="http://schemas.microsoft.com/office/drawing/2014/main" id="{3BCF6010-8442-4158-8316-5B10C1D94DF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594887" y="2914643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4778" name="Freeform 48">
              <a:extLst>
                <a:ext uri="{FF2B5EF4-FFF2-40B4-BE49-F238E27FC236}">
                  <a16:creationId xmlns:a16="http://schemas.microsoft.com/office/drawing/2014/main" id="{7FF57D39-4A9B-44D9-82E8-0FB65AA9CCA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434954" y="2931576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4779" name="Freeform 5">
              <a:extLst>
                <a:ext uri="{FF2B5EF4-FFF2-40B4-BE49-F238E27FC236}">
                  <a16:creationId xmlns:a16="http://schemas.microsoft.com/office/drawing/2014/main" id="{A8B85DAB-8968-4F92-930B-AB972A4CE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272" y="5755462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4780" name="Freeform 7">
              <a:extLst>
                <a:ext uri="{FF2B5EF4-FFF2-40B4-BE49-F238E27FC236}">
                  <a16:creationId xmlns:a16="http://schemas.microsoft.com/office/drawing/2014/main" id="{5BA80978-1200-45D2-81AF-9AA3B197A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167" y="5867731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4781" name="TextBox 51">
              <a:extLst>
                <a:ext uri="{FF2B5EF4-FFF2-40B4-BE49-F238E27FC236}">
                  <a16:creationId xmlns:a16="http://schemas.microsoft.com/office/drawing/2014/main" id="{50D7F153-EA26-4CA7-98CE-294496F170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9028" y="5486655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grpSp>
          <p:nvGrpSpPr>
            <p:cNvPr id="414782" name="Group 4">
              <a:extLst>
                <a:ext uri="{FF2B5EF4-FFF2-40B4-BE49-F238E27FC236}">
                  <a16:creationId xmlns:a16="http://schemas.microsoft.com/office/drawing/2014/main" id="{014A6591-5BD6-4615-AF75-E82A90E43C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62243" y="1638205"/>
              <a:ext cx="3228751" cy="750888"/>
              <a:chOff x="5768352" y="3768775"/>
              <a:chExt cx="3229577" cy="750332"/>
            </a:xfrm>
          </p:grpSpPr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137952C0-CA71-9242-AFEA-848A31B95E7A}"/>
                  </a:ext>
                </a:extLst>
              </p:cNvPr>
              <p:cNvCxnSpPr/>
              <p:nvPr/>
            </p:nvCxnSpPr>
            <p:spPr>
              <a:xfrm flipV="1">
                <a:off x="5768098" y="4206085"/>
                <a:ext cx="1980137" cy="15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DC239F58-5C65-404E-834F-62ACDD42A472}"/>
                  </a:ext>
                </a:extLst>
              </p:cNvPr>
              <p:cNvCxnSpPr/>
              <p:nvPr/>
            </p:nvCxnSpPr>
            <p:spPr>
              <a:xfrm>
                <a:off x="7749823" y="4064873"/>
                <a:ext cx="565300" cy="1586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F24BF3C1-1B91-A845-8557-0C84E154812C}"/>
                  </a:ext>
                </a:extLst>
              </p:cNvPr>
              <p:cNvCxnSpPr/>
              <p:nvPr/>
            </p:nvCxnSpPr>
            <p:spPr>
              <a:xfrm>
                <a:off x="7745059" y="4345710"/>
                <a:ext cx="565300" cy="15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F7C42EE2-16D7-2F4F-8BB7-780D8D41E0B8}"/>
                  </a:ext>
                </a:extLst>
              </p:cNvPr>
              <p:cNvCxnSpPr/>
              <p:nvPr/>
            </p:nvCxnSpPr>
            <p:spPr>
              <a:xfrm flipH="1" flipV="1">
                <a:off x="7749823" y="4061700"/>
                <a:ext cx="3176" cy="28401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4811" name="TextBox 93">
                <a:extLst>
                  <a:ext uri="{FF2B5EF4-FFF2-40B4-BE49-F238E27FC236}">
                    <a16:creationId xmlns:a16="http://schemas.microsoft.com/office/drawing/2014/main" id="{22C55015-0D70-488D-B413-5A53CC5E2F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76877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14812" name="TextBox 6">
                <a:extLst>
                  <a:ext uri="{FF2B5EF4-FFF2-40B4-BE49-F238E27FC236}">
                    <a16:creationId xmlns:a16="http://schemas.microsoft.com/office/drawing/2014/main" id="{FE02D2FE-5ACB-406A-B566-5B5E5B06503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149775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4813" name="Freeform 48">
                <a:extLst>
                  <a:ext uri="{FF2B5EF4-FFF2-40B4-BE49-F238E27FC236}">
                    <a16:creationId xmlns:a16="http://schemas.microsoft.com/office/drawing/2014/main" id="{3AF2409E-C9A0-4F95-9155-E3BFF0EC51E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08850" y="4183965"/>
                <a:ext cx="77241" cy="73098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14783" name="Group 88">
              <a:extLst>
                <a:ext uri="{FF2B5EF4-FFF2-40B4-BE49-F238E27FC236}">
                  <a16:creationId xmlns:a16="http://schemas.microsoft.com/office/drawing/2014/main" id="{0FF48EA9-CCAB-406D-9920-C6AFA737DF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53438" y="2428748"/>
              <a:ext cx="2803076" cy="749300"/>
              <a:chOff x="6194136" y="3853561"/>
              <a:chExt cx="2803793" cy="750332"/>
            </a:xfrm>
          </p:grpSpPr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A2989DB8-7025-D947-82C2-6E90FEE9347E}"/>
                  </a:ext>
                </a:extLst>
              </p:cNvPr>
              <p:cNvCxnSpPr/>
              <p:nvPr/>
            </p:nvCxnSpPr>
            <p:spPr>
              <a:xfrm>
                <a:off x="6194803" y="4204544"/>
                <a:ext cx="1565690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4D15E692-303E-8A47-AA4F-8ACDA2B1DE59}"/>
                  </a:ext>
                </a:extLst>
              </p:cNvPr>
              <p:cNvCxnSpPr/>
              <p:nvPr/>
            </p:nvCxnSpPr>
            <p:spPr>
              <a:xfrm>
                <a:off x="7744614" y="4064622"/>
                <a:ext cx="565300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Straight Connector 99">
                <a:extLst>
                  <a:ext uri="{FF2B5EF4-FFF2-40B4-BE49-F238E27FC236}">
                    <a16:creationId xmlns:a16="http://schemas.microsoft.com/office/drawing/2014/main" id="{96B9DF1A-40A2-D34D-B129-FBB0FEEA57B4}"/>
                  </a:ext>
                </a:extLst>
              </p:cNvPr>
              <p:cNvCxnSpPr/>
              <p:nvPr/>
            </p:nvCxnSpPr>
            <p:spPr>
              <a:xfrm>
                <a:off x="7739851" y="4339695"/>
                <a:ext cx="565300" cy="15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D66C59B2-3247-5C47-9DC0-0590314C277F}"/>
                  </a:ext>
                </a:extLst>
              </p:cNvPr>
              <p:cNvCxnSpPr/>
              <p:nvPr/>
            </p:nvCxnSpPr>
            <p:spPr>
              <a:xfrm flipH="1" flipV="1">
                <a:off x="7749378" y="4056672"/>
                <a:ext cx="3176" cy="284614"/>
              </a:xfrm>
              <a:prstGeom prst="line">
                <a:avLst/>
              </a:prstGeom>
              <a:solidFill>
                <a:srgbClr val="00B050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4804" name="TextBox 93">
                <a:extLst>
                  <a:ext uri="{FF2B5EF4-FFF2-40B4-BE49-F238E27FC236}">
                    <a16:creationId xmlns:a16="http://schemas.microsoft.com/office/drawing/2014/main" id="{F85C2042-43C1-45C9-80EC-B9B748DAD3C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853561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14805" name="TextBox 6">
                <a:extLst>
                  <a:ext uri="{FF2B5EF4-FFF2-40B4-BE49-F238E27FC236}">
                    <a16:creationId xmlns:a16="http://schemas.microsoft.com/office/drawing/2014/main" id="{31F787BA-79AE-4B7D-B53C-A775E0E4A57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234561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4806" name="Freeform 48">
                <a:extLst>
                  <a:ext uri="{FF2B5EF4-FFF2-40B4-BE49-F238E27FC236}">
                    <a16:creationId xmlns:a16="http://schemas.microsoft.com/office/drawing/2014/main" id="{901B8230-6E8F-4AFF-97CF-255B89C2B09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08850" y="4178383"/>
                <a:ext cx="77241" cy="73253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14784" name="Group 8">
              <a:extLst>
                <a:ext uri="{FF2B5EF4-FFF2-40B4-BE49-F238E27FC236}">
                  <a16:creationId xmlns:a16="http://schemas.microsoft.com/office/drawing/2014/main" id="{E1566923-2131-48E4-9492-72E9AD5807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8227" y="3282987"/>
              <a:ext cx="1863862" cy="914400"/>
              <a:chOff x="7168853" y="823310"/>
              <a:chExt cx="1863684" cy="915796"/>
            </a:xfrm>
          </p:grpSpPr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1652AAC0-D07A-B84E-B8E8-EFF8F82B05D2}"/>
                  </a:ext>
                </a:extLst>
              </p:cNvPr>
              <p:cNvCxnSpPr/>
              <p:nvPr/>
            </p:nvCxnSpPr>
            <p:spPr>
              <a:xfrm flipV="1">
                <a:off x="7169302" y="1288857"/>
                <a:ext cx="1122265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01A0ACDF-5C56-E544-B220-27D485D8F52B}"/>
                  </a:ext>
                </a:extLst>
              </p:cNvPr>
              <p:cNvCxnSpPr/>
              <p:nvPr/>
            </p:nvCxnSpPr>
            <p:spPr>
              <a:xfrm>
                <a:off x="7750277" y="1024875"/>
                <a:ext cx="565101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AC198E80-2775-794C-A721-52E193A438F4}"/>
                  </a:ext>
                </a:extLst>
              </p:cNvPr>
              <p:cNvCxnSpPr/>
              <p:nvPr/>
            </p:nvCxnSpPr>
            <p:spPr>
              <a:xfrm>
                <a:off x="7745514" y="1521034"/>
                <a:ext cx="565101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Straight Connector 108">
                <a:extLst>
                  <a:ext uri="{FF2B5EF4-FFF2-40B4-BE49-F238E27FC236}">
                    <a16:creationId xmlns:a16="http://schemas.microsoft.com/office/drawing/2014/main" id="{C5293A47-FAC0-C649-A8BF-7D9850841EBF}"/>
                  </a:ext>
                </a:extLst>
              </p:cNvPr>
              <p:cNvCxnSpPr/>
              <p:nvPr/>
            </p:nvCxnSpPr>
            <p:spPr>
              <a:xfrm flipH="1" flipV="1">
                <a:off x="7745514" y="1018514"/>
                <a:ext cx="3175" cy="505701"/>
              </a:xfrm>
              <a:prstGeom prst="line">
                <a:avLst/>
              </a:prstGeom>
              <a:solidFill>
                <a:srgbClr val="00B050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4796" name="TextBox 101">
                <a:extLst>
                  <a:ext uri="{FF2B5EF4-FFF2-40B4-BE49-F238E27FC236}">
                    <a16:creationId xmlns:a16="http://schemas.microsoft.com/office/drawing/2014/main" id="{5F41B551-7390-41B0-965D-E46E84E6213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0792" y="108674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14797" name="TextBox 6">
                <a:extLst>
                  <a:ext uri="{FF2B5EF4-FFF2-40B4-BE49-F238E27FC236}">
                    <a16:creationId xmlns:a16="http://schemas.microsoft.com/office/drawing/2014/main" id="{408910C2-4D4C-4410-AF07-8520AA2B15A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16032" y="823310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4798" name="Freeform 48">
                <a:extLst>
                  <a:ext uri="{FF2B5EF4-FFF2-40B4-BE49-F238E27FC236}">
                    <a16:creationId xmlns:a16="http://schemas.microsoft.com/office/drawing/2014/main" id="{37E29955-6233-44D0-9BC2-5766E2D968F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10106" y="1261218"/>
                <a:ext cx="73145" cy="73264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14799" name="TextBox 107">
                <a:extLst>
                  <a:ext uri="{FF2B5EF4-FFF2-40B4-BE49-F238E27FC236}">
                    <a16:creationId xmlns:a16="http://schemas.microsoft.com/office/drawing/2014/main" id="{5884DD74-EFE3-4CE1-89FE-A8CAE0CEF7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96438" y="1369774"/>
                <a:ext cx="736099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Done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sp>
          <p:nvSpPr>
            <p:cNvPr id="414785" name="Freeform 48">
              <a:extLst>
                <a:ext uri="{FF2B5EF4-FFF2-40B4-BE49-F238E27FC236}">
                  <a16:creationId xmlns:a16="http://schemas.microsoft.com/office/drawing/2014/main" id="{F1792248-27B0-4696-ADDE-AE1EAF5B285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232937" y="2733668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4786" name="Freeform 48">
              <a:extLst>
                <a:ext uri="{FF2B5EF4-FFF2-40B4-BE49-F238E27FC236}">
                  <a16:creationId xmlns:a16="http://schemas.microsoft.com/office/drawing/2014/main" id="{88279072-587D-495E-8D3E-383618A7DAC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823362" y="2047868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4787" name="TextBox 51">
              <a:extLst>
                <a:ext uri="{FF2B5EF4-FFF2-40B4-BE49-F238E27FC236}">
                  <a16:creationId xmlns:a16="http://schemas.microsoft.com/office/drawing/2014/main" id="{51813BD4-AB3F-41BC-8DC7-E86314EC88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4300" y="162108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4788" name="TextBox 51">
              <a:extLst>
                <a:ext uri="{FF2B5EF4-FFF2-40B4-BE49-F238E27FC236}">
                  <a16:creationId xmlns:a16="http://schemas.microsoft.com/office/drawing/2014/main" id="{39307CC9-21EB-48D7-BC5E-A6C1B1F76C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2587" y="238993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4789" name="TextBox 51">
              <a:extLst>
                <a:ext uri="{FF2B5EF4-FFF2-40B4-BE49-F238E27FC236}">
                  <a16:creationId xmlns:a16="http://schemas.microsoft.com/office/drawing/2014/main" id="{FDE97CCC-9E08-45EF-A29E-2FB6C91368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0875" y="333344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4790" name="Freeform 45">
              <a:extLst>
                <a:ext uri="{FF2B5EF4-FFF2-40B4-BE49-F238E27FC236}">
                  <a16:creationId xmlns:a16="http://schemas.microsoft.com/office/drawing/2014/main" id="{4D433E66-7621-4248-B972-C40A6BADC3DF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852089" y="2959411"/>
              <a:ext cx="4372447" cy="3609986"/>
            </a:xfrm>
            <a:custGeom>
              <a:avLst/>
              <a:gdLst>
                <a:gd name="T0" fmla="*/ 1541469344 w 10704"/>
                <a:gd name="T1" fmla="*/ 86678321 h 150349"/>
                <a:gd name="T2" fmla="*/ 1782751296 w 10704"/>
                <a:gd name="T3" fmla="*/ 86601655 h 150349"/>
                <a:gd name="T4" fmla="*/ 1786088637 w 10704"/>
                <a:gd name="T5" fmla="*/ 0 h 150349"/>
                <a:gd name="T6" fmla="*/ 3337340 w 10704"/>
                <a:gd name="T7" fmla="*/ 37481 h 150349"/>
                <a:gd name="T8" fmla="*/ 0 w 10704"/>
                <a:gd name="T9" fmla="*/ 12108528 h 150349"/>
                <a:gd name="T10" fmla="*/ 164025176 w 10704"/>
                <a:gd name="T11" fmla="*/ 12104494 h 1503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04" h="150349">
                  <a:moveTo>
                    <a:pt x="9238" y="150349"/>
                  </a:moveTo>
                  <a:lnTo>
                    <a:pt x="10684" y="150216"/>
                  </a:lnTo>
                  <a:cubicBezTo>
                    <a:pt x="10716" y="100026"/>
                    <a:pt x="10672" y="50190"/>
                    <a:pt x="10704" y="0"/>
                  </a:cubicBez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983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4791" name="Freeform 48">
              <a:extLst>
                <a:ext uri="{FF2B5EF4-FFF2-40B4-BE49-F238E27FC236}">
                  <a16:creationId xmlns:a16="http://schemas.microsoft.com/office/drawing/2014/main" id="{43E43AF4-251E-4CC5-B031-6D9450A2E54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186470" y="3716834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414723" name="Group 115">
            <a:extLst>
              <a:ext uri="{FF2B5EF4-FFF2-40B4-BE49-F238E27FC236}">
                <a16:creationId xmlns:a16="http://schemas.microsoft.com/office/drawing/2014/main" id="{7330C9B9-1CEA-4331-BD82-6FDAD9A7C71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58763" y="1071563"/>
            <a:ext cx="3546475" cy="1455737"/>
            <a:chOff x="27330" y="2051709"/>
            <a:chExt cx="2697218" cy="1108075"/>
          </a:xfrm>
        </p:grpSpPr>
        <p:pic>
          <p:nvPicPr>
            <p:cNvPr id="414724" name="Picture 119">
              <a:extLst>
                <a:ext uri="{FF2B5EF4-FFF2-40B4-BE49-F238E27FC236}">
                  <a16:creationId xmlns:a16="http://schemas.microsoft.com/office/drawing/2014/main" id="{125BA611-0153-4C0F-BB32-D0CD5D317A46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330" y="2145256"/>
              <a:ext cx="2697218" cy="92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414725" name="Straight Connector 120">
              <a:extLst>
                <a:ext uri="{FF2B5EF4-FFF2-40B4-BE49-F238E27FC236}">
                  <a16:creationId xmlns:a16="http://schemas.microsoft.com/office/drawing/2014/main" id="{7AF95ADB-7461-413B-9241-FBE2D636E36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72594" y="2051709"/>
              <a:ext cx="7937" cy="1108075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745" name="Title 1">
            <a:extLst>
              <a:ext uri="{FF2B5EF4-FFF2-40B4-BE49-F238E27FC236}">
                <a16:creationId xmlns:a16="http://schemas.microsoft.com/office/drawing/2014/main" id="{6EE31F39-1863-41D3-A049-11F0EFA53282}"/>
              </a:ext>
            </a:extLst>
          </p:cNvPr>
          <p:cNvSpPr txBox="1">
            <a:spLocks/>
          </p:cNvSpPr>
          <p:nvPr/>
        </p:nvSpPr>
        <p:spPr bwMode="auto">
          <a:xfrm>
            <a:off x="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How Does It Work?</a:t>
            </a:r>
          </a:p>
        </p:txBody>
      </p:sp>
      <p:grpSp>
        <p:nvGrpSpPr>
          <p:cNvPr id="415746" name="Group 3">
            <a:extLst>
              <a:ext uri="{FF2B5EF4-FFF2-40B4-BE49-F238E27FC236}">
                <a16:creationId xmlns:a16="http://schemas.microsoft.com/office/drawing/2014/main" id="{4A8AB718-AAE5-4BE0-A744-D31A2A0B9D6D}"/>
              </a:ext>
            </a:extLst>
          </p:cNvPr>
          <p:cNvGrpSpPr>
            <a:grpSpLocks/>
          </p:cNvGrpSpPr>
          <p:nvPr/>
        </p:nvGrpSpPr>
        <p:grpSpPr bwMode="auto">
          <a:xfrm>
            <a:off x="93663" y="1319213"/>
            <a:ext cx="8997950" cy="5249862"/>
            <a:chOff x="92960" y="1318445"/>
            <a:chExt cx="8998034" cy="5250952"/>
          </a:xfrm>
        </p:grpSpPr>
        <p:sp>
          <p:nvSpPr>
            <p:cNvPr id="415750" name="TextBox 51">
              <a:extLst>
                <a:ext uri="{FF2B5EF4-FFF2-40B4-BE49-F238E27FC236}">
                  <a16:creationId xmlns:a16="http://schemas.microsoft.com/office/drawing/2014/main" id="{184E3522-FA87-4EDD-83D0-7381FA62CF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3160" y="5486655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15751" name="Line 14">
              <a:extLst>
                <a:ext uri="{FF2B5EF4-FFF2-40B4-BE49-F238E27FC236}">
                  <a16:creationId xmlns:a16="http://schemas.microsoft.com/office/drawing/2014/main" id="{A1E277F2-0297-4B9C-9B5A-7FBF10018F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9416" y="5920630"/>
              <a:ext cx="10703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5752" name="Line 14">
              <a:extLst>
                <a:ext uri="{FF2B5EF4-FFF2-40B4-BE49-F238E27FC236}">
                  <a16:creationId xmlns:a16="http://schemas.microsoft.com/office/drawing/2014/main" id="{194D4843-2D77-4EC9-8F32-DAD571C593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50" y="5937564"/>
              <a:ext cx="14246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5753" name="Rectangle 7">
              <a:extLst>
                <a:ext uri="{FF2B5EF4-FFF2-40B4-BE49-F238E27FC236}">
                  <a16:creationId xmlns:a16="http://schemas.microsoft.com/office/drawing/2014/main" id="{42AE2524-3315-4E6E-AB63-C715DA16B0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7960" y="5073446"/>
              <a:ext cx="1806575" cy="10302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754" name="Freeform 8">
              <a:extLst>
                <a:ext uri="{FF2B5EF4-FFF2-40B4-BE49-F238E27FC236}">
                  <a16:creationId xmlns:a16="http://schemas.microsoft.com/office/drawing/2014/main" id="{CF1570CC-473D-4AA2-B41C-9248B1982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960" y="5302046"/>
              <a:ext cx="158750" cy="160338"/>
            </a:xfrm>
            <a:custGeom>
              <a:avLst/>
              <a:gdLst>
                <a:gd name="T0" fmla="*/ 0 w 202"/>
                <a:gd name="T1" fmla="*/ 630239 h 202"/>
                <a:gd name="T2" fmla="*/ 0 w 202"/>
                <a:gd name="T3" fmla="*/ 630239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5755" name="Rectangle 10">
              <a:extLst>
                <a:ext uri="{FF2B5EF4-FFF2-40B4-BE49-F238E27FC236}">
                  <a16:creationId xmlns:a16="http://schemas.microsoft.com/office/drawing/2014/main" id="{F57B2DB0-D3F2-41AD-AA2C-7B8DC6761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4323" y="5765596"/>
              <a:ext cx="65723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clear_n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756" name="Rectangle 11">
              <a:extLst>
                <a:ext uri="{FF2B5EF4-FFF2-40B4-BE49-F238E27FC236}">
                  <a16:creationId xmlns:a16="http://schemas.microsoft.com/office/drawing/2014/main" id="{E7BB6DC0-C931-4551-9842-2C33591E71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1010" y="5465559"/>
              <a:ext cx="1331912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2-bit up-counter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757" name="Line 14">
              <a:extLst>
                <a:ext uri="{FF2B5EF4-FFF2-40B4-BE49-F238E27FC236}">
                  <a16:creationId xmlns:a16="http://schemas.microsoft.com/office/drawing/2014/main" id="{B38FFBB6-4791-4512-868C-FD2B657AD8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48" y="5396934"/>
              <a:ext cx="4202381" cy="39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5758" name="Rectangle 17">
              <a:extLst>
                <a:ext uri="{FF2B5EF4-FFF2-40B4-BE49-F238E27FC236}">
                  <a16:creationId xmlns:a16="http://schemas.microsoft.com/office/drawing/2014/main" id="{27C480C3-9937-4191-A5B2-7C84DFFF0F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895" y="5791514"/>
              <a:ext cx="166712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759" name="Rectangle 18">
              <a:extLst>
                <a:ext uri="{FF2B5EF4-FFF2-40B4-BE49-F238E27FC236}">
                  <a16:creationId xmlns:a16="http://schemas.microsoft.com/office/drawing/2014/main" id="{A1E0872D-FDD7-40B3-A723-6053B6970B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7935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760" name="Rectangle 19">
              <a:extLst>
                <a:ext uri="{FF2B5EF4-FFF2-40B4-BE49-F238E27FC236}">
                  <a16:creationId xmlns:a16="http://schemas.microsoft.com/office/drawing/2014/main" id="{3D3C8219-D02B-46CB-8E02-88F59A889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6560" y="3084309"/>
              <a:ext cx="1806575" cy="107473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761" name="Rectangle 20">
              <a:extLst>
                <a:ext uri="{FF2B5EF4-FFF2-40B4-BE49-F238E27FC236}">
                  <a16:creationId xmlns:a16="http://schemas.microsoft.com/office/drawing/2014/main" id="{2257E46C-C68A-4053-937C-D1C18BF6FF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2398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762" name="Line 21">
              <a:extLst>
                <a:ext uri="{FF2B5EF4-FFF2-40B4-BE49-F238E27FC236}">
                  <a16:creationId xmlns:a16="http://schemas.microsoft.com/office/drawing/2014/main" id="{DE0F5182-213F-4663-9A4F-61107E5EF1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473545" y="1898087"/>
              <a:ext cx="2103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5763" name="Line 22">
              <a:extLst>
                <a:ext uri="{FF2B5EF4-FFF2-40B4-BE49-F238E27FC236}">
                  <a16:creationId xmlns:a16="http://schemas.microsoft.com/office/drawing/2014/main" id="{C34CE1A4-E23B-4893-AE2F-B0C3723084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20235" y="1895799"/>
              <a:ext cx="3168" cy="11885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5764" name="Rectangle 23">
              <a:extLst>
                <a:ext uri="{FF2B5EF4-FFF2-40B4-BE49-F238E27FC236}">
                  <a16:creationId xmlns:a16="http://schemas.microsoft.com/office/drawing/2014/main" id="{D8065CD9-3B57-419F-8AC6-F857F6D765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9598" y="3843134"/>
              <a:ext cx="2276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En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765" name="Rectangle 24">
              <a:extLst>
                <a:ext uri="{FF2B5EF4-FFF2-40B4-BE49-F238E27FC236}">
                  <a16:creationId xmlns:a16="http://schemas.microsoft.com/office/drawing/2014/main" id="{A39B1A36-FFB7-4888-8772-110886457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7860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766" name="Rectangle 25">
              <a:extLst>
                <a:ext uri="{FF2B5EF4-FFF2-40B4-BE49-F238E27FC236}">
                  <a16:creationId xmlns:a16="http://schemas.microsoft.com/office/drawing/2014/main" id="{FB6C56A9-E980-4B00-B5C2-860F4F0FB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6285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767" name="Rectangle 26">
              <a:extLst>
                <a:ext uri="{FF2B5EF4-FFF2-40B4-BE49-F238E27FC236}">
                  <a16:creationId xmlns:a16="http://schemas.microsoft.com/office/drawing/2014/main" id="{57DC1C1F-3CB8-44AF-9700-8D8F8DB63B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2148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768" name="Rectangle 27">
              <a:extLst>
                <a:ext uri="{FF2B5EF4-FFF2-40B4-BE49-F238E27FC236}">
                  <a16:creationId xmlns:a16="http://schemas.microsoft.com/office/drawing/2014/main" id="{F6D506E0-08B3-4CB8-A381-EC986CAF4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6610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769" name="Rectangle 28">
              <a:extLst>
                <a:ext uri="{FF2B5EF4-FFF2-40B4-BE49-F238E27FC236}">
                  <a16:creationId xmlns:a16="http://schemas.microsoft.com/office/drawing/2014/main" id="{8C8C33F0-9FAF-480E-A10C-2D8C9F955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79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770" name="Rectangle 29">
              <a:extLst>
                <a:ext uri="{FF2B5EF4-FFF2-40B4-BE49-F238E27FC236}">
                  <a16:creationId xmlns:a16="http://schemas.microsoft.com/office/drawing/2014/main" id="{90ED44B4-F2B2-4D8F-8040-574954DFC1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522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771" name="Rectangle 30">
              <a:extLst>
                <a:ext uri="{FF2B5EF4-FFF2-40B4-BE49-F238E27FC236}">
                  <a16:creationId xmlns:a16="http://schemas.microsoft.com/office/drawing/2014/main" id="{485B2E98-9524-4CE5-A49F-F247D74172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3035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772" name="Rectangle 31">
              <a:extLst>
                <a:ext uri="{FF2B5EF4-FFF2-40B4-BE49-F238E27FC236}">
                  <a16:creationId xmlns:a16="http://schemas.microsoft.com/office/drawing/2014/main" id="{EBCDA9DF-AF50-4FE8-A00F-0820B4EBEC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3048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773" name="Rectangle 32">
              <a:extLst>
                <a:ext uri="{FF2B5EF4-FFF2-40B4-BE49-F238E27FC236}">
                  <a16:creationId xmlns:a16="http://schemas.microsoft.com/office/drawing/2014/main" id="{8C0C7E37-3CFA-4A75-98F7-73A4A42569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974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774" name="Line 33">
              <a:extLst>
                <a:ext uri="{FF2B5EF4-FFF2-40B4-BE49-F238E27FC236}">
                  <a16:creationId xmlns:a16="http://schemas.microsoft.com/office/drawing/2014/main" id="{9DE710B7-9565-40B2-A355-4CE22F0C9D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66219" y="1895799"/>
              <a:ext cx="1583" cy="11885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5775" name="Line 34">
              <a:extLst>
                <a:ext uri="{FF2B5EF4-FFF2-40B4-BE49-F238E27FC236}">
                  <a16:creationId xmlns:a16="http://schemas.microsoft.com/office/drawing/2014/main" id="{80DEB8A7-8E11-4C06-B4D6-138B7D562B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862119" y="1898087"/>
              <a:ext cx="2465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5776" name="Rectangle 37">
              <a:extLst>
                <a:ext uri="{FF2B5EF4-FFF2-40B4-BE49-F238E27FC236}">
                  <a16:creationId xmlns:a16="http://schemas.microsoft.com/office/drawing/2014/main" id="{072A299A-522D-493C-80CF-36B3E3D2DA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817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777" name="Rectangle 38">
              <a:extLst>
                <a:ext uri="{FF2B5EF4-FFF2-40B4-BE49-F238E27FC236}">
                  <a16:creationId xmlns:a16="http://schemas.microsoft.com/office/drawing/2014/main" id="{B835E03C-7DDB-4549-AF7A-64FF906172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1510" y="4657521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778" name="Rectangle 45">
              <a:extLst>
                <a:ext uri="{FF2B5EF4-FFF2-40B4-BE49-F238E27FC236}">
                  <a16:creationId xmlns:a16="http://schemas.microsoft.com/office/drawing/2014/main" id="{B002F301-4270-49D4-B4B3-25537C058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6123" y="3519284"/>
              <a:ext cx="11938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2-to-4 decoder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779" name="Rectangle 46">
              <a:extLst>
                <a:ext uri="{FF2B5EF4-FFF2-40B4-BE49-F238E27FC236}">
                  <a16:creationId xmlns:a16="http://schemas.microsoft.com/office/drawing/2014/main" id="{E3D9789D-E976-4EEB-A3CA-61A804275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3735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780" name="Rectangle 47">
              <a:extLst>
                <a:ext uri="{FF2B5EF4-FFF2-40B4-BE49-F238E27FC236}">
                  <a16:creationId xmlns:a16="http://schemas.microsoft.com/office/drawing/2014/main" id="{F5657DA4-AECB-4F73-8ECA-C8D4A7E3B7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0898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781" name="Rectangle 48">
              <a:extLst>
                <a:ext uri="{FF2B5EF4-FFF2-40B4-BE49-F238E27FC236}">
                  <a16:creationId xmlns:a16="http://schemas.microsoft.com/office/drawing/2014/main" id="{AFF69F32-0E19-4420-9FE6-1723628FF8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8410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782" name="Rectangle 49">
              <a:extLst>
                <a:ext uri="{FF2B5EF4-FFF2-40B4-BE49-F238E27FC236}">
                  <a16:creationId xmlns:a16="http://schemas.microsoft.com/office/drawing/2014/main" id="{6A724415-C3E9-41EA-A9FA-F39FBFF68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5573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783" name="Rectangle 50">
              <a:extLst>
                <a:ext uri="{FF2B5EF4-FFF2-40B4-BE49-F238E27FC236}">
                  <a16:creationId xmlns:a16="http://schemas.microsoft.com/office/drawing/2014/main" id="{2FC1C109-0D60-4162-ABFC-B63AEFBAB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60" y="5214195"/>
              <a:ext cx="55143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Clock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cxnSp>
          <p:nvCxnSpPr>
            <p:cNvPr id="415784" name="Straight Arrow Connector 2">
              <a:extLst>
                <a:ext uri="{FF2B5EF4-FFF2-40B4-BE49-F238E27FC236}">
                  <a16:creationId xmlns:a16="http://schemas.microsoft.com/office/drawing/2014/main" id="{C184C09D-0F10-476C-8B93-B46BAB14A2D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109145" y="4165226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15785" name="Straight Arrow Connector 52">
              <a:extLst>
                <a:ext uri="{FF2B5EF4-FFF2-40B4-BE49-F238E27FC236}">
                  <a16:creationId xmlns:a16="http://schemas.microsoft.com/office/drawing/2014/main" id="{25AF194B-0ACB-4FBA-A30F-CB88ED4C7F6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38675" y="4169345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15786" name="Straight Arrow Connector 53">
              <a:extLst>
                <a:ext uri="{FF2B5EF4-FFF2-40B4-BE49-F238E27FC236}">
                  <a16:creationId xmlns:a16="http://schemas.microsoft.com/office/drawing/2014/main" id="{559EE471-2E36-4F70-97DD-A80760D06DA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706475" y="4171404"/>
              <a:ext cx="0" cy="423475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15787" name="Freeform 5">
              <a:extLst>
                <a:ext uri="{FF2B5EF4-FFF2-40B4-BE49-F238E27FC236}">
                  <a16:creationId xmlns:a16="http://schemas.microsoft.com/office/drawing/2014/main" id="{E67BE969-6823-440F-90D5-8C6F6FBCF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005" y="5772396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5788" name="Freeform 7">
              <a:extLst>
                <a:ext uri="{FF2B5EF4-FFF2-40B4-BE49-F238E27FC236}">
                  <a16:creationId xmlns:a16="http://schemas.microsoft.com/office/drawing/2014/main" id="{60EFFDBE-2694-497C-97AF-905EE8AF1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900" y="5884665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5789" name="TextBox 7">
              <a:extLst>
                <a:ext uri="{FF2B5EF4-FFF2-40B4-BE49-F238E27FC236}">
                  <a16:creationId xmlns:a16="http://schemas.microsoft.com/office/drawing/2014/main" id="{28E659AF-3F19-453F-AE99-0CABB9EF3B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8312" y="4594022"/>
              <a:ext cx="874713" cy="461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5790" name="TextBox 7">
              <a:extLst>
                <a:ext uri="{FF2B5EF4-FFF2-40B4-BE49-F238E27FC236}">
                  <a16:creationId xmlns:a16="http://schemas.microsoft.com/office/drawing/2014/main" id="{8ECC80DB-9823-4FCF-99B1-C6ADE9FC40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8566" y="1318445"/>
              <a:ext cx="199797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5791" name="TextBox 51">
              <a:extLst>
                <a:ext uri="{FF2B5EF4-FFF2-40B4-BE49-F238E27FC236}">
                  <a16:creationId xmlns:a16="http://schemas.microsoft.com/office/drawing/2014/main" id="{5BD8B653-7345-4101-9D04-1A7EAB650F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4287" y="541396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15792" name="AutoShape 57">
              <a:extLst>
                <a:ext uri="{FF2B5EF4-FFF2-40B4-BE49-F238E27FC236}">
                  <a16:creationId xmlns:a16="http://schemas.microsoft.com/office/drawing/2014/main" id="{CC94CD90-1713-47BA-8707-B9DE7FA10C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501" y="5556352"/>
              <a:ext cx="554038" cy="47148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grpSp>
          <p:nvGrpSpPr>
            <p:cNvPr id="415793" name="Group 66">
              <a:extLst>
                <a:ext uri="{FF2B5EF4-FFF2-40B4-BE49-F238E27FC236}">
                  <a16:creationId xmlns:a16="http://schemas.microsoft.com/office/drawing/2014/main" id="{082DA4C1-C4EC-4E7A-A297-FF1FC6747A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24676" y="5661598"/>
              <a:ext cx="636587" cy="501650"/>
              <a:chOff x="4164013" y="5505902"/>
              <a:chExt cx="636587" cy="501650"/>
            </a:xfrm>
          </p:grpSpPr>
          <p:sp>
            <p:nvSpPr>
              <p:cNvPr id="415838" name="Freeform 86">
                <a:extLst>
                  <a:ext uri="{FF2B5EF4-FFF2-40B4-BE49-F238E27FC236}">
                    <a16:creationId xmlns:a16="http://schemas.microsoft.com/office/drawing/2014/main" id="{9F325665-EFAA-408E-945E-0F13AFE78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505902"/>
                <a:ext cx="630237" cy="249237"/>
              </a:xfrm>
              <a:custGeom>
                <a:avLst/>
                <a:gdLst>
                  <a:gd name="T0" fmla="*/ 2147483646 w 794"/>
                  <a:gd name="T1" fmla="*/ 0 h 315"/>
                  <a:gd name="T2" fmla="*/ 2147483646 w 794"/>
                  <a:gd name="T3" fmla="*/ 0 h 315"/>
                  <a:gd name="T4" fmla="*/ 2147483646 w 794"/>
                  <a:gd name="T5" fmla="*/ 0 h 315"/>
                  <a:gd name="T6" fmla="*/ 2147483646 w 794"/>
                  <a:gd name="T7" fmla="*/ 0 h 315"/>
                  <a:gd name="T8" fmla="*/ 2147483646 w 794"/>
                  <a:gd name="T9" fmla="*/ 0 h 315"/>
                  <a:gd name="T10" fmla="*/ 2147483646 w 794"/>
                  <a:gd name="T11" fmla="*/ 0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0"/>
                    </a:moveTo>
                    <a:lnTo>
                      <a:pt x="31" y="0"/>
                    </a:lnTo>
                    <a:lnTo>
                      <a:pt x="60" y="0"/>
                    </a:lnTo>
                    <a:lnTo>
                      <a:pt x="86" y="0"/>
                    </a:lnTo>
                    <a:lnTo>
                      <a:pt x="110" y="0"/>
                    </a:lnTo>
                    <a:lnTo>
                      <a:pt x="134" y="0"/>
                    </a:lnTo>
                    <a:lnTo>
                      <a:pt x="155" y="0"/>
                    </a:lnTo>
                    <a:lnTo>
                      <a:pt x="175" y="0"/>
                    </a:lnTo>
                    <a:lnTo>
                      <a:pt x="194" y="0"/>
                    </a:lnTo>
                    <a:lnTo>
                      <a:pt x="211" y="0"/>
                    </a:lnTo>
                    <a:lnTo>
                      <a:pt x="227" y="0"/>
                    </a:lnTo>
                    <a:lnTo>
                      <a:pt x="240" y="0"/>
                    </a:lnTo>
                    <a:lnTo>
                      <a:pt x="254" y="0"/>
                    </a:lnTo>
                    <a:lnTo>
                      <a:pt x="265" y="0"/>
                    </a:lnTo>
                    <a:lnTo>
                      <a:pt x="276" y="0"/>
                    </a:lnTo>
                    <a:lnTo>
                      <a:pt x="287" y="0"/>
                    </a:lnTo>
                    <a:lnTo>
                      <a:pt x="296" y="0"/>
                    </a:lnTo>
                    <a:lnTo>
                      <a:pt x="303" y="0"/>
                    </a:lnTo>
                    <a:lnTo>
                      <a:pt x="311" y="0"/>
                    </a:lnTo>
                    <a:lnTo>
                      <a:pt x="317" y="0"/>
                    </a:lnTo>
                    <a:lnTo>
                      <a:pt x="323" y="0"/>
                    </a:lnTo>
                    <a:lnTo>
                      <a:pt x="328" y="0"/>
                    </a:lnTo>
                    <a:lnTo>
                      <a:pt x="332" y="0"/>
                    </a:lnTo>
                    <a:lnTo>
                      <a:pt x="336" y="1"/>
                    </a:lnTo>
                    <a:lnTo>
                      <a:pt x="338" y="1"/>
                    </a:lnTo>
                    <a:lnTo>
                      <a:pt x="342" y="1"/>
                    </a:lnTo>
                    <a:lnTo>
                      <a:pt x="345" y="1"/>
                    </a:lnTo>
                    <a:lnTo>
                      <a:pt x="348" y="1"/>
                    </a:lnTo>
                    <a:lnTo>
                      <a:pt x="349" y="1"/>
                    </a:lnTo>
                    <a:lnTo>
                      <a:pt x="352" y="1"/>
                    </a:lnTo>
                    <a:lnTo>
                      <a:pt x="353" y="1"/>
                    </a:lnTo>
                    <a:lnTo>
                      <a:pt x="356" y="1"/>
                    </a:lnTo>
                    <a:lnTo>
                      <a:pt x="358" y="1"/>
                    </a:lnTo>
                    <a:lnTo>
                      <a:pt x="360" y="1"/>
                    </a:lnTo>
                    <a:lnTo>
                      <a:pt x="362" y="3"/>
                    </a:lnTo>
                    <a:lnTo>
                      <a:pt x="364" y="3"/>
                    </a:lnTo>
                    <a:lnTo>
                      <a:pt x="366" y="3"/>
                    </a:lnTo>
                    <a:lnTo>
                      <a:pt x="368" y="3"/>
                    </a:lnTo>
                    <a:lnTo>
                      <a:pt x="369" y="3"/>
                    </a:lnTo>
                    <a:lnTo>
                      <a:pt x="370" y="3"/>
                    </a:lnTo>
                    <a:lnTo>
                      <a:pt x="372" y="3"/>
                    </a:lnTo>
                    <a:lnTo>
                      <a:pt x="374" y="3"/>
                    </a:lnTo>
                    <a:lnTo>
                      <a:pt x="376" y="3"/>
                    </a:lnTo>
                    <a:lnTo>
                      <a:pt x="377" y="3"/>
                    </a:lnTo>
                    <a:lnTo>
                      <a:pt x="378" y="3"/>
                    </a:lnTo>
                    <a:lnTo>
                      <a:pt x="380" y="4"/>
                    </a:lnTo>
                    <a:lnTo>
                      <a:pt x="381" y="4"/>
                    </a:lnTo>
                    <a:lnTo>
                      <a:pt x="382" y="4"/>
                    </a:lnTo>
                    <a:lnTo>
                      <a:pt x="384" y="4"/>
                    </a:lnTo>
                    <a:lnTo>
                      <a:pt x="385" y="4"/>
                    </a:lnTo>
                    <a:lnTo>
                      <a:pt x="386" y="4"/>
                    </a:lnTo>
                    <a:lnTo>
                      <a:pt x="388" y="4"/>
                    </a:lnTo>
                    <a:lnTo>
                      <a:pt x="389" y="4"/>
                    </a:lnTo>
                    <a:lnTo>
                      <a:pt x="390" y="4"/>
                    </a:lnTo>
                    <a:lnTo>
                      <a:pt x="392" y="5"/>
                    </a:lnTo>
                    <a:lnTo>
                      <a:pt x="393" y="5"/>
                    </a:lnTo>
                    <a:lnTo>
                      <a:pt x="394" y="5"/>
                    </a:lnTo>
                    <a:lnTo>
                      <a:pt x="396" y="5"/>
                    </a:lnTo>
                    <a:lnTo>
                      <a:pt x="398" y="5"/>
                    </a:lnTo>
                    <a:lnTo>
                      <a:pt x="400" y="5"/>
                    </a:lnTo>
                    <a:lnTo>
                      <a:pt x="401" y="7"/>
                    </a:lnTo>
                    <a:lnTo>
                      <a:pt x="403" y="7"/>
                    </a:lnTo>
                    <a:lnTo>
                      <a:pt x="405" y="7"/>
                    </a:lnTo>
                    <a:lnTo>
                      <a:pt x="407" y="7"/>
                    </a:lnTo>
                    <a:lnTo>
                      <a:pt x="409" y="8"/>
                    </a:lnTo>
                    <a:lnTo>
                      <a:pt x="411" y="8"/>
                    </a:lnTo>
                    <a:lnTo>
                      <a:pt x="413" y="8"/>
                    </a:lnTo>
                    <a:lnTo>
                      <a:pt x="414" y="8"/>
                    </a:lnTo>
                    <a:lnTo>
                      <a:pt x="417" y="8"/>
                    </a:lnTo>
                    <a:lnTo>
                      <a:pt x="418" y="8"/>
                    </a:lnTo>
                    <a:lnTo>
                      <a:pt x="419" y="9"/>
                    </a:lnTo>
                    <a:lnTo>
                      <a:pt x="421" y="9"/>
                    </a:lnTo>
                    <a:lnTo>
                      <a:pt x="422" y="9"/>
                    </a:lnTo>
                    <a:lnTo>
                      <a:pt x="423" y="9"/>
                    </a:lnTo>
                    <a:lnTo>
                      <a:pt x="425" y="9"/>
                    </a:lnTo>
                    <a:lnTo>
                      <a:pt x="426" y="9"/>
                    </a:lnTo>
                    <a:lnTo>
                      <a:pt x="426" y="11"/>
                    </a:lnTo>
                    <a:lnTo>
                      <a:pt x="427" y="11"/>
                    </a:lnTo>
                    <a:lnTo>
                      <a:pt x="429" y="11"/>
                    </a:lnTo>
                    <a:lnTo>
                      <a:pt x="430" y="11"/>
                    </a:lnTo>
                    <a:lnTo>
                      <a:pt x="431" y="11"/>
                    </a:lnTo>
                    <a:lnTo>
                      <a:pt x="433" y="12"/>
                    </a:lnTo>
                    <a:lnTo>
                      <a:pt x="434" y="12"/>
                    </a:lnTo>
                    <a:lnTo>
                      <a:pt x="435" y="12"/>
                    </a:lnTo>
                    <a:lnTo>
                      <a:pt x="437" y="13"/>
                    </a:lnTo>
                    <a:lnTo>
                      <a:pt x="438" y="13"/>
                    </a:lnTo>
                    <a:lnTo>
                      <a:pt x="439" y="13"/>
                    </a:lnTo>
                    <a:lnTo>
                      <a:pt x="441" y="15"/>
                    </a:lnTo>
                    <a:lnTo>
                      <a:pt x="443" y="15"/>
                    </a:lnTo>
                    <a:lnTo>
                      <a:pt x="445" y="15"/>
                    </a:lnTo>
                    <a:lnTo>
                      <a:pt x="446" y="16"/>
                    </a:lnTo>
                    <a:lnTo>
                      <a:pt x="449" y="16"/>
                    </a:lnTo>
                    <a:lnTo>
                      <a:pt x="450" y="17"/>
                    </a:lnTo>
                    <a:lnTo>
                      <a:pt x="453" y="17"/>
                    </a:lnTo>
                    <a:lnTo>
                      <a:pt x="455" y="19"/>
                    </a:lnTo>
                    <a:lnTo>
                      <a:pt x="458" y="19"/>
                    </a:lnTo>
                    <a:lnTo>
                      <a:pt x="459" y="20"/>
                    </a:lnTo>
                    <a:lnTo>
                      <a:pt x="462" y="20"/>
                    </a:lnTo>
                    <a:lnTo>
                      <a:pt x="465" y="21"/>
                    </a:lnTo>
                    <a:lnTo>
                      <a:pt x="466" y="21"/>
                    </a:lnTo>
                    <a:lnTo>
                      <a:pt x="467" y="23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4"/>
                    </a:lnTo>
                    <a:lnTo>
                      <a:pt x="474" y="24"/>
                    </a:lnTo>
                    <a:lnTo>
                      <a:pt x="475" y="25"/>
                    </a:lnTo>
                    <a:lnTo>
                      <a:pt x="476" y="25"/>
                    </a:lnTo>
                    <a:lnTo>
                      <a:pt x="478" y="25"/>
                    </a:lnTo>
                    <a:lnTo>
                      <a:pt x="479" y="27"/>
                    </a:lnTo>
                    <a:lnTo>
                      <a:pt x="480" y="27"/>
                    </a:lnTo>
                    <a:lnTo>
                      <a:pt x="482" y="27"/>
                    </a:lnTo>
                    <a:lnTo>
                      <a:pt x="482" y="28"/>
                    </a:lnTo>
                    <a:lnTo>
                      <a:pt x="483" y="28"/>
                    </a:lnTo>
                    <a:lnTo>
                      <a:pt x="484" y="29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31"/>
                    </a:lnTo>
                    <a:lnTo>
                      <a:pt x="490" y="31"/>
                    </a:lnTo>
                    <a:lnTo>
                      <a:pt x="491" y="32"/>
                    </a:lnTo>
                    <a:lnTo>
                      <a:pt x="492" y="32"/>
                    </a:lnTo>
                    <a:lnTo>
                      <a:pt x="494" y="33"/>
                    </a:lnTo>
                    <a:lnTo>
                      <a:pt x="495" y="33"/>
                    </a:lnTo>
                    <a:lnTo>
                      <a:pt x="498" y="35"/>
                    </a:lnTo>
                    <a:lnTo>
                      <a:pt x="499" y="36"/>
                    </a:lnTo>
                    <a:lnTo>
                      <a:pt x="500" y="36"/>
                    </a:lnTo>
                    <a:lnTo>
                      <a:pt x="503" y="37"/>
                    </a:lnTo>
                    <a:lnTo>
                      <a:pt x="504" y="39"/>
                    </a:lnTo>
                    <a:lnTo>
                      <a:pt x="507" y="40"/>
                    </a:lnTo>
                    <a:lnTo>
                      <a:pt x="508" y="40"/>
                    </a:lnTo>
                    <a:lnTo>
                      <a:pt x="511" y="41"/>
                    </a:lnTo>
                    <a:lnTo>
                      <a:pt x="512" y="43"/>
                    </a:lnTo>
                    <a:lnTo>
                      <a:pt x="514" y="43"/>
                    </a:lnTo>
                    <a:lnTo>
                      <a:pt x="516" y="44"/>
                    </a:lnTo>
                    <a:lnTo>
                      <a:pt x="518" y="44"/>
                    </a:lnTo>
                    <a:lnTo>
                      <a:pt x="519" y="45"/>
                    </a:lnTo>
                    <a:lnTo>
                      <a:pt x="520" y="45"/>
                    </a:lnTo>
                    <a:lnTo>
                      <a:pt x="522" y="47"/>
                    </a:lnTo>
                    <a:lnTo>
                      <a:pt x="523" y="47"/>
                    </a:lnTo>
                    <a:lnTo>
                      <a:pt x="523" y="48"/>
                    </a:lnTo>
                    <a:lnTo>
                      <a:pt x="524" y="48"/>
                    </a:lnTo>
                    <a:lnTo>
                      <a:pt x="526" y="49"/>
                    </a:lnTo>
                    <a:lnTo>
                      <a:pt x="527" y="49"/>
                    </a:lnTo>
                    <a:lnTo>
                      <a:pt x="528" y="51"/>
                    </a:lnTo>
                    <a:lnTo>
                      <a:pt x="530" y="51"/>
                    </a:lnTo>
                    <a:lnTo>
                      <a:pt x="531" y="52"/>
                    </a:lnTo>
                    <a:lnTo>
                      <a:pt x="532" y="52"/>
                    </a:lnTo>
                    <a:lnTo>
                      <a:pt x="534" y="53"/>
                    </a:lnTo>
                    <a:lnTo>
                      <a:pt x="535" y="55"/>
                    </a:lnTo>
                    <a:lnTo>
                      <a:pt x="536" y="55"/>
                    </a:lnTo>
                    <a:lnTo>
                      <a:pt x="538" y="56"/>
                    </a:lnTo>
                    <a:lnTo>
                      <a:pt x="539" y="56"/>
                    </a:lnTo>
                    <a:lnTo>
                      <a:pt x="540" y="57"/>
                    </a:lnTo>
                    <a:lnTo>
                      <a:pt x="542" y="57"/>
                    </a:lnTo>
                    <a:lnTo>
                      <a:pt x="543" y="58"/>
                    </a:lnTo>
                    <a:lnTo>
                      <a:pt x="546" y="60"/>
                    </a:lnTo>
                    <a:lnTo>
                      <a:pt x="547" y="60"/>
                    </a:lnTo>
                    <a:lnTo>
                      <a:pt x="548" y="61"/>
                    </a:lnTo>
                    <a:lnTo>
                      <a:pt x="551" y="62"/>
                    </a:lnTo>
                    <a:lnTo>
                      <a:pt x="552" y="64"/>
                    </a:lnTo>
                    <a:lnTo>
                      <a:pt x="553" y="65"/>
                    </a:lnTo>
                    <a:lnTo>
                      <a:pt x="556" y="65"/>
                    </a:lnTo>
                    <a:lnTo>
                      <a:pt x="557" y="66"/>
                    </a:lnTo>
                    <a:lnTo>
                      <a:pt x="559" y="66"/>
                    </a:lnTo>
                    <a:lnTo>
                      <a:pt x="560" y="68"/>
                    </a:lnTo>
                    <a:lnTo>
                      <a:pt x="561" y="69"/>
                    </a:lnTo>
                    <a:lnTo>
                      <a:pt x="563" y="69"/>
                    </a:lnTo>
                    <a:lnTo>
                      <a:pt x="564" y="70"/>
                    </a:lnTo>
                    <a:lnTo>
                      <a:pt x="565" y="70"/>
                    </a:lnTo>
                    <a:lnTo>
                      <a:pt x="567" y="72"/>
                    </a:lnTo>
                    <a:lnTo>
                      <a:pt x="568" y="73"/>
                    </a:lnTo>
                    <a:lnTo>
                      <a:pt x="569" y="73"/>
                    </a:lnTo>
                    <a:lnTo>
                      <a:pt x="571" y="74"/>
                    </a:lnTo>
                    <a:lnTo>
                      <a:pt x="572" y="74"/>
                    </a:lnTo>
                    <a:lnTo>
                      <a:pt x="572" y="76"/>
                    </a:lnTo>
                    <a:lnTo>
                      <a:pt x="573" y="76"/>
                    </a:lnTo>
                    <a:lnTo>
                      <a:pt x="575" y="76"/>
                    </a:lnTo>
                    <a:lnTo>
                      <a:pt x="575" y="77"/>
                    </a:lnTo>
                    <a:lnTo>
                      <a:pt x="576" y="77"/>
                    </a:lnTo>
                    <a:lnTo>
                      <a:pt x="577" y="78"/>
                    </a:lnTo>
                    <a:lnTo>
                      <a:pt x="579" y="78"/>
                    </a:lnTo>
                    <a:lnTo>
                      <a:pt x="580" y="80"/>
                    </a:lnTo>
                    <a:lnTo>
                      <a:pt x="581" y="80"/>
                    </a:lnTo>
                    <a:lnTo>
                      <a:pt x="581" y="81"/>
                    </a:lnTo>
                    <a:lnTo>
                      <a:pt x="583" y="82"/>
                    </a:lnTo>
                    <a:lnTo>
                      <a:pt x="585" y="82"/>
                    </a:lnTo>
                    <a:lnTo>
                      <a:pt x="587" y="84"/>
                    </a:lnTo>
                    <a:lnTo>
                      <a:pt x="588" y="85"/>
                    </a:lnTo>
                    <a:lnTo>
                      <a:pt x="589" y="86"/>
                    </a:lnTo>
                    <a:lnTo>
                      <a:pt x="591" y="86"/>
                    </a:lnTo>
                    <a:lnTo>
                      <a:pt x="592" y="88"/>
                    </a:lnTo>
                    <a:lnTo>
                      <a:pt x="593" y="88"/>
                    </a:lnTo>
                    <a:lnTo>
                      <a:pt x="593" y="89"/>
                    </a:lnTo>
                    <a:lnTo>
                      <a:pt x="595" y="89"/>
                    </a:lnTo>
                    <a:lnTo>
                      <a:pt x="596" y="90"/>
                    </a:lnTo>
                    <a:lnTo>
                      <a:pt x="597" y="90"/>
                    </a:lnTo>
                    <a:lnTo>
                      <a:pt x="597" y="92"/>
                    </a:lnTo>
                    <a:lnTo>
                      <a:pt x="599" y="92"/>
                    </a:lnTo>
                    <a:lnTo>
                      <a:pt x="600" y="93"/>
                    </a:lnTo>
                    <a:lnTo>
                      <a:pt x="601" y="93"/>
                    </a:lnTo>
                    <a:lnTo>
                      <a:pt x="601" y="94"/>
                    </a:lnTo>
                    <a:lnTo>
                      <a:pt x="603" y="94"/>
                    </a:lnTo>
                    <a:lnTo>
                      <a:pt x="604" y="96"/>
                    </a:lnTo>
                    <a:lnTo>
                      <a:pt x="605" y="97"/>
                    </a:lnTo>
                    <a:lnTo>
                      <a:pt x="607" y="97"/>
                    </a:lnTo>
                    <a:lnTo>
                      <a:pt x="607" y="98"/>
                    </a:lnTo>
                    <a:lnTo>
                      <a:pt x="608" y="98"/>
                    </a:lnTo>
                    <a:lnTo>
                      <a:pt x="609" y="100"/>
                    </a:lnTo>
                    <a:lnTo>
                      <a:pt x="611" y="101"/>
                    </a:lnTo>
                    <a:lnTo>
                      <a:pt x="612" y="101"/>
                    </a:lnTo>
                    <a:lnTo>
                      <a:pt x="612" y="102"/>
                    </a:lnTo>
                    <a:lnTo>
                      <a:pt x="613" y="102"/>
                    </a:lnTo>
                    <a:lnTo>
                      <a:pt x="615" y="104"/>
                    </a:lnTo>
                    <a:lnTo>
                      <a:pt x="616" y="105"/>
                    </a:lnTo>
                    <a:lnTo>
                      <a:pt x="617" y="106"/>
                    </a:lnTo>
                    <a:lnTo>
                      <a:pt x="619" y="106"/>
                    </a:lnTo>
                    <a:lnTo>
                      <a:pt x="619" y="108"/>
                    </a:lnTo>
                    <a:lnTo>
                      <a:pt x="620" y="108"/>
                    </a:lnTo>
                    <a:lnTo>
                      <a:pt x="621" y="109"/>
                    </a:lnTo>
                    <a:lnTo>
                      <a:pt x="622" y="110"/>
                    </a:lnTo>
                    <a:lnTo>
                      <a:pt x="624" y="110"/>
                    </a:lnTo>
                    <a:lnTo>
                      <a:pt x="624" y="112"/>
                    </a:lnTo>
                    <a:lnTo>
                      <a:pt x="625" y="112"/>
                    </a:lnTo>
                    <a:lnTo>
                      <a:pt x="625" y="113"/>
                    </a:lnTo>
                    <a:lnTo>
                      <a:pt x="626" y="113"/>
                    </a:lnTo>
                    <a:lnTo>
                      <a:pt x="628" y="114"/>
                    </a:lnTo>
                    <a:lnTo>
                      <a:pt x="629" y="114"/>
                    </a:lnTo>
                    <a:lnTo>
                      <a:pt x="629" y="116"/>
                    </a:lnTo>
                    <a:lnTo>
                      <a:pt x="630" y="116"/>
                    </a:lnTo>
                    <a:lnTo>
                      <a:pt x="632" y="117"/>
                    </a:lnTo>
                    <a:lnTo>
                      <a:pt x="633" y="118"/>
                    </a:lnTo>
                    <a:lnTo>
                      <a:pt x="634" y="118"/>
                    </a:lnTo>
                    <a:lnTo>
                      <a:pt x="634" y="120"/>
                    </a:lnTo>
                    <a:lnTo>
                      <a:pt x="636" y="120"/>
                    </a:lnTo>
                    <a:lnTo>
                      <a:pt x="637" y="121"/>
                    </a:lnTo>
                    <a:lnTo>
                      <a:pt x="638" y="121"/>
                    </a:lnTo>
                    <a:lnTo>
                      <a:pt x="640" y="122"/>
                    </a:lnTo>
                    <a:lnTo>
                      <a:pt x="641" y="124"/>
                    </a:lnTo>
                    <a:lnTo>
                      <a:pt x="642" y="125"/>
                    </a:lnTo>
                    <a:lnTo>
                      <a:pt x="644" y="125"/>
                    </a:lnTo>
                    <a:lnTo>
                      <a:pt x="645" y="126"/>
                    </a:lnTo>
                    <a:lnTo>
                      <a:pt x="646" y="128"/>
                    </a:lnTo>
                    <a:lnTo>
                      <a:pt x="648" y="128"/>
                    </a:lnTo>
                    <a:lnTo>
                      <a:pt x="648" y="129"/>
                    </a:lnTo>
                    <a:lnTo>
                      <a:pt x="649" y="129"/>
                    </a:lnTo>
                    <a:lnTo>
                      <a:pt x="650" y="130"/>
                    </a:lnTo>
                    <a:lnTo>
                      <a:pt x="652" y="131"/>
                    </a:lnTo>
                    <a:lnTo>
                      <a:pt x="653" y="131"/>
                    </a:lnTo>
                    <a:lnTo>
                      <a:pt x="653" y="133"/>
                    </a:lnTo>
                    <a:lnTo>
                      <a:pt x="654" y="133"/>
                    </a:lnTo>
                    <a:lnTo>
                      <a:pt x="654" y="134"/>
                    </a:lnTo>
                    <a:lnTo>
                      <a:pt x="656" y="134"/>
                    </a:lnTo>
                    <a:lnTo>
                      <a:pt x="656" y="135"/>
                    </a:lnTo>
                    <a:lnTo>
                      <a:pt x="657" y="135"/>
                    </a:lnTo>
                    <a:lnTo>
                      <a:pt x="657" y="137"/>
                    </a:lnTo>
                    <a:lnTo>
                      <a:pt x="658" y="138"/>
                    </a:lnTo>
                    <a:lnTo>
                      <a:pt x="660" y="138"/>
                    </a:lnTo>
                    <a:lnTo>
                      <a:pt x="660" y="139"/>
                    </a:lnTo>
                    <a:lnTo>
                      <a:pt x="661" y="141"/>
                    </a:lnTo>
                    <a:lnTo>
                      <a:pt x="662" y="141"/>
                    </a:lnTo>
                    <a:lnTo>
                      <a:pt x="664" y="142"/>
                    </a:lnTo>
                    <a:lnTo>
                      <a:pt x="664" y="143"/>
                    </a:lnTo>
                    <a:lnTo>
                      <a:pt x="665" y="145"/>
                    </a:lnTo>
                    <a:lnTo>
                      <a:pt x="666" y="146"/>
                    </a:lnTo>
                    <a:lnTo>
                      <a:pt x="668" y="147"/>
                    </a:lnTo>
                    <a:lnTo>
                      <a:pt x="669" y="149"/>
                    </a:lnTo>
                    <a:lnTo>
                      <a:pt x="670" y="150"/>
                    </a:lnTo>
                    <a:lnTo>
                      <a:pt x="672" y="151"/>
                    </a:lnTo>
                    <a:lnTo>
                      <a:pt x="673" y="153"/>
                    </a:lnTo>
                    <a:lnTo>
                      <a:pt x="674" y="154"/>
                    </a:lnTo>
                    <a:lnTo>
                      <a:pt x="676" y="155"/>
                    </a:lnTo>
                    <a:lnTo>
                      <a:pt x="677" y="157"/>
                    </a:lnTo>
                    <a:lnTo>
                      <a:pt x="677" y="158"/>
                    </a:lnTo>
                    <a:lnTo>
                      <a:pt x="678" y="158"/>
                    </a:lnTo>
                    <a:lnTo>
                      <a:pt x="680" y="159"/>
                    </a:lnTo>
                    <a:lnTo>
                      <a:pt x="680" y="161"/>
                    </a:lnTo>
                    <a:lnTo>
                      <a:pt x="681" y="161"/>
                    </a:lnTo>
                    <a:lnTo>
                      <a:pt x="681" y="162"/>
                    </a:lnTo>
                    <a:lnTo>
                      <a:pt x="682" y="162"/>
                    </a:lnTo>
                    <a:lnTo>
                      <a:pt x="682" y="163"/>
                    </a:lnTo>
                    <a:lnTo>
                      <a:pt x="684" y="165"/>
                    </a:lnTo>
                    <a:lnTo>
                      <a:pt x="685" y="166"/>
                    </a:lnTo>
                    <a:lnTo>
                      <a:pt x="686" y="167"/>
                    </a:lnTo>
                    <a:lnTo>
                      <a:pt x="686" y="169"/>
                    </a:lnTo>
                    <a:lnTo>
                      <a:pt x="688" y="169"/>
                    </a:lnTo>
                    <a:lnTo>
                      <a:pt x="689" y="170"/>
                    </a:lnTo>
                    <a:lnTo>
                      <a:pt x="689" y="171"/>
                    </a:lnTo>
                    <a:lnTo>
                      <a:pt x="690" y="173"/>
                    </a:lnTo>
                    <a:lnTo>
                      <a:pt x="692" y="174"/>
                    </a:lnTo>
                    <a:lnTo>
                      <a:pt x="693" y="175"/>
                    </a:lnTo>
                    <a:lnTo>
                      <a:pt x="694" y="178"/>
                    </a:lnTo>
                    <a:lnTo>
                      <a:pt x="695" y="179"/>
                    </a:lnTo>
                    <a:lnTo>
                      <a:pt x="697" y="181"/>
                    </a:lnTo>
                    <a:lnTo>
                      <a:pt x="698" y="183"/>
                    </a:lnTo>
                    <a:lnTo>
                      <a:pt x="701" y="185"/>
                    </a:lnTo>
                    <a:lnTo>
                      <a:pt x="702" y="186"/>
                    </a:lnTo>
                    <a:lnTo>
                      <a:pt x="702" y="187"/>
                    </a:lnTo>
                    <a:lnTo>
                      <a:pt x="703" y="189"/>
                    </a:lnTo>
                    <a:lnTo>
                      <a:pt x="705" y="190"/>
                    </a:lnTo>
                    <a:lnTo>
                      <a:pt x="706" y="191"/>
                    </a:lnTo>
                    <a:lnTo>
                      <a:pt x="707" y="193"/>
                    </a:lnTo>
                    <a:lnTo>
                      <a:pt x="707" y="194"/>
                    </a:lnTo>
                    <a:lnTo>
                      <a:pt x="709" y="195"/>
                    </a:lnTo>
                    <a:lnTo>
                      <a:pt x="710" y="197"/>
                    </a:lnTo>
                    <a:lnTo>
                      <a:pt x="710" y="198"/>
                    </a:lnTo>
                    <a:lnTo>
                      <a:pt x="711" y="198"/>
                    </a:lnTo>
                    <a:lnTo>
                      <a:pt x="713" y="199"/>
                    </a:lnTo>
                    <a:lnTo>
                      <a:pt x="713" y="201"/>
                    </a:lnTo>
                    <a:lnTo>
                      <a:pt x="714" y="202"/>
                    </a:lnTo>
                    <a:lnTo>
                      <a:pt x="715" y="203"/>
                    </a:lnTo>
                    <a:lnTo>
                      <a:pt x="717" y="205"/>
                    </a:lnTo>
                    <a:lnTo>
                      <a:pt x="717" y="206"/>
                    </a:lnTo>
                    <a:lnTo>
                      <a:pt x="718" y="207"/>
                    </a:lnTo>
                    <a:lnTo>
                      <a:pt x="719" y="208"/>
                    </a:lnTo>
                    <a:lnTo>
                      <a:pt x="721" y="210"/>
                    </a:lnTo>
                    <a:lnTo>
                      <a:pt x="722" y="212"/>
                    </a:lnTo>
                    <a:lnTo>
                      <a:pt x="722" y="214"/>
                    </a:lnTo>
                    <a:lnTo>
                      <a:pt x="723" y="215"/>
                    </a:lnTo>
                    <a:lnTo>
                      <a:pt x="725" y="216"/>
                    </a:lnTo>
                    <a:lnTo>
                      <a:pt x="726" y="218"/>
                    </a:lnTo>
                    <a:lnTo>
                      <a:pt x="727" y="220"/>
                    </a:lnTo>
                    <a:lnTo>
                      <a:pt x="729" y="222"/>
                    </a:lnTo>
                    <a:lnTo>
                      <a:pt x="730" y="224"/>
                    </a:lnTo>
                    <a:lnTo>
                      <a:pt x="731" y="226"/>
                    </a:lnTo>
                    <a:lnTo>
                      <a:pt x="734" y="228"/>
                    </a:lnTo>
                    <a:lnTo>
                      <a:pt x="735" y="230"/>
                    </a:lnTo>
                    <a:lnTo>
                      <a:pt x="735" y="232"/>
                    </a:lnTo>
                    <a:lnTo>
                      <a:pt x="737" y="234"/>
                    </a:lnTo>
                    <a:lnTo>
                      <a:pt x="738" y="235"/>
                    </a:lnTo>
                    <a:lnTo>
                      <a:pt x="739" y="236"/>
                    </a:lnTo>
                    <a:lnTo>
                      <a:pt x="741" y="238"/>
                    </a:lnTo>
                    <a:lnTo>
                      <a:pt x="742" y="239"/>
                    </a:lnTo>
                    <a:lnTo>
                      <a:pt x="742" y="240"/>
                    </a:lnTo>
                    <a:lnTo>
                      <a:pt x="743" y="242"/>
                    </a:lnTo>
                    <a:lnTo>
                      <a:pt x="745" y="243"/>
                    </a:lnTo>
                    <a:lnTo>
                      <a:pt x="745" y="244"/>
                    </a:lnTo>
                    <a:lnTo>
                      <a:pt x="746" y="246"/>
                    </a:lnTo>
                    <a:lnTo>
                      <a:pt x="746" y="247"/>
                    </a:lnTo>
                    <a:lnTo>
                      <a:pt x="747" y="247"/>
                    </a:lnTo>
                    <a:lnTo>
                      <a:pt x="749" y="248"/>
                    </a:lnTo>
                    <a:lnTo>
                      <a:pt x="749" y="250"/>
                    </a:lnTo>
                    <a:lnTo>
                      <a:pt x="750" y="251"/>
                    </a:lnTo>
                    <a:lnTo>
                      <a:pt x="750" y="252"/>
                    </a:lnTo>
                    <a:lnTo>
                      <a:pt x="751" y="254"/>
                    </a:lnTo>
                    <a:lnTo>
                      <a:pt x="753" y="255"/>
                    </a:lnTo>
                    <a:lnTo>
                      <a:pt x="754" y="256"/>
                    </a:lnTo>
                    <a:lnTo>
                      <a:pt x="754" y="258"/>
                    </a:lnTo>
                    <a:lnTo>
                      <a:pt x="755" y="259"/>
                    </a:lnTo>
                    <a:lnTo>
                      <a:pt x="757" y="260"/>
                    </a:lnTo>
                    <a:lnTo>
                      <a:pt x="758" y="262"/>
                    </a:lnTo>
                    <a:lnTo>
                      <a:pt x="759" y="263"/>
                    </a:lnTo>
                    <a:lnTo>
                      <a:pt x="761" y="266"/>
                    </a:lnTo>
                    <a:lnTo>
                      <a:pt x="762" y="267"/>
                    </a:lnTo>
                    <a:lnTo>
                      <a:pt x="763" y="270"/>
                    </a:lnTo>
                    <a:lnTo>
                      <a:pt x="765" y="271"/>
                    </a:lnTo>
                    <a:lnTo>
                      <a:pt x="766" y="274"/>
                    </a:lnTo>
                    <a:lnTo>
                      <a:pt x="767" y="276"/>
                    </a:lnTo>
                    <a:lnTo>
                      <a:pt x="769" y="278"/>
                    </a:lnTo>
                    <a:lnTo>
                      <a:pt x="770" y="279"/>
                    </a:lnTo>
                    <a:lnTo>
                      <a:pt x="771" y="281"/>
                    </a:lnTo>
                    <a:lnTo>
                      <a:pt x="772" y="283"/>
                    </a:lnTo>
                    <a:lnTo>
                      <a:pt x="774" y="284"/>
                    </a:lnTo>
                    <a:lnTo>
                      <a:pt x="775" y="285"/>
                    </a:lnTo>
                    <a:lnTo>
                      <a:pt x="775" y="287"/>
                    </a:lnTo>
                    <a:lnTo>
                      <a:pt x="776" y="288"/>
                    </a:lnTo>
                    <a:lnTo>
                      <a:pt x="778" y="289"/>
                    </a:lnTo>
                    <a:lnTo>
                      <a:pt x="778" y="291"/>
                    </a:lnTo>
                    <a:lnTo>
                      <a:pt x="779" y="292"/>
                    </a:lnTo>
                    <a:lnTo>
                      <a:pt x="780" y="293"/>
                    </a:lnTo>
                    <a:lnTo>
                      <a:pt x="782" y="295"/>
                    </a:lnTo>
                    <a:lnTo>
                      <a:pt x="782" y="296"/>
                    </a:lnTo>
                    <a:lnTo>
                      <a:pt x="783" y="297"/>
                    </a:lnTo>
                    <a:lnTo>
                      <a:pt x="784" y="299"/>
                    </a:lnTo>
                    <a:lnTo>
                      <a:pt x="784" y="300"/>
                    </a:lnTo>
                    <a:lnTo>
                      <a:pt x="786" y="301"/>
                    </a:lnTo>
                    <a:lnTo>
                      <a:pt x="786" y="303"/>
                    </a:lnTo>
                    <a:lnTo>
                      <a:pt x="787" y="304"/>
                    </a:lnTo>
                    <a:lnTo>
                      <a:pt x="788" y="305"/>
                    </a:lnTo>
                    <a:lnTo>
                      <a:pt x="788" y="307"/>
                    </a:lnTo>
                    <a:lnTo>
                      <a:pt x="790" y="309"/>
                    </a:lnTo>
                    <a:lnTo>
                      <a:pt x="791" y="311"/>
                    </a:lnTo>
                    <a:lnTo>
                      <a:pt x="791" y="312"/>
                    </a:lnTo>
                    <a:lnTo>
                      <a:pt x="792" y="313"/>
                    </a:lnTo>
                    <a:lnTo>
                      <a:pt x="794" y="315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15839" name="Freeform 87">
                <a:extLst>
                  <a:ext uri="{FF2B5EF4-FFF2-40B4-BE49-F238E27FC236}">
                    <a16:creationId xmlns:a16="http://schemas.microsoft.com/office/drawing/2014/main" id="{0FB34B1C-0392-4C42-B4D6-4FE6E592F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758314"/>
                <a:ext cx="630237" cy="249238"/>
              </a:xfrm>
              <a:custGeom>
                <a:avLst/>
                <a:gdLst>
                  <a:gd name="T0" fmla="*/ 2147483646 w 794"/>
                  <a:gd name="T1" fmla="*/ 2147483646 h 315"/>
                  <a:gd name="T2" fmla="*/ 2147483646 w 794"/>
                  <a:gd name="T3" fmla="*/ 2147483646 h 315"/>
                  <a:gd name="T4" fmla="*/ 2147483646 w 794"/>
                  <a:gd name="T5" fmla="*/ 2147483646 h 315"/>
                  <a:gd name="T6" fmla="*/ 2147483646 w 794"/>
                  <a:gd name="T7" fmla="*/ 2147483646 h 315"/>
                  <a:gd name="T8" fmla="*/ 2147483646 w 794"/>
                  <a:gd name="T9" fmla="*/ 2147483646 h 315"/>
                  <a:gd name="T10" fmla="*/ 2147483646 w 794"/>
                  <a:gd name="T11" fmla="*/ 2147483646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315"/>
                    </a:moveTo>
                    <a:lnTo>
                      <a:pt x="31" y="315"/>
                    </a:lnTo>
                    <a:lnTo>
                      <a:pt x="60" y="315"/>
                    </a:lnTo>
                    <a:lnTo>
                      <a:pt x="86" y="315"/>
                    </a:lnTo>
                    <a:lnTo>
                      <a:pt x="110" y="315"/>
                    </a:lnTo>
                    <a:lnTo>
                      <a:pt x="134" y="315"/>
                    </a:lnTo>
                    <a:lnTo>
                      <a:pt x="155" y="315"/>
                    </a:lnTo>
                    <a:lnTo>
                      <a:pt x="175" y="315"/>
                    </a:lnTo>
                    <a:lnTo>
                      <a:pt x="194" y="315"/>
                    </a:lnTo>
                    <a:lnTo>
                      <a:pt x="211" y="315"/>
                    </a:lnTo>
                    <a:lnTo>
                      <a:pt x="227" y="315"/>
                    </a:lnTo>
                    <a:lnTo>
                      <a:pt x="240" y="315"/>
                    </a:lnTo>
                    <a:lnTo>
                      <a:pt x="254" y="315"/>
                    </a:lnTo>
                    <a:lnTo>
                      <a:pt x="265" y="315"/>
                    </a:lnTo>
                    <a:lnTo>
                      <a:pt x="276" y="315"/>
                    </a:lnTo>
                    <a:lnTo>
                      <a:pt x="287" y="315"/>
                    </a:lnTo>
                    <a:lnTo>
                      <a:pt x="296" y="315"/>
                    </a:lnTo>
                    <a:lnTo>
                      <a:pt x="303" y="315"/>
                    </a:lnTo>
                    <a:lnTo>
                      <a:pt x="311" y="315"/>
                    </a:lnTo>
                    <a:lnTo>
                      <a:pt x="317" y="315"/>
                    </a:lnTo>
                    <a:lnTo>
                      <a:pt x="323" y="315"/>
                    </a:lnTo>
                    <a:lnTo>
                      <a:pt x="328" y="315"/>
                    </a:lnTo>
                    <a:lnTo>
                      <a:pt x="332" y="315"/>
                    </a:lnTo>
                    <a:lnTo>
                      <a:pt x="336" y="315"/>
                    </a:lnTo>
                    <a:lnTo>
                      <a:pt x="338" y="315"/>
                    </a:lnTo>
                    <a:lnTo>
                      <a:pt x="342" y="315"/>
                    </a:lnTo>
                    <a:lnTo>
                      <a:pt x="345" y="315"/>
                    </a:lnTo>
                    <a:lnTo>
                      <a:pt x="348" y="315"/>
                    </a:lnTo>
                    <a:lnTo>
                      <a:pt x="349" y="314"/>
                    </a:lnTo>
                    <a:lnTo>
                      <a:pt x="352" y="314"/>
                    </a:lnTo>
                    <a:lnTo>
                      <a:pt x="353" y="314"/>
                    </a:lnTo>
                    <a:lnTo>
                      <a:pt x="356" y="314"/>
                    </a:lnTo>
                    <a:lnTo>
                      <a:pt x="358" y="314"/>
                    </a:lnTo>
                    <a:lnTo>
                      <a:pt x="360" y="314"/>
                    </a:lnTo>
                    <a:lnTo>
                      <a:pt x="362" y="314"/>
                    </a:lnTo>
                    <a:lnTo>
                      <a:pt x="364" y="314"/>
                    </a:lnTo>
                    <a:lnTo>
                      <a:pt x="366" y="314"/>
                    </a:lnTo>
                    <a:lnTo>
                      <a:pt x="368" y="314"/>
                    </a:lnTo>
                    <a:lnTo>
                      <a:pt x="369" y="314"/>
                    </a:lnTo>
                    <a:lnTo>
                      <a:pt x="370" y="312"/>
                    </a:lnTo>
                    <a:lnTo>
                      <a:pt x="372" y="312"/>
                    </a:lnTo>
                    <a:lnTo>
                      <a:pt x="374" y="312"/>
                    </a:lnTo>
                    <a:lnTo>
                      <a:pt x="376" y="312"/>
                    </a:lnTo>
                    <a:lnTo>
                      <a:pt x="377" y="312"/>
                    </a:lnTo>
                    <a:lnTo>
                      <a:pt x="378" y="312"/>
                    </a:lnTo>
                    <a:lnTo>
                      <a:pt x="380" y="312"/>
                    </a:lnTo>
                    <a:lnTo>
                      <a:pt x="381" y="312"/>
                    </a:lnTo>
                    <a:lnTo>
                      <a:pt x="382" y="312"/>
                    </a:lnTo>
                    <a:lnTo>
                      <a:pt x="384" y="312"/>
                    </a:lnTo>
                    <a:lnTo>
                      <a:pt x="385" y="311"/>
                    </a:lnTo>
                    <a:lnTo>
                      <a:pt x="386" y="311"/>
                    </a:lnTo>
                    <a:lnTo>
                      <a:pt x="388" y="311"/>
                    </a:lnTo>
                    <a:lnTo>
                      <a:pt x="389" y="311"/>
                    </a:lnTo>
                    <a:lnTo>
                      <a:pt x="390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4" y="311"/>
                    </a:lnTo>
                    <a:lnTo>
                      <a:pt x="396" y="310"/>
                    </a:lnTo>
                    <a:lnTo>
                      <a:pt x="398" y="310"/>
                    </a:lnTo>
                    <a:lnTo>
                      <a:pt x="400" y="310"/>
                    </a:lnTo>
                    <a:lnTo>
                      <a:pt x="401" y="310"/>
                    </a:lnTo>
                    <a:lnTo>
                      <a:pt x="403" y="310"/>
                    </a:lnTo>
                    <a:lnTo>
                      <a:pt x="405" y="308"/>
                    </a:lnTo>
                    <a:lnTo>
                      <a:pt x="407" y="308"/>
                    </a:lnTo>
                    <a:lnTo>
                      <a:pt x="409" y="308"/>
                    </a:lnTo>
                    <a:lnTo>
                      <a:pt x="411" y="308"/>
                    </a:lnTo>
                    <a:lnTo>
                      <a:pt x="413" y="307"/>
                    </a:lnTo>
                    <a:lnTo>
                      <a:pt x="414" y="307"/>
                    </a:lnTo>
                    <a:lnTo>
                      <a:pt x="417" y="307"/>
                    </a:lnTo>
                    <a:lnTo>
                      <a:pt x="418" y="307"/>
                    </a:lnTo>
                    <a:lnTo>
                      <a:pt x="419" y="307"/>
                    </a:lnTo>
                    <a:lnTo>
                      <a:pt x="421" y="307"/>
                    </a:lnTo>
                    <a:lnTo>
                      <a:pt x="422" y="306"/>
                    </a:lnTo>
                    <a:lnTo>
                      <a:pt x="423" y="306"/>
                    </a:lnTo>
                    <a:lnTo>
                      <a:pt x="425" y="306"/>
                    </a:lnTo>
                    <a:lnTo>
                      <a:pt x="426" y="306"/>
                    </a:lnTo>
                    <a:lnTo>
                      <a:pt x="427" y="306"/>
                    </a:lnTo>
                    <a:lnTo>
                      <a:pt x="429" y="304"/>
                    </a:lnTo>
                    <a:lnTo>
                      <a:pt x="430" y="304"/>
                    </a:lnTo>
                    <a:lnTo>
                      <a:pt x="431" y="304"/>
                    </a:lnTo>
                    <a:lnTo>
                      <a:pt x="433" y="304"/>
                    </a:lnTo>
                    <a:lnTo>
                      <a:pt x="434" y="303"/>
                    </a:lnTo>
                    <a:lnTo>
                      <a:pt x="435" y="303"/>
                    </a:lnTo>
                    <a:lnTo>
                      <a:pt x="437" y="303"/>
                    </a:lnTo>
                    <a:lnTo>
                      <a:pt x="438" y="303"/>
                    </a:lnTo>
                    <a:lnTo>
                      <a:pt x="439" y="302"/>
                    </a:lnTo>
                    <a:lnTo>
                      <a:pt x="441" y="302"/>
                    </a:lnTo>
                    <a:lnTo>
                      <a:pt x="443" y="300"/>
                    </a:lnTo>
                    <a:lnTo>
                      <a:pt x="445" y="300"/>
                    </a:lnTo>
                    <a:lnTo>
                      <a:pt x="446" y="300"/>
                    </a:lnTo>
                    <a:lnTo>
                      <a:pt x="449" y="299"/>
                    </a:lnTo>
                    <a:lnTo>
                      <a:pt x="450" y="299"/>
                    </a:lnTo>
                    <a:lnTo>
                      <a:pt x="453" y="298"/>
                    </a:lnTo>
                    <a:lnTo>
                      <a:pt x="455" y="296"/>
                    </a:lnTo>
                    <a:lnTo>
                      <a:pt x="458" y="296"/>
                    </a:lnTo>
                    <a:lnTo>
                      <a:pt x="459" y="295"/>
                    </a:lnTo>
                    <a:lnTo>
                      <a:pt x="462" y="295"/>
                    </a:lnTo>
                    <a:lnTo>
                      <a:pt x="465" y="294"/>
                    </a:lnTo>
                    <a:lnTo>
                      <a:pt x="466" y="294"/>
                    </a:lnTo>
                    <a:lnTo>
                      <a:pt x="467" y="294"/>
                    </a:lnTo>
                    <a:lnTo>
                      <a:pt x="470" y="292"/>
                    </a:lnTo>
                    <a:lnTo>
                      <a:pt x="471" y="292"/>
                    </a:lnTo>
                    <a:lnTo>
                      <a:pt x="473" y="291"/>
                    </a:lnTo>
                    <a:lnTo>
                      <a:pt x="474" y="291"/>
                    </a:lnTo>
                    <a:lnTo>
                      <a:pt x="475" y="291"/>
                    </a:lnTo>
                    <a:lnTo>
                      <a:pt x="476" y="290"/>
                    </a:lnTo>
                    <a:lnTo>
                      <a:pt x="478" y="290"/>
                    </a:lnTo>
                    <a:lnTo>
                      <a:pt x="479" y="290"/>
                    </a:lnTo>
                    <a:lnTo>
                      <a:pt x="480" y="288"/>
                    </a:lnTo>
                    <a:lnTo>
                      <a:pt x="482" y="288"/>
                    </a:lnTo>
                    <a:lnTo>
                      <a:pt x="483" y="287"/>
                    </a:lnTo>
                    <a:lnTo>
                      <a:pt x="484" y="287"/>
                    </a:lnTo>
                    <a:lnTo>
                      <a:pt x="486" y="286"/>
                    </a:lnTo>
                    <a:lnTo>
                      <a:pt x="487" y="286"/>
                    </a:lnTo>
                    <a:lnTo>
                      <a:pt x="488" y="286"/>
                    </a:lnTo>
                    <a:lnTo>
                      <a:pt x="490" y="284"/>
                    </a:lnTo>
                    <a:lnTo>
                      <a:pt x="491" y="284"/>
                    </a:lnTo>
                    <a:lnTo>
                      <a:pt x="492" y="283"/>
                    </a:lnTo>
                    <a:lnTo>
                      <a:pt x="494" y="283"/>
                    </a:lnTo>
                    <a:lnTo>
                      <a:pt x="495" y="282"/>
                    </a:lnTo>
                    <a:lnTo>
                      <a:pt x="498" y="280"/>
                    </a:lnTo>
                    <a:lnTo>
                      <a:pt x="499" y="280"/>
                    </a:lnTo>
                    <a:lnTo>
                      <a:pt x="500" y="279"/>
                    </a:lnTo>
                    <a:lnTo>
                      <a:pt x="503" y="278"/>
                    </a:lnTo>
                    <a:lnTo>
                      <a:pt x="504" y="276"/>
                    </a:lnTo>
                    <a:lnTo>
                      <a:pt x="507" y="276"/>
                    </a:lnTo>
                    <a:lnTo>
                      <a:pt x="508" y="275"/>
                    </a:lnTo>
                    <a:lnTo>
                      <a:pt x="511" y="274"/>
                    </a:lnTo>
                    <a:lnTo>
                      <a:pt x="512" y="274"/>
                    </a:lnTo>
                    <a:lnTo>
                      <a:pt x="514" y="272"/>
                    </a:lnTo>
                    <a:lnTo>
                      <a:pt x="516" y="271"/>
                    </a:lnTo>
                    <a:lnTo>
                      <a:pt x="518" y="271"/>
                    </a:lnTo>
                    <a:lnTo>
                      <a:pt x="519" y="270"/>
                    </a:lnTo>
                    <a:lnTo>
                      <a:pt x="520" y="270"/>
                    </a:lnTo>
                    <a:lnTo>
                      <a:pt x="522" y="268"/>
                    </a:lnTo>
                    <a:lnTo>
                      <a:pt x="523" y="268"/>
                    </a:lnTo>
                    <a:lnTo>
                      <a:pt x="524" y="267"/>
                    </a:lnTo>
                    <a:lnTo>
                      <a:pt x="526" y="267"/>
                    </a:lnTo>
                    <a:lnTo>
                      <a:pt x="527" y="266"/>
                    </a:lnTo>
                    <a:lnTo>
                      <a:pt x="528" y="266"/>
                    </a:lnTo>
                    <a:lnTo>
                      <a:pt x="528" y="264"/>
                    </a:lnTo>
                    <a:lnTo>
                      <a:pt x="530" y="264"/>
                    </a:lnTo>
                    <a:lnTo>
                      <a:pt x="531" y="264"/>
                    </a:lnTo>
                    <a:lnTo>
                      <a:pt x="532" y="263"/>
                    </a:lnTo>
                    <a:lnTo>
                      <a:pt x="534" y="263"/>
                    </a:lnTo>
                    <a:lnTo>
                      <a:pt x="534" y="262"/>
                    </a:lnTo>
                    <a:lnTo>
                      <a:pt x="535" y="262"/>
                    </a:lnTo>
                    <a:lnTo>
                      <a:pt x="536" y="261"/>
                    </a:lnTo>
                    <a:lnTo>
                      <a:pt x="538" y="261"/>
                    </a:lnTo>
                    <a:lnTo>
                      <a:pt x="539" y="259"/>
                    </a:lnTo>
                    <a:lnTo>
                      <a:pt x="540" y="259"/>
                    </a:lnTo>
                    <a:lnTo>
                      <a:pt x="542" y="258"/>
                    </a:lnTo>
                    <a:lnTo>
                      <a:pt x="543" y="257"/>
                    </a:lnTo>
                    <a:lnTo>
                      <a:pt x="546" y="257"/>
                    </a:lnTo>
                    <a:lnTo>
                      <a:pt x="547" y="255"/>
                    </a:lnTo>
                    <a:lnTo>
                      <a:pt x="548" y="254"/>
                    </a:lnTo>
                    <a:lnTo>
                      <a:pt x="551" y="253"/>
                    </a:lnTo>
                    <a:lnTo>
                      <a:pt x="552" y="253"/>
                    </a:lnTo>
                    <a:lnTo>
                      <a:pt x="553" y="251"/>
                    </a:lnTo>
                    <a:lnTo>
                      <a:pt x="556" y="250"/>
                    </a:lnTo>
                    <a:lnTo>
                      <a:pt x="557" y="250"/>
                    </a:lnTo>
                    <a:lnTo>
                      <a:pt x="559" y="249"/>
                    </a:lnTo>
                    <a:lnTo>
                      <a:pt x="560" y="247"/>
                    </a:lnTo>
                    <a:lnTo>
                      <a:pt x="561" y="247"/>
                    </a:lnTo>
                    <a:lnTo>
                      <a:pt x="563" y="246"/>
                    </a:lnTo>
                    <a:lnTo>
                      <a:pt x="564" y="245"/>
                    </a:lnTo>
                    <a:lnTo>
                      <a:pt x="565" y="245"/>
                    </a:lnTo>
                    <a:lnTo>
                      <a:pt x="567" y="245"/>
                    </a:lnTo>
                    <a:lnTo>
                      <a:pt x="567" y="243"/>
                    </a:lnTo>
                    <a:lnTo>
                      <a:pt x="568" y="243"/>
                    </a:lnTo>
                    <a:lnTo>
                      <a:pt x="569" y="242"/>
                    </a:lnTo>
                    <a:lnTo>
                      <a:pt x="571" y="242"/>
                    </a:lnTo>
                    <a:lnTo>
                      <a:pt x="572" y="241"/>
                    </a:lnTo>
                    <a:lnTo>
                      <a:pt x="573" y="239"/>
                    </a:lnTo>
                    <a:lnTo>
                      <a:pt x="575" y="239"/>
                    </a:lnTo>
                    <a:lnTo>
                      <a:pt x="575" y="238"/>
                    </a:lnTo>
                    <a:lnTo>
                      <a:pt x="576" y="238"/>
                    </a:lnTo>
                    <a:lnTo>
                      <a:pt x="577" y="237"/>
                    </a:lnTo>
                    <a:lnTo>
                      <a:pt x="579" y="237"/>
                    </a:lnTo>
                    <a:lnTo>
                      <a:pt x="580" y="235"/>
                    </a:lnTo>
                    <a:lnTo>
                      <a:pt x="581" y="235"/>
                    </a:lnTo>
                    <a:lnTo>
                      <a:pt x="581" y="234"/>
                    </a:lnTo>
                    <a:lnTo>
                      <a:pt x="583" y="234"/>
                    </a:lnTo>
                    <a:lnTo>
                      <a:pt x="585" y="233"/>
                    </a:lnTo>
                    <a:lnTo>
                      <a:pt x="587" y="231"/>
                    </a:lnTo>
                    <a:lnTo>
                      <a:pt x="588" y="230"/>
                    </a:lnTo>
                    <a:lnTo>
                      <a:pt x="589" y="230"/>
                    </a:lnTo>
                    <a:lnTo>
                      <a:pt x="591" y="229"/>
                    </a:lnTo>
                    <a:lnTo>
                      <a:pt x="592" y="227"/>
                    </a:lnTo>
                    <a:lnTo>
                      <a:pt x="593" y="227"/>
                    </a:lnTo>
                    <a:lnTo>
                      <a:pt x="593" y="226"/>
                    </a:lnTo>
                    <a:lnTo>
                      <a:pt x="595" y="226"/>
                    </a:lnTo>
                    <a:lnTo>
                      <a:pt x="596" y="225"/>
                    </a:lnTo>
                    <a:lnTo>
                      <a:pt x="597" y="225"/>
                    </a:lnTo>
                    <a:lnTo>
                      <a:pt x="597" y="223"/>
                    </a:lnTo>
                    <a:lnTo>
                      <a:pt x="599" y="223"/>
                    </a:lnTo>
                    <a:lnTo>
                      <a:pt x="600" y="223"/>
                    </a:lnTo>
                    <a:lnTo>
                      <a:pt x="600" y="222"/>
                    </a:lnTo>
                    <a:lnTo>
                      <a:pt x="601" y="222"/>
                    </a:lnTo>
                    <a:lnTo>
                      <a:pt x="603" y="221"/>
                    </a:lnTo>
                    <a:lnTo>
                      <a:pt x="604" y="221"/>
                    </a:lnTo>
                    <a:lnTo>
                      <a:pt x="604" y="219"/>
                    </a:lnTo>
                    <a:lnTo>
                      <a:pt x="605" y="219"/>
                    </a:lnTo>
                    <a:lnTo>
                      <a:pt x="605" y="218"/>
                    </a:lnTo>
                    <a:lnTo>
                      <a:pt x="607" y="218"/>
                    </a:lnTo>
                    <a:lnTo>
                      <a:pt x="608" y="217"/>
                    </a:lnTo>
                    <a:lnTo>
                      <a:pt x="609" y="215"/>
                    </a:lnTo>
                    <a:lnTo>
                      <a:pt x="611" y="214"/>
                    </a:lnTo>
                    <a:lnTo>
                      <a:pt x="612" y="214"/>
                    </a:lnTo>
                    <a:lnTo>
                      <a:pt x="612" y="213"/>
                    </a:lnTo>
                    <a:lnTo>
                      <a:pt x="613" y="213"/>
                    </a:lnTo>
                    <a:lnTo>
                      <a:pt x="615" y="211"/>
                    </a:lnTo>
                    <a:lnTo>
                      <a:pt x="616" y="210"/>
                    </a:lnTo>
                    <a:lnTo>
                      <a:pt x="617" y="209"/>
                    </a:lnTo>
                    <a:lnTo>
                      <a:pt x="619" y="209"/>
                    </a:lnTo>
                    <a:lnTo>
                      <a:pt x="619" y="207"/>
                    </a:lnTo>
                    <a:lnTo>
                      <a:pt x="620" y="207"/>
                    </a:lnTo>
                    <a:lnTo>
                      <a:pt x="621" y="206"/>
                    </a:lnTo>
                    <a:lnTo>
                      <a:pt x="622" y="206"/>
                    </a:lnTo>
                    <a:lnTo>
                      <a:pt x="622" y="205"/>
                    </a:lnTo>
                    <a:lnTo>
                      <a:pt x="624" y="205"/>
                    </a:lnTo>
                    <a:lnTo>
                      <a:pt x="625" y="203"/>
                    </a:lnTo>
                    <a:lnTo>
                      <a:pt x="626" y="202"/>
                    </a:lnTo>
                    <a:lnTo>
                      <a:pt x="628" y="202"/>
                    </a:lnTo>
                    <a:lnTo>
                      <a:pt x="628" y="201"/>
                    </a:lnTo>
                    <a:lnTo>
                      <a:pt x="629" y="201"/>
                    </a:lnTo>
                    <a:lnTo>
                      <a:pt x="630" y="199"/>
                    </a:lnTo>
                    <a:lnTo>
                      <a:pt x="632" y="199"/>
                    </a:lnTo>
                    <a:lnTo>
                      <a:pt x="632" y="198"/>
                    </a:lnTo>
                    <a:lnTo>
                      <a:pt x="633" y="198"/>
                    </a:lnTo>
                    <a:lnTo>
                      <a:pt x="634" y="197"/>
                    </a:lnTo>
                    <a:lnTo>
                      <a:pt x="636" y="195"/>
                    </a:lnTo>
                    <a:lnTo>
                      <a:pt x="637" y="195"/>
                    </a:lnTo>
                    <a:lnTo>
                      <a:pt x="638" y="194"/>
                    </a:lnTo>
                    <a:lnTo>
                      <a:pt x="640" y="193"/>
                    </a:lnTo>
                    <a:lnTo>
                      <a:pt x="641" y="193"/>
                    </a:lnTo>
                    <a:lnTo>
                      <a:pt x="641" y="191"/>
                    </a:lnTo>
                    <a:lnTo>
                      <a:pt x="642" y="191"/>
                    </a:lnTo>
                    <a:lnTo>
                      <a:pt x="644" y="190"/>
                    </a:lnTo>
                    <a:lnTo>
                      <a:pt x="645" y="190"/>
                    </a:lnTo>
                    <a:lnTo>
                      <a:pt x="645" y="189"/>
                    </a:lnTo>
                    <a:lnTo>
                      <a:pt x="646" y="189"/>
                    </a:lnTo>
                    <a:lnTo>
                      <a:pt x="648" y="188"/>
                    </a:lnTo>
                    <a:lnTo>
                      <a:pt x="649" y="186"/>
                    </a:lnTo>
                    <a:lnTo>
                      <a:pt x="650" y="186"/>
                    </a:lnTo>
                    <a:lnTo>
                      <a:pt x="650" y="185"/>
                    </a:lnTo>
                    <a:lnTo>
                      <a:pt x="652" y="185"/>
                    </a:lnTo>
                    <a:lnTo>
                      <a:pt x="652" y="184"/>
                    </a:lnTo>
                    <a:lnTo>
                      <a:pt x="653" y="184"/>
                    </a:lnTo>
                    <a:lnTo>
                      <a:pt x="654" y="182"/>
                    </a:lnTo>
                    <a:lnTo>
                      <a:pt x="656" y="181"/>
                    </a:lnTo>
                    <a:lnTo>
                      <a:pt x="657" y="180"/>
                    </a:lnTo>
                    <a:lnTo>
                      <a:pt x="657" y="178"/>
                    </a:lnTo>
                    <a:lnTo>
                      <a:pt x="658" y="178"/>
                    </a:lnTo>
                    <a:lnTo>
                      <a:pt x="660" y="177"/>
                    </a:lnTo>
                    <a:lnTo>
                      <a:pt x="661" y="176"/>
                    </a:lnTo>
                    <a:lnTo>
                      <a:pt x="662" y="174"/>
                    </a:lnTo>
                    <a:lnTo>
                      <a:pt x="664" y="173"/>
                    </a:lnTo>
                    <a:lnTo>
                      <a:pt x="664" y="172"/>
                    </a:lnTo>
                    <a:lnTo>
                      <a:pt x="665" y="170"/>
                    </a:lnTo>
                    <a:lnTo>
                      <a:pt x="666" y="169"/>
                    </a:lnTo>
                    <a:lnTo>
                      <a:pt x="668" y="168"/>
                    </a:lnTo>
                    <a:lnTo>
                      <a:pt x="669" y="166"/>
                    </a:lnTo>
                    <a:lnTo>
                      <a:pt x="670" y="165"/>
                    </a:lnTo>
                    <a:lnTo>
                      <a:pt x="672" y="165"/>
                    </a:lnTo>
                    <a:lnTo>
                      <a:pt x="673" y="164"/>
                    </a:lnTo>
                    <a:lnTo>
                      <a:pt x="673" y="162"/>
                    </a:lnTo>
                    <a:lnTo>
                      <a:pt x="674" y="161"/>
                    </a:lnTo>
                    <a:lnTo>
                      <a:pt x="676" y="161"/>
                    </a:lnTo>
                    <a:lnTo>
                      <a:pt x="676" y="160"/>
                    </a:lnTo>
                    <a:lnTo>
                      <a:pt x="677" y="158"/>
                    </a:lnTo>
                    <a:lnTo>
                      <a:pt x="678" y="157"/>
                    </a:lnTo>
                    <a:lnTo>
                      <a:pt x="680" y="156"/>
                    </a:lnTo>
                    <a:lnTo>
                      <a:pt x="681" y="154"/>
                    </a:lnTo>
                    <a:lnTo>
                      <a:pt x="682" y="153"/>
                    </a:lnTo>
                    <a:lnTo>
                      <a:pt x="682" y="152"/>
                    </a:lnTo>
                    <a:lnTo>
                      <a:pt x="684" y="152"/>
                    </a:lnTo>
                    <a:lnTo>
                      <a:pt x="684" y="150"/>
                    </a:lnTo>
                    <a:lnTo>
                      <a:pt x="685" y="149"/>
                    </a:lnTo>
                    <a:lnTo>
                      <a:pt x="686" y="149"/>
                    </a:lnTo>
                    <a:lnTo>
                      <a:pt x="686" y="148"/>
                    </a:lnTo>
                    <a:lnTo>
                      <a:pt x="688" y="146"/>
                    </a:lnTo>
                    <a:lnTo>
                      <a:pt x="689" y="145"/>
                    </a:lnTo>
                    <a:lnTo>
                      <a:pt x="689" y="144"/>
                    </a:lnTo>
                    <a:lnTo>
                      <a:pt x="690" y="142"/>
                    </a:lnTo>
                    <a:lnTo>
                      <a:pt x="692" y="141"/>
                    </a:lnTo>
                    <a:lnTo>
                      <a:pt x="693" y="140"/>
                    </a:lnTo>
                    <a:lnTo>
                      <a:pt x="694" y="138"/>
                    </a:lnTo>
                    <a:lnTo>
                      <a:pt x="695" y="136"/>
                    </a:lnTo>
                    <a:lnTo>
                      <a:pt x="697" y="134"/>
                    </a:lnTo>
                    <a:lnTo>
                      <a:pt x="698" y="133"/>
                    </a:lnTo>
                    <a:lnTo>
                      <a:pt x="701" y="130"/>
                    </a:lnTo>
                    <a:lnTo>
                      <a:pt x="702" y="129"/>
                    </a:lnTo>
                    <a:lnTo>
                      <a:pt x="702" y="128"/>
                    </a:lnTo>
                    <a:lnTo>
                      <a:pt x="703" y="126"/>
                    </a:lnTo>
                    <a:lnTo>
                      <a:pt x="705" y="125"/>
                    </a:lnTo>
                    <a:lnTo>
                      <a:pt x="706" y="124"/>
                    </a:lnTo>
                    <a:lnTo>
                      <a:pt x="707" y="122"/>
                    </a:lnTo>
                    <a:lnTo>
                      <a:pt x="707" y="121"/>
                    </a:lnTo>
                    <a:lnTo>
                      <a:pt x="709" y="120"/>
                    </a:lnTo>
                    <a:lnTo>
                      <a:pt x="710" y="120"/>
                    </a:lnTo>
                    <a:lnTo>
                      <a:pt x="710" y="118"/>
                    </a:lnTo>
                    <a:lnTo>
                      <a:pt x="711" y="117"/>
                    </a:lnTo>
                    <a:lnTo>
                      <a:pt x="713" y="116"/>
                    </a:lnTo>
                    <a:lnTo>
                      <a:pt x="714" y="114"/>
                    </a:lnTo>
                    <a:lnTo>
                      <a:pt x="714" y="113"/>
                    </a:lnTo>
                    <a:lnTo>
                      <a:pt x="715" y="112"/>
                    </a:lnTo>
                    <a:lnTo>
                      <a:pt x="717" y="111"/>
                    </a:lnTo>
                    <a:lnTo>
                      <a:pt x="718" y="109"/>
                    </a:lnTo>
                    <a:lnTo>
                      <a:pt x="719" y="108"/>
                    </a:lnTo>
                    <a:lnTo>
                      <a:pt x="719" y="107"/>
                    </a:lnTo>
                    <a:lnTo>
                      <a:pt x="721" y="105"/>
                    </a:lnTo>
                    <a:lnTo>
                      <a:pt x="722" y="104"/>
                    </a:lnTo>
                    <a:lnTo>
                      <a:pt x="722" y="103"/>
                    </a:lnTo>
                    <a:lnTo>
                      <a:pt x="723" y="101"/>
                    </a:lnTo>
                    <a:lnTo>
                      <a:pt x="725" y="99"/>
                    </a:lnTo>
                    <a:lnTo>
                      <a:pt x="726" y="97"/>
                    </a:lnTo>
                    <a:lnTo>
                      <a:pt x="727" y="96"/>
                    </a:lnTo>
                    <a:lnTo>
                      <a:pt x="729" y="93"/>
                    </a:lnTo>
                    <a:lnTo>
                      <a:pt x="730" y="91"/>
                    </a:lnTo>
                    <a:lnTo>
                      <a:pt x="731" y="89"/>
                    </a:lnTo>
                    <a:lnTo>
                      <a:pt x="734" y="87"/>
                    </a:lnTo>
                    <a:lnTo>
                      <a:pt x="735" y="85"/>
                    </a:lnTo>
                    <a:lnTo>
                      <a:pt x="735" y="84"/>
                    </a:lnTo>
                    <a:lnTo>
                      <a:pt x="737" y="81"/>
                    </a:lnTo>
                    <a:lnTo>
                      <a:pt x="738" y="80"/>
                    </a:lnTo>
                    <a:lnTo>
                      <a:pt x="739" y="79"/>
                    </a:lnTo>
                    <a:lnTo>
                      <a:pt x="741" y="77"/>
                    </a:lnTo>
                    <a:lnTo>
                      <a:pt x="742" y="76"/>
                    </a:lnTo>
                    <a:lnTo>
                      <a:pt x="742" y="75"/>
                    </a:lnTo>
                    <a:lnTo>
                      <a:pt x="743" y="73"/>
                    </a:lnTo>
                    <a:lnTo>
                      <a:pt x="745" y="72"/>
                    </a:lnTo>
                    <a:lnTo>
                      <a:pt x="746" y="71"/>
                    </a:lnTo>
                    <a:lnTo>
                      <a:pt x="746" y="69"/>
                    </a:lnTo>
                    <a:lnTo>
                      <a:pt x="747" y="68"/>
                    </a:lnTo>
                    <a:lnTo>
                      <a:pt x="749" y="67"/>
                    </a:lnTo>
                    <a:lnTo>
                      <a:pt x="749" y="65"/>
                    </a:lnTo>
                    <a:lnTo>
                      <a:pt x="750" y="64"/>
                    </a:lnTo>
                    <a:lnTo>
                      <a:pt x="751" y="63"/>
                    </a:lnTo>
                    <a:lnTo>
                      <a:pt x="753" y="61"/>
                    </a:lnTo>
                    <a:lnTo>
                      <a:pt x="754" y="60"/>
                    </a:lnTo>
                    <a:lnTo>
                      <a:pt x="754" y="59"/>
                    </a:lnTo>
                    <a:lnTo>
                      <a:pt x="755" y="57"/>
                    </a:lnTo>
                    <a:lnTo>
                      <a:pt x="757" y="55"/>
                    </a:lnTo>
                    <a:lnTo>
                      <a:pt x="758" y="53"/>
                    </a:lnTo>
                    <a:lnTo>
                      <a:pt x="759" y="52"/>
                    </a:lnTo>
                    <a:lnTo>
                      <a:pt x="761" y="51"/>
                    </a:lnTo>
                    <a:lnTo>
                      <a:pt x="762" y="48"/>
                    </a:lnTo>
                    <a:lnTo>
                      <a:pt x="763" y="47"/>
                    </a:lnTo>
                    <a:lnTo>
                      <a:pt x="765" y="44"/>
                    </a:lnTo>
                    <a:lnTo>
                      <a:pt x="766" y="41"/>
                    </a:lnTo>
                    <a:lnTo>
                      <a:pt x="767" y="40"/>
                    </a:lnTo>
                    <a:lnTo>
                      <a:pt x="769" y="38"/>
                    </a:lnTo>
                    <a:lnTo>
                      <a:pt x="770" y="36"/>
                    </a:lnTo>
                    <a:lnTo>
                      <a:pt x="771" y="35"/>
                    </a:lnTo>
                    <a:lnTo>
                      <a:pt x="772" y="32"/>
                    </a:lnTo>
                    <a:lnTo>
                      <a:pt x="774" y="31"/>
                    </a:lnTo>
                    <a:lnTo>
                      <a:pt x="775" y="30"/>
                    </a:lnTo>
                    <a:lnTo>
                      <a:pt x="775" y="28"/>
                    </a:lnTo>
                    <a:lnTo>
                      <a:pt x="776" y="27"/>
                    </a:lnTo>
                    <a:lnTo>
                      <a:pt x="778" y="26"/>
                    </a:lnTo>
                    <a:lnTo>
                      <a:pt x="778" y="24"/>
                    </a:lnTo>
                    <a:lnTo>
                      <a:pt x="779" y="24"/>
                    </a:lnTo>
                    <a:lnTo>
                      <a:pt x="780" y="23"/>
                    </a:lnTo>
                    <a:lnTo>
                      <a:pt x="780" y="22"/>
                    </a:lnTo>
                    <a:lnTo>
                      <a:pt x="782" y="20"/>
                    </a:lnTo>
                    <a:lnTo>
                      <a:pt x="783" y="19"/>
                    </a:lnTo>
                    <a:lnTo>
                      <a:pt x="783" y="18"/>
                    </a:lnTo>
                    <a:lnTo>
                      <a:pt x="784" y="16"/>
                    </a:lnTo>
                    <a:lnTo>
                      <a:pt x="784" y="15"/>
                    </a:lnTo>
                    <a:lnTo>
                      <a:pt x="786" y="15"/>
                    </a:lnTo>
                    <a:lnTo>
                      <a:pt x="786" y="14"/>
                    </a:lnTo>
                    <a:lnTo>
                      <a:pt x="787" y="12"/>
                    </a:lnTo>
                    <a:lnTo>
                      <a:pt x="787" y="11"/>
                    </a:lnTo>
                    <a:lnTo>
                      <a:pt x="788" y="10"/>
                    </a:lnTo>
                    <a:lnTo>
                      <a:pt x="788" y="8"/>
                    </a:lnTo>
                    <a:lnTo>
                      <a:pt x="790" y="7"/>
                    </a:lnTo>
                    <a:lnTo>
                      <a:pt x="791" y="6"/>
                    </a:lnTo>
                    <a:lnTo>
                      <a:pt x="791" y="4"/>
                    </a:lnTo>
                    <a:lnTo>
                      <a:pt x="792" y="2"/>
                    </a:lnTo>
                    <a:lnTo>
                      <a:pt x="794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15840" name="Freeform 88">
                <a:extLst>
                  <a:ext uri="{FF2B5EF4-FFF2-40B4-BE49-F238E27FC236}">
                    <a16:creationId xmlns:a16="http://schemas.microsoft.com/office/drawing/2014/main" id="{46DBBC58-4B05-4911-AFAF-8F0B88C28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505902"/>
                <a:ext cx="74612" cy="252412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0"/>
                    </a:moveTo>
                    <a:lnTo>
                      <a:pt x="3" y="4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7" y="13"/>
                    </a:lnTo>
                    <a:lnTo>
                      <a:pt x="9" y="16"/>
                    </a:lnTo>
                    <a:lnTo>
                      <a:pt x="11" y="19"/>
                    </a:lnTo>
                    <a:lnTo>
                      <a:pt x="12" y="20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9" y="33"/>
                    </a:lnTo>
                    <a:lnTo>
                      <a:pt x="20" y="35"/>
                    </a:lnTo>
                    <a:lnTo>
                      <a:pt x="20" y="36"/>
                    </a:lnTo>
                    <a:lnTo>
                      <a:pt x="21" y="37"/>
                    </a:lnTo>
                    <a:lnTo>
                      <a:pt x="21" y="39"/>
                    </a:lnTo>
                    <a:lnTo>
                      <a:pt x="23" y="40"/>
                    </a:lnTo>
                    <a:lnTo>
                      <a:pt x="23" y="41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4" y="45"/>
                    </a:lnTo>
                    <a:lnTo>
                      <a:pt x="25" y="47"/>
                    </a:lnTo>
                    <a:lnTo>
                      <a:pt x="25" y="48"/>
                    </a:lnTo>
                    <a:lnTo>
                      <a:pt x="27" y="49"/>
                    </a:lnTo>
                    <a:lnTo>
                      <a:pt x="27" y="51"/>
                    </a:lnTo>
                    <a:lnTo>
                      <a:pt x="28" y="52"/>
                    </a:lnTo>
                    <a:lnTo>
                      <a:pt x="28" y="53"/>
                    </a:lnTo>
                    <a:lnTo>
                      <a:pt x="29" y="55"/>
                    </a:lnTo>
                    <a:lnTo>
                      <a:pt x="29" y="57"/>
                    </a:lnTo>
                    <a:lnTo>
                      <a:pt x="31" y="58"/>
                    </a:lnTo>
                    <a:lnTo>
                      <a:pt x="31" y="60"/>
                    </a:lnTo>
                    <a:lnTo>
                      <a:pt x="32" y="62"/>
                    </a:lnTo>
                    <a:lnTo>
                      <a:pt x="32" y="64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5" y="70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7" y="74"/>
                    </a:lnTo>
                    <a:lnTo>
                      <a:pt x="37" y="76"/>
                    </a:lnTo>
                    <a:lnTo>
                      <a:pt x="37" y="77"/>
                    </a:lnTo>
                    <a:lnTo>
                      <a:pt x="39" y="78"/>
                    </a:lnTo>
                    <a:lnTo>
                      <a:pt x="39" y="80"/>
                    </a:lnTo>
                    <a:lnTo>
                      <a:pt x="40" y="81"/>
                    </a:lnTo>
                    <a:lnTo>
                      <a:pt x="40" y="82"/>
                    </a:lnTo>
                    <a:lnTo>
                      <a:pt x="41" y="84"/>
                    </a:lnTo>
                    <a:lnTo>
                      <a:pt x="41" y="85"/>
                    </a:lnTo>
                    <a:lnTo>
                      <a:pt x="41" y="86"/>
                    </a:lnTo>
                    <a:lnTo>
                      <a:pt x="42" y="88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4" y="93"/>
                    </a:lnTo>
                    <a:lnTo>
                      <a:pt x="44" y="94"/>
                    </a:lnTo>
                    <a:lnTo>
                      <a:pt x="45" y="96"/>
                    </a:lnTo>
                    <a:lnTo>
                      <a:pt x="45" y="98"/>
                    </a:lnTo>
                    <a:lnTo>
                      <a:pt x="46" y="100"/>
                    </a:lnTo>
                    <a:lnTo>
                      <a:pt x="48" y="102"/>
                    </a:lnTo>
                    <a:lnTo>
                      <a:pt x="48" y="105"/>
                    </a:lnTo>
                    <a:lnTo>
                      <a:pt x="49" y="106"/>
                    </a:lnTo>
                    <a:lnTo>
                      <a:pt x="49" y="109"/>
                    </a:lnTo>
                    <a:lnTo>
                      <a:pt x="50" y="110"/>
                    </a:lnTo>
                    <a:lnTo>
                      <a:pt x="52" y="112"/>
                    </a:lnTo>
                    <a:lnTo>
                      <a:pt x="52" y="113"/>
                    </a:lnTo>
                    <a:lnTo>
                      <a:pt x="52" y="116"/>
                    </a:lnTo>
                    <a:lnTo>
                      <a:pt x="53" y="117"/>
                    </a:lnTo>
                    <a:lnTo>
                      <a:pt x="53" y="118"/>
                    </a:lnTo>
                    <a:lnTo>
                      <a:pt x="54" y="120"/>
                    </a:lnTo>
                    <a:lnTo>
                      <a:pt x="54" y="121"/>
                    </a:lnTo>
                    <a:lnTo>
                      <a:pt x="54" y="122"/>
                    </a:lnTo>
                    <a:lnTo>
                      <a:pt x="56" y="122"/>
                    </a:lnTo>
                    <a:lnTo>
                      <a:pt x="56" y="124"/>
                    </a:lnTo>
                    <a:lnTo>
                      <a:pt x="56" y="125"/>
                    </a:lnTo>
                    <a:lnTo>
                      <a:pt x="57" y="126"/>
                    </a:lnTo>
                    <a:lnTo>
                      <a:pt x="57" y="128"/>
                    </a:lnTo>
                    <a:lnTo>
                      <a:pt x="57" y="129"/>
                    </a:lnTo>
                    <a:lnTo>
                      <a:pt x="57" y="130"/>
                    </a:lnTo>
                    <a:lnTo>
                      <a:pt x="58" y="131"/>
                    </a:lnTo>
                    <a:lnTo>
                      <a:pt x="58" y="133"/>
                    </a:lnTo>
                    <a:lnTo>
                      <a:pt x="60" y="134"/>
                    </a:lnTo>
                    <a:lnTo>
                      <a:pt x="60" y="135"/>
                    </a:lnTo>
                    <a:lnTo>
                      <a:pt x="60" y="137"/>
                    </a:lnTo>
                    <a:lnTo>
                      <a:pt x="61" y="139"/>
                    </a:lnTo>
                    <a:lnTo>
                      <a:pt x="61" y="141"/>
                    </a:lnTo>
                    <a:lnTo>
                      <a:pt x="61" y="142"/>
                    </a:lnTo>
                    <a:lnTo>
                      <a:pt x="62" y="143"/>
                    </a:lnTo>
                    <a:lnTo>
                      <a:pt x="62" y="146"/>
                    </a:lnTo>
                    <a:lnTo>
                      <a:pt x="64" y="147"/>
                    </a:lnTo>
                    <a:lnTo>
                      <a:pt x="64" y="150"/>
                    </a:lnTo>
                    <a:lnTo>
                      <a:pt x="65" y="153"/>
                    </a:lnTo>
                    <a:lnTo>
                      <a:pt x="65" y="154"/>
                    </a:lnTo>
                    <a:lnTo>
                      <a:pt x="66" y="157"/>
                    </a:lnTo>
                    <a:lnTo>
                      <a:pt x="66" y="158"/>
                    </a:lnTo>
                    <a:lnTo>
                      <a:pt x="68" y="159"/>
                    </a:lnTo>
                    <a:lnTo>
                      <a:pt x="68" y="162"/>
                    </a:lnTo>
                    <a:lnTo>
                      <a:pt x="68" y="163"/>
                    </a:lnTo>
                    <a:lnTo>
                      <a:pt x="69" y="165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0" y="170"/>
                    </a:lnTo>
                    <a:lnTo>
                      <a:pt x="70" y="171"/>
                    </a:lnTo>
                    <a:lnTo>
                      <a:pt x="70" y="173"/>
                    </a:lnTo>
                    <a:lnTo>
                      <a:pt x="72" y="173"/>
                    </a:lnTo>
                    <a:lnTo>
                      <a:pt x="72" y="174"/>
                    </a:lnTo>
                    <a:lnTo>
                      <a:pt x="72" y="175"/>
                    </a:lnTo>
                    <a:lnTo>
                      <a:pt x="72" y="177"/>
                    </a:lnTo>
                    <a:lnTo>
                      <a:pt x="73" y="178"/>
                    </a:lnTo>
                    <a:lnTo>
                      <a:pt x="73" y="179"/>
                    </a:lnTo>
                    <a:lnTo>
                      <a:pt x="73" y="181"/>
                    </a:lnTo>
                    <a:lnTo>
                      <a:pt x="74" y="182"/>
                    </a:lnTo>
                    <a:lnTo>
                      <a:pt x="74" y="183"/>
                    </a:lnTo>
                    <a:lnTo>
                      <a:pt x="74" y="185"/>
                    </a:lnTo>
                    <a:lnTo>
                      <a:pt x="76" y="186"/>
                    </a:lnTo>
                    <a:lnTo>
                      <a:pt x="76" y="187"/>
                    </a:lnTo>
                    <a:lnTo>
                      <a:pt x="76" y="189"/>
                    </a:lnTo>
                    <a:lnTo>
                      <a:pt x="77" y="190"/>
                    </a:lnTo>
                    <a:lnTo>
                      <a:pt x="77" y="193"/>
                    </a:lnTo>
                    <a:lnTo>
                      <a:pt x="78" y="194"/>
                    </a:lnTo>
                    <a:lnTo>
                      <a:pt x="78" y="197"/>
                    </a:lnTo>
                    <a:lnTo>
                      <a:pt x="78" y="198"/>
                    </a:lnTo>
                    <a:lnTo>
                      <a:pt x="80" y="201"/>
                    </a:lnTo>
                    <a:lnTo>
                      <a:pt x="80" y="203"/>
                    </a:lnTo>
                    <a:lnTo>
                      <a:pt x="81" y="205"/>
                    </a:lnTo>
                    <a:lnTo>
                      <a:pt x="81" y="206"/>
                    </a:lnTo>
                    <a:lnTo>
                      <a:pt x="82" y="208"/>
                    </a:lnTo>
                    <a:lnTo>
                      <a:pt x="82" y="210"/>
                    </a:lnTo>
                    <a:lnTo>
                      <a:pt x="82" y="211"/>
                    </a:lnTo>
                    <a:lnTo>
                      <a:pt x="84" y="212"/>
                    </a:lnTo>
                    <a:lnTo>
                      <a:pt x="84" y="214"/>
                    </a:lnTo>
                    <a:lnTo>
                      <a:pt x="84" y="215"/>
                    </a:lnTo>
                    <a:lnTo>
                      <a:pt x="85" y="216"/>
                    </a:lnTo>
                    <a:lnTo>
                      <a:pt x="85" y="218"/>
                    </a:lnTo>
                    <a:lnTo>
                      <a:pt x="85" y="219"/>
                    </a:lnTo>
                    <a:lnTo>
                      <a:pt x="85" y="220"/>
                    </a:lnTo>
                    <a:lnTo>
                      <a:pt x="86" y="222"/>
                    </a:lnTo>
                    <a:lnTo>
                      <a:pt x="86" y="223"/>
                    </a:lnTo>
                    <a:lnTo>
                      <a:pt x="86" y="224"/>
                    </a:lnTo>
                    <a:lnTo>
                      <a:pt x="86" y="226"/>
                    </a:lnTo>
                    <a:lnTo>
                      <a:pt x="86" y="227"/>
                    </a:lnTo>
                    <a:lnTo>
                      <a:pt x="86" y="228"/>
                    </a:lnTo>
                    <a:lnTo>
                      <a:pt x="86" y="230"/>
                    </a:lnTo>
                    <a:lnTo>
                      <a:pt x="88" y="231"/>
                    </a:lnTo>
                    <a:lnTo>
                      <a:pt x="88" y="232"/>
                    </a:lnTo>
                    <a:lnTo>
                      <a:pt x="88" y="234"/>
                    </a:lnTo>
                    <a:lnTo>
                      <a:pt x="88" y="235"/>
                    </a:lnTo>
                    <a:lnTo>
                      <a:pt x="88" y="236"/>
                    </a:lnTo>
                    <a:lnTo>
                      <a:pt x="88" y="238"/>
                    </a:lnTo>
                    <a:lnTo>
                      <a:pt x="88" y="239"/>
                    </a:lnTo>
                    <a:lnTo>
                      <a:pt x="88" y="242"/>
                    </a:lnTo>
                    <a:lnTo>
                      <a:pt x="88" y="243"/>
                    </a:lnTo>
                    <a:lnTo>
                      <a:pt x="88" y="246"/>
                    </a:lnTo>
                    <a:lnTo>
                      <a:pt x="89" y="247"/>
                    </a:lnTo>
                    <a:lnTo>
                      <a:pt x="89" y="248"/>
                    </a:lnTo>
                    <a:lnTo>
                      <a:pt x="89" y="250"/>
                    </a:lnTo>
                    <a:lnTo>
                      <a:pt x="89" y="251"/>
                    </a:lnTo>
                    <a:lnTo>
                      <a:pt x="89" y="252"/>
                    </a:lnTo>
                    <a:lnTo>
                      <a:pt x="89" y="254"/>
                    </a:lnTo>
                    <a:lnTo>
                      <a:pt x="89" y="255"/>
                    </a:lnTo>
                    <a:lnTo>
                      <a:pt x="89" y="256"/>
                    </a:lnTo>
                    <a:lnTo>
                      <a:pt x="89" y="258"/>
                    </a:lnTo>
                    <a:lnTo>
                      <a:pt x="89" y="259"/>
                    </a:lnTo>
                    <a:lnTo>
                      <a:pt x="89" y="260"/>
                    </a:lnTo>
                    <a:lnTo>
                      <a:pt x="90" y="260"/>
                    </a:lnTo>
                    <a:lnTo>
                      <a:pt x="90" y="262"/>
                    </a:lnTo>
                    <a:lnTo>
                      <a:pt x="90" y="263"/>
                    </a:lnTo>
                    <a:lnTo>
                      <a:pt x="90" y="264"/>
                    </a:lnTo>
                    <a:lnTo>
                      <a:pt x="90" y="266"/>
                    </a:lnTo>
                    <a:lnTo>
                      <a:pt x="90" y="267"/>
                    </a:lnTo>
                    <a:lnTo>
                      <a:pt x="90" y="268"/>
                    </a:lnTo>
                    <a:lnTo>
                      <a:pt x="90" y="270"/>
                    </a:lnTo>
                    <a:lnTo>
                      <a:pt x="92" y="270"/>
                    </a:lnTo>
                    <a:lnTo>
                      <a:pt x="92" y="271"/>
                    </a:lnTo>
                    <a:lnTo>
                      <a:pt x="92" y="272"/>
                    </a:lnTo>
                    <a:lnTo>
                      <a:pt x="92" y="274"/>
                    </a:lnTo>
                    <a:lnTo>
                      <a:pt x="92" y="275"/>
                    </a:lnTo>
                    <a:lnTo>
                      <a:pt x="92" y="276"/>
                    </a:lnTo>
                    <a:lnTo>
                      <a:pt x="93" y="278"/>
                    </a:lnTo>
                    <a:lnTo>
                      <a:pt x="93" y="279"/>
                    </a:lnTo>
                    <a:lnTo>
                      <a:pt x="93" y="280"/>
                    </a:lnTo>
                    <a:lnTo>
                      <a:pt x="93" y="281"/>
                    </a:lnTo>
                    <a:lnTo>
                      <a:pt x="93" y="283"/>
                    </a:lnTo>
                    <a:lnTo>
                      <a:pt x="94" y="284"/>
                    </a:lnTo>
                    <a:lnTo>
                      <a:pt x="94" y="285"/>
                    </a:lnTo>
                    <a:lnTo>
                      <a:pt x="94" y="287"/>
                    </a:lnTo>
                    <a:lnTo>
                      <a:pt x="94" y="288"/>
                    </a:lnTo>
                    <a:lnTo>
                      <a:pt x="94" y="289"/>
                    </a:lnTo>
                    <a:lnTo>
                      <a:pt x="94" y="291"/>
                    </a:lnTo>
                    <a:lnTo>
                      <a:pt x="94" y="292"/>
                    </a:lnTo>
                    <a:lnTo>
                      <a:pt x="94" y="293"/>
                    </a:lnTo>
                    <a:lnTo>
                      <a:pt x="94" y="295"/>
                    </a:lnTo>
                    <a:lnTo>
                      <a:pt x="94" y="296"/>
                    </a:lnTo>
                    <a:lnTo>
                      <a:pt x="94" y="297"/>
                    </a:lnTo>
                    <a:lnTo>
                      <a:pt x="94" y="299"/>
                    </a:lnTo>
                    <a:lnTo>
                      <a:pt x="94" y="300"/>
                    </a:lnTo>
                    <a:lnTo>
                      <a:pt x="94" y="303"/>
                    </a:lnTo>
                    <a:lnTo>
                      <a:pt x="94" y="304"/>
                    </a:lnTo>
                    <a:lnTo>
                      <a:pt x="94" y="305"/>
                    </a:lnTo>
                    <a:lnTo>
                      <a:pt x="93" y="308"/>
                    </a:lnTo>
                    <a:lnTo>
                      <a:pt x="93" y="309"/>
                    </a:lnTo>
                    <a:lnTo>
                      <a:pt x="93" y="312"/>
                    </a:lnTo>
                    <a:lnTo>
                      <a:pt x="93" y="315"/>
                    </a:lnTo>
                    <a:lnTo>
                      <a:pt x="93" y="317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15841" name="Freeform 89">
                <a:extLst>
                  <a:ext uri="{FF2B5EF4-FFF2-40B4-BE49-F238E27FC236}">
                    <a16:creationId xmlns:a16="http://schemas.microsoft.com/office/drawing/2014/main" id="{3F25732B-8AE8-4431-94D7-1DC665EA2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755138"/>
                <a:ext cx="74612" cy="252413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317"/>
                    </a:moveTo>
                    <a:lnTo>
                      <a:pt x="3" y="314"/>
                    </a:lnTo>
                    <a:lnTo>
                      <a:pt x="4" y="310"/>
                    </a:lnTo>
                    <a:lnTo>
                      <a:pt x="5" y="308"/>
                    </a:lnTo>
                    <a:lnTo>
                      <a:pt x="7" y="305"/>
                    </a:lnTo>
                    <a:lnTo>
                      <a:pt x="9" y="302"/>
                    </a:lnTo>
                    <a:lnTo>
                      <a:pt x="11" y="300"/>
                    </a:lnTo>
                    <a:lnTo>
                      <a:pt x="12" y="297"/>
                    </a:lnTo>
                    <a:lnTo>
                      <a:pt x="13" y="294"/>
                    </a:lnTo>
                    <a:lnTo>
                      <a:pt x="13" y="293"/>
                    </a:lnTo>
                    <a:lnTo>
                      <a:pt x="15" y="290"/>
                    </a:lnTo>
                    <a:lnTo>
                      <a:pt x="16" y="289"/>
                    </a:lnTo>
                    <a:lnTo>
                      <a:pt x="17" y="288"/>
                    </a:lnTo>
                    <a:lnTo>
                      <a:pt x="17" y="286"/>
                    </a:lnTo>
                    <a:lnTo>
                      <a:pt x="19" y="284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21" y="280"/>
                    </a:lnTo>
                    <a:lnTo>
                      <a:pt x="21" y="278"/>
                    </a:lnTo>
                    <a:lnTo>
                      <a:pt x="23" y="277"/>
                    </a:lnTo>
                    <a:lnTo>
                      <a:pt x="23" y="276"/>
                    </a:lnTo>
                    <a:lnTo>
                      <a:pt x="23" y="274"/>
                    </a:lnTo>
                    <a:lnTo>
                      <a:pt x="24" y="274"/>
                    </a:lnTo>
                    <a:lnTo>
                      <a:pt x="24" y="273"/>
                    </a:lnTo>
                    <a:lnTo>
                      <a:pt x="25" y="272"/>
                    </a:lnTo>
                    <a:lnTo>
                      <a:pt x="25" y="270"/>
                    </a:lnTo>
                    <a:lnTo>
                      <a:pt x="27" y="269"/>
                    </a:lnTo>
                    <a:lnTo>
                      <a:pt x="27" y="268"/>
                    </a:lnTo>
                    <a:lnTo>
                      <a:pt x="28" y="266"/>
                    </a:lnTo>
                    <a:lnTo>
                      <a:pt x="28" y="264"/>
                    </a:lnTo>
                    <a:lnTo>
                      <a:pt x="29" y="263"/>
                    </a:lnTo>
                    <a:lnTo>
                      <a:pt x="29" y="261"/>
                    </a:lnTo>
                    <a:lnTo>
                      <a:pt x="31" y="259"/>
                    </a:lnTo>
                    <a:lnTo>
                      <a:pt x="31" y="257"/>
                    </a:lnTo>
                    <a:lnTo>
                      <a:pt x="32" y="256"/>
                    </a:lnTo>
                    <a:lnTo>
                      <a:pt x="32" y="255"/>
                    </a:lnTo>
                    <a:lnTo>
                      <a:pt x="33" y="253"/>
                    </a:lnTo>
                    <a:lnTo>
                      <a:pt x="33" y="251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6" y="247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7" y="243"/>
                    </a:lnTo>
                    <a:lnTo>
                      <a:pt x="37" y="241"/>
                    </a:lnTo>
                    <a:lnTo>
                      <a:pt x="39" y="240"/>
                    </a:lnTo>
                    <a:lnTo>
                      <a:pt x="39" y="239"/>
                    </a:lnTo>
                    <a:lnTo>
                      <a:pt x="39" y="237"/>
                    </a:lnTo>
                    <a:lnTo>
                      <a:pt x="40" y="237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2" y="229"/>
                    </a:lnTo>
                    <a:lnTo>
                      <a:pt x="42" y="228"/>
                    </a:lnTo>
                    <a:lnTo>
                      <a:pt x="42" y="227"/>
                    </a:lnTo>
                    <a:lnTo>
                      <a:pt x="44" y="225"/>
                    </a:lnTo>
                    <a:lnTo>
                      <a:pt x="44" y="223"/>
                    </a:lnTo>
                    <a:lnTo>
                      <a:pt x="45" y="221"/>
                    </a:lnTo>
                    <a:lnTo>
                      <a:pt x="45" y="220"/>
                    </a:lnTo>
                    <a:lnTo>
                      <a:pt x="46" y="217"/>
                    </a:lnTo>
                    <a:lnTo>
                      <a:pt x="48" y="215"/>
                    </a:lnTo>
                    <a:lnTo>
                      <a:pt x="48" y="213"/>
                    </a:lnTo>
                    <a:lnTo>
                      <a:pt x="49" y="211"/>
                    </a:lnTo>
                    <a:lnTo>
                      <a:pt x="49" y="209"/>
                    </a:lnTo>
                    <a:lnTo>
                      <a:pt x="50" y="207"/>
                    </a:lnTo>
                    <a:lnTo>
                      <a:pt x="52" y="205"/>
                    </a:lnTo>
                    <a:lnTo>
                      <a:pt x="52" y="204"/>
                    </a:lnTo>
                    <a:lnTo>
                      <a:pt x="52" y="203"/>
                    </a:lnTo>
                    <a:lnTo>
                      <a:pt x="53" y="201"/>
                    </a:lnTo>
                    <a:lnTo>
                      <a:pt x="53" y="200"/>
                    </a:lnTo>
                    <a:lnTo>
                      <a:pt x="54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6" y="195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7" y="191"/>
                    </a:lnTo>
                    <a:lnTo>
                      <a:pt x="57" y="190"/>
                    </a:lnTo>
                    <a:lnTo>
                      <a:pt x="57" y="188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4"/>
                    </a:lnTo>
                    <a:lnTo>
                      <a:pt x="60" y="183"/>
                    </a:lnTo>
                    <a:lnTo>
                      <a:pt x="60" y="182"/>
                    </a:lnTo>
                    <a:lnTo>
                      <a:pt x="60" y="180"/>
                    </a:lnTo>
                    <a:lnTo>
                      <a:pt x="61" y="179"/>
                    </a:lnTo>
                    <a:lnTo>
                      <a:pt x="61" y="176"/>
                    </a:lnTo>
                    <a:lnTo>
                      <a:pt x="61" y="175"/>
                    </a:lnTo>
                    <a:lnTo>
                      <a:pt x="62" y="174"/>
                    </a:lnTo>
                    <a:lnTo>
                      <a:pt x="62" y="171"/>
                    </a:lnTo>
                    <a:lnTo>
                      <a:pt x="64" y="170"/>
                    </a:lnTo>
                    <a:lnTo>
                      <a:pt x="64" y="167"/>
                    </a:lnTo>
                    <a:lnTo>
                      <a:pt x="65" y="164"/>
                    </a:lnTo>
                    <a:lnTo>
                      <a:pt x="65" y="163"/>
                    </a:lnTo>
                    <a:lnTo>
                      <a:pt x="66" y="160"/>
                    </a:lnTo>
                    <a:lnTo>
                      <a:pt x="66" y="159"/>
                    </a:lnTo>
                    <a:lnTo>
                      <a:pt x="68" y="158"/>
                    </a:lnTo>
                    <a:lnTo>
                      <a:pt x="68" y="156"/>
                    </a:lnTo>
                    <a:lnTo>
                      <a:pt x="68" y="154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0" y="148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72" y="144"/>
                    </a:lnTo>
                    <a:lnTo>
                      <a:pt x="72" y="143"/>
                    </a:lnTo>
                    <a:lnTo>
                      <a:pt x="72" y="142"/>
                    </a:lnTo>
                    <a:lnTo>
                      <a:pt x="72" y="140"/>
                    </a:lnTo>
                    <a:lnTo>
                      <a:pt x="73" y="139"/>
                    </a:lnTo>
                    <a:lnTo>
                      <a:pt x="73" y="138"/>
                    </a:lnTo>
                    <a:lnTo>
                      <a:pt x="74" y="136"/>
                    </a:lnTo>
                    <a:lnTo>
                      <a:pt x="74" y="135"/>
                    </a:lnTo>
                    <a:lnTo>
                      <a:pt x="74" y="134"/>
                    </a:lnTo>
                    <a:lnTo>
                      <a:pt x="76" y="132"/>
                    </a:lnTo>
                    <a:lnTo>
                      <a:pt x="76" y="130"/>
                    </a:lnTo>
                    <a:lnTo>
                      <a:pt x="76" y="128"/>
                    </a:lnTo>
                    <a:lnTo>
                      <a:pt x="77" y="127"/>
                    </a:lnTo>
                    <a:lnTo>
                      <a:pt x="77" y="126"/>
                    </a:lnTo>
                    <a:lnTo>
                      <a:pt x="78" y="123"/>
                    </a:lnTo>
                    <a:lnTo>
                      <a:pt x="78" y="122"/>
                    </a:lnTo>
                    <a:lnTo>
                      <a:pt x="78" y="119"/>
                    </a:lnTo>
                    <a:lnTo>
                      <a:pt x="80" y="116"/>
                    </a:lnTo>
                    <a:lnTo>
                      <a:pt x="80" y="115"/>
                    </a:lnTo>
                    <a:lnTo>
                      <a:pt x="81" y="113"/>
                    </a:lnTo>
                    <a:lnTo>
                      <a:pt x="81" y="111"/>
                    </a:lnTo>
                    <a:lnTo>
                      <a:pt x="82" y="110"/>
                    </a:lnTo>
                    <a:lnTo>
                      <a:pt x="82" y="107"/>
                    </a:lnTo>
                    <a:lnTo>
                      <a:pt x="82" y="106"/>
                    </a:lnTo>
                    <a:lnTo>
                      <a:pt x="84" y="105"/>
                    </a:lnTo>
                    <a:lnTo>
                      <a:pt x="84" y="103"/>
                    </a:lnTo>
                    <a:lnTo>
                      <a:pt x="84" y="102"/>
                    </a:lnTo>
                    <a:lnTo>
                      <a:pt x="85" y="101"/>
                    </a:lnTo>
                    <a:lnTo>
                      <a:pt x="85" y="99"/>
                    </a:lnTo>
                    <a:lnTo>
                      <a:pt x="85" y="98"/>
                    </a:lnTo>
                    <a:lnTo>
                      <a:pt x="85" y="97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3"/>
                    </a:lnTo>
                    <a:lnTo>
                      <a:pt x="86" y="91"/>
                    </a:lnTo>
                    <a:lnTo>
                      <a:pt x="86" y="90"/>
                    </a:lnTo>
                    <a:lnTo>
                      <a:pt x="86" y="89"/>
                    </a:lnTo>
                    <a:lnTo>
                      <a:pt x="86" y="87"/>
                    </a:lnTo>
                    <a:lnTo>
                      <a:pt x="88" y="87"/>
                    </a:lnTo>
                    <a:lnTo>
                      <a:pt x="88" y="86"/>
                    </a:lnTo>
                    <a:lnTo>
                      <a:pt x="88" y="85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8" y="79"/>
                    </a:lnTo>
                    <a:lnTo>
                      <a:pt x="88" y="78"/>
                    </a:lnTo>
                    <a:lnTo>
                      <a:pt x="88" y="77"/>
                    </a:lnTo>
                    <a:lnTo>
                      <a:pt x="88" y="74"/>
                    </a:lnTo>
                    <a:lnTo>
                      <a:pt x="88" y="73"/>
                    </a:lnTo>
                    <a:lnTo>
                      <a:pt x="89" y="70"/>
                    </a:lnTo>
                    <a:lnTo>
                      <a:pt x="89" y="69"/>
                    </a:lnTo>
                    <a:lnTo>
                      <a:pt x="89" y="67"/>
                    </a:lnTo>
                    <a:lnTo>
                      <a:pt x="89" y="66"/>
                    </a:lnTo>
                    <a:lnTo>
                      <a:pt x="89" y="65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89" y="61"/>
                    </a:lnTo>
                    <a:lnTo>
                      <a:pt x="89" y="59"/>
                    </a:lnTo>
                    <a:lnTo>
                      <a:pt x="89" y="58"/>
                    </a:lnTo>
                    <a:lnTo>
                      <a:pt x="90" y="57"/>
                    </a:lnTo>
                    <a:lnTo>
                      <a:pt x="90" y="55"/>
                    </a:lnTo>
                    <a:lnTo>
                      <a:pt x="90" y="54"/>
                    </a:lnTo>
                    <a:lnTo>
                      <a:pt x="90" y="53"/>
                    </a:lnTo>
                    <a:lnTo>
                      <a:pt x="90" y="51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2" y="47"/>
                    </a:lnTo>
                    <a:lnTo>
                      <a:pt x="92" y="46"/>
                    </a:lnTo>
                    <a:lnTo>
                      <a:pt x="92" y="45"/>
                    </a:lnTo>
                    <a:lnTo>
                      <a:pt x="92" y="43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3" y="40"/>
                    </a:lnTo>
                    <a:lnTo>
                      <a:pt x="93" y="38"/>
                    </a:lnTo>
                    <a:lnTo>
                      <a:pt x="93" y="37"/>
                    </a:lnTo>
                    <a:lnTo>
                      <a:pt x="93" y="36"/>
                    </a:lnTo>
                    <a:lnTo>
                      <a:pt x="93" y="34"/>
                    </a:lnTo>
                    <a:lnTo>
                      <a:pt x="94" y="33"/>
                    </a:lnTo>
                    <a:lnTo>
                      <a:pt x="94" y="32"/>
                    </a:lnTo>
                    <a:lnTo>
                      <a:pt x="94" y="30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4" y="24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0"/>
                    </a:lnTo>
                    <a:lnTo>
                      <a:pt x="94" y="18"/>
                    </a:lnTo>
                    <a:lnTo>
                      <a:pt x="94" y="17"/>
                    </a:lnTo>
                    <a:lnTo>
                      <a:pt x="94" y="16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3" y="10"/>
                    </a:lnTo>
                    <a:lnTo>
                      <a:pt x="93" y="8"/>
                    </a:lnTo>
                    <a:lnTo>
                      <a:pt x="93" y="5"/>
                    </a:lnTo>
                    <a:lnTo>
                      <a:pt x="93" y="2"/>
                    </a:lnTo>
                    <a:lnTo>
                      <a:pt x="93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15794" name="Freeform 45">
              <a:extLst>
                <a:ext uri="{FF2B5EF4-FFF2-40B4-BE49-F238E27FC236}">
                  <a16:creationId xmlns:a16="http://schemas.microsoft.com/office/drawing/2014/main" id="{A622D134-EAF6-4A0A-A3C9-7391CB97A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674" y="2957298"/>
              <a:ext cx="3699109" cy="2735272"/>
            </a:xfrm>
            <a:custGeom>
              <a:avLst/>
              <a:gdLst>
                <a:gd name="T0" fmla="*/ 1278345235 w 10704"/>
                <a:gd name="T1" fmla="*/ 0 h 21003"/>
                <a:gd name="T2" fmla="*/ 2388662 w 10704"/>
                <a:gd name="T3" fmla="*/ 1102418 h 21003"/>
                <a:gd name="T4" fmla="*/ 0 w 10704"/>
                <a:gd name="T5" fmla="*/ 356221155 h 21003"/>
                <a:gd name="T6" fmla="*/ 135430103 w 10704"/>
                <a:gd name="T7" fmla="*/ 356102383 h 210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04" h="21003">
                  <a:moveTo>
                    <a:pt x="10704" y="0"/>
                  </a:move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1134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5795" name="Line 14">
              <a:extLst>
                <a:ext uri="{FF2B5EF4-FFF2-40B4-BE49-F238E27FC236}">
                  <a16:creationId xmlns:a16="http://schemas.microsoft.com/office/drawing/2014/main" id="{825F3FDC-CE42-4CDF-8E19-A181E8028D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07413" y="5790467"/>
              <a:ext cx="580100" cy="31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5796" name="TextBox 51">
              <a:extLst>
                <a:ext uri="{FF2B5EF4-FFF2-40B4-BE49-F238E27FC236}">
                  <a16:creationId xmlns:a16="http://schemas.microsoft.com/office/drawing/2014/main" id="{7C1F13D4-2556-4229-A754-05351495BC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75820" y="599816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5797" name="TextBox 51">
              <a:extLst>
                <a:ext uri="{FF2B5EF4-FFF2-40B4-BE49-F238E27FC236}">
                  <a16:creationId xmlns:a16="http://schemas.microsoft.com/office/drawing/2014/main" id="{44C10572-27CC-413B-BA6D-8FEDFAC377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9" y="588809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5798" name="TextBox 51">
              <a:extLst>
                <a:ext uri="{FF2B5EF4-FFF2-40B4-BE49-F238E27FC236}">
                  <a16:creationId xmlns:a16="http://schemas.microsoft.com/office/drawing/2014/main" id="{9E99617E-8DF7-4BF4-8202-D843B99EED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3622" y="588809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15799" name="TextBox 51">
              <a:extLst>
                <a:ext uri="{FF2B5EF4-FFF2-40B4-BE49-F238E27FC236}">
                  <a16:creationId xmlns:a16="http://schemas.microsoft.com/office/drawing/2014/main" id="{146416F1-57AA-4B93-844C-C14719EC03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353" y="530726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15800" name="TextBox 51">
              <a:extLst>
                <a:ext uri="{FF2B5EF4-FFF2-40B4-BE49-F238E27FC236}">
                  <a16:creationId xmlns:a16="http://schemas.microsoft.com/office/drawing/2014/main" id="{58A9FF6D-5ABB-467A-B062-80F45F3BF9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9" y="4990627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5801" name="Freeform 48">
              <a:extLst>
                <a:ext uri="{FF2B5EF4-FFF2-40B4-BE49-F238E27FC236}">
                  <a16:creationId xmlns:a16="http://schemas.microsoft.com/office/drawing/2014/main" id="{CAD19170-AB21-4A2B-8C4C-3995B04C7CF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594887" y="2914643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5802" name="Freeform 48">
              <a:extLst>
                <a:ext uri="{FF2B5EF4-FFF2-40B4-BE49-F238E27FC236}">
                  <a16:creationId xmlns:a16="http://schemas.microsoft.com/office/drawing/2014/main" id="{4EDDE3A6-A9BE-45C0-8709-568FDD886C7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434954" y="2931576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5803" name="Freeform 5">
              <a:extLst>
                <a:ext uri="{FF2B5EF4-FFF2-40B4-BE49-F238E27FC236}">
                  <a16:creationId xmlns:a16="http://schemas.microsoft.com/office/drawing/2014/main" id="{F6A43A70-5100-4B44-9053-26920B493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272" y="5755462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5804" name="Freeform 7">
              <a:extLst>
                <a:ext uri="{FF2B5EF4-FFF2-40B4-BE49-F238E27FC236}">
                  <a16:creationId xmlns:a16="http://schemas.microsoft.com/office/drawing/2014/main" id="{4F21E64B-2BBE-43D6-96C6-EE3D81E2B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167" y="5867731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5805" name="TextBox 51">
              <a:extLst>
                <a:ext uri="{FF2B5EF4-FFF2-40B4-BE49-F238E27FC236}">
                  <a16:creationId xmlns:a16="http://schemas.microsoft.com/office/drawing/2014/main" id="{B627D87C-14EE-4B40-94D2-9DAC7F5683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9028" y="5486655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grpSp>
          <p:nvGrpSpPr>
            <p:cNvPr id="415806" name="Group 4">
              <a:extLst>
                <a:ext uri="{FF2B5EF4-FFF2-40B4-BE49-F238E27FC236}">
                  <a16:creationId xmlns:a16="http://schemas.microsoft.com/office/drawing/2014/main" id="{9F768B13-D1C2-41F1-B058-3ACAA87A80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62243" y="1638205"/>
              <a:ext cx="3228751" cy="750888"/>
              <a:chOff x="5768352" y="3768775"/>
              <a:chExt cx="3229577" cy="750332"/>
            </a:xfrm>
          </p:grpSpPr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6507DB32-B147-DB47-AC85-A94292DDE6BC}"/>
                  </a:ext>
                </a:extLst>
              </p:cNvPr>
              <p:cNvCxnSpPr/>
              <p:nvPr/>
            </p:nvCxnSpPr>
            <p:spPr>
              <a:xfrm flipV="1">
                <a:off x="5768098" y="4206085"/>
                <a:ext cx="1980137" cy="15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25A71E6D-E0A0-134F-A8C9-0C715097FA72}"/>
                  </a:ext>
                </a:extLst>
              </p:cNvPr>
              <p:cNvCxnSpPr/>
              <p:nvPr/>
            </p:nvCxnSpPr>
            <p:spPr>
              <a:xfrm>
                <a:off x="7749823" y="4064873"/>
                <a:ext cx="565300" cy="1586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1AB84ACB-DF22-FC46-8D28-DAF7B9B1547A}"/>
                  </a:ext>
                </a:extLst>
              </p:cNvPr>
              <p:cNvCxnSpPr/>
              <p:nvPr/>
            </p:nvCxnSpPr>
            <p:spPr>
              <a:xfrm>
                <a:off x="7745059" y="4345710"/>
                <a:ext cx="565300" cy="15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389EB6D3-2DE6-134E-B89A-EAC0E28E98DC}"/>
                  </a:ext>
                </a:extLst>
              </p:cNvPr>
              <p:cNvCxnSpPr/>
              <p:nvPr/>
            </p:nvCxnSpPr>
            <p:spPr>
              <a:xfrm flipH="1" flipV="1">
                <a:off x="7749823" y="4061700"/>
                <a:ext cx="3176" cy="28401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5835" name="TextBox 93">
                <a:extLst>
                  <a:ext uri="{FF2B5EF4-FFF2-40B4-BE49-F238E27FC236}">
                    <a16:creationId xmlns:a16="http://schemas.microsoft.com/office/drawing/2014/main" id="{A4D6675E-C78A-4EE0-A265-C05DA1E671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76877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15836" name="TextBox 6">
                <a:extLst>
                  <a:ext uri="{FF2B5EF4-FFF2-40B4-BE49-F238E27FC236}">
                    <a16:creationId xmlns:a16="http://schemas.microsoft.com/office/drawing/2014/main" id="{41614783-0862-42F9-85FA-8717B0313F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149775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5837" name="Freeform 48">
                <a:extLst>
                  <a:ext uri="{FF2B5EF4-FFF2-40B4-BE49-F238E27FC236}">
                    <a16:creationId xmlns:a16="http://schemas.microsoft.com/office/drawing/2014/main" id="{C4C860FC-7744-4880-B69E-AFA1EB36545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08850" y="4183965"/>
                <a:ext cx="77241" cy="73098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15807" name="Group 88">
              <a:extLst>
                <a:ext uri="{FF2B5EF4-FFF2-40B4-BE49-F238E27FC236}">
                  <a16:creationId xmlns:a16="http://schemas.microsoft.com/office/drawing/2014/main" id="{052766BD-8D26-4D30-8CC9-2056DAE09C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53438" y="2428748"/>
              <a:ext cx="2803076" cy="749300"/>
              <a:chOff x="6194136" y="3853561"/>
              <a:chExt cx="2803793" cy="750332"/>
            </a:xfrm>
          </p:grpSpPr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5C3F80BD-A66A-054F-9832-3DF38354129E}"/>
                  </a:ext>
                </a:extLst>
              </p:cNvPr>
              <p:cNvCxnSpPr/>
              <p:nvPr/>
            </p:nvCxnSpPr>
            <p:spPr>
              <a:xfrm>
                <a:off x="6194803" y="4204544"/>
                <a:ext cx="1565690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B69A6D18-7BE7-644A-A531-3CA2E5C3F43D}"/>
                  </a:ext>
                </a:extLst>
              </p:cNvPr>
              <p:cNvCxnSpPr/>
              <p:nvPr/>
            </p:nvCxnSpPr>
            <p:spPr>
              <a:xfrm>
                <a:off x="7744614" y="4064622"/>
                <a:ext cx="565300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Straight Connector 99">
                <a:extLst>
                  <a:ext uri="{FF2B5EF4-FFF2-40B4-BE49-F238E27FC236}">
                    <a16:creationId xmlns:a16="http://schemas.microsoft.com/office/drawing/2014/main" id="{2F9EE0EF-3970-2444-A7B9-122CD7B52DD5}"/>
                  </a:ext>
                </a:extLst>
              </p:cNvPr>
              <p:cNvCxnSpPr/>
              <p:nvPr/>
            </p:nvCxnSpPr>
            <p:spPr>
              <a:xfrm>
                <a:off x="7739851" y="4339695"/>
                <a:ext cx="565300" cy="15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145DAFFE-7AD3-3E4E-B3AB-D385AA4A7852}"/>
                  </a:ext>
                </a:extLst>
              </p:cNvPr>
              <p:cNvCxnSpPr/>
              <p:nvPr/>
            </p:nvCxnSpPr>
            <p:spPr>
              <a:xfrm flipH="1" flipV="1">
                <a:off x="7749378" y="4056672"/>
                <a:ext cx="3176" cy="284614"/>
              </a:xfrm>
              <a:prstGeom prst="line">
                <a:avLst/>
              </a:prstGeom>
              <a:solidFill>
                <a:srgbClr val="00B050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5828" name="TextBox 93">
                <a:extLst>
                  <a:ext uri="{FF2B5EF4-FFF2-40B4-BE49-F238E27FC236}">
                    <a16:creationId xmlns:a16="http://schemas.microsoft.com/office/drawing/2014/main" id="{75251E3D-F59E-495F-9487-61FC1206EFB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853561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15829" name="TextBox 6">
                <a:extLst>
                  <a:ext uri="{FF2B5EF4-FFF2-40B4-BE49-F238E27FC236}">
                    <a16:creationId xmlns:a16="http://schemas.microsoft.com/office/drawing/2014/main" id="{23635C61-2313-4D6E-930C-C636B851ED6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234561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5830" name="Freeform 48">
                <a:extLst>
                  <a:ext uri="{FF2B5EF4-FFF2-40B4-BE49-F238E27FC236}">
                    <a16:creationId xmlns:a16="http://schemas.microsoft.com/office/drawing/2014/main" id="{C94E3B29-394B-4336-8F69-F35F434B685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08850" y="4178383"/>
                <a:ext cx="77241" cy="73253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15808" name="Group 8">
              <a:extLst>
                <a:ext uri="{FF2B5EF4-FFF2-40B4-BE49-F238E27FC236}">
                  <a16:creationId xmlns:a16="http://schemas.microsoft.com/office/drawing/2014/main" id="{F0655820-C06D-429A-B261-DC057C2C4E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8227" y="3282987"/>
              <a:ext cx="1863862" cy="914400"/>
              <a:chOff x="7168853" y="823310"/>
              <a:chExt cx="1863684" cy="915796"/>
            </a:xfrm>
          </p:grpSpPr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8177A2CE-4E49-F047-B1BB-48B9EB19BF15}"/>
                  </a:ext>
                </a:extLst>
              </p:cNvPr>
              <p:cNvCxnSpPr/>
              <p:nvPr/>
            </p:nvCxnSpPr>
            <p:spPr>
              <a:xfrm flipV="1">
                <a:off x="7169302" y="1288857"/>
                <a:ext cx="1122265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20D5F44E-3C84-6A43-B9D1-8C3623643EB1}"/>
                  </a:ext>
                </a:extLst>
              </p:cNvPr>
              <p:cNvCxnSpPr/>
              <p:nvPr/>
            </p:nvCxnSpPr>
            <p:spPr>
              <a:xfrm>
                <a:off x="7750277" y="1024875"/>
                <a:ext cx="565101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B6BD290C-CB98-904E-80ED-B4825E6C77CC}"/>
                  </a:ext>
                </a:extLst>
              </p:cNvPr>
              <p:cNvCxnSpPr/>
              <p:nvPr/>
            </p:nvCxnSpPr>
            <p:spPr>
              <a:xfrm>
                <a:off x="7745514" y="1521034"/>
                <a:ext cx="565101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Straight Connector 108">
                <a:extLst>
                  <a:ext uri="{FF2B5EF4-FFF2-40B4-BE49-F238E27FC236}">
                    <a16:creationId xmlns:a16="http://schemas.microsoft.com/office/drawing/2014/main" id="{77BCD885-8830-634E-856D-BD80A97A2F68}"/>
                  </a:ext>
                </a:extLst>
              </p:cNvPr>
              <p:cNvCxnSpPr/>
              <p:nvPr/>
            </p:nvCxnSpPr>
            <p:spPr>
              <a:xfrm flipH="1" flipV="1">
                <a:off x="7745514" y="1018514"/>
                <a:ext cx="3175" cy="505701"/>
              </a:xfrm>
              <a:prstGeom prst="line">
                <a:avLst/>
              </a:prstGeom>
              <a:solidFill>
                <a:srgbClr val="00B050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5820" name="TextBox 101">
                <a:extLst>
                  <a:ext uri="{FF2B5EF4-FFF2-40B4-BE49-F238E27FC236}">
                    <a16:creationId xmlns:a16="http://schemas.microsoft.com/office/drawing/2014/main" id="{5282B085-5CED-4B13-AAA9-5606F928E7C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0792" y="108674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15821" name="TextBox 6">
                <a:extLst>
                  <a:ext uri="{FF2B5EF4-FFF2-40B4-BE49-F238E27FC236}">
                    <a16:creationId xmlns:a16="http://schemas.microsoft.com/office/drawing/2014/main" id="{6BEE653B-57D5-4F9C-A5BD-4A19C461E6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16032" y="823310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5822" name="Freeform 48">
                <a:extLst>
                  <a:ext uri="{FF2B5EF4-FFF2-40B4-BE49-F238E27FC236}">
                    <a16:creationId xmlns:a16="http://schemas.microsoft.com/office/drawing/2014/main" id="{413E1622-CCAC-4A53-9629-9E07BCE5137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10106" y="1261218"/>
                <a:ext cx="73145" cy="73264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15823" name="TextBox 107">
                <a:extLst>
                  <a:ext uri="{FF2B5EF4-FFF2-40B4-BE49-F238E27FC236}">
                    <a16:creationId xmlns:a16="http://schemas.microsoft.com/office/drawing/2014/main" id="{DD8A85B7-C814-4A30-9E85-774E85104FC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96438" y="1369774"/>
                <a:ext cx="736099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Done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sp>
          <p:nvSpPr>
            <p:cNvPr id="415809" name="Freeform 48">
              <a:extLst>
                <a:ext uri="{FF2B5EF4-FFF2-40B4-BE49-F238E27FC236}">
                  <a16:creationId xmlns:a16="http://schemas.microsoft.com/office/drawing/2014/main" id="{A0054A65-55CD-4B21-9F04-0657291F418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232937" y="2733668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5810" name="Freeform 48">
              <a:extLst>
                <a:ext uri="{FF2B5EF4-FFF2-40B4-BE49-F238E27FC236}">
                  <a16:creationId xmlns:a16="http://schemas.microsoft.com/office/drawing/2014/main" id="{C5AAE453-9513-46FB-9897-EE0F31ADFA0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823362" y="2047868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5811" name="TextBox 51">
              <a:extLst>
                <a:ext uri="{FF2B5EF4-FFF2-40B4-BE49-F238E27FC236}">
                  <a16:creationId xmlns:a16="http://schemas.microsoft.com/office/drawing/2014/main" id="{96982C98-F11A-4D5C-B6E0-81B90214BD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4300" y="162108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5812" name="TextBox 51">
              <a:extLst>
                <a:ext uri="{FF2B5EF4-FFF2-40B4-BE49-F238E27FC236}">
                  <a16:creationId xmlns:a16="http://schemas.microsoft.com/office/drawing/2014/main" id="{63029AEE-0DAA-4CED-AD22-D34B65184B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2587" y="238993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5813" name="TextBox 51">
              <a:extLst>
                <a:ext uri="{FF2B5EF4-FFF2-40B4-BE49-F238E27FC236}">
                  <a16:creationId xmlns:a16="http://schemas.microsoft.com/office/drawing/2014/main" id="{ECFAC96A-BF29-4990-9295-625C11F3C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0875" y="333344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5814" name="Freeform 45">
              <a:extLst>
                <a:ext uri="{FF2B5EF4-FFF2-40B4-BE49-F238E27FC236}">
                  <a16:creationId xmlns:a16="http://schemas.microsoft.com/office/drawing/2014/main" id="{FE9A2150-6B61-4CDE-8514-86B46B82B3B6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852089" y="2959411"/>
              <a:ext cx="4372447" cy="3609986"/>
            </a:xfrm>
            <a:custGeom>
              <a:avLst/>
              <a:gdLst>
                <a:gd name="T0" fmla="*/ 1541469344 w 10704"/>
                <a:gd name="T1" fmla="*/ 86678321 h 150349"/>
                <a:gd name="T2" fmla="*/ 1782751296 w 10704"/>
                <a:gd name="T3" fmla="*/ 86601655 h 150349"/>
                <a:gd name="T4" fmla="*/ 1786088637 w 10704"/>
                <a:gd name="T5" fmla="*/ 0 h 150349"/>
                <a:gd name="T6" fmla="*/ 3337340 w 10704"/>
                <a:gd name="T7" fmla="*/ 37481 h 150349"/>
                <a:gd name="T8" fmla="*/ 0 w 10704"/>
                <a:gd name="T9" fmla="*/ 12108528 h 150349"/>
                <a:gd name="T10" fmla="*/ 164025176 w 10704"/>
                <a:gd name="T11" fmla="*/ 12104494 h 1503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04" h="150349">
                  <a:moveTo>
                    <a:pt x="9238" y="150349"/>
                  </a:moveTo>
                  <a:lnTo>
                    <a:pt x="10684" y="150216"/>
                  </a:lnTo>
                  <a:cubicBezTo>
                    <a:pt x="10716" y="100026"/>
                    <a:pt x="10672" y="50190"/>
                    <a:pt x="10704" y="0"/>
                  </a:cubicBez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983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5815" name="Freeform 48">
              <a:extLst>
                <a:ext uri="{FF2B5EF4-FFF2-40B4-BE49-F238E27FC236}">
                  <a16:creationId xmlns:a16="http://schemas.microsoft.com/office/drawing/2014/main" id="{5221BFFD-4C0F-47E3-B40B-FB5BF8F3B91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186470" y="3716834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415747" name="Group 115">
            <a:extLst>
              <a:ext uri="{FF2B5EF4-FFF2-40B4-BE49-F238E27FC236}">
                <a16:creationId xmlns:a16="http://schemas.microsoft.com/office/drawing/2014/main" id="{2DC8E1CA-5A69-4182-B986-E89FC922B8F5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58763" y="1071563"/>
            <a:ext cx="3546475" cy="1455737"/>
            <a:chOff x="27330" y="2051709"/>
            <a:chExt cx="2697218" cy="1108075"/>
          </a:xfrm>
        </p:grpSpPr>
        <p:pic>
          <p:nvPicPr>
            <p:cNvPr id="415748" name="Picture 119">
              <a:extLst>
                <a:ext uri="{FF2B5EF4-FFF2-40B4-BE49-F238E27FC236}">
                  <a16:creationId xmlns:a16="http://schemas.microsoft.com/office/drawing/2014/main" id="{E3ADE7F8-4CF2-42C0-B66F-033C4F454DD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330" y="2145256"/>
              <a:ext cx="2697218" cy="92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415749" name="Straight Connector 120">
              <a:extLst>
                <a:ext uri="{FF2B5EF4-FFF2-40B4-BE49-F238E27FC236}">
                  <a16:creationId xmlns:a16="http://schemas.microsoft.com/office/drawing/2014/main" id="{3485E218-B25A-485A-87B1-78B979B1594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028912" y="2051709"/>
              <a:ext cx="7937" cy="1108075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769" name="Title 1">
            <a:extLst>
              <a:ext uri="{FF2B5EF4-FFF2-40B4-BE49-F238E27FC236}">
                <a16:creationId xmlns:a16="http://schemas.microsoft.com/office/drawing/2014/main" id="{0F7BA6B8-660B-4742-9FE7-DDAF5C5A64D1}"/>
              </a:ext>
            </a:extLst>
          </p:cNvPr>
          <p:cNvSpPr txBox="1">
            <a:spLocks/>
          </p:cNvSpPr>
          <p:nvPr/>
        </p:nvSpPr>
        <p:spPr bwMode="auto">
          <a:xfrm>
            <a:off x="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How Does It Work?</a:t>
            </a:r>
          </a:p>
        </p:txBody>
      </p:sp>
      <p:grpSp>
        <p:nvGrpSpPr>
          <p:cNvPr id="416770" name="Group 3">
            <a:extLst>
              <a:ext uri="{FF2B5EF4-FFF2-40B4-BE49-F238E27FC236}">
                <a16:creationId xmlns:a16="http://schemas.microsoft.com/office/drawing/2014/main" id="{4C778F4A-7BC0-4D7F-92ED-6E26A0282F43}"/>
              </a:ext>
            </a:extLst>
          </p:cNvPr>
          <p:cNvGrpSpPr>
            <a:grpSpLocks/>
          </p:cNvGrpSpPr>
          <p:nvPr/>
        </p:nvGrpSpPr>
        <p:grpSpPr bwMode="auto">
          <a:xfrm>
            <a:off x="93663" y="1319213"/>
            <a:ext cx="8997950" cy="5249862"/>
            <a:chOff x="92960" y="1318445"/>
            <a:chExt cx="8998034" cy="5250952"/>
          </a:xfrm>
        </p:grpSpPr>
        <p:sp>
          <p:nvSpPr>
            <p:cNvPr id="416774" name="TextBox 51">
              <a:extLst>
                <a:ext uri="{FF2B5EF4-FFF2-40B4-BE49-F238E27FC236}">
                  <a16:creationId xmlns:a16="http://schemas.microsoft.com/office/drawing/2014/main" id="{ED4EA633-72D2-4F50-B848-B0F146C998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3160" y="5486655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16775" name="Line 14">
              <a:extLst>
                <a:ext uri="{FF2B5EF4-FFF2-40B4-BE49-F238E27FC236}">
                  <a16:creationId xmlns:a16="http://schemas.microsoft.com/office/drawing/2014/main" id="{A2C59DC6-F694-44C3-9A99-1257AE474D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9416" y="5920630"/>
              <a:ext cx="10703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6776" name="Line 14">
              <a:extLst>
                <a:ext uri="{FF2B5EF4-FFF2-40B4-BE49-F238E27FC236}">
                  <a16:creationId xmlns:a16="http://schemas.microsoft.com/office/drawing/2014/main" id="{20E3B442-F04F-4DD1-B9DF-6DE30F508A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50" y="5937564"/>
              <a:ext cx="14246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6777" name="Rectangle 7">
              <a:extLst>
                <a:ext uri="{FF2B5EF4-FFF2-40B4-BE49-F238E27FC236}">
                  <a16:creationId xmlns:a16="http://schemas.microsoft.com/office/drawing/2014/main" id="{0E6EE2BE-4A5B-434B-A8C8-16AC188779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7960" y="5073446"/>
              <a:ext cx="1806575" cy="10302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778" name="Freeform 8">
              <a:extLst>
                <a:ext uri="{FF2B5EF4-FFF2-40B4-BE49-F238E27FC236}">
                  <a16:creationId xmlns:a16="http://schemas.microsoft.com/office/drawing/2014/main" id="{34E3FF24-1E11-4BE6-9B80-C377155BD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960" y="5302046"/>
              <a:ext cx="158750" cy="160338"/>
            </a:xfrm>
            <a:custGeom>
              <a:avLst/>
              <a:gdLst>
                <a:gd name="T0" fmla="*/ 0 w 202"/>
                <a:gd name="T1" fmla="*/ 630239 h 202"/>
                <a:gd name="T2" fmla="*/ 0 w 202"/>
                <a:gd name="T3" fmla="*/ 630239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6779" name="Rectangle 10">
              <a:extLst>
                <a:ext uri="{FF2B5EF4-FFF2-40B4-BE49-F238E27FC236}">
                  <a16:creationId xmlns:a16="http://schemas.microsoft.com/office/drawing/2014/main" id="{49E6AED6-625A-4C9A-80F1-9A77631060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4323" y="5765596"/>
              <a:ext cx="65723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clear_n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780" name="Rectangle 11">
              <a:extLst>
                <a:ext uri="{FF2B5EF4-FFF2-40B4-BE49-F238E27FC236}">
                  <a16:creationId xmlns:a16="http://schemas.microsoft.com/office/drawing/2014/main" id="{6AC780C2-EE12-43E5-9E35-6F4792387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1010" y="5465559"/>
              <a:ext cx="1331912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2-bit up-counter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781" name="Line 14">
              <a:extLst>
                <a:ext uri="{FF2B5EF4-FFF2-40B4-BE49-F238E27FC236}">
                  <a16:creationId xmlns:a16="http://schemas.microsoft.com/office/drawing/2014/main" id="{7D561B5A-0F0A-4C58-A064-CBDB987DE5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48" y="5396934"/>
              <a:ext cx="4202381" cy="39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6782" name="Rectangle 17">
              <a:extLst>
                <a:ext uri="{FF2B5EF4-FFF2-40B4-BE49-F238E27FC236}">
                  <a16:creationId xmlns:a16="http://schemas.microsoft.com/office/drawing/2014/main" id="{E7865ABB-1BDE-4C38-A862-9F26F65F7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895" y="5791514"/>
              <a:ext cx="166712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783" name="Rectangle 18">
              <a:extLst>
                <a:ext uri="{FF2B5EF4-FFF2-40B4-BE49-F238E27FC236}">
                  <a16:creationId xmlns:a16="http://schemas.microsoft.com/office/drawing/2014/main" id="{D7DE3C66-3558-4FEC-B6FD-BA1BFC9010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7935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784" name="Rectangle 19">
              <a:extLst>
                <a:ext uri="{FF2B5EF4-FFF2-40B4-BE49-F238E27FC236}">
                  <a16:creationId xmlns:a16="http://schemas.microsoft.com/office/drawing/2014/main" id="{71DB5789-6B35-41A0-AC3A-76006F6517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6560" y="3084309"/>
              <a:ext cx="1806575" cy="107473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785" name="Rectangle 20">
              <a:extLst>
                <a:ext uri="{FF2B5EF4-FFF2-40B4-BE49-F238E27FC236}">
                  <a16:creationId xmlns:a16="http://schemas.microsoft.com/office/drawing/2014/main" id="{11F67AB1-3B76-43ED-A8BB-F2D965CF3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2398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786" name="Line 21">
              <a:extLst>
                <a:ext uri="{FF2B5EF4-FFF2-40B4-BE49-F238E27FC236}">
                  <a16:creationId xmlns:a16="http://schemas.microsoft.com/office/drawing/2014/main" id="{DC4E9606-D229-4156-BFF2-F4C4308E45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473545" y="1898087"/>
              <a:ext cx="2103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6787" name="Line 22">
              <a:extLst>
                <a:ext uri="{FF2B5EF4-FFF2-40B4-BE49-F238E27FC236}">
                  <a16:creationId xmlns:a16="http://schemas.microsoft.com/office/drawing/2014/main" id="{72B37A77-2057-4534-A23D-412DB07307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20235" y="1895799"/>
              <a:ext cx="3168" cy="11885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6788" name="Rectangle 23">
              <a:extLst>
                <a:ext uri="{FF2B5EF4-FFF2-40B4-BE49-F238E27FC236}">
                  <a16:creationId xmlns:a16="http://schemas.microsoft.com/office/drawing/2014/main" id="{B2C802AC-CEBA-4305-AEB9-17AC1B896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9598" y="3843134"/>
              <a:ext cx="2276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En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789" name="Rectangle 24">
              <a:extLst>
                <a:ext uri="{FF2B5EF4-FFF2-40B4-BE49-F238E27FC236}">
                  <a16:creationId xmlns:a16="http://schemas.microsoft.com/office/drawing/2014/main" id="{B6C4FE51-9D49-4E6D-90BD-B328877F60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7860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790" name="Rectangle 25">
              <a:extLst>
                <a:ext uri="{FF2B5EF4-FFF2-40B4-BE49-F238E27FC236}">
                  <a16:creationId xmlns:a16="http://schemas.microsoft.com/office/drawing/2014/main" id="{46F4394C-F476-4FC7-86F3-1CB8372B24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6285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791" name="Rectangle 26">
              <a:extLst>
                <a:ext uri="{FF2B5EF4-FFF2-40B4-BE49-F238E27FC236}">
                  <a16:creationId xmlns:a16="http://schemas.microsoft.com/office/drawing/2014/main" id="{F7CB4D41-5B35-4918-99CA-6272C726D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2148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792" name="Rectangle 27">
              <a:extLst>
                <a:ext uri="{FF2B5EF4-FFF2-40B4-BE49-F238E27FC236}">
                  <a16:creationId xmlns:a16="http://schemas.microsoft.com/office/drawing/2014/main" id="{9AC5FD24-39EF-4FAA-891F-5281CB80AA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6610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793" name="Rectangle 28">
              <a:extLst>
                <a:ext uri="{FF2B5EF4-FFF2-40B4-BE49-F238E27FC236}">
                  <a16:creationId xmlns:a16="http://schemas.microsoft.com/office/drawing/2014/main" id="{E19ED55E-B5F9-425F-A64B-3A3DE3309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79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794" name="Rectangle 29">
              <a:extLst>
                <a:ext uri="{FF2B5EF4-FFF2-40B4-BE49-F238E27FC236}">
                  <a16:creationId xmlns:a16="http://schemas.microsoft.com/office/drawing/2014/main" id="{B1883EB0-A976-48B9-A199-6F154F2F51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522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795" name="Rectangle 30">
              <a:extLst>
                <a:ext uri="{FF2B5EF4-FFF2-40B4-BE49-F238E27FC236}">
                  <a16:creationId xmlns:a16="http://schemas.microsoft.com/office/drawing/2014/main" id="{A64D3383-BC30-44C7-BE7C-38BB85CA5D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3035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796" name="Rectangle 31">
              <a:extLst>
                <a:ext uri="{FF2B5EF4-FFF2-40B4-BE49-F238E27FC236}">
                  <a16:creationId xmlns:a16="http://schemas.microsoft.com/office/drawing/2014/main" id="{E883DE0E-2ED2-4EC1-B78D-EA5274B7B9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3048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797" name="Rectangle 32">
              <a:extLst>
                <a:ext uri="{FF2B5EF4-FFF2-40B4-BE49-F238E27FC236}">
                  <a16:creationId xmlns:a16="http://schemas.microsoft.com/office/drawing/2014/main" id="{60B8F701-53E8-4E90-AB1A-42E1EA991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974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798" name="Line 33">
              <a:extLst>
                <a:ext uri="{FF2B5EF4-FFF2-40B4-BE49-F238E27FC236}">
                  <a16:creationId xmlns:a16="http://schemas.microsoft.com/office/drawing/2014/main" id="{490A5D99-F208-444C-9529-B31FBC0950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66219" y="1895799"/>
              <a:ext cx="1583" cy="11885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6799" name="Line 34">
              <a:extLst>
                <a:ext uri="{FF2B5EF4-FFF2-40B4-BE49-F238E27FC236}">
                  <a16:creationId xmlns:a16="http://schemas.microsoft.com/office/drawing/2014/main" id="{1771BD5C-D0CD-4ECB-B88D-11F8B86BCA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862119" y="1898087"/>
              <a:ext cx="2465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6800" name="Rectangle 37">
              <a:extLst>
                <a:ext uri="{FF2B5EF4-FFF2-40B4-BE49-F238E27FC236}">
                  <a16:creationId xmlns:a16="http://schemas.microsoft.com/office/drawing/2014/main" id="{D098285F-FE11-491A-8187-D1C6ED6B10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817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801" name="Rectangle 38">
              <a:extLst>
                <a:ext uri="{FF2B5EF4-FFF2-40B4-BE49-F238E27FC236}">
                  <a16:creationId xmlns:a16="http://schemas.microsoft.com/office/drawing/2014/main" id="{EA0C67F6-6788-4B97-B4C8-A8BF5B9EA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1510" y="4657521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802" name="Rectangle 45">
              <a:extLst>
                <a:ext uri="{FF2B5EF4-FFF2-40B4-BE49-F238E27FC236}">
                  <a16:creationId xmlns:a16="http://schemas.microsoft.com/office/drawing/2014/main" id="{CCDFEF4E-1820-4E67-B53D-95590E1CA7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6123" y="3519284"/>
              <a:ext cx="11938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2-to-4 decoder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803" name="Rectangle 46">
              <a:extLst>
                <a:ext uri="{FF2B5EF4-FFF2-40B4-BE49-F238E27FC236}">
                  <a16:creationId xmlns:a16="http://schemas.microsoft.com/office/drawing/2014/main" id="{F15BE94B-1FEC-4D61-BBCF-8335BA81D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3735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804" name="Rectangle 47">
              <a:extLst>
                <a:ext uri="{FF2B5EF4-FFF2-40B4-BE49-F238E27FC236}">
                  <a16:creationId xmlns:a16="http://schemas.microsoft.com/office/drawing/2014/main" id="{E8475C9F-1C25-4C01-A6F8-68321249FE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0898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805" name="Rectangle 48">
              <a:extLst>
                <a:ext uri="{FF2B5EF4-FFF2-40B4-BE49-F238E27FC236}">
                  <a16:creationId xmlns:a16="http://schemas.microsoft.com/office/drawing/2014/main" id="{BDB613E8-4DC7-480B-B62F-8CBAE84FF5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8410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806" name="Rectangle 49">
              <a:extLst>
                <a:ext uri="{FF2B5EF4-FFF2-40B4-BE49-F238E27FC236}">
                  <a16:creationId xmlns:a16="http://schemas.microsoft.com/office/drawing/2014/main" id="{5AB4FDE5-0172-40C1-81B9-0E18B42D28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5573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807" name="Rectangle 50">
              <a:extLst>
                <a:ext uri="{FF2B5EF4-FFF2-40B4-BE49-F238E27FC236}">
                  <a16:creationId xmlns:a16="http://schemas.microsoft.com/office/drawing/2014/main" id="{13787343-DF58-4885-BFA6-E756165C21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60" y="5214195"/>
              <a:ext cx="55143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Clock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cxnSp>
          <p:nvCxnSpPr>
            <p:cNvPr id="416808" name="Straight Arrow Connector 2">
              <a:extLst>
                <a:ext uri="{FF2B5EF4-FFF2-40B4-BE49-F238E27FC236}">
                  <a16:creationId xmlns:a16="http://schemas.microsoft.com/office/drawing/2014/main" id="{C279B386-21D1-4EF9-9B8B-76ECC1753C8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109145" y="4165226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16809" name="Straight Arrow Connector 52">
              <a:extLst>
                <a:ext uri="{FF2B5EF4-FFF2-40B4-BE49-F238E27FC236}">
                  <a16:creationId xmlns:a16="http://schemas.microsoft.com/office/drawing/2014/main" id="{C2A2A11C-68B9-4B62-86AF-146E912E6DA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38675" y="4169345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16810" name="Straight Arrow Connector 53">
              <a:extLst>
                <a:ext uri="{FF2B5EF4-FFF2-40B4-BE49-F238E27FC236}">
                  <a16:creationId xmlns:a16="http://schemas.microsoft.com/office/drawing/2014/main" id="{87D6191D-F262-4A40-BA59-B43258148BA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706475" y="4171404"/>
              <a:ext cx="0" cy="423475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16811" name="Freeform 5">
              <a:extLst>
                <a:ext uri="{FF2B5EF4-FFF2-40B4-BE49-F238E27FC236}">
                  <a16:creationId xmlns:a16="http://schemas.microsoft.com/office/drawing/2014/main" id="{8EDF7633-F8A3-4376-A61C-E619F7B61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005" y="5772396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6812" name="Freeform 7">
              <a:extLst>
                <a:ext uri="{FF2B5EF4-FFF2-40B4-BE49-F238E27FC236}">
                  <a16:creationId xmlns:a16="http://schemas.microsoft.com/office/drawing/2014/main" id="{B28E71A8-DC0C-4579-826D-CAD1E166F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900" y="5884665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6813" name="TextBox 7">
              <a:extLst>
                <a:ext uri="{FF2B5EF4-FFF2-40B4-BE49-F238E27FC236}">
                  <a16:creationId xmlns:a16="http://schemas.microsoft.com/office/drawing/2014/main" id="{5F130267-BCDD-475C-AB1E-5F233BEF90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8312" y="4594022"/>
              <a:ext cx="874713" cy="461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6814" name="TextBox 7">
              <a:extLst>
                <a:ext uri="{FF2B5EF4-FFF2-40B4-BE49-F238E27FC236}">
                  <a16:creationId xmlns:a16="http://schemas.microsoft.com/office/drawing/2014/main" id="{C10AC51C-75F7-4F0B-9829-411F45A9E9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8566" y="1318445"/>
              <a:ext cx="199797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6815" name="TextBox 51">
              <a:extLst>
                <a:ext uri="{FF2B5EF4-FFF2-40B4-BE49-F238E27FC236}">
                  <a16:creationId xmlns:a16="http://schemas.microsoft.com/office/drawing/2014/main" id="{2397BDFA-4E56-44CA-9C9F-53BB239A39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4287" y="541396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16816" name="AutoShape 57">
              <a:extLst>
                <a:ext uri="{FF2B5EF4-FFF2-40B4-BE49-F238E27FC236}">
                  <a16:creationId xmlns:a16="http://schemas.microsoft.com/office/drawing/2014/main" id="{EFDE26BA-3304-457A-975F-88EF8159EB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501" y="5556352"/>
              <a:ext cx="554038" cy="47148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grpSp>
          <p:nvGrpSpPr>
            <p:cNvPr id="416817" name="Group 66">
              <a:extLst>
                <a:ext uri="{FF2B5EF4-FFF2-40B4-BE49-F238E27FC236}">
                  <a16:creationId xmlns:a16="http://schemas.microsoft.com/office/drawing/2014/main" id="{78C87667-4773-4102-B6E2-18C7D0741B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24676" y="5661598"/>
              <a:ext cx="636587" cy="501650"/>
              <a:chOff x="4164013" y="5505902"/>
              <a:chExt cx="636587" cy="501650"/>
            </a:xfrm>
          </p:grpSpPr>
          <p:sp>
            <p:nvSpPr>
              <p:cNvPr id="416862" name="Freeform 86">
                <a:extLst>
                  <a:ext uri="{FF2B5EF4-FFF2-40B4-BE49-F238E27FC236}">
                    <a16:creationId xmlns:a16="http://schemas.microsoft.com/office/drawing/2014/main" id="{CB96B340-F760-4B7D-BD62-D901B8A50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505902"/>
                <a:ext cx="630237" cy="249237"/>
              </a:xfrm>
              <a:custGeom>
                <a:avLst/>
                <a:gdLst>
                  <a:gd name="T0" fmla="*/ 2147483646 w 794"/>
                  <a:gd name="T1" fmla="*/ 0 h 315"/>
                  <a:gd name="T2" fmla="*/ 2147483646 w 794"/>
                  <a:gd name="T3" fmla="*/ 0 h 315"/>
                  <a:gd name="T4" fmla="*/ 2147483646 w 794"/>
                  <a:gd name="T5" fmla="*/ 0 h 315"/>
                  <a:gd name="T6" fmla="*/ 2147483646 w 794"/>
                  <a:gd name="T7" fmla="*/ 0 h 315"/>
                  <a:gd name="T8" fmla="*/ 2147483646 w 794"/>
                  <a:gd name="T9" fmla="*/ 0 h 315"/>
                  <a:gd name="T10" fmla="*/ 2147483646 w 794"/>
                  <a:gd name="T11" fmla="*/ 0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0"/>
                    </a:moveTo>
                    <a:lnTo>
                      <a:pt x="31" y="0"/>
                    </a:lnTo>
                    <a:lnTo>
                      <a:pt x="60" y="0"/>
                    </a:lnTo>
                    <a:lnTo>
                      <a:pt x="86" y="0"/>
                    </a:lnTo>
                    <a:lnTo>
                      <a:pt x="110" y="0"/>
                    </a:lnTo>
                    <a:lnTo>
                      <a:pt x="134" y="0"/>
                    </a:lnTo>
                    <a:lnTo>
                      <a:pt x="155" y="0"/>
                    </a:lnTo>
                    <a:lnTo>
                      <a:pt x="175" y="0"/>
                    </a:lnTo>
                    <a:lnTo>
                      <a:pt x="194" y="0"/>
                    </a:lnTo>
                    <a:lnTo>
                      <a:pt x="211" y="0"/>
                    </a:lnTo>
                    <a:lnTo>
                      <a:pt x="227" y="0"/>
                    </a:lnTo>
                    <a:lnTo>
                      <a:pt x="240" y="0"/>
                    </a:lnTo>
                    <a:lnTo>
                      <a:pt x="254" y="0"/>
                    </a:lnTo>
                    <a:lnTo>
                      <a:pt x="265" y="0"/>
                    </a:lnTo>
                    <a:lnTo>
                      <a:pt x="276" y="0"/>
                    </a:lnTo>
                    <a:lnTo>
                      <a:pt x="287" y="0"/>
                    </a:lnTo>
                    <a:lnTo>
                      <a:pt x="296" y="0"/>
                    </a:lnTo>
                    <a:lnTo>
                      <a:pt x="303" y="0"/>
                    </a:lnTo>
                    <a:lnTo>
                      <a:pt x="311" y="0"/>
                    </a:lnTo>
                    <a:lnTo>
                      <a:pt x="317" y="0"/>
                    </a:lnTo>
                    <a:lnTo>
                      <a:pt x="323" y="0"/>
                    </a:lnTo>
                    <a:lnTo>
                      <a:pt x="328" y="0"/>
                    </a:lnTo>
                    <a:lnTo>
                      <a:pt x="332" y="0"/>
                    </a:lnTo>
                    <a:lnTo>
                      <a:pt x="336" y="1"/>
                    </a:lnTo>
                    <a:lnTo>
                      <a:pt x="338" y="1"/>
                    </a:lnTo>
                    <a:lnTo>
                      <a:pt x="342" y="1"/>
                    </a:lnTo>
                    <a:lnTo>
                      <a:pt x="345" y="1"/>
                    </a:lnTo>
                    <a:lnTo>
                      <a:pt x="348" y="1"/>
                    </a:lnTo>
                    <a:lnTo>
                      <a:pt x="349" y="1"/>
                    </a:lnTo>
                    <a:lnTo>
                      <a:pt x="352" y="1"/>
                    </a:lnTo>
                    <a:lnTo>
                      <a:pt x="353" y="1"/>
                    </a:lnTo>
                    <a:lnTo>
                      <a:pt x="356" y="1"/>
                    </a:lnTo>
                    <a:lnTo>
                      <a:pt x="358" y="1"/>
                    </a:lnTo>
                    <a:lnTo>
                      <a:pt x="360" y="1"/>
                    </a:lnTo>
                    <a:lnTo>
                      <a:pt x="362" y="3"/>
                    </a:lnTo>
                    <a:lnTo>
                      <a:pt x="364" y="3"/>
                    </a:lnTo>
                    <a:lnTo>
                      <a:pt x="366" y="3"/>
                    </a:lnTo>
                    <a:lnTo>
                      <a:pt x="368" y="3"/>
                    </a:lnTo>
                    <a:lnTo>
                      <a:pt x="369" y="3"/>
                    </a:lnTo>
                    <a:lnTo>
                      <a:pt x="370" y="3"/>
                    </a:lnTo>
                    <a:lnTo>
                      <a:pt x="372" y="3"/>
                    </a:lnTo>
                    <a:lnTo>
                      <a:pt x="374" y="3"/>
                    </a:lnTo>
                    <a:lnTo>
                      <a:pt x="376" y="3"/>
                    </a:lnTo>
                    <a:lnTo>
                      <a:pt x="377" y="3"/>
                    </a:lnTo>
                    <a:lnTo>
                      <a:pt x="378" y="3"/>
                    </a:lnTo>
                    <a:lnTo>
                      <a:pt x="380" y="4"/>
                    </a:lnTo>
                    <a:lnTo>
                      <a:pt x="381" y="4"/>
                    </a:lnTo>
                    <a:lnTo>
                      <a:pt x="382" y="4"/>
                    </a:lnTo>
                    <a:lnTo>
                      <a:pt x="384" y="4"/>
                    </a:lnTo>
                    <a:lnTo>
                      <a:pt x="385" y="4"/>
                    </a:lnTo>
                    <a:lnTo>
                      <a:pt x="386" y="4"/>
                    </a:lnTo>
                    <a:lnTo>
                      <a:pt x="388" y="4"/>
                    </a:lnTo>
                    <a:lnTo>
                      <a:pt x="389" y="4"/>
                    </a:lnTo>
                    <a:lnTo>
                      <a:pt x="390" y="4"/>
                    </a:lnTo>
                    <a:lnTo>
                      <a:pt x="392" y="5"/>
                    </a:lnTo>
                    <a:lnTo>
                      <a:pt x="393" y="5"/>
                    </a:lnTo>
                    <a:lnTo>
                      <a:pt x="394" y="5"/>
                    </a:lnTo>
                    <a:lnTo>
                      <a:pt x="396" y="5"/>
                    </a:lnTo>
                    <a:lnTo>
                      <a:pt x="398" y="5"/>
                    </a:lnTo>
                    <a:lnTo>
                      <a:pt x="400" y="5"/>
                    </a:lnTo>
                    <a:lnTo>
                      <a:pt x="401" y="7"/>
                    </a:lnTo>
                    <a:lnTo>
                      <a:pt x="403" y="7"/>
                    </a:lnTo>
                    <a:lnTo>
                      <a:pt x="405" y="7"/>
                    </a:lnTo>
                    <a:lnTo>
                      <a:pt x="407" y="7"/>
                    </a:lnTo>
                    <a:lnTo>
                      <a:pt x="409" y="8"/>
                    </a:lnTo>
                    <a:lnTo>
                      <a:pt x="411" y="8"/>
                    </a:lnTo>
                    <a:lnTo>
                      <a:pt x="413" y="8"/>
                    </a:lnTo>
                    <a:lnTo>
                      <a:pt x="414" y="8"/>
                    </a:lnTo>
                    <a:lnTo>
                      <a:pt x="417" y="8"/>
                    </a:lnTo>
                    <a:lnTo>
                      <a:pt x="418" y="8"/>
                    </a:lnTo>
                    <a:lnTo>
                      <a:pt x="419" y="9"/>
                    </a:lnTo>
                    <a:lnTo>
                      <a:pt x="421" y="9"/>
                    </a:lnTo>
                    <a:lnTo>
                      <a:pt x="422" y="9"/>
                    </a:lnTo>
                    <a:lnTo>
                      <a:pt x="423" y="9"/>
                    </a:lnTo>
                    <a:lnTo>
                      <a:pt x="425" y="9"/>
                    </a:lnTo>
                    <a:lnTo>
                      <a:pt x="426" y="9"/>
                    </a:lnTo>
                    <a:lnTo>
                      <a:pt x="426" y="11"/>
                    </a:lnTo>
                    <a:lnTo>
                      <a:pt x="427" y="11"/>
                    </a:lnTo>
                    <a:lnTo>
                      <a:pt x="429" y="11"/>
                    </a:lnTo>
                    <a:lnTo>
                      <a:pt x="430" y="11"/>
                    </a:lnTo>
                    <a:lnTo>
                      <a:pt x="431" y="11"/>
                    </a:lnTo>
                    <a:lnTo>
                      <a:pt x="433" y="12"/>
                    </a:lnTo>
                    <a:lnTo>
                      <a:pt x="434" y="12"/>
                    </a:lnTo>
                    <a:lnTo>
                      <a:pt x="435" y="12"/>
                    </a:lnTo>
                    <a:lnTo>
                      <a:pt x="437" y="13"/>
                    </a:lnTo>
                    <a:lnTo>
                      <a:pt x="438" y="13"/>
                    </a:lnTo>
                    <a:lnTo>
                      <a:pt x="439" y="13"/>
                    </a:lnTo>
                    <a:lnTo>
                      <a:pt x="441" y="15"/>
                    </a:lnTo>
                    <a:lnTo>
                      <a:pt x="443" y="15"/>
                    </a:lnTo>
                    <a:lnTo>
                      <a:pt x="445" y="15"/>
                    </a:lnTo>
                    <a:lnTo>
                      <a:pt x="446" y="16"/>
                    </a:lnTo>
                    <a:lnTo>
                      <a:pt x="449" y="16"/>
                    </a:lnTo>
                    <a:lnTo>
                      <a:pt x="450" y="17"/>
                    </a:lnTo>
                    <a:lnTo>
                      <a:pt x="453" y="17"/>
                    </a:lnTo>
                    <a:lnTo>
                      <a:pt x="455" y="19"/>
                    </a:lnTo>
                    <a:lnTo>
                      <a:pt x="458" y="19"/>
                    </a:lnTo>
                    <a:lnTo>
                      <a:pt x="459" y="20"/>
                    </a:lnTo>
                    <a:lnTo>
                      <a:pt x="462" y="20"/>
                    </a:lnTo>
                    <a:lnTo>
                      <a:pt x="465" y="21"/>
                    </a:lnTo>
                    <a:lnTo>
                      <a:pt x="466" y="21"/>
                    </a:lnTo>
                    <a:lnTo>
                      <a:pt x="467" y="23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4"/>
                    </a:lnTo>
                    <a:lnTo>
                      <a:pt x="474" y="24"/>
                    </a:lnTo>
                    <a:lnTo>
                      <a:pt x="475" y="25"/>
                    </a:lnTo>
                    <a:lnTo>
                      <a:pt x="476" y="25"/>
                    </a:lnTo>
                    <a:lnTo>
                      <a:pt x="478" y="25"/>
                    </a:lnTo>
                    <a:lnTo>
                      <a:pt x="479" y="27"/>
                    </a:lnTo>
                    <a:lnTo>
                      <a:pt x="480" y="27"/>
                    </a:lnTo>
                    <a:lnTo>
                      <a:pt x="482" y="27"/>
                    </a:lnTo>
                    <a:lnTo>
                      <a:pt x="482" y="28"/>
                    </a:lnTo>
                    <a:lnTo>
                      <a:pt x="483" y="28"/>
                    </a:lnTo>
                    <a:lnTo>
                      <a:pt x="484" y="29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31"/>
                    </a:lnTo>
                    <a:lnTo>
                      <a:pt x="490" y="31"/>
                    </a:lnTo>
                    <a:lnTo>
                      <a:pt x="491" y="32"/>
                    </a:lnTo>
                    <a:lnTo>
                      <a:pt x="492" y="32"/>
                    </a:lnTo>
                    <a:lnTo>
                      <a:pt x="494" y="33"/>
                    </a:lnTo>
                    <a:lnTo>
                      <a:pt x="495" y="33"/>
                    </a:lnTo>
                    <a:lnTo>
                      <a:pt x="498" y="35"/>
                    </a:lnTo>
                    <a:lnTo>
                      <a:pt x="499" y="36"/>
                    </a:lnTo>
                    <a:lnTo>
                      <a:pt x="500" y="36"/>
                    </a:lnTo>
                    <a:lnTo>
                      <a:pt x="503" y="37"/>
                    </a:lnTo>
                    <a:lnTo>
                      <a:pt x="504" y="39"/>
                    </a:lnTo>
                    <a:lnTo>
                      <a:pt x="507" y="40"/>
                    </a:lnTo>
                    <a:lnTo>
                      <a:pt x="508" y="40"/>
                    </a:lnTo>
                    <a:lnTo>
                      <a:pt x="511" y="41"/>
                    </a:lnTo>
                    <a:lnTo>
                      <a:pt x="512" y="43"/>
                    </a:lnTo>
                    <a:lnTo>
                      <a:pt x="514" y="43"/>
                    </a:lnTo>
                    <a:lnTo>
                      <a:pt x="516" y="44"/>
                    </a:lnTo>
                    <a:lnTo>
                      <a:pt x="518" y="44"/>
                    </a:lnTo>
                    <a:lnTo>
                      <a:pt x="519" y="45"/>
                    </a:lnTo>
                    <a:lnTo>
                      <a:pt x="520" y="45"/>
                    </a:lnTo>
                    <a:lnTo>
                      <a:pt x="522" y="47"/>
                    </a:lnTo>
                    <a:lnTo>
                      <a:pt x="523" y="47"/>
                    </a:lnTo>
                    <a:lnTo>
                      <a:pt x="523" y="48"/>
                    </a:lnTo>
                    <a:lnTo>
                      <a:pt x="524" y="48"/>
                    </a:lnTo>
                    <a:lnTo>
                      <a:pt x="526" y="49"/>
                    </a:lnTo>
                    <a:lnTo>
                      <a:pt x="527" y="49"/>
                    </a:lnTo>
                    <a:lnTo>
                      <a:pt x="528" y="51"/>
                    </a:lnTo>
                    <a:lnTo>
                      <a:pt x="530" y="51"/>
                    </a:lnTo>
                    <a:lnTo>
                      <a:pt x="531" y="52"/>
                    </a:lnTo>
                    <a:lnTo>
                      <a:pt x="532" y="52"/>
                    </a:lnTo>
                    <a:lnTo>
                      <a:pt x="534" y="53"/>
                    </a:lnTo>
                    <a:lnTo>
                      <a:pt x="535" y="55"/>
                    </a:lnTo>
                    <a:lnTo>
                      <a:pt x="536" y="55"/>
                    </a:lnTo>
                    <a:lnTo>
                      <a:pt x="538" y="56"/>
                    </a:lnTo>
                    <a:lnTo>
                      <a:pt x="539" y="56"/>
                    </a:lnTo>
                    <a:lnTo>
                      <a:pt x="540" y="57"/>
                    </a:lnTo>
                    <a:lnTo>
                      <a:pt x="542" y="57"/>
                    </a:lnTo>
                    <a:lnTo>
                      <a:pt x="543" y="58"/>
                    </a:lnTo>
                    <a:lnTo>
                      <a:pt x="546" y="60"/>
                    </a:lnTo>
                    <a:lnTo>
                      <a:pt x="547" y="60"/>
                    </a:lnTo>
                    <a:lnTo>
                      <a:pt x="548" y="61"/>
                    </a:lnTo>
                    <a:lnTo>
                      <a:pt x="551" y="62"/>
                    </a:lnTo>
                    <a:lnTo>
                      <a:pt x="552" y="64"/>
                    </a:lnTo>
                    <a:lnTo>
                      <a:pt x="553" y="65"/>
                    </a:lnTo>
                    <a:lnTo>
                      <a:pt x="556" y="65"/>
                    </a:lnTo>
                    <a:lnTo>
                      <a:pt x="557" y="66"/>
                    </a:lnTo>
                    <a:lnTo>
                      <a:pt x="559" y="66"/>
                    </a:lnTo>
                    <a:lnTo>
                      <a:pt x="560" y="68"/>
                    </a:lnTo>
                    <a:lnTo>
                      <a:pt x="561" y="69"/>
                    </a:lnTo>
                    <a:lnTo>
                      <a:pt x="563" y="69"/>
                    </a:lnTo>
                    <a:lnTo>
                      <a:pt x="564" y="70"/>
                    </a:lnTo>
                    <a:lnTo>
                      <a:pt x="565" y="70"/>
                    </a:lnTo>
                    <a:lnTo>
                      <a:pt x="567" y="72"/>
                    </a:lnTo>
                    <a:lnTo>
                      <a:pt x="568" y="73"/>
                    </a:lnTo>
                    <a:lnTo>
                      <a:pt x="569" y="73"/>
                    </a:lnTo>
                    <a:lnTo>
                      <a:pt x="571" y="74"/>
                    </a:lnTo>
                    <a:lnTo>
                      <a:pt x="572" y="74"/>
                    </a:lnTo>
                    <a:lnTo>
                      <a:pt x="572" y="76"/>
                    </a:lnTo>
                    <a:lnTo>
                      <a:pt x="573" y="76"/>
                    </a:lnTo>
                    <a:lnTo>
                      <a:pt x="575" y="76"/>
                    </a:lnTo>
                    <a:lnTo>
                      <a:pt x="575" y="77"/>
                    </a:lnTo>
                    <a:lnTo>
                      <a:pt x="576" y="77"/>
                    </a:lnTo>
                    <a:lnTo>
                      <a:pt x="577" y="78"/>
                    </a:lnTo>
                    <a:lnTo>
                      <a:pt x="579" y="78"/>
                    </a:lnTo>
                    <a:lnTo>
                      <a:pt x="580" y="80"/>
                    </a:lnTo>
                    <a:lnTo>
                      <a:pt x="581" y="80"/>
                    </a:lnTo>
                    <a:lnTo>
                      <a:pt x="581" y="81"/>
                    </a:lnTo>
                    <a:lnTo>
                      <a:pt x="583" y="82"/>
                    </a:lnTo>
                    <a:lnTo>
                      <a:pt x="585" y="82"/>
                    </a:lnTo>
                    <a:lnTo>
                      <a:pt x="587" y="84"/>
                    </a:lnTo>
                    <a:lnTo>
                      <a:pt x="588" y="85"/>
                    </a:lnTo>
                    <a:lnTo>
                      <a:pt x="589" y="86"/>
                    </a:lnTo>
                    <a:lnTo>
                      <a:pt x="591" y="86"/>
                    </a:lnTo>
                    <a:lnTo>
                      <a:pt x="592" y="88"/>
                    </a:lnTo>
                    <a:lnTo>
                      <a:pt x="593" y="88"/>
                    </a:lnTo>
                    <a:lnTo>
                      <a:pt x="593" y="89"/>
                    </a:lnTo>
                    <a:lnTo>
                      <a:pt x="595" y="89"/>
                    </a:lnTo>
                    <a:lnTo>
                      <a:pt x="596" y="90"/>
                    </a:lnTo>
                    <a:lnTo>
                      <a:pt x="597" y="90"/>
                    </a:lnTo>
                    <a:lnTo>
                      <a:pt x="597" y="92"/>
                    </a:lnTo>
                    <a:lnTo>
                      <a:pt x="599" y="92"/>
                    </a:lnTo>
                    <a:lnTo>
                      <a:pt x="600" y="93"/>
                    </a:lnTo>
                    <a:lnTo>
                      <a:pt x="601" y="93"/>
                    </a:lnTo>
                    <a:lnTo>
                      <a:pt x="601" y="94"/>
                    </a:lnTo>
                    <a:lnTo>
                      <a:pt x="603" y="94"/>
                    </a:lnTo>
                    <a:lnTo>
                      <a:pt x="604" y="96"/>
                    </a:lnTo>
                    <a:lnTo>
                      <a:pt x="605" y="97"/>
                    </a:lnTo>
                    <a:lnTo>
                      <a:pt x="607" y="97"/>
                    </a:lnTo>
                    <a:lnTo>
                      <a:pt x="607" y="98"/>
                    </a:lnTo>
                    <a:lnTo>
                      <a:pt x="608" y="98"/>
                    </a:lnTo>
                    <a:lnTo>
                      <a:pt x="609" y="100"/>
                    </a:lnTo>
                    <a:lnTo>
                      <a:pt x="611" y="101"/>
                    </a:lnTo>
                    <a:lnTo>
                      <a:pt x="612" y="101"/>
                    </a:lnTo>
                    <a:lnTo>
                      <a:pt x="612" y="102"/>
                    </a:lnTo>
                    <a:lnTo>
                      <a:pt x="613" y="102"/>
                    </a:lnTo>
                    <a:lnTo>
                      <a:pt x="615" y="104"/>
                    </a:lnTo>
                    <a:lnTo>
                      <a:pt x="616" y="105"/>
                    </a:lnTo>
                    <a:lnTo>
                      <a:pt x="617" y="106"/>
                    </a:lnTo>
                    <a:lnTo>
                      <a:pt x="619" y="106"/>
                    </a:lnTo>
                    <a:lnTo>
                      <a:pt x="619" y="108"/>
                    </a:lnTo>
                    <a:lnTo>
                      <a:pt x="620" y="108"/>
                    </a:lnTo>
                    <a:lnTo>
                      <a:pt x="621" y="109"/>
                    </a:lnTo>
                    <a:lnTo>
                      <a:pt x="622" y="110"/>
                    </a:lnTo>
                    <a:lnTo>
                      <a:pt x="624" y="110"/>
                    </a:lnTo>
                    <a:lnTo>
                      <a:pt x="624" y="112"/>
                    </a:lnTo>
                    <a:lnTo>
                      <a:pt x="625" y="112"/>
                    </a:lnTo>
                    <a:lnTo>
                      <a:pt x="625" y="113"/>
                    </a:lnTo>
                    <a:lnTo>
                      <a:pt x="626" y="113"/>
                    </a:lnTo>
                    <a:lnTo>
                      <a:pt x="628" y="114"/>
                    </a:lnTo>
                    <a:lnTo>
                      <a:pt x="629" y="114"/>
                    </a:lnTo>
                    <a:lnTo>
                      <a:pt x="629" y="116"/>
                    </a:lnTo>
                    <a:lnTo>
                      <a:pt x="630" y="116"/>
                    </a:lnTo>
                    <a:lnTo>
                      <a:pt x="632" y="117"/>
                    </a:lnTo>
                    <a:lnTo>
                      <a:pt x="633" y="118"/>
                    </a:lnTo>
                    <a:lnTo>
                      <a:pt x="634" y="118"/>
                    </a:lnTo>
                    <a:lnTo>
                      <a:pt x="634" y="120"/>
                    </a:lnTo>
                    <a:lnTo>
                      <a:pt x="636" y="120"/>
                    </a:lnTo>
                    <a:lnTo>
                      <a:pt x="637" y="121"/>
                    </a:lnTo>
                    <a:lnTo>
                      <a:pt x="638" y="121"/>
                    </a:lnTo>
                    <a:lnTo>
                      <a:pt x="640" y="122"/>
                    </a:lnTo>
                    <a:lnTo>
                      <a:pt x="641" y="124"/>
                    </a:lnTo>
                    <a:lnTo>
                      <a:pt x="642" y="125"/>
                    </a:lnTo>
                    <a:lnTo>
                      <a:pt x="644" y="125"/>
                    </a:lnTo>
                    <a:lnTo>
                      <a:pt x="645" y="126"/>
                    </a:lnTo>
                    <a:lnTo>
                      <a:pt x="646" y="128"/>
                    </a:lnTo>
                    <a:lnTo>
                      <a:pt x="648" y="128"/>
                    </a:lnTo>
                    <a:lnTo>
                      <a:pt x="648" y="129"/>
                    </a:lnTo>
                    <a:lnTo>
                      <a:pt x="649" y="129"/>
                    </a:lnTo>
                    <a:lnTo>
                      <a:pt x="650" y="130"/>
                    </a:lnTo>
                    <a:lnTo>
                      <a:pt x="652" y="131"/>
                    </a:lnTo>
                    <a:lnTo>
                      <a:pt x="653" y="131"/>
                    </a:lnTo>
                    <a:lnTo>
                      <a:pt x="653" y="133"/>
                    </a:lnTo>
                    <a:lnTo>
                      <a:pt x="654" y="133"/>
                    </a:lnTo>
                    <a:lnTo>
                      <a:pt x="654" y="134"/>
                    </a:lnTo>
                    <a:lnTo>
                      <a:pt x="656" y="134"/>
                    </a:lnTo>
                    <a:lnTo>
                      <a:pt x="656" y="135"/>
                    </a:lnTo>
                    <a:lnTo>
                      <a:pt x="657" y="135"/>
                    </a:lnTo>
                    <a:lnTo>
                      <a:pt x="657" y="137"/>
                    </a:lnTo>
                    <a:lnTo>
                      <a:pt x="658" y="138"/>
                    </a:lnTo>
                    <a:lnTo>
                      <a:pt x="660" y="138"/>
                    </a:lnTo>
                    <a:lnTo>
                      <a:pt x="660" y="139"/>
                    </a:lnTo>
                    <a:lnTo>
                      <a:pt x="661" y="141"/>
                    </a:lnTo>
                    <a:lnTo>
                      <a:pt x="662" y="141"/>
                    </a:lnTo>
                    <a:lnTo>
                      <a:pt x="664" y="142"/>
                    </a:lnTo>
                    <a:lnTo>
                      <a:pt x="664" y="143"/>
                    </a:lnTo>
                    <a:lnTo>
                      <a:pt x="665" y="145"/>
                    </a:lnTo>
                    <a:lnTo>
                      <a:pt x="666" y="146"/>
                    </a:lnTo>
                    <a:lnTo>
                      <a:pt x="668" y="147"/>
                    </a:lnTo>
                    <a:lnTo>
                      <a:pt x="669" y="149"/>
                    </a:lnTo>
                    <a:lnTo>
                      <a:pt x="670" y="150"/>
                    </a:lnTo>
                    <a:lnTo>
                      <a:pt x="672" y="151"/>
                    </a:lnTo>
                    <a:lnTo>
                      <a:pt x="673" y="153"/>
                    </a:lnTo>
                    <a:lnTo>
                      <a:pt x="674" y="154"/>
                    </a:lnTo>
                    <a:lnTo>
                      <a:pt x="676" y="155"/>
                    </a:lnTo>
                    <a:lnTo>
                      <a:pt x="677" y="157"/>
                    </a:lnTo>
                    <a:lnTo>
                      <a:pt x="677" y="158"/>
                    </a:lnTo>
                    <a:lnTo>
                      <a:pt x="678" y="158"/>
                    </a:lnTo>
                    <a:lnTo>
                      <a:pt x="680" y="159"/>
                    </a:lnTo>
                    <a:lnTo>
                      <a:pt x="680" y="161"/>
                    </a:lnTo>
                    <a:lnTo>
                      <a:pt x="681" y="161"/>
                    </a:lnTo>
                    <a:lnTo>
                      <a:pt x="681" y="162"/>
                    </a:lnTo>
                    <a:lnTo>
                      <a:pt x="682" y="162"/>
                    </a:lnTo>
                    <a:lnTo>
                      <a:pt x="682" y="163"/>
                    </a:lnTo>
                    <a:lnTo>
                      <a:pt x="684" y="165"/>
                    </a:lnTo>
                    <a:lnTo>
                      <a:pt x="685" y="166"/>
                    </a:lnTo>
                    <a:lnTo>
                      <a:pt x="686" y="167"/>
                    </a:lnTo>
                    <a:lnTo>
                      <a:pt x="686" y="169"/>
                    </a:lnTo>
                    <a:lnTo>
                      <a:pt x="688" y="169"/>
                    </a:lnTo>
                    <a:lnTo>
                      <a:pt x="689" y="170"/>
                    </a:lnTo>
                    <a:lnTo>
                      <a:pt x="689" y="171"/>
                    </a:lnTo>
                    <a:lnTo>
                      <a:pt x="690" y="173"/>
                    </a:lnTo>
                    <a:lnTo>
                      <a:pt x="692" y="174"/>
                    </a:lnTo>
                    <a:lnTo>
                      <a:pt x="693" y="175"/>
                    </a:lnTo>
                    <a:lnTo>
                      <a:pt x="694" y="178"/>
                    </a:lnTo>
                    <a:lnTo>
                      <a:pt x="695" y="179"/>
                    </a:lnTo>
                    <a:lnTo>
                      <a:pt x="697" y="181"/>
                    </a:lnTo>
                    <a:lnTo>
                      <a:pt x="698" y="183"/>
                    </a:lnTo>
                    <a:lnTo>
                      <a:pt x="701" y="185"/>
                    </a:lnTo>
                    <a:lnTo>
                      <a:pt x="702" y="186"/>
                    </a:lnTo>
                    <a:lnTo>
                      <a:pt x="702" y="187"/>
                    </a:lnTo>
                    <a:lnTo>
                      <a:pt x="703" y="189"/>
                    </a:lnTo>
                    <a:lnTo>
                      <a:pt x="705" y="190"/>
                    </a:lnTo>
                    <a:lnTo>
                      <a:pt x="706" y="191"/>
                    </a:lnTo>
                    <a:lnTo>
                      <a:pt x="707" y="193"/>
                    </a:lnTo>
                    <a:lnTo>
                      <a:pt x="707" y="194"/>
                    </a:lnTo>
                    <a:lnTo>
                      <a:pt x="709" y="195"/>
                    </a:lnTo>
                    <a:lnTo>
                      <a:pt x="710" y="197"/>
                    </a:lnTo>
                    <a:lnTo>
                      <a:pt x="710" y="198"/>
                    </a:lnTo>
                    <a:lnTo>
                      <a:pt x="711" y="198"/>
                    </a:lnTo>
                    <a:lnTo>
                      <a:pt x="713" y="199"/>
                    </a:lnTo>
                    <a:lnTo>
                      <a:pt x="713" y="201"/>
                    </a:lnTo>
                    <a:lnTo>
                      <a:pt x="714" y="202"/>
                    </a:lnTo>
                    <a:lnTo>
                      <a:pt x="715" y="203"/>
                    </a:lnTo>
                    <a:lnTo>
                      <a:pt x="717" y="205"/>
                    </a:lnTo>
                    <a:lnTo>
                      <a:pt x="717" y="206"/>
                    </a:lnTo>
                    <a:lnTo>
                      <a:pt x="718" y="207"/>
                    </a:lnTo>
                    <a:lnTo>
                      <a:pt x="719" y="208"/>
                    </a:lnTo>
                    <a:lnTo>
                      <a:pt x="721" y="210"/>
                    </a:lnTo>
                    <a:lnTo>
                      <a:pt x="722" y="212"/>
                    </a:lnTo>
                    <a:lnTo>
                      <a:pt x="722" y="214"/>
                    </a:lnTo>
                    <a:lnTo>
                      <a:pt x="723" y="215"/>
                    </a:lnTo>
                    <a:lnTo>
                      <a:pt x="725" y="216"/>
                    </a:lnTo>
                    <a:lnTo>
                      <a:pt x="726" y="218"/>
                    </a:lnTo>
                    <a:lnTo>
                      <a:pt x="727" y="220"/>
                    </a:lnTo>
                    <a:lnTo>
                      <a:pt x="729" y="222"/>
                    </a:lnTo>
                    <a:lnTo>
                      <a:pt x="730" y="224"/>
                    </a:lnTo>
                    <a:lnTo>
                      <a:pt x="731" y="226"/>
                    </a:lnTo>
                    <a:lnTo>
                      <a:pt x="734" y="228"/>
                    </a:lnTo>
                    <a:lnTo>
                      <a:pt x="735" y="230"/>
                    </a:lnTo>
                    <a:lnTo>
                      <a:pt x="735" y="232"/>
                    </a:lnTo>
                    <a:lnTo>
                      <a:pt x="737" y="234"/>
                    </a:lnTo>
                    <a:lnTo>
                      <a:pt x="738" y="235"/>
                    </a:lnTo>
                    <a:lnTo>
                      <a:pt x="739" y="236"/>
                    </a:lnTo>
                    <a:lnTo>
                      <a:pt x="741" y="238"/>
                    </a:lnTo>
                    <a:lnTo>
                      <a:pt x="742" y="239"/>
                    </a:lnTo>
                    <a:lnTo>
                      <a:pt x="742" y="240"/>
                    </a:lnTo>
                    <a:lnTo>
                      <a:pt x="743" y="242"/>
                    </a:lnTo>
                    <a:lnTo>
                      <a:pt x="745" y="243"/>
                    </a:lnTo>
                    <a:lnTo>
                      <a:pt x="745" y="244"/>
                    </a:lnTo>
                    <a:lnTo>
                      <a:pt x="746" y="246"/>
                    </a:lnTo>
                    <a:lnTo>
                      <a:pt x="746" y="247"/>
                    </a:lnTo>
                    <a:lnTo>
                      <a:pt x="747" y="247"/>
                    </a:lnTo>
                    <a:lnTo>
                      <a:pt x="749" y="248"/>
                    </a:lnTo>
                    <a:lnTo>
                      <a:pt x="749" y="250"/>
                    </a:lnTo>
                    <a:lnTo>
                      <a:pt x="750" y="251"/>
                    </a:lnTo>
                    <a:lnTo>
                      <a:pt x="750" y="252"/>
                    </a:lnTo>
                    <a:lnTo>
                      <a:pt x="751" y="254"/>
                    </a:lnTo>
                    <a:lnTo>
                      <a:pt x="753" y="255"/>
                    </a:lnTo>
                    <a:lnTo>
                      <a:pt x="754" y="256"/>
                    </a:lnTo>
                    <a:lnTo>
                      <a:pt x="754" y="258"/>
                    </a:lnTo>
                    <a:lnTo>
                      <a:pt x="755" y="259"/>
                    </a:lnTo>
                    <a:lnTo>
                      <a:pt x="757" y="260"/>
                    </a:lnTo>
                    <a:lnTo>
                      <a:pt x="758" y="262"/>
                    </a:lnTo>
                    <a:lnTo>
                      <a:pt x="759" y="263"/>
                    </a:lnTo>
                    <a:lnTo>
                      <a:pt x="761" y="266"/>
                    </a:lnTo>
                    <a:lnTo>
                      <a:pt x="762" y="267"/>
                    </a:lnTo>
                    <a:lnTo>
                      <a:pt x="763" y="270"/>
                    </a:lnTo>
                    <a:lnTo>
                      <a:pt x="765" y="271"/>
                    </a:lnTo>
                    <a:lnTo>
                      <a:pt x="766" y="274"/>
                    </a:lnTo>
                    <a:lnTo>
                      <a:pt x="767" y="276"/>
                    </a:lnTo>
                    <a:lnTo>
                      <a:pt x="769" y="278"/>
                    </a:lnTo>
                    <a:lnTo>
                      <a:pt x="770" y="279"/>
                    </a:lnTo>
                    <a:lnTo>
                      <a:pt x="771" y="281"/>
                    </a:lnTo>
                    <a:lnTo>
                      <a:pt x="772" y="283"/>
                    </a:lnTo>
                    <a:lnTo>
                      <a:pt x="774" y="284"/>
                    </a:lnTo>
                    <a:lnTo>
                      <a:pt x="775" y="285"/>
                    </a:lnTo>
                    <a:lnTo>
                      <a:pt x="775" y="287"/>
                    </a:lnTo>
                    <a:lnTo>
                      <a:pt x="776" y="288"/>
                    </a:lnTo>
                    <a:lnTo>
                      <a:pt x="778" y="289"/>
                    </a:lnTo>
                    <a:lnTo>
                      <a:pt x="778" y="291"/>
                    </a:lnTo>
                    <a:lnTo>
                      <a:pt x="779" y="292"/>
                    </a:lnTo>
                    <a:lnTo>
                      <a:pt x="780" y="293"/>
                    </a:lnTo>
                    <a:lnTo>
                      <a:pt x="782" y="295"/>
                    </a:lnTo>
                    <a:lnTo>
                      <a:pt x="782" y="296"/>
                    </a:lnTo>
                    <a:lnTo>
                      <a:pt x="783" y="297"/>
                    </a:lnTo>
                    <a:lnTo>
                      <a:pt x="784" y="299"/>
                    </a:lnTo>
                    <a:lnTo>
                      <a:pt x="784" y="300"/>
                    </a:lnTo>
                    <a:lnTo>
                      <a:pt x="786" y="301"/>
                    </a:lnTo>
                    <a:lnTo>
                      <a:pt x="786" y="303"/>
                    </a:lnTo>
                    <a:lnTo>
                      <a:pt x="787" y="304"/>
                    </a:lnTo>
                    <a:lnTo>
                      <a:pt x="788" y="305"/>
                    </a:lnTo>
                    <a:lnTo>
                      <a:pt x="788" y="307"/>
                    </a:lnTo>
                    <a:lnTo>
                      <a:pt x="790" y="309"/>
                    </a:lnTo>
                    <a:lnTo>
                      <a:pt x="791" y="311"/>
                    </a:lnTo>
                    <a:lnTo>
                      <a:pt x="791" y="312"/>
                    </a:lnTo>
                    <a:lnTo>
                      <a:pt x="792" y="313"/>
                    </a:lnTo>
                    <a:lnTo>
                      <a:pt x="794" y="315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16863" name="Freeform 87">
                <a:extLst>
                  <a:ext uri="{FF2B5EF4-FFF2-40B4-BE49-F238E27FC236}">
                    <a16:creationId xmlns:a16="http://schemas.microsoft.com/office/drawing/2014/main" id="{BAD2328C-3CCB-47F9-9195-85715A679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758314"/>
                <a:ext cx="630237" cy="249238"/>
              </a:xfrm>
              <a:custGeom>
                <a:avLst/>
                <a:gdLst>
                  <a:gd name="T0" fmla="*/ 2147483646 w 794"/>
                  <a:gd name="T1" fmla="*/ 2147483646 h 315"/>
                  <a:gd name="T2" fmla="*/ 2147483646 w 794"/>
                  <a:gd name="T3" fmla="*/ 2147483646 h 315"/>
                  <a:gd name="T4" fmla="*/ 2147483646 w 794"/>
                  <a:gd name="T5" fmla="*/ 2147483646 h 315"/>
                  <a:gd name="T6" fmla="*/ 2147483646 w 794"/>
                  <a:gd name="T7" fmla="*/ 2147483646 h 315"/>
                  <a:gd name="T8" fmla="*/ 2147483646 w 794"/>
                  <a:gd name="T9" fmla="*/ 2147483646 h 315"/>
                  <a:gd name="T10" fmla="*/ 2147483646 w 794"/>
                  <a:gd name="T11" fmla="*/ 2147483646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315"/>
                    </a:moveTo>
                    <a:lnTo>
                      <a:pt x="31" y="315"/>
                    </a:lnTo>
                    <a:lnTo>
                      <a:pt x="60" y="315"/>
                    </a:lnTo>
                    <a:lnTo>
                      <a:pt x="86" y="315"/>
                    </a:lnTo>
                    <a:lnTo>
                      <a:pt x="110" y="315"/>
                    </a:lnTo>
                    <a:lnTo>
                      <a:pt x="134" y="315"/>
                    </a:lnTo>
                    <a:lnTo>
                      <a:pt x="155" y="315"/>
                    </a:lnTo>
                    <a:lnTo>
                      <a:pt x="175" y="315"/>
                    </a:lnTo>
                    <a:lnTo>
                      <a:pt x="194" y="315"/>
                    </a:lnTo>
                    <a:lnTo>
                      <a:pt x="211" y="315"/>
                    </a:lnTo>
                    <a:lnTo>
                      <a:pt x="227" y="315"/>
                    </a:lnTo>
                    <a:lnTo>
                      <a:pt x="240" y="315"/>
                    </a:lnTo>
                    <a:lnTo>
                      <a:pt x="254" y="315"/>
                    </a:lnTo>
                    <a:lnTo>
                      <a:pt x="265" y="315"/>
                    </a:lnTo>
                    <a:lnTo>
                      <a:pt x="276" y="315"/>
                    </a:lnTo>
                    <a:lnTo>
                      <a:pt x="287" y="315"/>
                    </a:lnTo>
                    <a:lnTo>
                      <a:pt x="296" y="315"/>
                    </a:lnTo>
                    <a:lnTo>
                      <a:pt x="303" y="315"/>
                    </a:lnTo>
                    <a:lnTo>
                      <a:pt x="311" y="315"/>
                    </a:lnTo>
                    <a:lnTo>
                      <a:pt x="317" y="315"/>
                    </a:lnTo>
                    <a:lnTo>
                      <a:pt x="323" y="315"/>
                    </a:lnTo>
                    <a:lnTo>
                      <a:pt x="328" y="315"/>
                    </a:lnTo>
                    <a:lnTo>
                      <a:pt x="332" y="315"/>
                    </a:lnTo>
                    <a:lnTo>
                      <a:pt x="336" y="315"/>
                    </a:lnTo>
                    <a:lnTo>
                      <a:pt x="338" y="315"/>
                    </a:lnTo>
                    <a:lnTo>
                      <a:pt x="342" y="315"/>
                    </a:lnTo>
                    <a:lnTo>
                      <a:pt x="345" y="315"/>
                    </a:lnTo>
                    <a:lnTo>
                      <a:pt x="348" y="315"/>
                    </a:lnTo>
                    <a:lnTo>
                      <a:pt x="349" y="314"/>
                    </a:lnTo>
                    <a:lnTo>
                      <a:pt x="352" y="314"/>
                    </a:lnTo>
                    <a:lnTo>
                      <a:pt x="353" y="314"/>
                    </a:lnTo>
                    <a:lnTo>
                      <a:pt x="356" y="314"/>
                    </a:lnTo>
                    <a:lnTo>
                      <a:pt x="358" y="314"/>
                    </a:lnTo>
                    <a:lnTo>
                      <a:pt x="360" y="314"/>
                    </a:lnTo>
                    <a:lnTo>
                      <a:pt x="362" y="314"/>
                    </a:lnTo>
                    <a:lnTo>
                      <a:pt x="364" y="314"/>
                    </a:lnTo>
                    <a:lnTo>
                      <a:pt x="366" y="314"/>
                    </a:lnTo>
                    <a:lnTo>
                      <a:pt x="368" y="314"/>
                    </a:lnTo>
                    <a:lnTo>
                      <a:pt x="369" y="314"/>
                    </a:lnTo>
                    <a:lnTo>
                      <a:pt x="370" y="312"/>
                    </a:lnTo>
                    <a:lnTo>
                      <a:pt x="372" y="312"/>
                    </a:lnTo>
                    <a:lnTo>
                      <a:pt x="374" y="312"/>
                    </a:lnTo>
                    <a:lnTo>
                      <a:pt x="376" y="312"/>
                    </a:lnTo>
                    <a:lnTo>
                      <a:pt x="377" y="312"/>
                    </a:lnTo>
                    <a:lnTo>
                      <a:pt x="378" y="312"/>
                    </a:lnTo>
                    <a:lnTo>
                      <a:pt x="380" y="312"/>
                    </a:lnTo>
                    <a:lnTo>
                      <a:pt x="381" y="312"/>
                    </a:lnTo>
                    <a:lnTo>
                      <a:pt x="382" y="312"/>
                    </a:lnTo>
                    <a:lnTo>
                      <a:pt x="384" y="312"/>
                    </a:lnTo>
                    <a:lnTo>
                      <a:pt x="385" y="311"/>
                    </a:lnTo>
                    <a:lnTo>
                      <a:pt x="386" y="311"/>
                    </a:lnTo>
                    <a:lnTo>
                      <a:pt x="388" y="311"/>
                    </a:lnTo>
                    <a:lnTo>
                      <a:pt x="389" y="311"/>
                    </a:lnTo>
                    <a:lnTo>
                      <a:pt x="390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4" y="311"/>
                    </a:lnTo>
                    <a:lnTo>
                      <a:pt x="396" y="310"/>
                    </a:lnTo>
                    <a:lnTo>
                      <a:pt x="398" y="310"/>
                    </a:lnTo>
                    <a:lnTo>
                      <a:pt x="400" y="310"/>
                    </a:lnTo>
                    <a:lnTo>
                      <a:pt x="401" y="310"/>
                    </a:lnTo>
                    <a:lnTo>
                      <a:pt x="403" y="310"/>
                    </a:lnTo>
                    <a:lnTo>
                      <a:pt x="405" y="308"/>
                    </a:lnTo>
                    <a:lnTo>
                      <a:pt x="407" y="308"/>
                    </a:lnTo>
                    <a:lnTo>
                      <a:pt x="409" y="308"/>
                    </a:lnTo>
                    <a:lnTo>
                      <a:pt x="411" y="308"/>
                    </a:lnTo>
                    <a:lnTo>
                      <a:pt x="413" y="307"/>
                    </a:lnTo>
                    <a:lnTo>
                      <a:pt x="414" y="307"/>
                    </a:lnTo>
                    <a:lnTo>
                      <a:pt x="417" y="307"/>
                    </a:lnTo>
                    <a:lnTo>
                      <a:pt x="418" y="307"/>
                    </a:lnTo>
                    <a:lnTo>
                      <a:pt x="419" y="307"/>
                    </a:lnTo>
                    <a:lnTo>
                      <a:pt x="421" y="307"/>
                    </a:lnTo>
                    <a:lnTo>
                      <a:pt x="422" y="306"/>
                    </a:lnTo>
                    <a:lnTo>
                      <a:pt x="423" y="306"/>
                    </a:lnTo>
                    <a:lnTo>
                      <a:pt x="425" y="306"/>
                    </a:lnTo>
                    <a:lnTo>
                      <a:pt x="426" y="306"/>
                    </a:lnTo>
                    <a:lnTo>
                      <a:pt x="427" y="306"/>
                    </a:lnTo>
                    <a:lnTo>
                      <a:pt x="429" y="304"/>
                    </a:lnTo>
                    <a:lnTo>
                      <a:pt x="430" y="304"/>
                    </a:lnTo>
                    <a:lnTo>
                      <a:pt x="431" y="304"/>
                    </a:lnTo>
                    <a:lnTo>
                      <a:pt x="433" y="304"/>
                    </a:lnTo>
                    <a:lnTo>
                      <a:pt x="434" y="303"/>
                    </a:lnTo>
                    <a:lnTo>
                      <a:pt x="435" y="303"/>
                    </a:lnTo>
                    <a:lnTo>
                      <a:pt x="437" y="303"/>
                    </a:lnTo>
                    <a:lnTo>
                      <a:pt x="438" y="303"/>
                    </a:lnTo>
                    <a:lnTo>
                      <a:pt x="439" y="302"/>
                    </a:lnTo>
                    <a:lnTo>
                      <a:pt x="441" y="302"/>
                    </a:lnTo>
                    <a:lnTo>
                      <a:pt x="443" y="300"/>
                    </a:lnTo>
                    <a:lnTo>
                      <a:pt x="445" y="300"/>
                    </a:lnTo>
                    <a:lnTo>
                      <a:pt x="446" y="300"/>
                    </a:lnTo>
                    <a:lnTo>
                      <a:pt x="449" y="299"/>
                    </a:lnTo>
                    <a:lnTo>
                      <a:pt x="450" y="299"/>
                    </a:lnTo>
                    <a:lnTo>
                      <a:pt x="453" y="298"/>
                    </a:lnTo>
                    <a:lnTo>
                      <a:pt x="455" y="296"/>
                    </a:lnTo>
                    <a:lnTo>
                      <a:pt x="458" y="296"/>
                    </a:lnTo>
                    <a:lnTo>
                      <a:pt x="459" y="295"/>
                    </a:lnTo>
                    <a:lnTo>
                      <a:pt x="462" y="295"/>
                    </a:lnTo>
                    <a:lnTo>
                      <a:pt x="465" y="294"/>
                    </a:lnTo>
                    <a:lnTo>
                      <a:pt x="466" y="294"/>
                    </a:lnTo>
                    <a:lnTo>
                      <a:pt x="467" y="294"/>
                    </a:lnTo>
                    <a:lnTo>
                      <a:pt x="470" y="292"/>
                    </a:lnTo>
                    <a:lnTo>
                      <a:pt x="471" y="292"/>
                    </a:lnTo>
                    <a:lnTo>
                      <a:pt x="473" y="291"/>
                    </a:lnTo>
                    <a:lnTo>
                      <a:pt x="474" y="291"/>
                    </a:lnTo>
                    <a:lnTo>
                      <a:pt x="475" y="291"/>
                    </a:lnTo>
                    <a:lnTo>
                      <a:pt x="476" y="290"/>
                    </a:lnTo>
                    <a:lnTo>
                      <a:pt x="478" y="290"/>
                    </a:lnTo>
                    <a:lnTo>
                      <a:pt x="479" y="290"/>
                    </a:lnTo>
                    <a:lnTo>
                      <a:pt x="480" y="288"/>
                    </a:lnTo>
                    <a:lnTo>
                      <a:pt x="482" y="288"/>
                    </a:lnTo>
                    <a:lnTo>
                      <a:pt x="483" y="287"/>
                    </a:lnTo>
                    <a:lnTo>
                      <a:pt x="484" y="287"/>
                    </a:lnTo>
                    <a:lnTo>
                      <a:pt x="486" y="286"/>
                    </a:lnTo>
                    <a:lnTo>
                      <a:pt x="487" y="286"/>
                    </a:lnTo>
                    <a:lnTo>
                      <a:pt x="488" y="286"/>
                    </a:lnTo>
                    <a:lnTo>
                      <a:pt x="490" y="284"/>
                    </a:lnTo>
                    <a:lnTo>
                      <a:pt x="491" y="284"/>
                    </a:lnTo>
                    <a:lnTo>
                      <a:pt x="492" y="283"/>
                    </a:lnTo>
                    <a:lnTo>
                      <a:pt x="494" y="283"/>
                    </a:lnTo>
                    <a:lnTo>
                      <a:pt x="495" y="282"/>
                    </a:lnTo>
                    <a:lnTo>
                      <a:pt x="498" y="280"/>
                    </a:lnTo>
                    <a:lnTo>
                      <a:pt x="499" y="280"/>
                    </a:lnTo>
                    <a:lnTo>
                      <a:pt x="500" y="279"/>
                    </a:lnTo>
                    <a:lnTo>
                      <a:pt x="503" y="278"/>
                    </a:lnTo>
                    <a:lnTo>
                      <a:pt x="504" y="276"/>
                    </a:lnTo>
                    <a:lnTo>
                      <a:pt x="507" y="276"/>
                    </a:lnTo>
                    <a:lnTo>
                      <a:pt x="508" y="275"/>
                    </a:lnTo>
                    <a:lnTo>
                      <a:pt x="511" y="274"/>
                    </a:lnTo>
                    <a:lnTo>
                      <a:pt x="512" y="274"/>
                    </a:lnTo>
                    <a:lnTo>
                      <a:pt x="514" y="272"/>
                    </a:lnTo>
                    <a:lnTo>
                      <a:pt x="516" y="271"/>
                    </a:lnTo>
                    <a:lnTo>
                      <a:pt x="518" y="271"/>
                    </a:lnTo>
                    <a:lnTo>
                      <a:pt x="519" y="270"/>
                    </a:lnTo>
                    <a:lnTo>
                      <a:pt x="520" y="270"/>
                    </a:lnTo>
                    <a:lnTo>
                      <a:pt x="522" y="268"/>
                    </a:lnTo>
                    <a:lnTo>
                      <a:pt x="523" y="268"/>
                    </a:lnTo>
                    <a:lnTo>
                      <a:pt x="524" y="267"/>
                    </a:lnTo>
                    <a:lnTo>
                      <a:pt x="526" y="267"/>
                    </a:lnTo>
                    <a:lnTo>
                      <a:pt x="527" y="266"/>
                    </a:lnTo>
                    <a:lnTo>
                      <a:pt x="528" y="266"/>
                    </a:lnTo>
                    <a:lnTo>
                      <a:pt x="528" y="264"/>
                    </a:lnTo>
                    <a:lnTo>
                      <a:pt x="530" y="264"/>
                    </a:lnTo>
                    <a:lnTo>
                      <a:pt x="531" y="264"/>
                    </a:lnTo>
                    <a:lnTo>
                      <a:pt x="532" y="263"/>
                    </a:lnTo>
                    <a:lnTo>
                      <a:pt x="534" y="263"/>
                    </a:lnTo>
                    <a:lnTo>
                      <a:pt x="534" y="262"/>
                    </a:lnTo>
                    <a:lnTo>
                      <a:pt x="535" y="262"/>
                    </a:lnTo>
                    <a:lnTo>
                      <a:pt x="536" y="261"/>
                    </a:lnTo>
                    <a:lnTo>
                      <a:pt x="538" y="261"/>
                    </a:lnTo>
                    <a:lnTo>
                      <a:pt x="539" y="259"/>
                    </a:lnTo>
                    <a:lnTo>
                      <a:pt x="540" y="259"/>
                    </a:lnTo>
                    <a:lnTo>
                      <a:pt x="542" y="258"/>
                    </a:lnTo>
                    <a:lnTo>
                      <a:pt x="543" y="257"/>
                    </a:lnTo>
                    <a:lnTo>
                      <a:pt x="546" y="257"/>
                    </a:lnTo>
                    <a:lnTo>
                      <a:pt x="547" y="255"/>
                    </a:lnTo>
                    <a:lnTo>
                      <a:pt x="548" y="254"/>
                    </a:lnTo>
                    <a:lnTo>
                      <a:pt x="551" y="253"/>
                    </a:lnTo>
                    <a:lnTo>
                      <a:pt x="552" y="253"/>
                    </a:lnTo>
                    <a:lnTo>
                      <a:pt x="553" y="251"/>
                    </a:lnTo>
                    <a:lnTo>
                      <a:pt x="556" y="250"/>
                    </a:lnTo>
                    <a:lnTo>
                      <a:pt x="557" y="250"/>
                    </a:lnTo>
                    <a:lnTo>
                      <a:pt x="559" y="249"/>
                    </a:lnTo>
                    <a:lnTo>
                      <a:pt x="560" y="247"/>
                    </a:lnTo>
                    <a:lnTo>
                      <a:pt x="561" y="247"/>
                    </a:lnTo>
                    <a:lnTo>
                      <a:pt x="563" y="246"/>
                    </a:lnTo>
                    <a:lnTo>
                      <a:pt x="564" y="245"/>
                    </a:lnTo>
                    <a:lnTo>
                      <a:pt x="565" y="245"/>
                    </a:lnTo>
                    <a:lnTo>
                      <a:pt x="567" y="245"/>
                    </a:lnTo>
                    <a:lnTo>
                      <a:pt x="567" y="243"/>
                    </a:lnTo>
                    <a:lnTo>
                      <a:pt x="568" y="243"/>
                    </a:lnTo>
                    <a:lnTo>
                      <a:pt x="569" y="242"/>
                    </a:lnTo>
                    <a:lnTo>
                      <a:pt x="571" y="242"/>
                    </a:lnTo>
                    <a:lnTo>
                      <a:pt x="572" y="241"/>
                    </a:lnTo>
                    <a:lnTo>
                      <a:pt x="573" y="239"/>
                    </a:lnTo>
                    <a:lnTo>
                      <a:pt x="575" y="239"/>
                    </a:lnTo>
                    <a:lnTo>
                      <a:pt x="575" y="238"/>
                    </a:lnTo>
                    <a:lnTo>
                      <a:pt x="576" y="238"/>
                    </a:lnTo>
                    <a:lnTo>
                      <a:pt x="577" y="237"/>
                    </a:lnTo>
                    <a:lnTo>
                      <a:pt x="579" y="237"/>
                    </a:lnTo>
                    <a:lnTo>
                      <a:pt x="580" y="235"/>
                    </a:lnTo>
                    <a:lnTo>
                      <a:pt x="581" y="235"/>
                    </a:lnTo>
                    <a:lnTo>
                      <a:pt x="581" y="234"/>
                    </a:lnTo>
                    <a:lnTo>
                      <a:pt x="583" y="234"/>
                    </a:lnTo>
                    <a:lnTo>
                      <a:pt x="585" y="233"/>
                    </a:lnTo>
                    <a:lnTo>
                      <a:pt x="587" y="231"/>
                    </a:lnTo>
                    <a:lnTo>
                      <a:pt x="588" y="230"/>
                    </a:lnTo>
                    <a:lnTo>
                      <a:pt x="589" y="230"/>
                    </a:lnTo>
                    <a:lnTo>
                      <a:pt x="591" y="229"/>
                    </a:lnTo>
                    <a:lnTo>
                      <a:pt x="592" y="227"/>
                    </a:lnTo>
                    <a:lnTo>
                      <a:pt x="593" y="227"/>
                    </a:lnTo>
                    <a:lnTo>
                      <a:pt x="593" y="226"/>
                    </a:lnTo>
                    <a:lnTo>
                      <a:pt x="595" y="226"/>
                    </a:lnTo>
                    <a:lnTo>
                      <a:pt x="596" y="225"/>
                    </a:lnTo>
                    <a:lnTo>
                      <a:pt x="597" y="225"/>
                    </a:lnTo>
                    <a:lnTo>
                      <a:pt x="597" y="223"/>
                    </a:lnTo>
                    <a:lnTo>
                      <a:pt x="599" y="223"/>
                    </a:lnTo>
                    <a:lnTo>
                      <a:pt x="600" y="223"/>
                    </a:lnTo>
                    <a:lnTo>
                      <a:pt x="600" y="222"/>
                    </a:lnTo>
                    <a:lnTo>
                      <a:pt x="601" y="222"/>
                    </a:lnTo>
                    <a:lnTo>
                      <a:pt x="603" y="221"/>
                    </a:lnTo>
                    <a:lnTo>
                      <a:pt x="604" y="221"/>
                    </a:lnTo>
                    <a:lnTo>
                      <a:pt x="604" y="219"/>
                    </a:lnTo>
                    <a:lnTo>
                      <a:pt x="605" y="219"/>
                    </a:lnTo>
                    <a:lnTo>
                      <a:pt x="605" y="218"/>
                    </a:lnTo>
                    <a:lnTo>
                      <a:pt x="607" y="218"/>
                    </a:lnTo>
                    <a:lnTo>
                      <a:pt x="608" y="217"/>
                    </a:lnTo>
                    <a:lnTo>
                      <a:pt x="609" y="215"/>
                    </a:lnTo>
                    <a:lnTo>
                      <a:pt x="611" y="214"/>
                    </a:lnTo>
                    <a:lnTo>
                      <a:pt x="612" y="214"/>
                    </a:lnTo>
                    <a:lnTo>
                      <a:pt x="612" y="213"/>
                    </a:lnTo>
                    <a:lnTo>
                      <a:pt x="613" y="213"/>
                    </a:lnTo>
                    <a:lnTo>
                      <a:pt x="615" y="211"/>
                    </a:lnTo>
                    <a:lnTo>
                      <a:pt x="616" y="210"/>
                    </a:lnTo>
                    <a:lnTo>
                      <a:pt x="617" y="209"/>
                    </a:lnTo>
                    <a:lnTo>
                      <a:pt x="619" y="209"/>
                    </a:lnTo>
                    <a:lnTo>
                      <a:pt x="619" y="207"/>
                    </a:lnTo>
                    <a:lnTo>
                      <a:pt x="620" y="207"/>
                    </a:lnTo>
                    <a:lnTo>
                      <a:pt x="621" y="206"/>
                    </a:lnTo>
                    <a:lnTo>
                      <a:pt x="622" y="206"/>
                    </a:lnTo>
                    <a:lnTo>
                      <a:pt x="622" y="205"/>
                    </a:lnTo>
                    <a:lnTo>
                      <a:pt x="624" y="205"/>
                    </a:lnTo>
                    <a:lnTo>
                      <a:pt x="625" y="203"/>
                    </a:lnTo>
                    <a:lnTo>
                      <a:pt x="626" y="202"/>
                    </a:lnTo>
                    <a:lnTo>
                      <a:pt x="628" y="202"/>
                    </a:lnTo>
                    <a:lnTo>
                      <a:pt x="628" y="201"/>
                    </a:lnTo>
                    <a:lnTo>
                      <a:pt x="629" y="201"/>
                    </a:lnTo>
                    <a:lnTo>
                      <a:pt x="630" y="199"/>
                    </a:lnTo>
                    <a:lnTo>
                      <a:pt x="632" y="199"/>
                    </a:lnTo>
                    <a:lnTo>
                      <a:pt x="632" y="198"/>
                    </a:lnTo>
                    <a:lnTo>
                      <a:pt x="633" y="198"/>
                    </a:lnTo>
                    <a:lnTo>
                      <a:pt x="634" y="197"/>
                    </a:lnTo>
                    <a:lnTo>
                      <a:pt x="636" y="195"/>
                    </a:lnTo>
                    <a:lnTo>
                      <a:pt x="637" y="195"/>
                    </a:lnTo>
                    <a:lnTo>
                      <a:pt x="638" y="194"/>
                    </a:lnTo>
                    <a:lnTo>
                      <a:pt x="640" y="193"/>
                    </a:lnTo>
                    <a:lnTo>
                      <a:pt x="641" y="193"/>
                    </a:lnTo>
                    <a:lnTo>
                      <a:pt x="641" y="191"/>
                    </a:lnTo>
                    <a:lnTo>
                      <a:pt x="642" y="191"/>
                    </a:lnTo>
                    <a:lnTo>
                      <a:pt x="644" y="190"/>
                    </a:lnTo>
                    <a:lnTo>
                      <a:pt x="645" y="190"/>
                    </a:lnTo>
                    <a:lnTo>
                      <a:pt x="645" y="189"/>
                    </a:lnTo>
                    <a:lnTo>
                      <a:pt x="646" y="189"/>
                    </a:lnTo>
                    <a:lnTo>
                      <a:pt x="648" y="188"/>
                    </a:lnTo>
                    <a:lnTo>
                      <a:pt x="649" y="186"/>
                    </a:lnTo>
                    <a:lnTo>
                      <a:pt x="650" y="186"/>
                    </a:lnTo>
                    <a:lnTo>
                      <a:pt x="650" y="185"/>
                    </a:lnTo>
                    <a:lnTo>
                      <a:pt x="652" y="185"/>
                    </a:lnTo>
                    <a:lnTo>
                      <a:pt x="652" y="184"/>
                    </a:lnTo>
                    <a:lnTo>
                      <a:pt x="653" y="184"/>
                    </a:lnTo>
                    <a:lnTo>
                      <a:pt x="654" y="182"/>
                    </a:lnTo>
                    <a:lnTo>
                      <a:pt x="656" y="181"/>
                    </a:lnTo>
                    <a:lnTo>
                      <a:pt x="657" y="180"/>
                    </a:lnTo>
                    <a:lnTo>
                      <a:pt x="657" y="178"/>
                    </a:lnTo>
                    <a:lnTo>
                      <a:pt x="658" y="178"/>
                    </a:lnTo>
                    <a:lnTo>
                      <a:pt x="660" y="177"/>
                    </a:lnTo>
                    <a:lnTo>
                      <a:pt x="661" y="176"/>
                    </a:lnTo>
                    <a:lnTo>
                      <a:pt x="662" y="174"/>
                    </a:lnTo>
                    <a:lnTo>
                      <a:pt x="664" y="173"/>
                    </a:lnTo>
                    <a:lnTo>
                      <a:pt x="664" y="172"/>
                    </a:lnTo>
                    <a:lnTo>
                      <a:pt x="665" y="170"/>
                    </a:lnTo>
                    <a:lnTo>
                      <a:pt x="666" y="169"/>
                    </a:lnTo>
                    <a:lnTo>
                      <a:pt x="668" y="168"/>
                    </a:lnTo>
                    <a:lnTo>
                      <a:pt x="669" y="166"/>
                    </a:lnTo>
                    <a:lnTo>
                      <a:pt x="670" y="165"/>
                    </a:lnTo>
                    <a:lnTo>
                      <a:pt x="672" y="165"/>
                    </a:lnTo>
                    <a:lnTo>
                      <a:pt x="673" y="164"/>
                    </a:lnTo>
                    <a:lnTo>
                      <a:pt x="673" y="162"/>
                    </a:lnTo>
                    <a:lnTo>
                      <a:pt x="674" y="161"/>
                    </a:lnTo>
                    <a:lnTo>
                      <a:pt x="676" y="161"/>
                    </a:lnTo>
                    <a:lnTo>
                      <a:pt x="676" y="160"/>
                    </a:lnTo>
                    <a:lnTo>
                      <a:pt x="677" y="158"/>
                    </a:lnTo>
                    <a:lnTo>
                      <a:pt x="678" y="157"/>
                    </a:lnTo>
                    <a:lnTo>
                      <a:pt x="680" y="156"/>
                    </a:lnTo>
                    <a:lnTo>
                      <a:pt x="681" y="154"/>
                    </a:lnTo>
                    <a:lnTo>
                      <a:pt x="682" y="153"/>
                    </a:lnTo>
                    <a:lnTo>
                      <a:pt x="682" y="152"/>
                    </a:lnTo>
                    <a:lnTo>
                      <a:pt x="684" y="152"/>
                    </a:lnTo>
                    <a:lnTo>
                      <a:pt x="684" y="150"/>
                    </a:lnTo>
                    <a:lnTo>
                      <a:pt x="685" y="149"/>
                    </a:lnTo>
                    <a:lnTo>
                      <a:pt x="686" y="149"/>
                    </a:lnTo>
                    <a:lnTo>
                      <a:pt x="686" y="148"/>
                    </a:lnTo>
                    <a:lnTo>
                      <a:pt x="688" y="146"/>
                    </a:lnTo>
                    <a:lnTo>
                      <a:pt x="689" y="145"/>
                    </a:lnTo>
                    <a:lnTo>
                      <a:pt x="689" y="144"/>
                    </a:lnTo>
                    <a:lnTo>
                      <a:pt x="690" y="142"/>
                    </a:lnTo>
                    <a:lnTo>
                      <a:pt x="692" y="141"/>
                    </a:lnTo>
                    <a:lnTo>
                      <a:pt x="693" y="140"/>
                    </a:lnTo>
                    <a:lnTo>
                      <a:pt x="694" y="138"/>
                    </a:lnTo>
                    <a:lnTo>
                      <a:pt x="695" y="136"/>
                    </a:lnTo>
                    <a:lnTo>
                      <a:pt x="697" y="134"/>
                    </a:lnTo>
                    <a:lnTo>
                      <a:pt x="698" y="133"/>
                    </a:lnTo>
                    <a:lnTo>
                      <a:pt x="701" y="130"/>
                    </a:lnTo>
                    <a:lnTo>
                      <a:pt x="702" y="129"/>
                    </a:lnTo>
                    <a:lnTo>
                      <a:pt x="702" y="128"/>
                    </a:lnTo>
                    <a:lnTo>
                      <a:pt x="703" y="126"/>
                    </a:lnTo>
                    <a:lnTo>
                      <a:pt x="705" y="125"/>
                    </a:lnTo>
                    <a:lnTo>
                      <a:pt x="706" y="124"/>
                    </a:lnTo>
                    <a:lnTo>
                      <a:pt x="707" y="122"/>
                    </a:lnTo>
                    <a:lnTo>
                      <a:pt x="707" y="121"/>
                    </a:lnTo>
                    <a:lnTo>
                      <a:pt x="709" y="120"/>
                    </a:lnTo>
                    <a:lnTo>
                      <a:pt x="710" y="120"/>
                    </a:lnTo>
                    <a:lnTo>
                      <a:pt x="710" y="118"/>
                    </a:lnTo>
                    <a:lnTo>
                      <a:pt x="711" y="117"/>
                    </a:lnTo>
                    <a:lnTo>
                      <a:pt x="713" y="116"/>
                    </a:lnTo>
                    <a:lnTo>
                      <a:pt x="714" y="114"/>
                    </a:lnTo>
                    <a:lnTo>
                      <a:pt x="714" y="113"/>
                    </a:lnTo>
                    <a:lnTo>
                      <a:pt x="715" y="112"/>
                    </a:lnTo>
                    <a:lnTo>
                      <a:pt x="717" y="111"/>
                    </a:lnTo>
                    <a:lnTo>
                      <a:pt x="718" y="109"/>
                    </a:lnTo>
                    <a:lnTo>
                      <a:pt x="719" y="108"/>
                    </a:lnTo>
                    <a:lnTo>
                      <a:pt x="719" y="107"/>
                    </a:lnTo>
                    <a:lnTo>
                      <a:pt x="721" y="105"/>
                    </a:lnTo>
                    <a:lnTo>
                      <a:pt x="722" y="104"/>
                    </a:lnTo>
                    <a:lnTo>
                      <a:pt x="722" y="103"/>
                    </a:lnTo>
                    <a:lnTo>
                      <a:pt x="723" y="101"/>
                    </a:lnTo>
                    <a:lnTo>
                      <a:pt x="725" y="99"/>
                    </a:lnTo>
                    <a:lnTo>
                      <a:pt x="726" y="97"/>
                    </a:lnTo>
                    <a:lnTo>
                      <a:pt x="727" y="96"/>
                    </a:lnTo>
                    <a:lnTo>
                      <a:pt x="729" y="93"/>
                    </a:lnTo>
                    <a:lnTo>
                      <a:pt x="730" y="91"/>
                    </a:lnTo>
                    <a:lnTo>
                      <a:pt x="731" y="89"/>
                    </a:lnTo>
                    <a:lnTo>
                      <a:pt x="734" y="87"/>
                    </a:lnTo>
                    <a:lnTo>
                      <a:pt x="735" y="85"/>
                    </a:lnTo>
                    <a:lnTo>
                      <a:pt x="735" y="84"/>
                    </a:lnTo>
                    <a:lnTo>
                      <a:pt x="737" y="81"/>
                    </a:lnTo>
                    <a:lnTo>
                      <a:pt x="738" y="80"/>
                    </a:lnTo>
                    <a:lnTo>
                      <a:pt x="739" y="79"/>
                    </a:lnTo>
                    <a:lnTo>
                      <a:pt x="741" y="77"/>
                    </a:lnTo>
                    <a:lnTo>
                      <a:pt x="742" y="76"/>
                    </a:lnTo>
                    <a:lnTo>
                      <a:pt x="742" y="75"/>
                    </a:lnTo>
                    <a:lnTo>
                      <a:pt x="743" y="73"/>
                    </a:lnTo>
                    <a:lnTo>
                      <a:pt x="745" y="72"/>
                    </a:lnTo>
                    <a:lnTo>
                      <a:pt x="746" y="71"/>
                    </a:lnTo>
                    <a:lnTo>
                      <a:pt x="746" y="69"/>
                    </a:lnTo>
                    <a:lnTo>
                      <a:pt x="747" y="68"/>
                    </a:lnTo>
                    <a:lnTo>
                      <a:pt x="749" y="67"/>
                    </a:lnTo>
                    <a:lnTo>
                      <a:pt x="749" y="65"/>
                    </a:lnTo>
                    <a:lnTo>
                      <a:pt x="750" y="64"/>
                    </a:lnTo>
                    <a:lnTo>
                      <a:pt x="751" y="63"/>
                    </a:lnTo>
                    <a:lnTo>
                      <a:pt x="753" y="61"/>
                    </a:lnTo>
                    <a:lnTo>
                      <a:pt x="754" y="60"/>
                    </a:lnTo>
                    <a:lnTo>
                      <a:pt x="754" y="59"/>
                    </a:lnTo>
                    <a:lnTo>
                      <a:pt x="755" y="57"/>
                    </a:lnTo>
                    <a:lnTo>
                      <a:pt x="757" y="55"/>
                    </a:lnTo>
                    <a:lnTo>
                      <a:pt x="758" y="53"/>
                    </a:lnTo>
                    <a:lnTo>
                      <a:pt x="759" y="52"/>
                    </a:lnTo>
                    <a:lnTo>
                      <a:pt x="761" y="51"/>
                    </a:lnTo>
                    <a:lnTo>
                      <a:pt x="762" y="48"/>
                    </a:lnTo>
                    <a:lnTo>
                      <a:pt x="763" y="47"/>
                    </a:lnTo>
                    <a:lnTo>
                      <a:pt x="765" y="44"/>
                    </a:lnTo>
                    <a:lnTo>
                      <a:pt x="766" y="41"/>
                    </a:lnTo>
                    <a:lnTo>
                      <a:pt x="767" y="40"/>
                    </a:lnTo>
                    <a:lnTo>
                      <a:pt x="769" y="38"/>
                    </a:lnTo>
                    <a:lnTo>
                      <a:pt x="770" y="36"/>
                    </a:lnTo>
                    <a:lnTo>
                      <a:pt x="771" y="35"/>
                    </a:lnTo>
                    <a:lnTo>
                      <a:pt x="772" y="32"/>
                    </a:lnTo>
                    <a:lnTo>
                      <a:pt x="774" y="31"/>
                    </a:lnTo>
                    <a:lnTo>
                      <a:pt x="775" y="30"/>
                    </a:lnTo>
                    <a:lnTo>
                      <a:pt x="775" y="28"/>
                    </a:lnTo>
                    <a:lnTo>
                      <a:pt x="776" y="27"/>
                    </a:lnTo>
                    <a:lnTo>
                      <a:pt x="778" y="26"/>
                    </a:lnTo>
                    <a:lnTo>
                      <a:pt x="778" y="24"/>
                    </a:lnTo>
                    <a:lnTo>
                      <a:pt x="779" y="24"/>
                    </a:lnTo>
                    <a:lnTo>
                      <a:pt x="780" y="23"/>
                    </a:lnTo>
                    <a:lnTo>
                      <a:pt x="780" y="22"/>
                    </a:lnTo>
                    <a:lnTo>
                      <a:pt x="782" y="20"/>
                    </a:lnTo>
                    <a:lnTo>
                      <a:pt x="783" y="19"/>
                    </a:lnTo>
                    <a:lnTo>
                      <a:pt x="783" y="18"/>
                    </a:lnTo>
                    <a:lnTo>
                      <a:pt x="784" y="16"/>
                    </a:lnTo>
                    <a:lnTo>
                      <a:pt x="784" y="15"/>
                    </a:lnTo>
                    <a:lnTo>
                      <a:pt x="786" y="15"/>
                    </a:lnTo>
                    <a:lnTo>
                      <a:pt x="786" y="14"/>
                    </a:lnTo>
                    <a:lnTo>
                      <a:pt x="787" y="12"/>
                    </a:lnTo>
                    <a:lnTo>
                      <a:pt x="787" y="11"/>
                    </a:lnTo>
                    <a:lnTo>
                      <a:pt x="788" y="10"/>
                    </a:lnTo>
                    <a:lnTo>
                      <a:pt x="788" y="8"/>
                    </a:lnTo>
                    <a:lnTo>
                      <a:pt x="790" y="7"/>
                    </a:lnTo>
                    <a:lnTo>
                      <a:pt x="791" y="6"/>
                    </a:lnTo>
                    <a:lnTo>
                      <a:pt x="791" y="4"/>
                    </a:lnTo>
                    <a:lnTo>
                      <a:pt x="792" y="2"/>
                    </a:lnTo>
                    <a:lnTo>
                      <a:pt x="794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16864" name="Freeform 88">
                <a:extLst>
                  <a:ext uri="{FF2B5EF4-FFF2-40B4-BE49-F238E27FC236}">
                    <a16:creationId xmlns:a16="http://schemas.microsoft.com/office/drawing/2014/main" id="{D786BD52-7198-456A-A9D2-08093882B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505902"/>
                <a:ext cx="74612" cy="252412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0"/>
                    </a:moveTo>
                    <a:lnTo>
                      <a:pt x="3" y="4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7" y="13"/>
                    </a:lnTo>
                    <a:lnTo>
                      <a:pt x="9" y="16"/>
                    </a:lnTo>
                    <a:lnTo>
                      <a:pt x="11" y="19"/>
                    </a:lnTo>
                    <a:lnTo>
                      <a:pt x="12" y="20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9" y="33"/>
                    </a:lnTo>
                    <a:lnTo>
                      <a:pt x="20" y="35"/>
                    </a:lnTo>
                    <a:lnTo>
                      <a:pt x="20" y="36"/>
                    </a:lnTo>
                    <a:lnTo>
                      <a:pt x="21" y="37"/>
                    </a:lnTo>
                    <a:lnTo>
                      <a:pt x="21" y="39"/>
                    </a:lnTo>
                    <a:lnTo>
                      <a:pt x="23" y="40"/>
                    </a:lnTo>
                    <a:lnTo>
                      <a:pt x="23" y="41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4" y="45"/>
                    </a:lnTo>
                    <a:lnTo>
                      <a:pt x="25" y="47"/>
                    </a:lnTo>
                    <a:lnTo>
                      <a:pt x="25" y="48"/>
                    </a:lnTo>
                    <a:lnTo>
                      <a:pt x="27" y="49"/>
                    </a:lnTo>
                    <a:lnTo>
                      <a:pt x="27" y="51"/>
                    </a:lnTo>
                    <a:lnTo>
                      <a:pt x="28" y="52"/>
                    </a:lnTo>
                    <a:lnTo>
                      <a:pt x="28" y="53"/>
                    </a:lnTo>
                    <a:lnTo>
                      <a:pt x="29" y="55"/>
                    </a:lnTo>
                    <a:lnTo>
                      <a:pt x="29" y="57"/>
                    </a:lnTo>
                    <a:lnTo>
                      <a:pt x="31" y="58"/>
                    </a:lnTo>
                    <a:lnTo>
                      <a:pt x="31" y="60"/>
                    </a:lnTo>
                    <a:lnTo>
                      <a:pt x="32" y="62"/>
                    </a:lnTo>
                    <a:lnTo>
                      <a:pt x="32" y="64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5" y="70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7" y="74"/>
                    </a:lnTo>
                    <a:lnTo>
                      <a:pt x="37" y="76"/>
                    </a:lnTo>
                    <a:lnTo>
                      <a:pt x="37" y="77"/>
                    </a:lnTo>
                    <a:lnTo>
                      <a:pt x="39" y="78"/>
                    </a:lnTo>
                    <a:lnTo>
                      <a:pt x="39" y="80"/>
                    </a:lnTo>
                    <a:lnTo>
                      <a:pt x="40" y="81"/>
                    </a:lnTo>
                    <a:lnTo>
                      <a:pt x="40" y="82"/>
                    </a:lnTo>
                    <a:lnTo>
                      <a:pt x="41" y="84"/>
                    </a:lnTo>
                    <a:lnTo>
                      <a:pt x="41" y="85"/>
                    </a:lnTo>
                    <a:lnTo>
                      <a:pt x="41" y="86"/>
                    </a:lnTo>
                    <a:lnTo>
                      <a:pt x="42" y="88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4" y="93"/>
                    </a:lnTo>
                    <a:lnTo>
                      <a:pt x="44" y="94"/>
                    </a:lnTo>
                    <a:lnTo>
                      <a:pt x="45" y="96"/>
                    </a:lnTo>
                    <a:lnTo>
                      <a:pt x="45" y="98"/>
                    </a:lnTo>
                    <a:lnTo>
                      <a:pt x="46" y="100"/>
                    </a:lnTo>
                    <a:lnTo>
                      <a:pt x="48" y="102"/>
                    </a:lnTo>
                    <a:lnTo>
                      <a:pt x="48" y="105"/>
                    </a:lnTo>
                    <a:lnTo>
                      <a:pt x="49" y="106"/>
                    </a:lnTo>
                    <a:lnTo>
                      <a:pt x="49" y="109"/>
                    </a:lnTo>
                    <a:lnTo>
                      <a:pt x="50" y="110"/>
                    </a:lnTo>
                    <a:lnTo>
                      <a:pt x="52" y="112"/>
                    </a:lnTo>
                    <a:lnTo>
                      <a:pt x="52" y="113"/>
                    </a:lnTo>
                    <a:lnTo>
                      <a:pt x="52" y="116"/>
                    </a:lnTo>
                    <a:lnTo>
                      <a:pt x="53" y="117"/>
                    </a:lnTo>
                    <a:lnTo>
                      <a:pt x="53" y="118"/>
                    </a:lnTo>
                    <a:lnTo>
                      <a:pt x="54" y="120"/>
                    </a:lnTo>
                    <a:lnTo>
                      <a:pt x="54" y="121"/>
                    </a:lnTo>
                    <a:lnTo>
                      <a:pt x="54" y="122"/>
                    </a:lnTo>
                    <a:lnTo>
                      <a:pt x="56" y="122"/>
                    </a:lnTo>
                    <a:lnTo>
                      <a:pt x="56" y="124"/>
                    </a:lnTo>
                    <a:lnTo>
                      <a:pt x="56" y="125"/>
                    </a:lnTo>
                    <a:lnTo>
                      <a:pt x="57" y="126"/>
                    </a:lnTo>
                    <a:lnTo>
                      <a:pt x="57" y="128"/>
                    </a:lnTo>
                    <a:lnTo>
                      <a:pt x="57" y="129"/>
                    </a:lnTo>
                    <a:lnTo>
                      <a:pt x="57" y="130"/>
                    </a:lnTo>
                    <a:lnTo>
                      <a:pt x="58" y="131"/>
                    </a:lnTo>
                    <a:lnTo>
                      <a:pt x="58" y="133"/>
                    </a:lnTo>
                    <a:lnTo>
                      <a:pt x="60" y="134"/>
                    </a:lnTo>
                    <a:lnTo>
                      <a:pt x="60" y="135"/>
                    </a:lnTo>
                    <a:lnTo>
                      <a:pt x="60" y="137"/>
                    </a:lnTo>
                    <a:lnTo>
                      <a:pt x="61" y="139"/>
                    </a:lnTo>
                    <a:lnTo>
                      <a:pt x="61" y="141"/>
                    </a:lnTo>
                    <a:lnTo>
                      <a:pt x="61" y="142"/>
                    </a:lnTo>
                    <a:lnTo>
                      <a:pt x="62" y="143"/>
                    </a:lnTo>
                    <a:lnTo>
                      <a:pt x="62" y="146"/>
                    </a:lnTo>
                    <a:lnTo>
                      <a:pt x="64" y="147"/>
                    </a:lnTo>
                    <a:lnTo>
                      <a:pt x="64" y="150"/>
                    </a:lnTo>
                    <a:lnTo>
                      <a:pt x="65" y="153"/>
                    </a:lnTo>
                    <a:lnTo>
                      <a:pt x="65" y="154"/>
                    </a:lnTo>
                    <a:lnTo>
                      <a:pt x="66" y="157"/>
                    </a:lnTo>
                    <a:lnTo>
                      <a:pt x="66" y="158"/>
                    </a:lnTo>
                    <a:lnTo>
                      <a:pt x="68" y="159"/>
                    </a:lnTo>
                    <a:lnTo>
                      <a:pt x="68" y="162"/>
                    </a:lnTo>
                    <a:lnTo>
                      <a:pt x="68" y="163"/>
                    </a:lnTo>
                    <a:lnTo>
                      <a:pt x="69" y="165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0" y="170"/>
                    </a:lnTo>
                    <a:lnTo>
                      <a:pt x="70" y="171"/>
                    </a:lnTo>
                    <a:lnTo>
                      <a:pt x="70" y="173"/>
                    </a:lnTo>
                    <a:lnTo>
                      <a:pt x="72" y="173"/>
                    </a:lnTo>
                    <a:lnTo>
                      <a:pt x="72" y="174"/>
                    </a:lnTo>
                    <a:lnTo>
                      <a:pt x="72" y="175"/>
                    </a:lnTo>
                    <a:lnTo>
                      <a:pt x="72" y="177"/>
                    </a:lnTo>
                    <a:lnTo>
                      <a:pt x="73" y="178"/>
                    </a:lnTo>
                    <a:lnTo>
                      <a:pt x="73" y="179"/>
                    </a:lnTo>
                    <a:lnTo>
                      <a:pt x="73" y="181"/>
                    </a:lnTo>
                    <a:lnTo>
                      <a:pt x="74" y="182"/>
                    </a:lnTo>
                    <a:lnTo>
                      <a:pt x="74" y="183"/>
                    </a:lnTo>
                    <a:lnTo>
                      <a:pt x="74" y="185"/>
                    </a:lnTo>
                    <a:lnTo>
                      <a:pt x="76" y="186"/>
                    </a:lnTo>
                    <a:lnTo>
                      <a:pt x="76" y="187"/>
                    </a:lnTo>
                    <a:lnTo>
                      <a:pt x="76" y="189"/>
                    </a:lnTo>
                    <a:lnTo>
                      <a:pt x="77" y="190"/>
                    </a:lnTo>
                    <a:lnTo>
                      <a:pt x="77" y="193"/>
                    </a:lnTo>
                    <a:lnTo>
                      <a:pt x="78" y="194"/>
                    </a:lnTo>
                    <a:lnTo>
                      <a:pt x="78" y="197"/>
                    </a:lnTo>
                    <a:lnTo>
                      <a:pt x="78" y="198"/>
                    </a:lnTo>
                    <a:lnTo>
                      <a:pt x="80" y="201"/>
                    </a:lnTo>
                    <a:lnTo>
                      <a:pt x="80" y="203"/>
                    </a:lnTo>
                    <a:lnTo>
                      <a:pt x="81" y="205"/>
                    </a:lnTo>
                    <a:lnTo>
                      <a:pt x="81" y="206"/>
                    </a:lnTo>
                    <a:lnTo>
                      <a:pt x="82" y="208"/>
                    </a:lnTo>
                    <a:lnTo>
                      <a:pt x="82" y="210"/>
                    </a:lnTo>
                    <a:lnTo>
                      <a:pt x="82" y="211"/>
                    </a:lnTo>
                    <a:lnTo>
                      <a:pt x="84" y="212"/>
                    </a:lnTo>
                    <a:lnTo>
                      <a:pt x="84" y="214"/>
                    </a:lnTo>
                    <a:lnTo>
                      <a:pt x="84" y="215"/>
                    </a:lnTo>
                    <a:lnTo>
                      <a:pt x="85" y="216"/>
                    </a:lnTo>
                    <a:lnTo>
                      <a:pt x="85" y="218"/>
                    </a:lnTo>
                    <a:lnTo>
                      <a:pt x="85" y="219"/>
                    </a:lnTo>
                    <a:lnTo>
                      <a:pt x="85" y="220"/>
                    </a:lnTo>
                    <a:lnTo>
                      <a:pt x="86" y="222"/>
                    </a:lnTo>
                    <a:lnTo>
                      <a:pt x="86" y="223"/>
                    </a:lnTo>
                    <a:lnTo>
                      <a:pt x="86" y="224"/>
                    </a:lnTo>
                    <a:lnTo>
                      <a:pt x="86" y="226"/>
                    </a:lnTo>
                    <a:lnTo>
                      <a:pt x="86" y="227"/>
                    </a:lnTo>
                    <a:lnTo>
                      <a:pt x="86" y="228"/>
                    </a:lnTo>
                    <a:lnTo>
                      <a:pt x="86" y="230"/>
                    </a:lnTo>
                    <a:lnTo>
                      <a:pt x="88" y="231"/>
                    </a:lnTo>
                    <a:lnTo>
                      <a:pt x="88" y="232"/>
                    </a:lnTo>
                    <a:lnTo>
                      <a:pt x="88" y="234"/>
                    </a:lnTo>
                    <a:lnTo>
                      <a:pt x="88" y="235"/>
                    </a:lnTo>
                    <a:lnTo>
                      <a:pt x="88" y="236"/>
                    </a:lnTo>
                    <a:lnTo>
                      <a:pt x="88" y="238"/>
                    </a:lnTo>
                    <a:lnTo>
                      <a:pt x="88" y="239"/>
                    </a:lnTo>
                    <a:lnTo>
                      <a:pt x="88" y="242"/>
                    </a:lnTo>
                    <a:lnTo>
                      <a:pt x="88" y="243"/>
                    </a:lnTo>
                    <a:lnTo>
                      <a:pt x="88" y="246"/>
                    </a:lnTo>
                    <a:lnTo>
                      <a:pt x="89" y="247"/>
                    </a:lnTo>
                    <a:lnTo>
                      <a:pt x="89" y="248"/>
                    </a:lnTo>
                    <a:lnTo>
                      <a:pt x="89" y="250"/>
                    </a:lnTo>
                    <a:lnTo>
                      <a:pt x="89" y="251"/>
                    </a:lnTo>
                    <a:lnTo>
                      <a:pt x="89" y="252"/>
                    </a:lnTo>
                    <a:lnTo>
                      <a:pt x="89" y="254"/>
                    </a:lnTo>
                    <a:lnTo>
                      <a:pt x="89" y="255"/>
                    </a:lnTo>
                    <a:lnTo>
                      <a:pt x="89" y="256"/>
                    </a:lnTo>
                    <a:lnTo>
                      <a:pt x="89" y="258"/>
                    </a:lnTo>
                    <a:lnTo>
                      <a:pt x="89" y="259"/>
                    </a:lnTo>
                    <a:lnTo>
                      <a:pt x="89" y="260"/>
                    </a:lnTo>
                    <a:lnTo>
                      <a:pt x="90" y="260"/>
                    </a:lnTo>
                    <a:lnTo>
                      <a:pt x="90" y="262"/>
                    </a:lnTo>
                    <a:lnTo>
                      <a:pt x="90" y="263"/>
                    </a:lnTo>
                    <a:lnTo>
                      <a:pt x="90" y="264"/>
                    </a:lnTo>
                    <a:lnTo>
                      <a:pt x="90" y="266"/>
                    </a:lnTo>
                    <a:lnTo>
                      <a:pt x="90" y="267"/>
                    </a:lnTo>
                    <a:lnTo>
                      <a:pt x="90" y="268"/>
                    </a:lnTo>
                    <a:lnTo>
                      <a:pt x="90" y="270"/>
                    </a:lnTo>
                    <a:lnTo>
                      <a:pt x="92" y="270"/>
                    </a:lnTo>
                    <a:lnTo>
                      <a:pt x="92" y="271"/>
                    </a:lnTo>
                    <a:lnTo>
                      <a:pt x="92" y="272"/>
                    </a:lnTo>
                    <a:lnTo>
                      <a:pt x="92" y="274"/>
                    </a:lnTo>
                    <a:lnTo>
                      <a:pt x="92" y="275"/>
                    </a:lnTo>
                    <a:lnTo>
                      <a:pt x="92" y="276"/>
                    </a:lnTo>
                    <a:lnTo>
                      <a:pt x="93" y="278"/>
                    </a:lnTo>
                    <a:lnTo>
                      <a:pt x="93" y="279"/>
                    </a:lnTo>
                    <a:lnTo>
                      <a:pt x="93" y="280"/>
                    </a:lnTo>
                    <a:lnTo>
                      <a:pt x="93" y="281"/>
                    </a:lnTo>
                    <a:lnTo>
                      <a:pt x="93" y="283"/>
                    </a:lnTo>
                    <a:lnTo>
                      <a:pt x="94" y="284"/>
                    </a:lnTo>
                    <a:lnTo>
                      <a:pt x="94" y="285"/>
                    </a:lnTo>
                    <a:lnTo>
                      <a:pt x="94" y="287"/>
                    </a:lnTo>
                    <a:lnTo>
                      <a:pt x="94" y="288"/>
                    </a:lnTo>
                    <a:lnTo>
                      <a:pt x="94" y="289"/>
                    </a:lnTo>
                    <a:lnTo>
                      <a:pt x="94" y="291"/>
                    </a:lnTo>
                    <a:lnTo>
                      <a:pt x="94" y="292"/>
                    </a:lnTo>
                    <a:lnTo>
                      <a:pt x="94" y="293"/>
                    </a:lnTo>
                    <a:lnTo>
                      <a:pt x="94" y="295"/>
                    </a:lnTo>
                    <a:lnTo>
                      <a:pt x="94" y="296"/>
                    </a:lnTo>
                    <a:lnTo>
                      <a:pt x="94" y="297"/>
                    </a:lnTo>
                    <a:lnTo>
                      <a:pt x="94" y="299"/>
                    </a:lnTo>
                    <a:lnTo>
                      <a:pt x="94" y="300"/>
                    </a:lnTo>
                    <a:lnTo>
                      <a:pt x="94" y="303"/>
                    </a:lnTo>
                    <a:lnTo>
                      <a:pt x="94" y="304"/>
                    </a:lnTo>
                    <a:lnTo>
                      <a:pt x="94" y="305"/>
                    </a:lnTo>
                    <a:lnTo>
                      <a:pt x="93" y="308"/>
                    </a:lnTo>
                    <a:lnTo>
                      <a:pt x="93" y="309"/>
                    </a:lnTo>
                    <a:lnTo>
                      <a:pt x="93" y="312"/>
                    </a:lnTo>
                    <a:lnTo>
                      <a:pt x="93" y="315"/>
                    </a:lnTo>
                    <a:lnTo>
                      <a:pt x="93" y="317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16865" name="Freeform 89">
                <a:extLst>
                  <a:ext uri="{FF2B5EF4-FFF2-40B4-BE49-F238E27FC236}">
                    <a16:creationId xmlns:a16="http://schemas.microsoft.com/office/drawing/2014/main" id="{822FB187-5DE7-4E43-A4C5-B006F2955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755138"/>
                <a:ext cx="74612" cy="252413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317"/>
                    </a:moveTo>
                    <a:lnTo>
                      <a:pt x="3" y="314"/>
                    </a:lnTo>
                    <a:lnTo>
                      <a:pt x="4" y="310"/>
                    </a:lnTo>
                    <a:lnTo>
                      <a:pt x="5" y="308"/>
                    </a:lnTo>
                    <a:lnTo>
                      <a:pt x="7" y="305"/>
                    </a:lnTo>
                    <a:lnTo>
                      <a:pt x="9" y="302"/>
                    </a:lnTo>
                    <a:lnTo>
                      <a:pt x="11" y="300"/>
                    </a:lnTo>
                    <a:lnTo>
                      <a:pt x="12" y="297"/>
                    </a:lnTo>
                    <a:lnTo>
                      <a:pt x="13" y="294"/>
                    </a:lnTo>
                    <a:lnTo>
                      <a:pt x="13" y="293"/>
                    </a:lnTo>
                    <a:lnTo>
                      <a:pt x="15" y="290"/>
                    </a:lnTo>
                    <a:lnTo>
                      <a:pt x="16" y="289"/>
                    </a:lnTo>
                    <a:lnTo>
                      <a:pt x="17" y="288"/>
                    </a:lnTo>
                    <a:lnTo>
                      <a:pt x="17" y="286"/>
                    </a:lnTo>
                    <a:lnTo>
                      <a:pt x="19" y="284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21" y="280"/>
                    </a:lnTo>
                    <a:lnTo>
                      <a:pt x="21" y="278"/>
                    </a:lnTo>
                    <a:lnTo>
                      <a:pt x="23" y="277"/>
                    </a:lnTo>
                    <a:lnTo>
                      <a:pt x="23" y="276"/>
                    </a:lnTo>
                    <a:lnTo>
                      <a:pt x="23" y="274"/>
                    </a:lnTo>
                    <a:lnTo>
                      <a:pt x="24" y="274"/>
                    </a:lnTo>
                    <a:lnTo>
                      <a:pt x="24" y="273"/>
                    </a:lnTo>
                    <a:lnTo>
                      <a:pt x="25" y="272"/>
                    </a:lnTo>
                    <a:lnTo>
                      <a:pt x="25" y="270"/>
                    </a:lnTo>
                    <a:lnTo>
                      <a:pt x="27" y="269"/>
                    </a:lnTo>
                    <a:lnTo>
                      <a:pt x="27" y="268"/>
                    </a:lnTo>
                    <a:lnTo>
                      <a:pt x="28" y="266"/>
                    </a:lnTo>
                    <a:lnTo>
                      <a:pt x="28" y="264"/>
                    </a:lnTo>
                    <a:lnTo>
                      <a:pt x="29" y="263"/>
                    </a:lnTo>
                    <a:lnTo>
                      <a:pt x="29" y="261"/>
                    </a:lnTo>
                    <a:lnTo>
                      <a:pt x="31" y="259"/>
                    </a:lnTo>
                    <a:lnTo>
                      <a:pt x="31" y="257"/>
                    </a:lnTo>
                    <a:lnTo>
                      <a:pt x="32" y="256"/>
                    </a:lnTo>
                    <a:lnTo>
                      <a:pt x="32" y="255"/>
                    </a:lnTo>
                    <a:lnTo>
                      <a:pt x="33" y="253"/>
                    </a:lnTo>
                    <a:lnTo>
                      <a:pt x="33" y="251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6" y="247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7" y="243"/>
                    </a:lnTo>
                    <a:lnTo>
                      <a:pt x="37" y="241"/>
                    </a:lnTo>
                    <a:lnTo>
                      <a:pt x="39" y="240"/>
                    </a:lnTo>
                    <a:lnTo>
                      <a:pt x="39" y="239"/>
                    </a:lnTo>
                    <a:lnTo>
                      <a:pt x="39" y="237"/>
                    </a:lnTo>
                    <a:lnTo>
                      <a:pt x="40" y="237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2" y="229"/>
                    </a:lnTo>
                    <a:lnTo>
                      <a:pt x="42" y="228"/>
                    </a:lnTo>
                    <a:lnTo>
                      <a:pt x="42" y="227"/>
                    </a:lnTo>
                    <a:lnTo>
                      <a:pt x="44" y="225"/>
                    </a:lnTo>
                    <a:lnTo>
                      <a:pt x="44" y="223"/>
                    </a:lnTo>
                    <a:lnTo>
                      <a:pt x="45" y="221"/>
                    </a:lnTo>
                    <a:lnTo>
                      <a:pt x="45" y="220"/>
                    </a:lnTo>
                    <a:lnTo>
                      <a:pt x="46" y="217"/>
                    </a:lnTo>
                    <a:lnTo>
                      <a:pt x="48" y="215"/>
                    </a:lnTo>
                    <a:lnTo>
                      <a:pt x="48" y="213"/>
                    </a:lnTo>
                    <a:lnTo>
                      <a:pt x="49" y="211"/>
                    </a:lnTo>
                    <a:lnTo>
                      <a:pt x="49" y="209"/>
                    </a:lnTo>
                    <a:lnTo>
                      <a:pt x="50" y="207"/>
                    </a:lnTo>
                    <a:lnTo>
                      <a:pt x="52" y="205"/>
                    </a:lnTo>
                    <a:lnTo>
                      <a:pt x="52" y="204"/>
                    </a:lnTo>
                    <a:lnTo>
                      <a:pt x="52" y="203"/>
                    </a:lnTo>
                    <a:lnTo>
                      <a:pt x="53" y="201"/>
                    </a:lnTo>
                    <a:lnTo>
                      <a:pt x="53" y="200"/>
                    </a:lnTo>
                    <a:lnTo>
                      <a:pt x="54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6" y="195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7" y="191"/>
                    </a:lnTo>
                    <a:lnTo>
                      <a:pt x="57" y="190"/>
                    </a:lnTo>
                    <a:lnTo>
                      <a:pt x="57" y="188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4"/>
                    </a:lnTo>
                    <a:lnTo>
                      <a:pt x="60" y="183"/>
                    </a:lnTo>
                    <a:lnTo>
                      <a:pt x="60" y="182"/>
                    </a:lnTo>
                    <a:lnTo>
                      <a:pt x="60" y="180"/>
                    </a:lnTo>
                    <a:lnTo>
                      <a:pt x="61" y="179"/>
                    </a:lnTo>
                    <a:lnTo>
                      <a:pt x="61" y="176"/>
                    </a:lnTo>
                    <a:lnTo>
                      <a:pt x="61" y="175"/>
                    </a:lnTo>
                    <a:lnTo>
                      <a:pt x="62" y="174"/>
                    </a:lnTo>
                    <a:lnTo>
                      <a:pt x="62" y="171"/>
                    </a:lnTo>
                    <a:lnTo>
                      <a:pt x="64" y="170"/>
                    </a:lnTo>
                    <a:lnTo>
                      <a:pt x="64" y="167"/>
                    </a:lnTo>
                    <a:lnTo>
                      <a:pt x="65" y="164"/>
                    </a:lnTo>
                    <a:lnTo>
                      <a:pt x="65" y="163"/>
                    </a:lnTo>
                    <a:lnTo>
                      <a:pt x="66" y="160"/>
                    </a:lnTo>
                    <a:lnTo>
                      <a:pt x="66" y="159"/>
                    </a:lnTo>
                    <a:lnTo>
                      <a:pt x="68" y="158"/>
                    </a:lnTo>
                    <a:lnTo>
                      <a:pt x="68" y="156"/>
                    </a:lnTo>
                    <a:lnTo>
                      <a:pt x="68" y="154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0" y="148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72" y="144"/>
                    </a:lnTo>
                    <a:lnTo>
                      <a:pt x="72" y="143"/>
                    </a:lnTo>
                    <a:lnTo>
                      <a:pt x="72" y="142"/>
                    </a:lnTo>
                    <a:lnTo>
                      <a:pt x="72" y="140"/>
                    </a:lnTo>
                    <a:lnTo>
                      <a:pt x="73" y="139"/>
                    </a:lnTo>
                    <a:lnTo>
                      <a:pt x="73" y="138"/>
                    </a:lnTo>
                    <a:lnTo>
                      <a:pt x="74" y="136"/>
                    </a:lnTo>
                    <a:lnTo>
                      <a:pt x="74" y="135"/>
                    </a:lnTo>
                    <a:lnTo>
                      <a:pt x="74" y="134"/>
                    </a:lnTo>
                    <a:lnTo>
                      <a:pt x="76" y="132"/>
                    </a:lnTo>
                    <a:lnTo>
                      <a:pt x="76" y="130"/>
                    </a:lnTo>
                    <a:lnTo>
                      <a:pt x="76" y="128"/>
                    </a:lnTo>
                    <a:lnTo>
                      <a:pt x="77" y="127"/>
                    </a:lnTo>
                    <a:lnTo>
                      <a:pt x="77" y="126"/>
                    </a:lnTo>
                    <a:lnTo>
                      <a:pt x="78" y="123"/>
                    </a:lnTo>
                    <a:lnTo>
                      <a:pt x="78" y="122"/>
                    </a:lnTo>
                    <a:lnTo>
                      <a:pt x="78" y="119"/>
                    </a:lnTo>
                    <a:lnTo>
                      <a:pt x="80" y="116"/>
                    </a:lnTo>
                    <a:lnTo>
                      <a:pt x="80" y="115"/>
                    </a:lnTo>
                    <a:lnTo>
                      <a:pt x="81" y="113"/>
                    </a:lnTo>
                    <a:lnTo>
                      <a:pt x="81" y="111"/>
                    </a:lnTo>
                    <a:lnTo>
                      <a:pt x="82" y="110"/>
                    </a:lnTo>
                    <a:lnTo>
                      <a:pt x="82" y="107"/>
                    </a:lnTo>
                    <a:lnTo>
                      <a:pt x="82" y="106"/>
                    </a:lnTo>
                    <a:lnTo>
                      <a:pt x="84" y="105"/>
                    </a:lnTo>
                    <a:lnTo>
                      <a:pt x="84" y="103"/>
                    </a:lnTo>
                    <a:lnTo>
                      <a:pt x="84" y="102"/>
                    </a:lnTo>
                    <a:lnTo>
                      <a:pt x="85" y="101"/>
                    </a:lnTo>
                    <a:lnTo>
                      <a:pt x="85" y="99"/>
                    </a:lnTo>
                    <a:lnTo>
                      <a:pt x="85" y="98"/>
                    </a:lnTo>
                    <a:lnTo>
                      <a:pt x="85" y="97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3"/>
                    </a:lnTo>
                    <a:lnTo>
                      <a:pt x="86" y="91"/>
                    </a:lnTo>
                    <a:lnTo>
                      <a:pt x="86" y="90"/>
                    </a:lnTo>
                    <a:lnTo>
                      <a:pt x="86" y="89"/>
                    </a:lnTo>
                    <a:lnTo>
                      <a:pt x="86" y="87"/>
                    </a:lnTo>
                    <a:lnTo>
                      <a:pt x="88" y="87"/>
                    </a:lnTo>
                    <a:lnTo>
                      <a:pt x="88" y="86"/>
                    </a:lnTo>
                    <a:lnTo>
                      <a:pt x="88" y="85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8" y="79"/>
                    </a:lnTo>
                    <a:lnTo>
                      <a:pt x="88" y="78"/>
                    </a:lnTo>
                    <a:lnTo>
                      <a:pt x="88" y="77"/>
                    </a:lnTo>
                    <a:lnTo>
                      <a:pt x="88" y="74"/>
                    </a:lnTo>
                    <a:lnTo>
                      <a:pt x="88" y="73"/>
                    </a:lnTo>
                    <a:lnTo>
                      <a:pt x="89" y="70"/>
                    </a:lnTo>
                    <a:lnTo>
                      <a:pt x="89" y="69"/>
                    </a:lnTo>
                    <a:lnTo>
                      <a:pt x="89" y="67"/>
                    </a:lnTo>
                    <a:lnTo>
                      <a:pt x="89" y="66"/>
                    </a:lnTo>
                    <a:lnTo>
                      <a:pt x="89" y="65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89" y="61"/>
                    </a:lnTo>
                    <a:lnTo>
                      <a:pt x="89" y="59"/>
                    </a:lnTo>
                    <a:lnTo>
                      <a:pt x="89" y="58"/>
                    </a:lnTo>
                    <a:lnTo>
                      <a:pt x="90" y="57"/>
                    </a:lnTo>
                    <a:lnTo>
                      <a:pt x="90" y="55"/>
                    </a:lnTo>
                    <a:lnTo>
                      <a:pt x="90" y="54"/>
                    </a:lnTo>
                    <a:lnTo>
                      <a:pt x="90" y="53"/>
                    </a:lnTo>
                    <a:lnTo>
                      <a:pt x="90" y="51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2" y="47"/>
                    </a:lnTo>
                    <a:lnTo>
                      <a:pt x="92" y="46"/>
                    </a:lnTo>
                    <a:lnTo>
                      <a:pt x="92" y="45"/>
                    </a:lnTo>
                    <a:lnTo>
                      <a:pt x="92" y="43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3" y="40"/>
                    </a:lnTo>
                    <a:lnTo>
                      <a:pt x="93" y="38"/>
                    </a:lnTo>
                    <a:lnTo>
                      <a:pt x="93" y="37"/>
                    </a:lnTo>
                    <a:lnTo>
                      <a:pt x="93" y="36"/>
                    </a:lnTo>
                    <a:lnTo>
                      <a:pt x="93" y="34"/>
                    </a:lnTo>
                    <a:lnTo>
                      <a:pt x="94" y="33"/>
                    </a:lnTo>
                    <a:lnTo>
                      <a:pt x="94" y="32"/>
                    </a:lnTo>
                    <a:lnTo>
                      <a:pt x="94" y="30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4" y="24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0"/>
                    </a:lnTo>
                    <a:lnTo>
                      <a:pt x="94" y="18"/>
                    </a:lnTo>
                    <a:lnTo>
                      <a:pt x="94" y="17"/>
                    </a:lnTo>
                    <a:lnTo>
                      <a:pt x="94" y="16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3" y="10"/>
                    </a:lnTo>
                    <a:lnTo>
                      <a:pt x="93" y="8"/>
                    </a:lnTo>
                    <a:lnTo>
                      <a:pt x="93" y="5"/>
                    </a:lnTo>
                    <a:lnTo>
                      <a:pt x="93" y="2"/>
                    </a:lnTo>
                    <a:lnTo>
                      <a:pt x="93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16818" name="Freeform 45">
              <a:extLst>
                <a:ext uri="{FF2B5EF4-FFF2-40B4-BE49-F238E27FC236}">
                  <a16:creationId xmlns:a16="http://schemas.microsoft.com/office/drawing/2014/main" id="{822F0B64-E2EF-4B97-B4D2-ED042821B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674" y="2957298"/>
              <a:ext cx="3699109" cy="2735272"/>
            </a:xfrm>
            <a:custGeom>
              <a:avLst/>
              <a:gdLst>
                <a:gd name="T0" fmla="*/ 1278345235 w 10704"/>
                <a:gd name="T1" fmla="*/ 0 h 21003"/>
                <a:gd name="T2" fmla="*/ 2388662 w 10704"/>
                <a:gd name="T3" fmla="*/ 1102418 h 21003"/>
                <a:gd name="T4" fmla="*/ 0 w 10704"/>
                <a:gd name="T5" fmla="*/ 356221155 h 21003"/>
                <a:gd name="T6" fmla="*/ 135430103 w 10704"/>
                <a:gd name="T7" fmla="*/ 356102383 h 210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04" h="21003">
                  <a:moveTo>
                    <a:pt x="10704" y="0"/>
                  </a:move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1134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6819" name="Line 14">
              <a:extLst>
                <a:ext uri="{FF2B5EF4-FFF2-40B4-BE49-F238E27FC236}">
                  <a16:creationId xmlns:a16="http://schemas.microsoft.com/office/drawing/2014/main" id="{CA31BC39-BDA1-4B42-8F89-1233B41CE2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07413" y="5790467"/>
              <a:ext cx="580100" cy="31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6820" name="TextBox 51">
              <a:extLst>
                <a:ext uri="{FF2B5EF4-FFF2-40B4-BE49-F238E27FC236}">
                  <a16:creationId xmlns:a16="http://schemas.microsoft.com/office/drawing/2014/main" id="{AECFEC14-7817-41FE-9E84-36EBE192CD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75820" y="599816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6821" name="TextBox 51">
              <a:extLst>
                <a:ext uri="{FF2B5EF4-FFF2-40B4-BE49-F238E27FC236}">
                  <a16:creationId xmlns:a16="http://schemas.microsoft.com/office/drawing/2014/main" id="{3900FBE3-EC60-4620-BDE5-1A1A514425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9" y="588809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6822" name="TextBox 51">
              <a:extLst>
                <a:ext uri="{FF2B5EF4-FFF2-40B4-BE49-F238E27FC236}">
                  <a16:creationId xmlns:a16="http://schemas.microsoft.com/office/drawing/2014/main" id="{989D1C72-B004-42F1-8BFC-B367080243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3622" y="588809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16823" name="TextBox 51">
              <a:extLst>
                <a:ext uri="{FF2B5EF4-FFF2-40B4-BE49-F238E27FC236}">
                  <a16:creationId xmlns:a16="http://schemas.microsoft.com/office/drawing/2014/main" id="{EC999C1F-1AA7-47F4-B690-8A94829C35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353" y="530726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16824" name="TextBox 51">
              <a:extLst>
                <a:ext uri="{FF2B5EF4-FFF2-40B4-BE49-F238E27FC236}">
                  <a16:creationId xmlns:a16="http://schemas.microsoft.com/office/drawing/2014/main" id="{31722245-BF45-49DF-A73C-B3B4A7B184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9" y="4990627"/>
              <a:ext cx="77457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Wingdings" panose="05000000000000000000" pitchFamily="2" charset="2"/>
                  <a:ea typeface="ＭＳ Ｐゴシック" panose="020B0600070205080204" pitchFamily="34" charset="-128"/>
                  <a:cs typeface="Arial" panose="020B0604020202020204" pitchFamily="34" charset="0"/>
                  <a:sym typeface="Wingdings" panose="05000000000000000000" pitchFamily="2" charset="2"/>
                </a:rPr>
                <a:t>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16825" name="Freeform 48">
              <a:extLst>
                <a:ext uri="{FF2B5EF4-FFF2-40B4-BE49-F238E27FC236}">
                  <a16:creationId xmlns:a16="http://schemas.microsoft.com/office/drawing/2014/main" id="{2727134B-BC69-46AD-8919-34E7018C557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594887" y="2914643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6826" name="Freeform 48">
              <a:extLst>
                <a:ext uri="{FF2B5EF4-FFF2-40B4-BE49-F238E27FC236}">
                  <a16:creationId xmlns:a16="http://schemas.microsoft.com/office/drawing/2014/main" id="{14D1C3E4-4F7C-416C-B762-78029362877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434954" y="2931576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6827" name="Freeform 5">
              <a:extLst>
                <a:ext uri="{FF2B5EF4-FFF2-40B4-BE49-F238E27FC236}">
                  <a16:creationId xmlns:a16="http://schemas.microsoft.com/office/drawing/2014/main" id="{F5CF4481-ED64-4F6A-B131-F1DB298B6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272" y="5755462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6828" name="Freeform 7">
              <a:extLst>
                <a:ext uri="{FF2B5EF4-FFF2-40B4-BE49-F238E27FC236}">
                  <a16:creationId xmlns:a16="http://schemas.microsoft.com/office/drawing/2014/main" id="{492CE6E5-DC0C-407E-803F-011295AA2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167" y="5867731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6829" name="TextBox 51">
              <a:extLst>
                <a:ext uri="{FF2B5EF4-FFF2-40B4-BE49-F238E27FC236}">
                  <a16:creationId xmlns:a16="http://schemas.microsoft.com/office/drawing/2014/main" id="{26EB1495-0693-4545-9CEB-64EEE6E232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9028" y="5486655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grpSp>
          <p:nvGrpSpPr>
            <p:cNvPr id="416830" name="Group 4">
              <a:extLst>
                <a:ext uri="{FF2B5EF4-FFF2-40B4-BE49-F238E27FC236}">
                  <a16:creationId xmlns:a16="http://schemas.microsoft.com/office/drawing/2014/main" id="{5E8A0EF3-7B8F-4118-B3E1-DFBC3C1370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62243" y="1638205"/>
              <a:ext cx="3228751" cy="750888"/>
              <a:chOff x="5768352" y="3768775"/>
              <a:chExt cx="3229577" cy="750332"/>
            </a:xfrm>
          </p:grpSpPr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57570F6B-20A4-AF4A-8A06-C60E2A3000D8}"/>
                  </a:ext>
                </a:extLst>
              </p:cNvPr>
              <p:cNvCxnSpPr/>
              <p:nvPr/>
            </p:nvCxnSpPr>
            <p:spPr>
              <a:xfrm flipV="1">
                <a:off x="5768098" y="4206085"/>
                <a:ext cx="1980137" cy="15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8D34B93A-AE29-E546-AF37-755C4960C738}"/>
                  </a:ext>
                </a:extLst>
              </p:cNvPr>
              <p:cNvCxnSpPr/>
              <p:nvPr/>
            </p:nvCxnSpPr>
            <p:spPr>
              <a:xfrm>
                <a:off x="7749823" y="4064873"/>
                <a:ext cx="565300" cy="1586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D0C07DB9-D610-CF49-872B-76E62B3837C8}"/>
                  </a:ext>
                </a:extLst>
              </p:cNvPr>
              <p:cNvCxnSpPr/>
              <p:nvPr/>
            </p:nvCxnSpPr>
            <p:spPr>
              <a:xfrm>
                <a:off x="7745059" y="4345710"/>
                <a:ext cx="565300" cy="15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151A0B54-010D-4449-8FA5-9B498F024429}"/>
                  </a:ext>
                </a:extLst>
              </p:cNvPr>
              <p:cNvCxnSpPr/>
              <p:nvPr/>
            </p:nvCxnSpPr>
            <p:spPr>
              <a:xfrm flipH="1" flipV="1">
                <a:off x="7749823" y="4061700"/>
                <a:ext cx="3176" cy="28401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6859" name="TextBox 93">
                <a:extLst>
                  <a:ext uri="{FF2B5EF4-FFF2-40B4-BE49-F238E27FC236}">
                    <a16:creationId xmlns:a16="http://schemas.microsoft.com/office/drawing/2014/main" id="{E33885A7-159F-422C-97C1-B936ACB1269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76877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16860" name="TextBox 6">
                <a:extLst>
                  <a:ext uri="{FF2B5EF4-FFF2-40B4-BE49-F238E27FC236}">
                    <a16:creationId xmlns:a16="http://schemas.microsoft.com/office/drawing/2014/main" id="{F041B723-2996-40AB-A478-2D0021BF961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149775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6861" name="Freeform 48">
                <a:extLst>
                  <a:ext uri="{FF2B5EF4-FFF2-40B4-BE49-F238E27FC236}">
                    <a16:creationId xmlns:a16="http://schemas.microsoft.com/office/drawing/2014/main" id="{8B54BB91-3BD3-42BB-86DD-F7B37DD08C0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08850" y="4183965"/>
                <a:ext cx="77241" cy="73098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16831" name="Group 88">
              <a:extLst>
                <a:ext uri="{FF2B5EF4-FFF2-40B4-BE49-F238E27FC236}">
                  <a16:creationId xmlns:a16="http://schemas.microsoft.com/office/drawing/2014/main" id="{A70F235B-9F27-48C2-8749-3CFE77E8D6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53438" y="2428748"/>
              <a:ext cx="2803076" cy="749300"/>
              <a:chOff x="6194136" y="3853561"/>
              <a:chExt cx="2803793" cy="750332"/>
            </a:xfrm>
          </p:grpSpPr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81F7A195-D794-6B4E-997C-2A7F80A16F27}"/>
                  </a:ext>
                </a:extLst>
              </p:cNvPr>
              <p:cNvCxnSpPr/>
              <p:nvPr/>
            </p:nvCxnSpPr>
            <p:spPr>
              <a:xfrm>
                <a:off x="6194803" y="4204544"/>
                <a:ext cx="1565690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E37B95FE-2216-224E-B285-EED70DECF0B5}"/>
                  </a:ext>
                </a:extLst>
              </p:cNvPr>
              <p:cNvCxnSpPr/>
              <p:nvPr/>
            </p:nvCxnSpPr>
            <p:spPr>
              <a:xfrm>
                <a:off x="7744614" y="4064622"/>
                <a:ext cx="565300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Straight Connector 99">
                <a:extLst>
                  <a:ext uri="{FF2B5EF4-FFF2-40B4-BE49-F238E27FC236}">
                    <a16:creationId xmlns:a16="http://schemas.microsoft.com/office/drawing/2014/main" id="{266882E7-2E43-CB4B-B5B5-9BE9973C3143}"/>
                  </a:ext>
                </a:extLst>
              </p:cNvPr>
              <p:cNvCxnSpPr/>
              <p:nvPr/>
            </p:nvCxnSpPr>
            <p:spPr>
              <a:xfrm>
                <a:off x="7739851" y="4339695"/>
                <a:ext cx="565300" cy="15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8659A717-71C0-184C-AE80-BA1C9CFB61E8}"/>
                  </a:ext>
                </a:extLst>
              </p:cNvPr>
              <p:cNvCxnSpPr/>
              <p:nvPr/>
            </p:nvCxnSpPr>
            <p:spPr>
              <a:xfrm flipH="1" flipV="1">
                <a:off x="7749378" y="4056672"/>
                <a:ext cx="3176" cy="284614"/>
              </a:xfrm>
              <a:prstGeom prst="line">
                <a:avLst/>
              </a:prstGeom>
              <a:solidFill>
                <a:srgbClr val="00B050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6852" name="TextBox 93">
                <a:extLst>
                  <a:ext uri="{FF2B5EF4-FFF2-40B4-BE49-F238E27FC236}">
                    <a16:creationId xmlns:a16="http://schemas.microsoft.com/office/drawing/2014/main" id="{17F0439C-8F57-4A8B-8974-FAB2C045B3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853561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16853" name="TextBox 6">
                <a:extLst>
                  <a:ext uri="{FF2B5EF4-FFF2-40B4-BE49-F238E27FC236}">
                    <a16:creationId xmlns:a16="http://schemas.microsoft.com/office/drawing/2014/main" id="{53329F3F-63E8-45FF-9CA1-3521F3041B4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234561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6854" name="Freeform 48">
                <a:extLst>
                  <a:ext uri="{FF2B5EF4-FFF2-40B4-BE49-F238E27FC236}">
                    <a16:creationId xmlns:a16="http://schemas.microsoft.com/office/drawing/2014/main" id="{FC98C7E6-30E0-4298-9EAC-A1810DBD05D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08850" y="4178383"/>
                <a:ext cx="77241" cy="73253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16832" name="Group 8">
              <a:extLst>
                <a:ext uri="{FF2B5EF4-FFF2-40B4-BE49-F238E27FC236}">
                  <a16:creationId xmlns:a16="http://schemas.microsoft.com/office/drawing/2014/main" id="{00D2C935-5DB5-41ED-8971-E9CC59E873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8227" y="3282987"/>
              <a:ext cx="1863862" cy="914400"/>
              <a:chOff x="7168853" y="823310"/>
              <a:chExt cx="1863684" cy="915796"/>
            </a:xfrm>
          </p:grpSpPr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8292B62D-C556-7341-98B2-CEC7C982BADC}"/>
                  </a:ext>
                </a:extLst>
              </p:cNvPr>
              <p:cNvCxnSpPr/>
              <p:nvPr/>
            </p:nvCxnSpPr>
            <p:spPr>
              <a:xfrm flipV="1">
                <a:off x="7169302" y="1288857"/>
                <a:ext cx="1122265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6B1909A6-CB27-8841-A875-03016C029A0E}"/>
                  </a:ext>
                </a:extLst>
              </p:cNvPr>
              <p:cNvCxnSpPr/>
              <p:nvPr/>
            </p:nvCxnSpPr>
            <p:spPr>
              <a:xfrm>
                <a:off x="7750277" y="1024875"/>
                <a:ext cx="565101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B596D5E5-B3EC-1342-9DB8-92F81F386A6B}"/>
                  </a:ext>
                </a:extLst>
              </p:cNvPr>
              <p:cNvCxnSpPr/>
              <p:nvPr/>
            </p:nvCxnSpPr>
            <p:spPr>
              <a:xfrm>
                <a:off x="7745514" y="1521034"/>
                <a:ext cx="565101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Straight Connector 108">
                <a:extLst>
                  <a:ext uri="{FF2B5EF4-FFF2-40B4-BE49-F238E27FC236}">
                    <a16:creationId xmlns:a16="http://schemas.microsoft.com/office/drawing/2014/main" id="{E3BDEB01-80B6-0340-B025-FAAB4DC0C54E}"/>
                  </a:ext>
                </a:extLst>
              </p:cNvPr>
              <p:cNvCxnSpPr/>
              <p:nvPr/>
            </p:nvCxnSpPr>
            <p:spPr>
              <a:xfrm flipH="1" flipV="1">
                <a:off x="7745514" y="1018514"/>
                <a:ext cx="3175" cy="505701"/>
              </a:xfrm>
              <a:prstGeom prst="line">
                <a:avLst/>
              </a:prstGeom>
              <a:solidFill>
                <a:srgbClr val="00B050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6844" name="TextBox 101">
                <a:extLst>
                  <a:ext uri="{FF2B5EF4-FFF2-40B4-BE49-F238E27FC236}">
                    <a16:creationId xmlns:a16="http://schemas.microsoft.com/office/drawing/2014/main" id="{8CB2F210-1AAC-4E6D-B3BE-5B68219653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0792" y="108674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16845" name="TextBox 6">
                <a:extLst>
                  <a:ext uri="{FF2B5EF4-FFF2-40B4-BE49-F238E27FC236}">
                    <a16:creationId xmlns:a16="http://schemas.microsoft.com/office/drawing/2014/main" id="{7E1682BD-7EA6-464B-9D4F-10F3426972D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16032" y="823310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6846" name="Freeform 48">
                <a:extLst>
                  <a:ext uri="{FF2B5EF4-FFF2-40B4-BE49-F238E27FC236}">
                    <a16:creationId xmlns:a16="http://schemas.microsoft.com/office/drawing/2014/main" id="{539BA948-40FB-425A-AFD4-16B2BB3A439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10106" y="1261218"/>
                <a:ext cx="73145" cy="73264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16847" name="TextBox 107">
                <a:extLst>
                  <a:ext uri="{FF2B5EF4-FFF2-40B4-BE49-F238E27FC236}">
                    <a16:creationId xmlns:a16="http://schemas.microsoft.com/office/drawing/2014/main" id="{DE7DBDE9-AA05-40BC-9005-DED05EEDE52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96438" y="1369774"/>
                <a:ext cx="736099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Done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sp>
          <p:nvSpPr>
            <p:cNvPr id="416833" name="Freeform 48">
              <a:extLst>
                <a:ext uri="{FF2B5EF4-FFF2-40B4-BE49-F238E27FC236}">
                  <a16:creationId xmlns:a16="http://schemas.microsoft.com/office/drawing/2014/main" id="{376A7B05-2AC9-471E-963F-0A64822EB9E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232937" y="2733668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6834" name="Freeform 48">
              <a:extLst>
                <a:ext uri="{FF2B5EF4-FFF2-40B4-BE49-F238E27FC236}">
                  <a16:creationId xmlns:a16="http://schemas.microsoft.com/office/drawing/2014/main" id="{4B647ED0-5F8B-4E53-8569-EB9A18ADD0E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823362" y="2047868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6835" name="TextBox 51">
              <a:extLst>
                <a:ext uri="{FF2B5EF4-FFF2-40B4-BE49-F238E27FC236}">
                  <a16:creationId xmlns:a16="http://schemas.microsoft.com/office/drawing/2014/main" id="{1F3B3653-1EB4-46DF-9B3B-34CD41CE9D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4300" y="162108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6836" name="TextBox 51">
              <a:extLst>
                <a:ext uri="{FF2B5EF4-FFF2-40B4-BE49-F238E27FC236}">
                  <a16:creationId xmlns:a16="http://schemas.microsoft.com/office/drawing/2014/main" id="{4FD69DF4-4F94-47EA-9B4E-60869ECFB4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2587" y="238993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6837" name="TextBox 51">
              <a:extLst>
                <a:ext uri="{FF2B5EF4-FFF2-40B4-BE49-F238E27FC236}">
                  <a16:creationId xmlns:a16="http://schemas.microsoft.com/office/drawing/2014/main" id="{7D115119-8E88-4889-9041-199ABB111E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0875" y="333344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6838" name="Freeform 45">
              <a:extLst>
                <a:ext uri="{FF2B5EF4-FFF2-40B4-BE49-F238E27FC236}">
                  <a16:creationId xmlns:a16="http://schemas.microsoft.com/office/drawing/2014/main" id="{FEA5F4BC-A402-4BB3-A980-CA5BC999F4EA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852089" y="2959411"/>
              <a:ext cx="4372447" cy="3609986"/>
            </a:xfrm>
            <a:custGeom>
              <a:avLst/>
              <a:gdLst>
                <a:gd name="T0" fmla="*/ 1541469344 w 10704"/>
                <a:gd name="T1" fmla="*/ 86678321 h 150349"/>
                <a:gd name="T2" fmla="*/ 1782751296 w 10704"/>
                <a:gd name="T3" fmla="*/ 86601655 h 150349"/>
                <a:gd name="T4" fmla="*/ 1786088637 w 10704"/>
                <a:gd name="T5" fmla="*/ 0 h 150349"/>
                <a:gd name="T6" fmla="*/ 3337340 w 10704"/>
                <a:gd name="T7" fmla="*/ 37481 h 150349"/>
                <a:gd name="T8" fmla="*/ 0 w 10704"/>
                <a:gd name="T9" fmla="*/ 12108528 h 150349"/>
                <a:gd name="T10" fmla="*/ 164025176 w 10704"/>
                <a:gd name="T11" fmla="*/ 12104494 h 1503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04" h="150349">
                  <a:moveTo>
                    <a:pt x="9238" y="150349"/>
                  </a:moveTo>
                  <a:lnTo>
                    <a:pt x="10684" y="150216"/>
                  </a:lnTo>
                  <a:cubicBezTo>
                    <a:pt x="10716" y="100026"/>
                    <a:pt x="10672" y="50190"/>
                    <a:pt x="10704" y="0"/>
                  </a:cubicBez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983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6839" name="Freeform 48">
              <a:extLst>
                <a:ext uri="{FF2B5EF4-FFF2-40B4-BE49-F238E27FC236}">
                  <a16:creationId xmlns:a16="http://schemas.microsoft.com/office/drawing/2014/main" id="{BF73EBBE-7005-44AB-84E0-FDB0807E8FB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186470" y="3716834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416771" name="Group 115">
            <a:extLst>
              <a:ext uri="{FF2B5EF4-FFF2-40B4-BE49-F238E27FC236}">
                <a16:creationId xmlns:a16="http://schemas.microsoft.com/office/drawing/2014/main" id="{0A2EBFE3-FE0A-4D5F-A154-8A3B4A8F4DC0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58763" y="1071563"/>
            <a:ext cx="3546475" cy="1455737"/>
            <a:chOff x="27330" y="2051709"/>
            <a:chExt cx="2697218" cy="1108075"/>
          </a:xfrm>
        </p:grpSpPr>
        <p:pic>
          <p:nvPicPr>
            <p:cNvPr id="416772" name="Picture 119">
              <a:extLst>
                <a:ext uri="{FF2B5EF4-FFF2-40B4-BE49-F238E27FC236}">
                  <a16:creationId xmlns:a16="http://schemas.microsoft.com/office/drawing/2014/main" id="{713898DC-76C5-4179-817D-5A0137DE253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330" y="2145256"/>
              <a:ext cx="2697218" cy="92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416773" name="Straight Connector 120">
              <a:extLst>
                <a:ext uri="{FF2B5EF4-FFF2-40B4-BE49-F238E27FC236}">
                  <a16:creationId xmlns:a16="http://schemas.microsoft.com/office/drawing/2014/main" id="{0FF6D19A-DEEB-488C-A085-1CEE5076BFE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114888" y="2051709"/>
              <a:ext cx="7937" cy="1108075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7793" name="Title 1">
            <a:extLst>
              <a:ext uri="{FF2B5EF4-FFF2-40B4-BE49-F238E27FC236}">
                <a16:creationId xmlns:a16="http://schemas.microsoft.com/office/drawing/2014/main" id="{D6D551D7-492A-4403-8849-DAA4DCE481EA}"/>
              </a:ext>
            </a:extLst>
          </p:cNvPr>
          <p:cNvSpPr txBox="1">
            <a:spLocks/>
          </p:cNvSpPr>
          <p:nvPr/>
        </p:nvSpPr>
        <p:spPr bwMode="auto">
          <a:xfrm>
            <a:off x="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How Does It Work?</a:t>
            </a:r>
          </a:p>
        </p:txBody>
      </p:sp>
      <p:grpSp>
        <p:nvGrpSpPr>
          <p:cNvPr id="417794" name="Group 3">
            <a:extLst>
              <a:ext uri="{FF2B5EF4-FFF2-40B4-BE49-F238E27FC236}">
                <a16:creationId xmlns:a16="http://schemas.microsoft.com/office/drawing/2014/main" id="{BE0DD0EC-9B12-406E-A3EB-DA3E88DBFBE8}"/>
              </a:ext>
            </a:extLst>
          </p:cNvPr>
          <p:cNvGrpSpPr>
            <a:grpSpLocks/>
          </p:cNvGrpSpPr>
          <p:nvPr/>
        </p:nvGrpSpPr>
        <p:grpSpPr bwMode="auto">
          <a:xfrm>
            <a:off x="93663" y="1319213"/>
            <a:ext cx="8997950" cy="5249862"/>
            <a:chOff x="92960" y="1318445"/>
            <a:chExt cx="8998034" cy="5250952"/>
          </a:xfrm>
        </p:grpSpPr>
        <p:sp>
          <p:nvSpPr>
            <p:cNvPr id="417798" name="TextBox 51">
              <a:extLst>
                <a:ext uri="{FF2B5EF4-FFF2-40B4-BE49-F238E27FC236}">
                  <a16:creationId xmlns:a16="http://schemas.microsoft.com/office/drawing/2014/main" id="{D8AB6CDA-5239-408F-973C-FDD42C8255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3160" y="5486655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7799" name="Line 14">
              <a:extLst>
                <a:ext uri="{FF2B5EF4-FFF2-40B4-BE49-F238E27FC236}">
                  <a16:creationId xmlns:a16="http://schemas.microsoft.com/office/drawing/2014/main" id="{0B409D90-A140-4A52-AE8C-9C68B38E77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9416" y="5920630"/>
              <a:ext cx="10703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7800" name="Line 14">
              <a:extLst>
                <a:ext uri="{FF2B5EF4-FFF2-40B4-BE49-F238E27FC236}">
                  <a16:creationId xmlns:a16="http://schemas.microsoft.com/office/drawing/2014/main" id="{B76487ED-57AA-4944-B43E-A66C5A9ECE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50" y="5937564"/>
              <a:ext cx="14246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7801" name="Rectangle 7">
              <a:extLst>
                <a:ext uri="{FF2B5EF4-FFF2-40B4-BE49-F238E27FC236}">
                  <a16:creationId xmlns:a16="http://schemas.microsoft.com/office/drawing/2014/main" id="{113999AA-A4B7-4B79-BDEB-EB8B8EB9E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7960" y="5073446"/>
              <a:ext cx="1806575" cy="10302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802" name="Freeform 8">
              <a:extLst>
                <a:ext uri="{FF2B5EF4-FFF2-40B4-BE49-F238E27FC236}">
                  <a16:creationId xmlns:a16="http://schemas.microsoft.com/office/drawing/2014/main" id="{727B966F-1D39-4F78-9C13-2BE22ED14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960" y="5302046"/>
              <a:ext cx="158750" cy="160338"/>
            </a:xfrm>
            <a:custGeom>
              <a:avLst/>
              <a:gdLst>
                <a:gd name="T0" fmla="*/ 0 w 202"/>
                <a:gd name="T1" fmla="*/ 630239 h 202"/>
                <a:gd name="T2" fmla="*/ 0 w 202"/>
                <a:gd name="T3" fmla="*/ 630239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7803" name="Rectangle 10">
              <a:extLst>
                <a:ext uri="{FF2B5EF4-FFF2-40B4-BE49-F238E27FC236}">
                  <a16:creationId xmlns:a16="http://schemas.microsoft.com/office/drawing/2014/main" id="{E4797EE3-7CAE-4621-8D83-BBD2D1C32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4323" y="5765596"/>
              <a:ext cx="65723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clear_n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804" name="Rectangle 11">
              <a:extLst>
                <a:ext uri="{FF2B5EF4-FFF2-40B4-BE49-F238E27FC236}">
                  <a16:creationId xmlns:a16="http://schemas.microsoft.com/office/drawing/2014/main" id="{D2CB4AC2-8D61-411C-B1BF-28EB6CE901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1010" y="5465559"/>
              <a:ext cx="1331912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2-bit up-counter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805" name="Line 14">
              <a:extLst>
                <a:ext uri="{FF2B5EF4-FFF2-40B4-BE49-F238E27FC236}">
                  <a16:creationId xmlns:a16="http://schemas.microsoft.com/office/drawing/2014/main" id="{B75E9191-18F8-4AFB-AC85-428250F4C3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48" y="5396934"/>
              <a:ext cx="4202381" cy="39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7806" name="Rectangle 17">
              <a:extLst>
                <a:ext uri="{FF2B5EF4-FFF2-40B4-BE49-F238E27FC236}">
                  <a16:creationId xmlns:a16="http://schemas.microsoft.com/office/drawing/2014/main" id="{112D590B-9828-4FAE-A685-5CC7003F5A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895" y="5791514"/>
              <a:ext cx="166712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807" name="Rectangle 18">
              <a:extLst>
                <a:ext uri="{FF2B5EF4-FFF2-40B4-BE49-F238E27FC236}">
                  <a16:creationId xmlns:a16="http://schemas.microsoft.com/office/drawing/2014/main" id="{C07EED4A-E2B6-42DD-AF42-6DC21B8AEA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7935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808" name="Rectangle 19">
              <a:extLst>
                <a:ext uri="{FF2B5EF4-FFF2-40B4-BE49-F238E27FC236}">
                  <a16:creationId xmlns:a16="http://schemas.microsoft.com/office/drawing/2014/main" id="{F6AF1825-0F50-4964-9F65-E04F981373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6560" y="3084309"/>
              <a:ext cx="1806575" cy="107473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809" name="Rectangle 20">
              <a:extLst>
                <a:ext uri="{FF2B5EF4-FFF2-40B4-BE49-F238E27FC236}">
                  <a16:creationId xmlns:a16="http://schemas.microsoft.com/office/drawing/2014/main" id="{C084E5FC-B8D2-4668-8713-E82F654CB2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2398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810" name="Line 21">
              <a:extLst>
                <a:ext uri="{FF2B5EF4-FFF2-40B4-BE49-F238E27FC236}">
                  <a16:creationId xmlns:a16="http://schemas.microsoft.com/office/drawing/2014/main" id="{1FEECDB4-1730-4E62-A515-2579949E9E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473545" y="1898087"/>
              <a:ext cx="2103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7811" name="Line 22">
              <a:extLst>
                <a:ext uri="{FF2B5EF4-FFF2-40B4-BE49-F238E27FC236}">
                  <a16:creationId xmlns:a16="http://schemas.microsoft.com/office/drawing/2014/main" id="{B7B686C6-65CB-4413-960D-C3F7E35D16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20235" y="1895799"/>
              <a:ext cx="3168" cy="11885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7812" name="Rectangle 23">
              <a:extLst>
                <a:ext uri="{FF2B5EF4-FFF2-40B4-BE49-F238E27FC236}">
                  <a16:creationId xmlns:a16="http://schemas.microsoft.com/office/drawing/2014/main" id="{440BE77B-FA6D-448D-9A16-243AAF626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9598" y="3843134"/>
              <a:ext cx="2276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En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813" name="Rectangle 24">
              <a:extLst>
                <a:ext uri="{FF2B5EF4-FFF2-40B4-BE49-F238E27FC236}">
                  <a16:creationId xmlns:a16="http://schemas.microsoft.com/office/drawing/2014/main" id="{23E93664-ED8D-4696-A8A8-77C8AB17F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7860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814" name="Rectangle 25">
              <a:extLst>
                <a:ext uri="{FF2B5EF4-FFF2-40B4-BE49-F238E27FC236}">
                  <a16:creationId xmlns:a16="http://schemas.microsoft.com/office/drawing/2014/main" id="{FC7E0AAD-E8F2-48F5-BCFA-B694D45146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6285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815" name="Rectangle 26">
              <a:extLst>
                <a:ext uri="{FF2B5EF4-FFF2-40B4-BE49-F238E27FC236}">
                  <a16:creationId xmlns:a16="http://schemas.microsoft.com/office/drawing/2014/main" id="{EE0ACA52-30DB-4D99-B4DE-A8F86BCD1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2148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816" name="Rectangle 27">
              <a:extLst>
                <a:ext uri="{FF2B5EF4-FFF2-40B4-BE49-F238E27FC236}">
                  <a16:creationId xmlns:a16="http://schemas.microsoft.com/office/drawing/2014/main" id="{F4E0A4AC-161E-421A-9555-5BA460EC9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6610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817" name="Rectangle 28">
              <a:extLst>
                <a:ext uri="{FF2B5EF4-FFF2-40B4-BE49-F238E27FC236}">
                  <a16:creationId xmlns:a16="http://schemas.microsoft.com/office/drawing/2014/main" id="{3520BD4C-7EF0-4C75-BE7D-39C4A2A75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79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818" name="Rectangle 29">
              <a:extLst>
                <a:ext uri="{FF2B5EF4-FFF2-40B4-BE49-F238E27FC236}">
                  <a16:creationId xmlns:a16="http://schemas.microsoft.com/office/drawing/2014/main" id="{6D4E0548-2D5D-44E2-9F26-A538CFD622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522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819" name="Rectangle 30">
              <a:extLst>
                <a:ext uri="{FF2B5EF4-FFF2-40B4-BE49-F238E27FC236}">
                  <a16:creationId xmlns:a16="http://schemas.microsoft.com/office/drawing/2014/main" id="{DCF01029-689D-453E-8257-54CED4D8D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3035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820" name="Rectangle 31">
              <a:extLst>
                <a:ext uri="{FF2B5EF4-FFF2-40B4-BE49-F238E27FC236}">
                  <a16:creationId xmlns:a16="http://schemas.microsoft.com/office/drawing/2014/main" id="{A9D9A803-8FED-4843-AD59-228966B2EE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3048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821" name="Rectangle 32">
              <a:extLst>
                <a:ext uri="{FF2B5EF4-FFF2-40B4-BE49-F238E27FC236}">
                  <a16:creationId xmlns:a16="http://schemas.microsoft.com/office/drawing/2014/main" id="{DD208861-C72E-410F-A69A-F4576A1AF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974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822" name="Line 33">
              <a:extLst>
                <a:ext uri="{FF2B5EF4-FFF2-40B4-BE49-F238E27FC236}">
                  <a16:creationId xmlns:a16="http://schemas.microsoft.com/office/drawing/2014/main" id="{F232FA13-3115-441B-B89B-7BEF875DCB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66219" y="1895799"/>
              <a:ext cx="1583" cy="11885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7823" name="Line 34">
              <a:extLst>
                <a:ext uri="{FF2B5EF4-FFF2-40B4-BE49-F238E27FC236}">
                  <a16:creationId xmlns:a16="http://schemas.microsoft.com/office/drawing/2014/main" id="{9E2B40E5-D032-4B51-AAF8-BF1828065F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862119" y="1898087"/>
              <a:ext cx="2465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7824" name="Rectangle 37">
              <a:extLst>
                <a:ext uri="{FF2B5EF4-FFF2-40B4-BE49-F238E27FC236}">
                  <a16:creationId xmlns:a16="http://schemas.microsoft.com/office/drawing/2014/main" id="{F7D884CB-1DF1-4DB9-B404-D104E0CB01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817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825" name="Rectangle 38">
              <a:extLst>
                <a:ext uri="{FF2B5EF4-FFF2-40B4-BE49-F238E27FC236}">
                  <a16:creationId xmlns:a16="http://schemas.microsoft.com/office/drawing/2014/main" id="{04AB3806-8156-4427-B4E4-45A7E7C576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1510" y="4657521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826" name="Rectangle 45">
              <a:extLst>
                <a:ext uri="{FF2B5EF4-FFF2-40B4-BE49-F238E27FC236}">
                  <a16:creationId xmlns:a16="http://schemas.microsoft.com/office/drawing/2014/main" id="{562764AD-D28C-4312-BCBF-D231FBD63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6123" y="3519284"/>
              <a:ext cx="11938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2-to-4 decoder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827" name="Rectangle 46">
              <a:extLst>
                <a:ext uri="{FF2B5EF4-FFF2-40B4-BE49-F238E27FC236}">
                  <a16:creationId xmlns:a16="http://schemas.microsoft.com/office/drawing/2014/main" id="{3760B74F-79CF-4038-AB34-7F5089A990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3735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828" name="Rectangle 47">
              <a:extLst>
                <a:ext uri="{FF2B5EF4-FFF2-40B4-BE49-F238E27FC236}">
                  <a16:creationId xmlns:a16="http://schemas.microsoft.com/office/drawing/2014/main" id="{2D2FCA5B-5992-4051-967D-331444A18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0898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829" name="Rectangle 48">
              <a:extLst>
                <a:ext uri="{FF2B5EF4-FFF2-40B4-BE49-F238E27FC236}">
                  <a16:creationId xmlns:a16="http://schemas.microsoft.com/office/drawing/2014/main" id="{BF382EDB-EEAB-49CE-AF95-355908A380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8410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830" name="Rectangle 49">
              <a:extLst>
                <a:ext uri="{FF2B5EF4-FFF2-40B4-BE49-F238E27FC236}">
                  <a16:creationId xmlns:a16="http://schemas.microsoft.com/office/drawing/2014/main" id="{4DE13C68-9BFB-4AE2-A130-A83F05145D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5573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831" name="Rectangle 50">
              <a:extLst>
                <a:ext uri="{FF2B5EF4-FFF2-40B4-BE49-F238E27FC236}">
                  <a16:creationId xmlns:a16="http://schemas.microsoft.com/office/drawing/2014/main" id="{50324D7E-613C-4A26-9FE5-F0B8D9EB21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60" y="5214195"/>
              <a:ext cx="55143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Clock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cxnSp>
          <p:nvCxnSpPr>
            <p:cNvPr id="417832" name="Straight Arrow Connector 2">
              <a:extLst>
                <a:ext uri="{FF2B5EF4-FFF2-40B4-BE49-F238E27FC236}">
                  <a16:creationId xmlns:a16="http://schemas.microsoft.com/office/drawing/2014/main" id="{EFAE1D78-CA70-47BA-8995-8F10EF48BEF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109145" y="4165226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17833" name="Straight Arrow Connector 52">
              <a:extLst>
                <a:ext uri="{FF2B5EF4-FFF2-40B4-BE49-F238E27FC236}">
                  <a16:creationId xmlns:a16="http://schemas.microsoft.com/office/drawing/2014/main" id="{446F7E82-183E-4A7B-B288-7C1FBCD03FE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38675" y="4169345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17834" name="Straight Arrow Connector 53">
              <a:extLst>
                <a:ext uri="{FF2B5EF4-FFF2-40B4-BE49-F238E27FC236}">
                  <a16:creationId xmlns:a16="http://schemas.microsoft.com/office/drawing/2014/main" id="{9F5900AA-940B-4748-8914-54089B1013E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706475" y="4171404"/>
              <a:ext cx="0" cy="423475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17835" name="Freeform 5">
              <a:extLst>
                <a:ext uri="{FF2B5EF4-FFF2-40B4-BE49-F238E27FC236}">
                  <a16:creationId xmlns:a16="http://schemas.microsoft.com/office/drawing/2014/main" id="{216972C9-32CE-4CD9-8D82-C9559FD0C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005" y="5772396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7836" name="Freeform 7">
              <a:extLst>
                <a:ext uri="{FF2B5EF4-FFF2-40B4-BE49-F238E27FC236}">
                  <a16:creationId xmlns:a16="http://schemas.microsoft.com/office/drawing/2014/main" id="{A43A98DA-508E-4351-BADB-8FB505ED0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900" y="5884665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7837" name="TextBox 7">
              <a:extLst>
                <a:ext uri="{FF2B5EF4-FFF2-40B4-BE49-F238E27FC236}">
                  <a16:creationId xmlns:a16="http://schemas.microsoft.com/office/drawing/2014/main" id="{207ACC60-7910-4AB6-9D15-604D6BA1CD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8312" y="4594022"/>
              <a:ext cx="874713" cy="461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7838" name="TextBox 7">
              <a:extLst>
                <a:ext uri="{FF2B5EF4-FFF2-40B4-BE49-F238E27FC236}">
                  <a16:creationId xmlns:a16="http://schemas.microsoft.com/office/drawing/2014/main" id="{79B08732-F13F-4500-96E6-BA4CF576A6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8566" y="1318445"/>
              <a:ext cx="199797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7839" name="TextBox 51">
              <a:extLst>
                <a:ext uri="{FF2B5EF4-FFF2-40B4-BE49-F238E27FC236}">
                  <a16:creationId xmlns:a16="http://schemas.microsoft.com/office/drawing/2014/main" id="{230F8F6E-D3C8-4449-A6B1-BB7F587A34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4287" y="541396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7840" name="AutoShape 57">
              <a:extLst>
                <a:ext uri="{FF2B5EF4-FFF2-40B4-BE49-F238E27FC236}">
                  <a16:creationId xmlns:a16="http://schemas.microsoft.com/office/drawing/2014/main" id="{17849884-A9C0-4DA7-969D-1114FCAC1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501" y="5556352"/>
              <a:ext cx="554038" cy="47148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grpSp>
          <p:nvGrpSpPr>
            <p:cNvPr id="417841" name="Group 66">
              <a:extLst>
                <a:ext uri="{FF2B5EF4-FFF2-40B4-BE49-F238E27FC236}">
                  <a16:creationId xmlns:a16="http://schemas.microsoft.com/office/drawing/2014/main" id="{B8DC4662-22FB-4BF7-8400-1DC492480A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24676" y="5661598"/>
              <a:ext cx="636587" cy="501650"/>
              <a:chOff x="4164013" y="5505902"/>
              <a:chExt cx="636587" cy="501650"/>
            </a:xfrm>
          </p:grpSpPr>
          <p:sp>
            <p:nvSpPr>
              <p:cNvPr id="417886" name="Freeform 86">
                <a:extLst>
                  <a:ext uri="{FF2B5EF4-FFF2-40B4-BE49-F238E27FC236}">
                    <a16:creationId xmlns:a16="http://schemas.microsoft.com/office/drawing/2014/main" id="{B4D16306-0814-42EC-8C4E-2E837A7C6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505902"/>
                <a:ext cx="630237" cy="249237"/>
              </a:xfrm>
              <a:custGeom>
                <a:avLst/>
                <a:gdLst>
                  <a:gd name="T0" fmla="*/ 2147483646 w 794"/>
                  <a:gd name="T1" fmla="*/ 0 h 315"/>
                  <a:gd name="T2" fmla="*/ 2147483646 w 794"/>
                  <a:gd name="T3" fmla="*/ 0 h 315"/>
                  <a:gd name="T4" fmla="*/ 2147483646 w 794"/>
                  <a:gd name="T5" fmla="*/ 0 h 315"/>
                  <a:gd name="T6" fmla="*/ 2147483646 w 794"/>
                  <a:gd name="T7" fmla="*/ 0 h 315"/>
                  <a:gd name="T8" fmla="*/ 2147483646 w 794"/>
                  <a:gd name="T9" fmla="*/ 0 h 315"/>
                  <a:gd name="T10" fmla="*/ 2147483646 w 794"/>
                  <a:gd name="T11" fmla="*/ 0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0"/>
                    </a:moveTo>
                    <a:lnTo>
                      <a:pt x="31" y="0"/>
                    </a:lnTo>
                    <a:lnTo>
                      <a:pt x="60" y="0"/>
                    </a:lnTo>
                    <a:lnTo>
                      <a:pt x="86" y="0"/>
                    </a:lnTo>
                    <a:lnTo>
                      <a:pt x="110" y="0"/>
                    </a:lnTo>
                    <a:lnTo>
                      <a:pt x="134" y="0"/>
                    </a:lnTo>
                    <a:lnTo>
                      <a:pt x="155" y="0"/>
                    </a:lnTo>
                    <a:lnTo>
                      <a:pt x="175" y="0"/>
                    </a:lnTo>
                    <a:lnTo>
                      <a:pt x="194" y="0"/>
                    </a:lnTo>
                    <a:lnTo>
                      <a:pt x="211" y="0"/>
                    </a:lnTo>
                    <a:lnTo>
                      <a:pt x="227" y="0"/>
                    </a:lnTo>
                    <a:lnTo>
                      <a:pt x="240" y="0"/>
                    </a:lnTo>
                    <a:lnTo>
                      <a:pt x="254" y="0"/>
                    </a:lnTo>
                    <a:lnTo>
                      <a:pt x="265" y="0"/>
                    </a:lnTo>
                    <a:lnTo>
                      <a:pt x="276" y="0"/>
                    </a:lnTo>
                    <a:lnTo>
                      <a:pt x="287" y="0"/>
                    </a:lnTo>
                    <a:lnTo>
                      <a:pt x="296" y="0"/>
                    </a:lnTo>
                    <a:lnTo>
                      <a:pt x="303" y="0"/>
                    </a:lnTo>
                    <a:lnTo>
                      <a:pt x="311" y="0"/>
                    </a:lnTo>
                    <a:lnTo>
                      <a:pt x="317" y="0"/>
                    </a:lnTo>
                    <a:lnTo>
                      <a:pt x="323" y="0"/>
                    </a:lnTo>
                    <a:lnTo>
                      <a:pt x="328" y="0"/>
                    </a:lnTo>
                    <a:lnTo>
                      <a:pt x="332" y="0"/>
                    </a:lnTo>
                    <a:lnTo>
                      <a:pt x="336" y="1"/>
                    </a:lnTo>
                    <a:lnTo>
                      <a:pt x="338" y="1"/>
                    </a:lnTo>
                    <a:lnTo>
                      <a:pt x="342" y="1"/>
                    </a:lnTo>
                    <a:lnTo>
                      <a:pt x="345" y="1"/>
                    </a:lnTo>
                    <a:lnTo>
                      <a:pt x="348" y="1"/>
                    </a:lnTo>
                    <a:lnTo>
                      <a:pt x="349" y="1"/>
                    </a:lnTo>
                    <a:lnTo>
                      <a:pt x="352" y="1"/>
                    </a:lnTo>
                    <a:lnTo>
                      <a:pt x="353" y="1"/>
                    </a:lnTo>
                    <a:lnTo>
                      <a:pt x="356" y="1"/>
                    </a:lnTo>
                    <a:lnTo>
                      <a:pt x="358" y="1"/>
                    </a:lnTo>
                    <a:lnTo>
                      <a:pt x="360" y="1"/>
                    </a:lnTo>
                    <a:lnTo>
                      <a:pt x="362" y="3"/>
                    </a:lnTo>
                    <a:lnTo>
                      <a:pt x="364" y="3"/>
                    </a:lnTo>
                    <a:lnTo>
                      <a:pt x="366" y="3"/>
                    </a:lnTo>
                    <a:lnTo>
                      <a:pt x="368" y="3"/>
                    </a:lnTo>
                    <a:lnTo>
                      <a:pt x="369" y="3"/>
                    </a:lnTo>
                    <a:lnTo>
                      <a:pt x="370" y="3"/>
                    </a:lnTo>
                    <a:lnTo>
                      <a:pt x="372" y="3"/>
                    </a:lnTo>
                    <a:lnTo>
                      <a:pt x="374" y="3"/>
                    </a:lnTo>
                    <a:lnTo>
                      <a:pt x="376" y="3"/>
                    </a:lnTo>
                    <a:lnTo>
                      <a:pt x="377" y="3"/>
                    </a:lnTo>
                    <a:lnTo>
                      <a:pt x="378" y="3"/>
                    </a:lnTo>
                    <a:lnTo>
                      <a:pt x="380" y="4"/>
                    </a:lnTo>
                    <a:lnTo>
                      <a:pt x="381" y="4"/>
                    </a:lnTo>
                    <a:lnTo>
                      <a:pt x="382" y="4"/>
                    </a:lnTo>
                    <a:lnTo>
                      <a:pt x="384" y="4"/>
                    </a:lnTo>
                    <a:lnTo>
                      <a:pt x="385" y="4"/>
                    </a:lnTo>
                    <a:lnTo>
                      <a:pt x="386" y="4"/>
                    </a:lnTo>
                    <a:lnTo>
                      <a:pt x="388" y="4"/>
                    </a:lnTo>
                    <a:lnTo>
                      <a:pt x="389" y="4"/>
                    </a:lnTo>
                    <a:lnTo>
                      <a:pt x="390" y="4"/>
                    </a:lnTo>
                    <a:lnTo>
                      <a:pt x="392" y="5"/>
                    </a:lnTo>
                    <a:lnTo>
                      <a:pt x="393" y="5"/>
                    </a:lnTo>
                    <a:lnTo>
                      <a:pt x="394" y="5"/>
                    </a:lnTo>
                    <a:lnTo>
                      <a:pt x="396" y="5"/>
                    </a:lnTo>
                    <a:lnTo>
                      <a:pt x="398" y="5"/>
                    </a:lnTo>
                    <a:lnTo>
                      <a:pt x="400" y="5"/>
                    </a:lnTo>
                    <a:lnTo>
                      <a:pt x="401" y="7"/>
                    </a:lnTo>
                    <a:lnTo>
                      <a:pt x="403" y="7"/>
                    </a:lnTo>
                    <a:lnTo>
                      <a:pt x="405" y="7"/>
                    </a:lnTo>
                    <a:lnTo>
                      <a:pt x="407" y="7"/>
                    </a:lnTo>
                    <a:lnTo>
                      <a:pt x="409" y="8"/>
                    </a:lnTo>
                    <a:lnTo>
                      <a:pt x="411" y="8"/>
                    </a:lnTo>
                    <a:lnTo>
                      <a:pt x="413" y="8"/>
                    </a:lnTo>
                    <a:lnTo>
                      <a:pt x="414" y="8"/>
                    </a:lnTo>
                    <a:lnTo>
                      <a:pt x="417" y="8"/>
                    </a:lnTo>
                    <a:lnTo>
                      <a:pt x="418" y="8"/>
                    </a:lnTo>
                    <a:lnTo>
                      <a:pt x="419" y="9"/>
                    </a:lnTo>
                    <a:lnTo>
                      <a:pt x="421" y="9"/>
                    </a:lnTo>
                    <a:lnTo>
                      <a:pt x="422" y="9"/>
                    </a:lnTo>
                    <a:lnTo>
                      <a:pt x="423" y="9"/>
                    </a:lnTo>
                    <a:lnTo>
                      <a:pt x="425" y="9"/>
                    </a:lnTo>
                    <a:lnTo>
                      <a:pt x="426" y="9"/>
                    </a:lnTo>
                    <a:lnTo>
                      <a:pt x="426" y="11"/>
                    </a:lnTo>
                    <a:lnTo>
                      <a:pt x="427" y="11"/>
                    </a:lnTo>
                    <a:lnTo>
                      <a:pt x="429" y="11"/>
                    </a:lnTo>
                    <a:lnTo>
                      <a:pt x="430" y="11"/>
                    </a:lnTo>
                    <a:lnTo>
                      <a:pt x="431" y="11"/>
                    </a:lnTo>
                    <a:lnTo>
                      <a:pt x="433" y="12"/>
                    </a:lnTo>
                    <a:lnTo>
                      <a:pt x="434" y="12"/>
                    </a:lnTo>
                    <a:lnTo>
                      <a:pt x="435" y="12"/>
                    </a:lnTo>
                    <a:lnTo>
                      <a:pt x="437" y="13"/>
                    </a:lnTo>
                    <a:lnTo>
                      <a:pt x="438" y="13"/>
                    </a:lnTo>
                    <a:lnTo>
                      <a:pt x="439" y="13"/>
                    </a:lnTo>
                    <a:lnTo>
                      <a:pt x="441" y="15"/>
                    </a:lnTo>
                    <a:lnTo>
                      <a:pt x="443" y="15"/>
                    </a:lnTo>
                    <a:lnTo>
                      <a:pt x="445" y="15"/>
                    </a:lnTo>
                    <a:lnTo>
                      <a:pt x="446" y="16"/>
                    </a:lnTo>
                    <a:lnTo>
                      <a:pt x="449" y="16"/>
                    </a:lnTo>
                    <a:lnTo>
                      <a:pt x="450" y="17"/>
                    </a:lnTo>
                    <a:lnTo>
                      <a:pt x="453" y="17"/>
                    </a:lnTo>
                    <a:lnTo>
                      <a:pt x="455" y="19"/>
                    </a:lnTo>
                    <a:lnTo>
                      <a:pt x="458" y="19"/>
                    </a:lnTo>
                    <a:lnTo>
                      <a:pt x="459" y="20"/>
                    </a:lnTo>
                    <a:lnTo>
                      <a:pt x="462" y="20"/>
                    </a:lnTo>
                    <a:lnTo>
                      <a:pt x="465" y="21"/>
                    </a:lnTo>
                    <a:lnTo>
                      <a:pt x="466" y="21"/>
                    </a:lnTo>
                    <a:lnTo>
                      <a:pt x="467" y="23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4"/>
                    </a:lnTo>
                    <a:lnTo>
                      <a:pt x="474" y="24"/>
                    </a:lnTo>
                    <a:lnTo>
                      <a:pt x="475" y="25"/>
                    </a:lnTo>
                    <a:lnTo>
                      <a:pt x="476" y="25"/>
                    </a:lnTo>
                    <a:lnTo>
                      <a:pt x="478" y="25"/>
                    </a:lnTo>
                    <a:lnTo>
                      <a:pt x="479" y="27"/>
                    </a:lnTo>
                    <a:lnTo>
                      <a:pt x="480" y="27"/>
                    </a:lnTo>
                    <a:lnTo>
                      <a:pt x="482" y="27"/>
                    </a:lnTo>
                    <a:lnTo>
                      <a:pt x="482" y="28"/>
                    </a:lnTo>
                    <a:lnTo>
                      <a:pt x="483" y="28"/>
                    </a:lnTo>
                    <a:lnTo>
                      <a:pt x="484" y="29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31"/>
                    </a:lnTo>
                    <a:lnTo>
                      <a:pt x="490" y="31"/>
                    </a:lnTo>
                    <a:lnTo>
                      <a:pt x="491" y="32"/>
                    </a:lnTo>
                    <a:lnTo>
                      <a:pt x="492" y="32"/>
                    </a:lnTo>
                    <a:lnTo>
                      <a:pt x="494" y="33"/>
                    </a:lnTo>
                    <a:lnTo>
                      <a:pt x="495" y="33"/>
                    </a:lnTo>
                    <a:lnTo>
                      <a:pt x="498" y="35"/>
                    </a:lnTo>
                    <a:lnTo>
                      <a:pt x="499" y="36"/>
                    </a:lnTo>
                    <a:lnTo>
                      <a:pt x="500" y="36"/>
                    </a:lnTo>
                    <a:lnTo>
                      <a:pt x="503" y="37"/>
                    </a:lnTo>
                    <a:lnTo>
                      <a:pt x="504" y="39"/>
                    </a:lnTo>
                    <a:lnTo>
                      <a:pt x="507" y="40"/>
                    </a:lnTo>
                    <a:lnTo>
                      <a:pt x="508" y="40"/>
                    </a:lnTo>
                    <a:lnTo>
                      <a:pt x="511" y="41"/>
                    </a:lnTo>
                    <a:lnTo>
                      <a:pt x="512" y="43"/>
                    </a:lnTo>
                    <a:lnTo>
                      <a:pt x="514" y="43"/>
                    </a:lnTo>
                    <a:lnTo>
                      <a:pt x="516" y="44"/>
                    </a:lnTo>
                    <a:lnTo>
                      <a:pt x="518" y="44"/>
                    </a:lnTo>
                    <a:lnTo>
                      <a:pt x="519" y="45"/>
                    </a:lnTo>
                    <a:lnTo>
                      <a:pt x="520" y="45"/>
                    </a:lnTo>
                    <a:lnTo>
                      <a:pt x="522" y="47"/>
                    </a:lnTo>
                    <a:lnTo>
                      <a:pt x="523" y="47"/>
                    </a:lnTo>
                    <a:lnTo>
                      <a:pt x="523" y="48"/>
                    </a:lnTo>
                    <a:lnTo>
                      <a:pt x="524" y="48"/>
                    </a:lnTo>
                    <a:lnTo>
                      <a:pt x="526" y="49"/>
                    </a:lnTo>
                    <a:lnTo>
                      <a:pt x="527" y="49"/>
                    </a:lnTo>
                    <a:lnTo>
                      <a:pt x="528" y="51"/>
                    </a:lnTo>
                    <a:lnTo>
                      <a:pt x="530" y="51"/>
                    </a:lnTo>
                    <a:lnTo>
                      <a:pt x="531" y="52"/>
                    </a:lnTo>
                    <a:lnTo>
                      <a:pt x="532" y="52"/>
                    </a:lnTo>
                    <a:lnTo>
                      <a:pt x="534" y="53"/>
                    </a:lnTo>
                    <a:lnTo>
                      <a:pt x="535" y="55"/>
                    </a:lnTo>
                    <a:lnTo>
                      <a:pt x="536" y="55"/>
                    </a:lnTo>
                    <a:lnTo>
                      <a:pt x="538" y="56"/>
                    </a:lnTo>
                    <a:lnTo>
                      <a:pt x="539" y="56"/>
                    </a:lnTo>
                    <a:lnTo>
                      <a:pt x="540" y="57"/>
                    </a:lnTo>
                    <a:lnTo>
                      <a:pt x="542" y="57"/>
                    </a:lnTo>
                    <a:lnTo>
                      <a:pt x="543" y="58"/>
                    </a:lnTo>
                    <a:lnTo>
                      <a:pt x="546" y="60"/>
                    </a:lnTo>
                    <a:lnTo>
                      <a:pt x="547" y="60"/>
                    </a:lnTo>
                    <a:lnTo>
                      <a:pt x="548" y="61"/>
                    </a:lnTo>
                    <a:lnTo>
                      <a:pt x="551" y="62"/>
                    </a:lnTo>
                    <a:lnTo>
                      <a:pt x="552" y="64"/>
                    </a:lnTo>
                    <a:lnTo>
                      <a:pt x="553" y="65"/>
                    </a:lnTo>
                    <a:lnTo>
                      <a:pt x="556" y="65"/>
                    </a:lnTo>
                    <a:lnTo>
                      <a:pt x="557" y="66"/>
                    </a:lnTo>
                    <a:lnTo>
                      <a:pt x="559" y="66"/>
                    </a:lnTo>
                    <a:lnTo>
                      <a:pt x="560" y="68"/>
                    </a:lnTo>
                    <a:lnTo>
                      <a:pt x="561" y="69"/>
                    </a:lnTo>
                    <a:lnTo>
                      <a:pt x="563" y="69"/>
                    </a:lnTo>
                    <a:lnTo>
                      <a:pt x="564" y="70"/>
                    </a:lnTo>
                    <a:lnTo>
                      <a:pt x="565" y="70"/>
                    </a:lnTo>
                    <a:lnTo>
                      <a:pt x="567" y="72"/>
                    </a:lnTo>
                    <a:lnTo>
                      <a:pt x="568" y="73"/>
                    </a:lnTo>
                    <a:lnTo>
                      <a:pt x="569" y="73"/>
                    </a:lnTo>
                    <a:lnTo>
                      <a:pt x="571" y="74"/>
                    </a:lnTo>
                    <a:lnTo>
                      <a:pt x="572" y="74"/>
                    </a:lnTo>
                    <a:lnTo>
                      <a:pt x="572" y="76"/>
                    </a:lnTo>
                    <a:lnTo>
                      <a:pt x="573" y="76"/>
                    </a:lnTo>
                    <a:lnTo>
                      <a:pt x="575" y="76"/>
                    </a:lnTo>
                    <a:lnTo>
                      <a:pt x="575" y="77"/>
                    </a:lnTo>
                    <a:lnTo>
                      <a:pt x="576" y="77"/>
                    </a:lnTo>
                    <a:lnTo>
                      <a:pt x="577" y="78"/>
                    </a:lnTo>
                    <a:lnTo>
                      <a:pt x="579" y="78"/>
                    </a:lnTo>
                    <a:lnTo>
                      <a:pt x="580" y="80"/>
                    </a:lnTo>
                    <a:lnTo>
                      <a:pt x="581" y="80"/>
                    </a:lnTo>
                    <a:lnTo>
                      <a:pt x="581" y="81"/>
                    </a:lnTo>
                    <a:lnTo>
                      <a:pt x="583" y="82"/>
                    </a:lnTo>
                    <a:lnTo>
                      <a:pt x="585" y="82"/>
                    </a:lnTo>
                    <a:lnTo>
                      <a:pt x="587" y="84"/>
                    </a:lnTo>
                    <a:lnTo>
                      <a:pt x="588" y="85"/>
                    </a:lnTo>
                    <a:lnTo>
                      <a:pt x="589" y="86"/>
                    </a:lnTo>
                    <a:lnTo>
                      <a:pt x="591" y="86"/>
                    </a:lnTo>
                    <a:lnTo>
                      <a:pt x="592" y="88"/>
                    </a:lnTo>
                    <a:lnTo>
                      <a:pt x="593" y="88"/>
                    </a:lnTo>
                    <a:lnTo>
                      <a:pt x="593" y="89"/>
                    </a:lnTo>
                    <a:lnTo>
                      <a:pt x="595" y="89"/>
                    </a:lnTo>
                    <a:lnTo>
                      <a:pt x="596" y="90"/>
                    </a:lnTo>
                    <a:lnTo>
                      <a:pt x="597" y="90"/>
                    </a:lnTo>
                    <a:lnTo>
                      <a:pt x="597" y="92"/>
                    </a:lnTo>
                    <a:lnTo>
                      <a:pt x="599" y="92"/>
                    </a:lnTo>
                    <a:lnTo>
                      <a:pt x="600" y="93"/>
                    </a:lnTo>
                    <a:lnTo>
                      <a:pt x="601" y="93"/>
                    </a:lnTo>
                    <a:lnTo>
                      <a:pt x="601" y="94"/>
                    </a:lnTo>
                    <a:lnTo>
                      <a:pt x="603" y="94"/>
                    </a:lnTo>
                    <a:lnTo>
                      <a:pt x="604" y="96"/>
                    </a:lnTo>
                    <a:lnTo>
                      <a:pt x="605" y="97"/>
                    </a:lnTo>
                    <a:lnTo>
                      <a:pt x="607" y="97"/>
                    </a:lnTo>
                    <a:lnTo>
                      <a:pt x="607" y="98"/>
                    </a:lnTo>
                    <a:lnTo>
                      <a:pt x="608" y="98"/>
                    </a:lnTo>
                    <a:lnTo>
                      <a:pt x="609" y="100"/>
                    </a:lnTo>
                    <a:lnTo>
                      <a:pt x="611" y="101"/>
                    </a:lnTo>
                    <a:lnTo>
                      <a:pt x="612" y="101"/>
                    </a:lnTo>
                    <a:lnTo>
                      <a:pt x="612" y="102"/>
                    </a:lnTo>
                    <a:lnTo>
                      <a:pt x="613" y="102"/>
                    </a:lnTo>
                    <a:lnTo>
                      <a:pt x="615" y="104"/>
                    </a:lnTo>
                    <a:lnTo>
                      <a:pt x="616" y="105"/>
                    </a:lnTo>
                    <a:lnTo>
                      <a:pt x="617" y="106"/>
                    </a:lnTo>
                    <a:lnTo>
                      <a:pt x="619" y="106"/>
                    </a:lnTo>
                    <a:lnTo>
                      <a:pt x="619" y="108"/>
                    </a:lnTo>
                    <a:lnTo>
                      <a:pt x="620" y="108"/>
                    </a:lnTo>
                    <a:lnTo>
                      <a:pt x="621" y="109"/>
                    </a:lnTo>
                    <a:lnTo>
                      <a:pt x="622" y="110"/>
                    </a:lnTo>
                    <a:lnTo>
                      <a:pt x="624" y="110"/>
                    </a:lnTo>
                    <a:lnTo>
                      <a:pt x="624" y="112"/>
                    </a:lnTo>
                    <a:lnTo>
                      <a:pt x="625" y="112"/>
                    </a:lnTo>
                    <a:lnTo>
                      <a:pt x="625" y="113"/>
                    </a:lnTo>
                    <a:lnTo>
                      <a:pt x="626" y="113"/>
                    </a:lnTo>
                    <a:lnTo>
                      <a:pt x="628" y="114"/>
                    </a:lnTo>
                    <a:lnTo>
                      <a:pt x="629" y="114"/>
                    </a:lnTo>
                    <a:lnTo>
                      <a:pt x="629" y="116"/>
                    </a:lnTo>
                    <a:lnTo>
                      <a:pt x="630" y="116"/>
                    </a:lnTo>
                    <a:lnTo>
                      <a:pt x="632" y="117"/>
                    </a:lnTo>
                    <a:lnTo>
                      <a:pt x="633" y="118"/>
                    </a:lnTo>
                    <a:lnTo>
                      <a:pt x="634" y="118"/>
                    </a:lnTo>
                    <a:lnTo>
                      <a:pt x="634" y="120"/>
                    </a:lnTo>
                    <a:lnTo>
                      <a:pt x="636" y="120"/>
                    </a:lnTo>
                    <a:lnTo>
                      <a:pt x="637" y="121"/>
                    </a:lnTo>
                    <a:lnTo>
                      <a:pt x="638" y="121"/>
                    </a:lnTo>
                    <a:lnTo>
                      <a:pt x="640" y="122"/>
                    </a:lnTo>
                    <a:lnTo>
                      <a:pt x="641" y="124"/>
                    </a:lnTo>
                    <a:lnTo>
                      <a:pt x="642" y="125"/>
                    </a:lnTo>
                    <a:lnTo>
                      <a:pt x="644" y="125"/>
                    </a:lnTo>
                    <a:lnTo>
                      <a:pt x="645" y="126"/>
                    </a:lnTo>
                    <a:lnTo>
                      <a:pt x="646" y="128"/>
                    </a:lnTo>
                    <a:lnTo>
                      <a:pt x="648" y="128"/>
                    </a:lnTo>
                    <a:lnTo>
                      <a:pt x="648" y="129"/>
                    </a:lnTo>
                    <a:lnTo>
                      <a:pt x="649" y="129"/>
                    </a:lnTo>
                    <a:lnTo>
                      <a:pt x="650" y="130"/>
                    </a:lnTo>
                    <a:lnTo>
                      <a:pt x="652" y="131"/>
                    </a:lnTo>
                    <a:lnTo>
                      <a:pt x="653" y="131"/>
                    </a:lnTo>
                    <a:lnTo>
                      <a:pt x="653" y="133"/>
                    </a:lnTo>
                    <a:lnTo>
                      <a:pt x="654" y="133"/>
                    </a:lnTo>
                    <a:lnTo>
                      <a:pt x="654" y="134"/>
                    </a:lnTo>
                    <a:lnTo>
                      <a:pt x="656" y="134"/>
                    </a:lnTo>
                    <a:lnTo>
                      <a:pt x="656" y="135"/>
                    </a:lnTo>
                    <a:lnTo>
                      <a:pt x="657" y="135"/>
                    </a:lnTo>
                    <a:lnTo>
                      <a:pt x="657" y="137"/>
                    </a:lnTo>
                    <a:lnTo>
                      <a:pt x="658" y="138"/>
                    </a:lnTo>
                    <a:lnTo>
                      <a:pt x="660" y="138"/>
                    </a:lnTo>
                    <a:lnTo>
                      <a:pt x="660" y="139"/>
                    </a:lnTo>
                    <a:lnTo>
                      <a:pt x="661" y="141"/>
                    </a:lnTo>
                    <a:lnTo>
                      <a:pt x="662" y="141"/>
                    </a:lnTo>
                    <a:lnTo>
                      <a:pt x="664" y="142"/>
                    </a:lnTo>
                    <a:lnTo>
                      <a:pt x="664" y="143"/>
                    </a:lnTo>
                    <a:lnTo>
                      <a:pt x="665" y="145"/>
                    </a:lnTo>
                    <a:lnTo>
                      <a:pt x="666" y="146"/>
                    </a:lnTo>
                    <a:lnTo>
                      <a:pt x="668" y="147"/>
                    </a:lnTo>
                    <a:lnTo>
                      <a:pt x="669" y="149"/>
                    </a:lnTo>
                    <a:lnTo>
                      <a:pt x="670" y="150"/>
                    </a:lnTo>
                    <a:lnTo>
                      <a:pt x="672" y="151"/>
                    </a:lnTo>
                    <a:lnTo>
                      <a:pt x="673" y="153"/>
                    </a:lnTo>
                    <a:lnTo>
                      <a:pt x="674" y="154"/>
                    </a:lnTo>
                    <a:lnTo>
                      <a:pt x="676" y="155"/>
                    </a:lnTo>
                    <a:lnTo>
                      <a:pt x="677" y="157"/>
                    </a:lnTo>
                    <a:lnTo>
                      <a:pt x="677" y="158"/>
                    </a:lnTo>
                    <a:lnTo>
                      <a:pt x="678" y="158"/>
                    </a:lnTo>
                    <a:lnTo>
                      <a:pt x="680" y="159"/>
                    </a:lnTo>
                    <a:lnTo>
                      <a:pt x="680" y="161"/>
                    </a:lnTo>
                    <a:lnTo>
                      <a:pt x="681" y="161"/>
                    </a:lnTo>
                    <a:lnTo>
                      <a:pt x="681" y="162"/>
                    </a:lnTo>
                    <a:lnTo>
                      <a:pt x="682" y="162"/>
                    </a:lnTo>
                    <a:lnTo>
                      <a:pt x="682" y="163"/>
                    </a:lnTo>
                    <a:lnTo>
                      <a:pt x="684" y="165"/>
                    </a:lnTo>
                    <a:lnTo>
                      <a:pt x="685" y="166"/>
                    </a:lnTo>
                    <a:lnTo>
                      <a:pt x="686" y="167"/>
                    </a:lnTo>
                    <a:lnTo>
                      <a:pt x="686" y="169"/>
                    </a:lnTo>
                    <a:lnTo>
                      <a:pt x="688" y="169"/>
                    </a:lnTo>
                    <a:lnTo>
                      <a:pt x="689" y="170"/>
                    </a:lnTo>
                    <a:lnTo>
                      <a:pt x="689" y="171"/>
                    </a:lnTo>
                    <a:lnTo>
                      <a:pt x="690" y="173"/>
                    </a:lnTo>
                    <a:lnTo>
                      <a:pt x="692" y="174"/>
                    </a:lnTo>
                    <a:lnTo>
                      <a:pt x="693" y="175"/>
                    </a:lnTo>
                    <a:lnTo>
                      <a:pt x="694" y="178"/>
                    </a:lnTo>
                    <a:lnTo>
                      <a:pt x="695" y="179"/>
                    </a:lnTo>
                    <a:lnTo>
                      <a:pt x="697" y="181"/>
                    </a:lnTo>
                    <a:lnTo>
                      <a:pt x="698" y="183"/>
                    </a:lnTo>
                    <a:lnTo>
                      <a:pt x="701" y="185"/>
                    </a:lnTo>
                    <a:lnTo>
                      <a:pt x="702" y="186"/>
                    </a:lnTo>
                    <a:lnTo>
                      <a:pt x="702" y="187"/>
                    </a:lnTo>
                    <a:lnTo>
                      <a:pt x="703" y="189"/>
                    </a:lnTo>
                    <a:lnTo>
                      <a:pt x="705" y="190"/>
                    </a:lnTo>
                    <a:lnTo>
                      <a:pt x="706" y="191"/>
                    </a:lnTo>
                    <a:lnTo>
                      <a:pt x="707" y="193"/>
                    </a:lnTo>
                    <a:lnTo>
                      <a:pt x="707" y="194"/>
                    </a:lnTo>
                    <a:lnTo>
                      <a:pt x="709" y="195"/>
                    </a:lnTo>
                    <a:lnTo>
                      <a:pt x="710" y="197"/>
                    </a:lnTo>
                    <a:lnTo>
                      <a:pt x="710" y="198"/>
                    </a:lnTo>
                    <a:lnTo>
                      <a:pt x="711" y="198"/>
                    </a:lnTo>
                    <a:lnTo>
                      <a:pt x="713" y="199"/>
                    </a:lnTo>
                    <a:lnTo>
                      <a:pt x="713" y="201"/>
                    </a:lnTo>
                    <a:lnTo>
                      <a:pt x="714" y="202"/>
                    </a:lnTo>
                    <a:lnTo>
                      <a:pt x="715" y="203"/>
                    </a:lnTo>
                    <a:lnTo>
                      <a:pt x="717" y="205"/>
                    </a:lnTo>
                    <a:lnTo>
                      <a:pt x="717" y="206"/>
                    </a:lnTo>
                    <a:lnTo>
                      <a:pt x="718" y="207"/>
                    </a:lnTo>
                    <a:lnTo>
                      <a:pt x="719" y="208"/>
                    </a:lnTo>
                    <a:lnTo>
                      <a:pt x="721" y="210"/>
                    </a:lnTo>
                    <a:lnTo>
                      <a:pt x="722" y="212"/>
                    </a:lnTo>
                    <a:lnTo>
                      <a:pt x="722" y="214"/>
                    </a:lnTo>
                    <a:lnTo>
                      <a:pt x="723" y="215"/>
                    </a:lnTo>
                    <a:lnTo>
                      <a:pt x="725" y="216"/>
                    </a:lnTo>
                    <a:lnTo>
                      <a:pt x="726" y="218"/>
                    </a:lnTo>
                    <a:lnTo>
                      <a:pt x="727" y="220"/>
                    </a:lnTo>
                    <a:lnTo>
                      <a:pt x="729" y="222"/>
                    </a:lnTo>
                    <a:lnTo>
                      <a:pt x="730" y="224"/>
                    </a:lnTo>
                    <a:lnTo>
                      <a:pt x="731" y="226"/>
                    </a:lnTo>
                    <a:lnTo>
                      <a:pt x="734" y="228"/>
                    </a:lnTo>
                    <a:lnTo>
                      <a:pt x="735" y="230"/>
                    </a:lnTo>
                    <a:lnTo>
                      <a:pt x="735" y="232"/>
                    </a:lnTo>
                    <a:lnTo>
                      <a:pt x="737" y="234"/>
                    </a:lnTo>
                    <a:lnTo>
                      <a:pt x="738" y="235"/>
                    </a:lnTo>
                    <a:lnTo>
                      <a:pt x="739" y="236"/>
                    </a:lnTo>
                    <a:lnTo>
                      <a:pt x="741" y="238"/>
                    </a:lnTo>
                    <a:lnTo>
                      <a:pt x="742" y="239"/>
                    </a:lnTo>
                    <a:lnTo>
                      <a:pt x="742" y="240"/>
                    </a:lnTo>
                    <a:lnTo>
                      <a:pt x="743" y="242"/>
                    </a:lnTo>
                    <a:lnTo>
                      <a:pt x="745" y="243"/>
                    </a:lnTo>
                    <a:lnTo>
                      <a:pt x="745" y="244"/>
                    </a:lnTo>
                    <a:lnTo>
                      <a:pt x="746" y="246"/>
                    </a:lnTo>
                    <a:lnTo>
                      <a:pt x="746" y="247"/>
                    </a:lnTo>
                    <a:lnTo>
                      <a:pt x="747" y="247"/>
                    </a:lnTo>
                    <a:lnTo>
                      <a:pt x="749" y="248"/>
                    </a:lnTo>
                    <a:lnTo>
                      <a:pt x="749" y="250"/>
                    </a:lnTo>
                    <a:lnTo>
                      <a:pt x="750" y="251"/>
                    </a:lnTo>
                    <a:lnTo>
                      <a:pt x="750" y="252"/>
                    </a:lnTo>
                    <a:lnTo>
                      <a:pt x="751" y="254"/>
                    </a:lnTo>
                    <a:lnTo>
                      <a:pt x="753" y="255"/>
                    </a:lnTo>
                    <a:lnTo>
                      <a:pt x="754" y="256"/>
                    </a:lnTo>
                    <a:lnTo>
                      <a:pt x="754" y="258"/>
                    </a:lnTo>
                    <a:lnTo>
                      <a:pt x="755" y="259"/>
                    </a:lnTo>
                    <a:lnTo>
                      <a:pt x="757" y="260"/>
                    </a:lnTo>
                    <a:lnTo>
                      <a:pt x="758" y="262"/>
                    </a:lnTo>
                    <a:lnTo>
                      <a:pt x="759" y="263"/>
                    </a:lnTo>
                    <a:lnTo>
                      <a:pt x="761" y="266"/>
                    </a:lnTo>
                    <a:lnTo>
                      <a:pt x="762" y="267"/>
                    </a:lnTo>
                    <a:lnTo>
                      <a:pt x="763" y="270"/>
                    </a:lnTo>
                    <a:lnTo>
                      <a:pt x="765" y="271"/>
                    </a:lnTo>
                    <a:lnTo>
                      <a:pt x="766" y="274"/>
                    </a:lnTo>
                    <a:lnTo>
                      <a:pt x="767" y="276"/>
                    </a:lnTo>
                    <a:lnTo>
                      <a:pt x="769" y="278"/>
                    </a:lnTo>
                    <a:lnTo>
                      <a:pt x="770" y="279"/>
                    </a:lnTo>
                    <a:lnTo>
                      <a:pt x="771" y="281"/>
                    </a:lnTo>
                    <a:lnTo>
                      <a:pt x="772" y="283"/>
                    </a:lnTo>
                    <a:lnTo>
                      <a:pt x="774" y="284"/>
                    </a:lnTo>
                    <a:lnTo>
                      <a:pt x="775" y="285"/>
                    </a:lnTo>
                    <a:lnTo>
                      <a:pt x="775" y="287"/>
                    </a:lnTo>
                    <a:lnTo>
                      <a:pt x="776" y="288"/>
                    </a:lnTo>
                    <a:lnTo>
                      <a:pt x="778" y="289"/>
                    </a:lnTo>
                    <a:lnTo>
                      <a:pt x="778" y="291"/>
                    </a:lnTo>
                    <a:lnTo>
                      <a:pt x="779" y="292"/>
                    </a:lnTo>
                    <a:lnTo>
                      <a:pt x="780" y="293"/>
                    </a:lnTo>
                    <a:lnTo>
                      <a:pt x="782" y="295"/>
                    </a:lnTo>
                    <a:lnTo>
                      <a:pt x="782" y="296"/>
                    </a:lnTo>
                    <a:lnTo>
                      <a:pt x="783" y="297"/>
                    </a:lnTo>
                    <a:lnTo>
                      <a:pt x="784" y="299"/>
                    </a:lnTo>
                    <a:lnTo>
                      <a:pt x="784" y="300"/>
                    </a:lnTo>
                    <a:lnTo>
                      <a:pt x="786" y="301"/>
                    </a:lnTo>
                    <a:lnTo>
                      <a:pt x="786" y="303"/>
                    </a:lnTo>
                    <a:lnTo>
                      <a:pt x="787" y="304"/>
                    </a:lnTo>
                    <a:lnTo>
                      <a:pt x="788" y="305"/>
                    </a:lnTo>
                    <a:lnTo>
                      <a:pt x="788" y="307"/>
                    </a:lnTo>
                    <a:lnTo>
                      <a:pt x="790" y="309"/>
                    </a:lnTo>
                    <a:lnTo>
                      <a:pt x="791" y="311"/>
                    </a:lnTo>
                    <a:lnTo>
                      <a:pt x="791" y="312"/>
                    </a:lnTo>
                    <a:lnTo>
                      <a:pt x="792" y="313"/>
                    </a:lnTo>
                    <a:lnTo>
                      <a:pt x="794" y="315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17887" name="Freeform 87">
                <a:extLst>
                  <a:ext uri="{FF2B5EF4-FFF2-40B4-BE49-F238E27FC236}">
                    <a16:creationId xmlns:a16="http://schemas.microsoft.com/office/drawing/2014/main" id="{D02E5742-8C26-41B8-9E9B-AD94FDB1D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758314"/>
                <a:ext cx="630237" cy="249238"/>
              </a:xfrm>
              <a:custGeom>
                <a:avLst/>
                <a:gdLst>
                  <a:gd name="T0" fmla="*/ 2147483646 w 794"/>
                  <a:gd name="T1" fmla="*/ 2147483646 h 315"/>
                  <a:gd name="T2" fmla="*/ 2147483646 w 794"/>
                  <a:gd name="T3" fmla="*/ 2147483646 h 315"/>
                  <a:gd name="T4" fmla="*/ 2147483646 w 794"/>
                  <a:gd name="T5" fmla="*/ 2147483646 h 315"/>
                  <a:gd name="T6" fmla="*/ 2147483646 w 794"/>
                  <a:gd name="T7" fmla="*/ 2147483646 h 315"/>
                  <a:gd name="T8" fmla="*/ 2147483646 w 794"/>
                  <a:gd name="T9" fmla="*/ 2147483646 h 315"/>
                  <a:gd name="T10" fmla="*/ 2147483646 w 794"/>
                  <a:gd name="T11" fmla="*/ 2147483646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315"/>
                    </a:moveTo>
                    <a:lnTo>
                      <a:pt x="31" y="315"/>
                    </a:lnTo>
                    <a:lnTo>
                      <a:pt x="60" y="315"/>
                    </a:lnTo>
                    <a:lnTo>
                      <a:pt x="86" y="315"/>
                    </a:lnTo>
                    <a:lnTo>
                      <a:pt x="110" y="315"/>
                    </a:lnTo>
                    <a:lnTo>
                      <a:pt x="134" y="315"/>
                    </a:lnTo>
                    <a:lnTo>
                      <a:pt x="155" y="315"/>
                    </a:lnTo>
                    <a:lnTo>
                      <a:pt x="175" y="315"/>
                    </a:lnTo>
                    <a:lnTo>
                      <a:pt x="194" y="315"/>
                    </a:lnTo>
                    <a:lnTo>
                      <a:pt x="211" y="315"/>
                    </a:lnTo>
                    <a:lnTo>
                      <a:pt x="227" y="315"/>
                    </a:lnTo>
                    <a:lnTo>
                      <a:pt x="240" y="315"/>
                    </a:lnTo>
                    <a:lnTo>
                      <a:pt x="254" y="315"/>
                    </a:lnTo>
                    <a:lnTo>
                      <a:pt x="265" y="315"/>
                    </a:lnTo>
                    <a:lnTo>
                      <a:pt x="276" y="315"/>
                    </a:lnTo>
                    <a:lnTo>
                      <a:pt x="287" y="315"/>
                    </a:lnTo>
                    <a:lnTo>
                      <a:pt x="296" y="315"/>
                    </a:lnTo>
                    <a:lnTo>
                      <a:pt x="303" y="315"/>
                    </a:lnTo>
                    <a:lnTo>
                      <a:pt x="311" y="315"/>
                    </a:lnTo>
                    <a:lnTo>
                      <a:pt x="317" y="315"/>
                    </a:lnTo>
                    <a:lnTo>
                      <a:pt x="323" y="315"/>
                    </a:lnTo>
                    <a:lnTo>
                      <a:pt x="328" y="315"/>
                    </a:lnTo>
                    <a:lnTo>
                      <a:pt x="332" y="315"/>
                    </a:lnTo>
                    <a:lnTo>
                      <a:pt x="336" y="315"/>
                    </a:lnTo>
                    <a:lnTo>
                      <a:pt x="338" y="315"/>
                    </a:lnTo>
                    <a:lnTo>
                      <a:pt x="342" y="315"/>
                    </a:lnTo>
                    <a:lnTo>
                      <a:pt x="345" y="315"/>
                    </a:lnTo>
                    <a:lnTo>
                      <a:pt x="348" y="315"/>
                    </a:lnTo>
                    <a:lnTo>
                      <a:pt x="349" y="314"/>
                    </a:lnTo>
                    <a:lnTo>
                      <a:pt x="352" y="314"/>
                    </a:lnTo>
                    <a:lnTo>
                      <a:pt x="353" y="314"/>
                    </a:lnTo>
                    <a:lnTo>
                      <a:pt x="356" y="314"/>
                    </a:lnTo>
                    <a:lnTo>
                      <a:pt x="358" y="314"/>
                    </a:lnTo>
                    <a:lnTo>
                      <a:pt x="360" y="314"/>
                    </a:lnTo>
                    <a:lnTo>
                      <a:pt x="362" y="314"/>
                    </a:lnTo>
                    <a:lnTo>
                      <a:pt x="364" y="314"/>
                    </a:lnTo>
                    <a:lnTo>
                      <a:pt x="366" y="314"/>
                    </a:lnTo>
                    <a:lnTo>
                      <a:pt x="368" y="314"/>
                    </a:lnTo>
                    <a:lnTo>
                      <a:pt x="369" y="314"/>
                    </a:lnTo>
                    <a:lnTo>
                      <a:pt x="370" y="312"/>
                    </a:lnTo>
                    <a:lnTo>
                      <a:pt x="372" y="312"/>
                    </a:lnTo>
                    <a:lnTo>
                      <a:pt x="374" y="312"/>
                    </a:lnTo>
                    <a:lnTo>
                      <a:pt x="376" y="312"/>
                    </a:lnTo>
                    <a:lnTo>
                      <a:pt x="377" y="312"/>
                    </a:lnTo>
                    <a:lnTo>
                      <a:pt x="378" y="312"/>
                    </a:lnTo>
                    <a:lnTo>
                      <a:pt x="380" y="312"/>
                    </a:lnTo>
                    <a:lnTo>
                      <a:pt x="381" y="312"/>
                    </a:lnTo>
                    <a:lnTo>
                      <a:pt x="382" y="312"/>
                    </a:lnTo>
                    <a:lnTo>
                      <a:pt x="384" y="312"/>
                    </a:lnTo>
                    <a:lnTo>
                      <a:pt x="385" y="311"/>
                    </a:lnTo>
                    <a:lnTo>
                      <a:pt x="386" y="311"/>
                    </a:lnTo>
                    <a:lnTo>
                      <a:pt x="388" y="311"/>
                    </a:lnTo>
                    <a:lnTo>
                      <a:pt x="389" y="311"/>
                    </a:lnTo>
                    <a:lnTo>
                      <a:pt x="390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4" y="311"/>
                    </a:lnTo>
                    <a:lnTo>
                      <a:pt x="396" y="310"/>
                    </a:lnTo>
                    <a:lnTo>
                      <a:pt x="398" y="310"/>
                    </a:lnTo>
                    <a:lnTo>
                      <a:pt x="400" y="310"/>
                    </a:lnTo>
                    <a:lnTo>
                      <a:pt x="401" y="310"/>
                    </a:lnTo>
                    <a:lnTo>
                      <a:pt x="403" y="310"/>
                    </a:lnTo>
                    <a:lnTo>
                      <a:pt x="405" y="308"/>
                    </a:lnTo>
                    <a:lnTo>
                      <a:pt x="407" y="308"/>
                    </a:lnTo>
                    <a:lnTo>
                      <a:pt x="409" y="308"/>
                    </a:lnTo>
                    <a:lnTo>
                      <a:pt x="411" y="308"/>
                    </a:lnTo>
                    <a:lnTo>
                      <a:pt x="413" y="307"/>
                    </a:lnTo>
                    <a:lnTo>
                      <a:pt x="414" y="307"/>
                    </a:lnTo>
                    <a:lnTo>
                      <a:pt x="417" y="307"/>
                    </a:lnTo>
                    <a:lnTo>
                      <a:pt x="418" y="307"/>
                    </a:lnTo>
                    <a:lnTo>
                      <a:pt x="419" y="307"/>
                    </a:lnTo>
                    <a:lnTo>
                      <a:pt x="421" y="307"/>
                    </a:lnTo>
                    <a:lnTo>
                      <a:pt x="422" y="306"/>
                    </a:lnTo>
                    <a:lnTo>
                      <a:pt x="423" y="306"/>
                    </a:lnTo>
                    <a:lnTo>
                      <a:pt x="425" y="306"/>
                    </a:lnTo>
                    <a:lnTo>
                      <a:pt x="426" y="306"/>
                    </a:lnTo>
                    <a:lnTo>
                      <a:pt x="427" y="306"/>
                    </a:lnTo>
                    <a:lnTo>
                      <a:pt x="429" y="304"/>
                    </a:lnTo>
                    <a:lnTo>
                      <a:pt x="430" y="304"/>
                    </a:lnTo>
                    <a:lnTo>
                      <a:pt x="431" y="304"/>
                    </a:lnTo>
                    <a:lnTo>
                      <a:pt x="433" y="304"/>
                    </a:lnTo>
                    <a:lnTo>
                      <a:pt x="434" y="303"/>
                    </a:lnTo>
                    <a:lnTo>
                      <a:pt x="435" y="303"/>
                    </a:lnTo>
                    <a:lnTo>
                      <a:pt x="437" y="303"/>
                    </a:lnTo>
                    <a:lnTo>
                      <a:pt x="438" y="303"/>
                    </a:lnTo>
                    <a:lnTo>
                      <a:pt x="439" y="302"/>
                    </a:lnTo>
                    <a:lnTo>
                      <a:pt x="441" y="302"/>
                    </a:lnTo>
                    <a:lnTo>
                      <a:pt x="443" y="300"/>
                    </a:lnTo>
                    <a:lnTo>
                      <a:pt x="445" y="300"/>
                    </a:lnTo>
                    <a:lnTo>
                      <a:pt x="446" y="300"/>
                    </a:lnTo>
                    <a:lnTo>
                      <a:pt x="449" y="299"/>
                    </a:lnTo>
                    <a:lnTo>
                      <a:pt x="450" y="299"/>
                    </a:lnTo>
                    <a:lnTo>
                      <a:pt x="453" y="298"/>
                    </a:lnTo>
                    <a:lnTo>
                      <a:pt x="455" y="296"/>
                    </a:lnTo>
                    <a:lnTo>
                      <a:pt x="458" y="296"/>
                    </a:lnTo>
                    <a:lnTo>
                      <a:pt x="459" y="295"/>
                    </a:lnTo>
                    <a:lnTo>
                      <a:pt x="462" y="295"/>
                    </a:lnTo>
                    <a:lnTo>
                      <a:pt x="465" y="294"/>
                    </a:lnTo>
                    <a:lnTo>
                      <a:pt x="466" y="294"/>
                    </a:lnTo>
                    <a:lnTo>
                      <a:pt x="467" y="294"/>
                    </a:lnTo>
                    <a:lnTo>
                      <a:pt x="470" y="292"/>
                    </a:lnTo>
                    <a:lnTo>
                      <a:pt x="471" y="292"/>
                    </a:lnTo>
                    <a:lnTo>
                      <a:pt x="473" y="291"/>
                    </a:lnTo>
                    <a:lnTo>
                      <a:pt x="474" y="291"/>
                    </a:lnTo>
                    <a:lnTo>
                      <a:pt x="475" y="291"/>
                    </a:lnTo>
                    <a:lnTo>
                      <a:pt x="476" y="290"/>
                    </a:lnTo>
                    <a:lnTo>
                      <a:pt x="478" y="290"/>
                    </a:lnTo>
                    <a:lnTo>
                      <a:pt x="479" y="290"/>
                    </a:lnTo>
                    <a:lnTo>
                      <a:pt x="480" y="288"/>
                    </a:lnTo>
                    <a:lnTo>
                      <a:pt x="482" y="288"/>
                    </a:lnTo>
                    <a:lnTo>
                      <a:pt x="483" y="287"/>
                    </a:lnTo>
                    <a:lnTo>
                      <a:pt x="484" y="287"/>
                    </a:lnTo>
                    <a:lnTo>
                      <a:pt x="486" y="286"/>
                    </a:lnTo>
                    <a:lnTo>
                      <a:pt x="487" y="286"/>
                    </a:lnTo>
                    <a:lnTo>
                      <a:pt x="488" y="286"/>
                    </a:lnTo>
                    <a:lnTo>
                      <a:pt x="490" y="284"/>
                    </a:lnTo>
                    <a:lnTo>
                      <a:pt x="491" y="284"/>
                    </a:lnTo>
                    <a:lnTo>
                      <a:pt x="492" y="283"/>
                    </a:lnTo>
                    <a:lnTo>
                      <a:pt x="494" y="283"/>
                    </a:lnTo>
                    <a:lnTo>
                      <a:pt x="495" y="282"/>
                    </a:lnTo>
                    <a:lnTo>
                      <a:pt x="498" y="280"/>
                    </a:lnTo>
                    <a:lnTo>
                      <a:pt x="499" y="280"/>
                    </a:lnTo>
                    <a:lnTo>
                      <a:pt x="500" y="279"/>
                    </a:lnTo>
                    <a:lnTo>
                      <a:pt x="503" y="278"/>
                    </a:lnTo>
                    <a:lnTo>
                      <a:pt x="504" y="276"/>
                    </a:lnTo>
                    <a:lnTo>
                      <a:pt x="507" y="276"/>
                    </a:lnTo>
                    <a:lnTo>
                      <a:pt x="508" y="275"/>
                    </a:lnTo>
                    <a:lnTo>
                      <a:pt x="511" y="274"/>
                    </a:lnTo>
                    <a:lnTo>
                      <a:pt x="512" y="274"/>
                    </a:lnTo>
                    <a:lnTo>
                      <a:pt x="514" y="272"/>
                    </a:lnTo>
                    <a:lnTo>
                      <a:pt x="516" y="271"/>
                    </a:lnTo>
                    <a:lnTo>
                      <a:pt x="518" y="271"/>
                    </a:lnTo>
                    <a:lnTo>
                      <a:pt x="519" y="270"/>
                    </a:lnTo>
                    <a:lnTo>
                      <a:pt x="520" y="270"/>
                    </a:lnTo>
                    <a:lnTo>
                      <a:pt x="522" y="268"/>
                    </a:lnTo>
                    <a:lnTo>
                      <a:pt x="523" y="268"/>
                    </a:lnTo>
                    <a:lnTo>
                      <a:pt x="524" y="267"/>
                    </a:lnTo>
                    <a:lnTo>
                      <a:pt x="526" y="267"/>
                    </a:lnTo>
                    <a:lnTo>
                      <a:pt x="527" y="266"/>
                    </a:lnTo>
                    <a:lnTo>
                      <a:pt x="528" y="266"/>
                    </a:lnTo>
                    <a:lnTo>
                      <a:pt x="528" y="264"/>
                    </a:lnTo>
                    <a:lnTo>
                      <a:pt x="530" y="264"/>
                    </a:lnTo>
                    <a:lnTo>
                      <a:pt x="531" y="264"/>
                    </a:lnTo>
                    <a:lnTo>
                      <a:pt x="532" y="263"/>
                    </a:lnTo>
                    <a:lnTo>
                      <a:pt x="534" y="263"/>
                    </a:lnTo>
                    <a:lnTo>
                      <a:pt x="534" y="262"/>
                    </a:lnTo>
                    <a:lnTo>
                      <a:pt x="535" y="262"/>
                    </a:lnTo>
                    <a:lnTo>
                      <a:pt x="536" y="261"/>
                    </a:lnTo>
                    <a:lnTo>
                      <a:pt x="538" y="261"/>
                    </a:lnTo>
                    <a:lnTo>
                      <a:pt x="539" y="259"/>
                    </a:lnTo>
                    <a:lnTo>
                      <a:pt x="540" y="259"/>
                    </a:lnTo>
                    <a:lnTo>
                      <a:pt x="542" y="258"/>
                    </a:lnTo>
                    <a:lnTo>
                      <a:pt x="543" y="257"/>
                    </a:lnTo>
                    <a:lnTo>
                      <a:pt x="546" y="257"/>
                    </a:lnTo>
                    <a:lnTo>
                      <a:pt x="547" y="255"/>
                    </a:lnTo>
                    <a:lnTo>
                      <a:pt x="548" y="254"/>
                    </a:lnTo>
                    <a:lnTo>
                      <a:pt x="551" y="253"/>
                    </a:lnTo>
                    <a:lnTo>
                      <a:pt x="552" y="253"/>
                    </a:lnTo>
                    <a:lnTo>
                      <a:pt x="553" y="251"/>
                    </a:lnTo>
                    <a:lnTo>
                      <a:pt x="556" y="250"/>
                    </a:lnTo>
                    <a:lnTo>
                      <a:pt x="557" y="250"/>
                    </a:lnTo>
                    <a:lnTo>
                      <a:pt x="559" y="249"/>
                    </a:lnTo>
                    <a:lnTo>
                      <a:pt x="560" y="247"/>
                    </a:lnTo>
                    <a:lnTo>
                      <a:pt x="561" y="247"/>
                    </a:lnTo>
                    <a:lnTo>
                      <a:pt x="563" y="246"/>
                    </a:lnTo>
                    <a:lnTo>
                      <a:pt x="564" y="245"/>
                    </a:lnTo>
                    <a:lnTo>
                      <a:pt x="565" y="245"/>
                    </a:lnTo>
                    <a:lnTo>
                      <a:pt x="567" y="245"/>
                    </a:lnTo>
                    <a:lnTo>
                      <a:pt x="567" y="243"/>
                    </a:lnTo>
                    <a:lnTo>
                      <a:pt x="568" y="243"/>
                    </a:lnTo>
                    <a:lnTo>
                      <a:pt x="569" y="242"/>
                    </a:lnTo>
                    <a:lnTo>
                      <a:pt x="571" y="242"/>
                    </a:lnTo>
                    <a:lnTo>
                      <a:pt x="572" y="241"/>
                    </a:lnTo>
                    <a:lnTo>
                      <a:pt x="573" y="239"/>
                    </a:lnTo>
                    <a:lnTo>
                      <a:pt x="575" y="239"/>
                    </a:lnTo>
                    <a:lnTo>
                      <a:pt x="575" y="238"/>
                    </a:lnTo>
                    <a:lnTo>
                      <a:pt x="576" y="238"/>
                    </a:lnTo>
                    <a:lnTo>
                      <a:pt x="577" y="237"/>
                    </a:lnTo>
                    <a:lnTo>
                      <a:pt x="579" y="237"/>
                    </a:lnTo>
                    <a:lnTo>
                      <a:pt x="580" y="235"/>
                    </a:lnTo>
                    <a:lnTo>
                      <a:pt x="581" y="235"/>
                    </a:lnTo>
                    <a:lnTo>
                      <a:pt x="581" y="234"/>
                    </a:lnTo>
                    <a:lnTo>
                      <a:pt x="583" y="234"/>
                    </a:lnTo>
                    <a:lnTo>
                      <a:pt x="585" y="233"/>
                    </a:lnTo>
                    <a:lnTo>
                      <a:pt x="587" y="231"/>
                    </a:lnTo>
                    <a:lnTo>
                      <a:pt x="588" y="230"/>
                    </a:lnTo>
                    <a:lnTo>
                      <a:pt x="589" y="230"/>
                    </a:lnTo>
                    <a:lnTo>
                      <a:pt x="591" y="229"/>
                    </a:lnTo>
                    <a:lnTo>
                      <a:pt x="592" y="227"/>
                    </a:lnTo>
                    <a:lnTo>
                      <a:pt x="593" y="227"/>
                    </a:lnTo>
                    <a:lnTo>
                      <a:pt x="593" y="226"/>
                    </a:lnTo>
                    <a:lnTo>
                      <a:pt x="595" y="226"/>
                    </a:lnTo>
                    <a:lnTo>
                      <a:pt x="596" y="225"/>
                    </a:lnTo>
                    <a:lnTo>
                      <a:pt x="597" y="225"/>
                    </a:lnTo>
                    <a:lnTo>
                      <a:pt x="597" y="223"/>
                    </a:lnTo>
                    <a:lnTo>
                      <a:pt x="599" y="223"/>
                    </a:lnTo>
                    <a:lnTo>
                      <a:pt x="600" y="223"/>
                    </a:lnTo>
                    <a:lnTo>
                      <a:pt x="600" y="222"/>
                    </a:lnTo>
                    <a:lnTo>
                      <a:pt x="601" y="222"/>
                    </a:lnTo>
                    <a:lnTo>
                      <a:pt x="603" y="221"/>
                    </a:lnTo>
                    <a:lnTo>
                      <a:pt x="604" y="221"/>
                    </a:lnTo>
                    <a:lnTo>
                      <a:pt x="604" y="219"/>
                    </a:lnTo>
                    <a:lnTo>
                      <a:pt x="605" y="219"/>
                    </a:lnTo>
                    <a:lnTo>
                      <a:pt x="605" y="218"/>
                    </a:lnTo>
                    <a:lnTo>
                      <a:pt x="607" y="218"/>
                    </a:lnTo>
                    <a:lnTo>
                      <a:pt x="608" y="217"/>
                    </a:lnTo>
                    <a:lnTo>
                      <a:pt x="609" y="215"/>
                    </a:lnTo>
                    <a:lnTo>
                      <a:pt x="611" y="214"/>
                    </a:lnTo>
                    <a:lnTo>
                      <a:pt x="612" y="214"/>
                    </a:lnTo>
                    <a:lnTo>
                      <a:pt x="612" y="213"/>
                    </a:lnTo>
                    <a:lnTo>
                      <a:pt x="613" y="213"/>
                    </a:lnTo>
                    <a:lnTo>
                      <a:pt x="615" y="211"/>
                    </a:lnTo>
                    <a:lnTo>
                      <a:pt x="616" y="210"/>
                    </a:lnTo>
                    <a:lnTo>
                      <a:pt x="617" y="209"/>
                    </a:lnTo>
                    <a:lnTo>
                      <a:pt x="619" y="209"/>
                    </a:lnTo>
                    <a:lnTo>
                      <a:pt x="619" y="207"/>
                    </a:lnTo>
                    <a:lnTo>
                      <a:pt x="620" y="207"/>
                    </a:lnTo>
                    <a:lnTo>
                      <a:pt x="621" y="206"/>
                    </a:lnTo>
                    <a:lnTo>
                      <a:pt x="622" y="206"/>
                    </a:lnTo>
                    <a:lnTo>
                      <a:pt x="622" y="205"/>
                    </a:lnTo>
                    <a:lnTo>
                      <a:pt x="624" y="205"/>
                    </a:lnTo>
                    <a:lnTo>
                      <a:pt x="625" y="203"/>
                    </a:lnTo>
                    <a:lnTo>
                      <a:pt x="626" y="202"/>
                    </a:lnTo>
                    <a:lnTo>
                      <a:pt x="628" y="202"/>
                    </a:lnTo>
                    <a:lnTo>
                      <a:pt x="628" y="201"/>
                    </a:lnTo>
                    <a:lnTo>
                      <a:pt x="629" y="201"/>
                    </a:lnTo>
                    <a:lnTo>
                      <a:pt x="630" y="199"/>
                    </a:lnTo>
                    <a:lnTo>
                      <a:pt x="632" y="199"/>
                    </a:lnTo>
                    <a:lnTo>
                      <a:pt x="632" y="198"/>
                    </a:lnTo>
                    <a:lnTo>
                      <a:pt x="633" y="198"/>
                    </a:lnTo>
                    <a:lnTo>
                      <a:pt x="634" y="197"/>
                    </a:lnTo>
                    <a:lnTo>
                      <a:pt x="636" y="195"/>
                    </a:lnTo>
                    <a:lnTo>
                      <a:pt x="637" y="195"/>
                    </a:lnTo>
                    <a:lnTo>
                      <a:pt x="638" y="194"/>
                    </a:lnTo>
                    <a:lnTo>
                      <a:pt x="640" y="193"/>
                    </a:lnTo>
                    <a:lnTo>
                      <a:pt x="641" y="193"/>
                    </a:lnTo>
                    <a:lnTo>
                      <a:pt x="641" y="191"/>
                    </a:lnTo>
                    <a:lnTo>
                      <a:pt x="642" y="191"/>
                    </a:lnTo>
                    <a:lnTo>
                      <a:pt x="644" y="190"/>
                    </a:lnTo>
                    <a:lnTo>
                      <a:pt x="645" y="190"/>
                    </a:lnTo>
                    <a:lnTo>
                      <a:pt x="645" y="189"/>
                    </a:lnTo>
                    <a:lnTo>
                      <a:pt x="646" y="189"/>
                    </a:lnTo>
                    <a:lnTo>
                      <a:pt x="648" y="188"/>
                    </a:lnTo>
                    <a:lnTo>
                      <a:pt x="649" y="186"/>
                    </a:lnTo>
                    <a:lnTo>
                      <a:pt x="650" y="186"/>
                    </a:lnTo>
                    <a:lnTo>
                      <a:pt x="650" y="185"/>
                    </a:lnTo>
                    <a:lnTo>
                      <a:pt x="652" y="185"/>
                    </a:lnTo>
                    <a:lnTo>
                      <a:pt x="652" y="184"/>
                    </a:lnTo>
                    <a:lnTo>
                      <a:pt x="653" y="184"/>
                    </a:lnTo>
                    <a:lnTo>
                      <a:pt x="654" y="182"/>
                    </a:lnTo>
                    <a:lnTo>
                      <a:pt x="656" y="181"/>
                    </a:lnTo>
                    <a:lnTo>
                      <a:pt x="657" y="180"/>
                    </a:lnTo>
                    <a:lnTo>
                      <a:pt x="657" y="178"/>
                    </a:lnTo>
                    <a:lnTo>
                      <a:pt x="658" y="178"/>
                    </a:lnTo>
                    <a:lnTo>
                      <a:pt x="660" y="177"/>
                    </a:lnTo>
                    <a:lnTo>
                      <a:pt x="661" y="176"/>
                    </a:lnTo>
                    <a:lnTo>
                      <a:pt x="662" y="174"/>
                    </a:lnTo>
                    <a:lnTo>
                      <a:pt x="664" y="173"/>
                    </a:lnTo>
                    <a:lnTo>
                      <a:pt x="664" y="172"/>
                    </a:lnTo>
                    <a:lnTo>
                      <a:pt x="665" y="170"/>
                    </a:lnTo>
                    <a:lnTo>
                      <a:pt x="666" y="169"/>
                    </a:lnTo>
                    <a:lnTo>
                      <a:pt x="668" y="168"/>
                    </a:lnTo>
                    <a:lnTo>
                      <a:pt x="669" y="166"/>
                    </a:lnTo>
                    <a:lnTo>
                      <a:pt x="670" y="165"/>
                    </a:lnTo>
                    <a:lnTo>
                      <a:pt x="672" y="165"/>
                    </a:lnTo>
                    <a:lnTo>
                      <a:pt x="673" y="164"/>
                    </a:lnTo>
                    <a:lnTo>
                      <a:pt x="673" y="162"/>
                    </a:lnTo>
                    <a:lnTo>
                      <a:pt x="674" y="161"/>
                    </a:lnTo>
                    <a:lnTo>
                      <a:pt x="676" y="161"/>
                    </a:lnTo>
                    <a:lnTo>
                      <a:pt x="676" y="160"/>
                    </a:lnTo>
                    <a:lnTo>
                      <a:pt x="677" y="158"/>
                    </a:lnTo>
                    <a:lnTo>
                      <a:pt x="678" y="157"/>
                    </a:lnTo>
                    <a:lnTo>
                      <a:pt x="680" y="156"/>
                    </a:lnTo>
                    <a:lnTo>
                      <a:pt x="681" y="154"/>
                    </a:lnTo>
                    <a:lnTo>
                      <a:pt x="682" y="153"/>
                    </a:lnTo>
                    <a:lnTo>
                      <a:pt x="682" y="152"/>
                    </a:lnTo>
                    <a:lnTo>
                      <a:pt x="684" y="152"/>
                    </a:lnTo>
                    <a:lnTo>
                      <a:pt x="684" y="150"/>
                    </a:lnTo>
                    <a:lnTo>
                      <a:pt x="685" y="149"/>
                    </a:lnTo>
                    <a:lnTo>
                      <a:pt x="686" y="149"/>
                    </a:lnTo>
                    <a:lnTo>
                      <a:pt x="686" y="148"/>
                    </a:lnTo>
                    <a:lnTo>
                      <a:pt x="688" y="146"/>
                    </a:lnTo>
                    <a:lnTo>
                      <a:pt x="689" y="145"/>
                    </a:lnTo>
                    <a:lnTo>
                      <a:pt x="689" y="144"/>
                    </a:lnTo>
                    <a:lnTo>
                      <a:pt x="690" y="142"/>
                    </a:lnTo>
                    <a:lnTo>
                      <a:pt x="692" y="141"/>
                    </a:lnTo>
                    <a:lnTo>
                      <a:pt x="693" y="140"/>
                    </a:lnTo>
                    <a:lnTo>
                      <a:pt x="694" y="138"/>
                    </a:lnTo>
                    <a:lnTo>
                      <a:pt x="695" y="136"/>
                    </a:lnTo>
                    <a:lnTo>
                      <a:pt x="697" y="134"/>
                    </a:lnTo>
                    <a:lnTo>
                      <a:pt x="698" y="133"/>
                    </a:lnTo>
                    <a:lnTo>
                      <a:pt x="701" y="130"/>
                    </a:lnTo>
                    <a:lnTo>
                      <a:pt x="702" y="129"/>
                    </a:lnTo>
                    <a:lnTo>
                      <a:pt x="702" y="128"/>
                    </a:lnTo>
                    <a:lnTo>
                      <a:pt x="703" y="126"/>
                    </a:lnTo>
                    <a:lnTo>
                      <a:pt x="705" y="125"/>
                    </a:lnTo>
                    <a:lnTo>
                      <a:pt x="706" y="124"/>
                    </a:lnTo>
                    <a:lnTo>
                      <a:pt x="707" y="122"/>
                    </a:lnTo>
                    <a:lnTo>
                      <a:pt x="707" y="121"/>
                    </a:lnTo>
                    <a:lnTo>
                      <a:pt x="709" y="120"/>
                    </a:lnTo>
                    <a:lnTo>
                      <a:pt x="710" y="120"/>
                    </a:lnTo>
                    <a:lnTo>
                      <a:pt x="710" y="118"/>
                    </a:lnTo>
                    <a:lnTo>
                      <a:pt x="711" y="117"/>
                    </a:lnTo>
                    <a:lnTo>
                      <a:pt x="713" y="116"/>
                    </a:lnTo>
                    <a:lnTo>
                      <a:pt x="714" y="114"/>
                    </a:lnTo>
                    <a:lnTo>
                      <a:pt x="714" y="113"/>
                    </a:lnTo>
                    <a:lnTo>
                      <a:pt x="715" y="112"/>
                    </a:lnTo>
                    <a:lnTo>
                      <a:pt x="717" y="111"/>
                    </a:lnTo>
                    <a:lnTo>
                      <a:pt x="718" y="109"/>
                    </a:lnTo>
                    <a:lnTo>
                      <a:pt x="719" y="108"/>
                    </a:lnTo>
                    <a:lnTo>
                      <a:pt x="719" y="107"/>
                    </a:lnTo>
                    <a:lnTo>
                      <a:pt x="721" y="105"/>
                    </a:lnTo>
                    <a:lnTo>
                      <a:pt x="722" y="104"/>
                    </a:lnTo>
                    <a:lnTo>
                      <a:pt x="722" y="103"/>
                    </a:lnTo>
                    <a:lnTo>
                      <a:pt x="723" y="101"/>
                    </a:lnTo>
                    <a:lnTo>
                      <a:pt x="725" y="99"/>
                    </a:lnTo>
                    <a:lnTo>
                      <a:pt x="726" y="97"/>
                    </a:lnTo>
                    <a:lnTo>
                      <a:pt x="727" y="96"/>
                    </a:lnTo>
                    <a:lnTo>
                      <a:pt x="729" y="93"/>
                    </a:lnTo>
                    <a:lnTo>
                      <a:pt x="730" y="91"/>
                    </a:lnTo>
                    <a:lnTo>
                      <a:pt x="731" y="89"/>
                    </a:lnTo>
                    <a:lnTo>
                      <a:pt x="734" y="87"/>
                    </a:lnTo>
                    <a:lnTo>
                      <a:pt x="735" y="85"/>
                    </a:lnTo>
                    <a:lnTo>
                      <a:pt x="735" y="84"/>
                    </a:lnTo>
                    <a:lnTo>
                      <a:pt x="737" y="81"/>
                    </a:lnTo>
                    <a:lnTo>
                      <a:pt x="738" y="80"/>
                    </a:lnTo>
                    <a:lnTo>
                      <a:pt x="739" y="79"/>
                    </a:lnTo>
                    <a:lnTo>
                      <a:pt x="741" y="77"/>
                    </a:lnTo>
                    <a:lnTo>
                      <a:pt x="742" y="76"/>
                    </a:lnTo>
                    <a:lnTo>
                      <a:pt x="742" y="75"/>
                    </a:lnTo>
                    <a:lnTo>
                      <a:pt x="743" y="73"/>
                    </a:lnTo>
                    <a:lnTo>
                      <a:pt x="745" y="72"/>
                    </a:lnTo>
                    <a:lnTo>
                      <a:pt x="746" y="71"/>
                    </a:lnTo>
                    <a:lnTo>
                      <a:pt x="746" y="69"/>
                    </a:lnTo>
                    <a:lnTo>
                      <a:pt x="747" y="68"/>
                    </a:lnTo>
                    <a:lnTo>
                      <a:pt x="749" y="67"/>
                    </a:lnTo>
                    <a:lnTo>
                      <a:pt x="749" y="65"/>
                    </a:lnTo>
                    <a:lnTo>
                      <a:pt x="750" y="64"/>
                    </a:lnTo>
                    <a:lnTo>
                      <a:pt x="751" y="63"/>
                    </a:lnTo>
                    <a:lnTo>
                      <a:pt x="753" y="61"/>
                    </a:lnTo>
                    <a:lnTo>
                      <a:pt x="754" y="60"/>
                    </a:lnTo>
                    <a:lnTo>
                      <a:pt x="754" y="59"/>
                    </a:lnTo>
                    <a:lnTo>
                      <a:pt x="755" y="57"/>
                    </a:lnTo>
                    <a:lnTo>
                      <a:pt x="757" y="55"/>
                    </a:lnTo>
                    <a:lnTo>
                      <a:pt x="758" y="53"/>
                    </a:lnTo>
                    <a:lnTo>
                      <a:pt x="759" y="52"/>
                    </a:lnTo>
                    <a:lnTo>
                      <a:pt x="761" y="51"/>
                    </a:lnTo>
                    <a:lnTo>
                      <a:pt x="762" y="48"/>
                    </a:lnTo>
                    <a:lnTo>
                      <a:pt x="763" y="47"/>
                    </a:lnTo>
                    <a:lnTo>
                      <a:pt x="765" y="44"/>
                    </a:lnTo>
                    <a:lnTo>
                      <a:pt x="766" y="41"/>
                    </a:lnTo>
                    <a:lnTo>
                      <a:pt x="767" y="40"/>
                    </a:lnTo>
                    <a:lnTo>
                      <a:pt x="769" y="38"/>
                    </a:lnTo>
                    <a:lnTo>
                      <a:pt x="770" y="36"/>
                    </a:lnTo>
                    <a:lnTo>
                      <a:pt x="771" y="35"/>
                    </a:lnTo>
                    <a:lnTo>
                      <a:pt x="772" y="32"/>
                    </a:lnTo>
                    <a:lnTo>
                      <a:pt x="774" y="31"/>
                    </a:lnTo>
                    <a:lnTo>
                      <a:pt x="775" y="30"/>
                    </a:lnTo>
                    <a:lnTo>
                      <a:pt x="775" y="28"/>
                    </a:lnTo>
                    <a:lnTo>
                      <a:pt x="776" y="27"/>
                    </a:lnTo>
                    <a:lnTo>
                      <a:pt x="778" y="26"/>
                    </a:lnTo>
                    <a:lnTo>
                      <a:pt x="778" y="24"/>
                    </a:lnTo>
                    <a:lnTo>
                      <a:pt x="779" y="24"/>
                    </a:lnTo>
                    <a:lnTo>
                      <a:pt x="780" y="23"/>
                    </a:lnTo>
                    <a:lnTo>
                      <a:pt x="780" y="22"/>
                    </a:lnTo>
                    <a:lnTo>
                      <a:pt x="782" y="20"/>
                    </a:lnTo>
                    <a:lnTo>
                      <a:pt x="783" y="19"/>
                    </a:lnTo>
                    <a:lnTo>
                      <a:pt x="783" y="18"/>
                    </a:lnTo>
                    <a:lnTo>
                      <a:pt x="784" y="16"/>
                    </a:lnTo>
                    <a:lnTo>
                      <a:pt x="784" y="15"/>
                    </a:lnTo>
                    <a:lnTo>
                      <a:pt x="786" y="15"/>
                    </a:lnTo>
                    <a:lnTo>
                      <a:pt x="786" y="14"/>
                    </a:lnTo>
                    <a:lnTo>
                      <a:pt x="787" y="12"/>
                    </a:lnTo>
                    <a:lnTo>
                      <a:pt x="787" y="11"/>
                    </a:lnTo>
                    <a:lnTo>
                      <a:pt x="788" y="10"/>
                    </a:lnTo>
                    <a:lnTo>
                      <a:pt x="788" y="8"/>
                    </a:lnTo>
                    <a:lnTo>
                      <a:pt x="790" y="7"/>
                    </a:lnTo>
                    <a:lnTo>
                      <a:pt x="791" y="6"/>
                    </a:lnTo>
                    <a:lnTo>
                      <a:pt x="791" y="4"/>
                    </a:lnTo>
                    <a:lnTo>
                      <a:pt x="792" y="2"/>
                    </a:lnTo>
                    <a:lnTo>
                      <a:pt x="794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17888" name="Freeform 88">
                <a:extLst>
                  <a:ext uri="{FF2B5EF4-FFF2-40B4-BE49-F238E27FC236}">
                    <a16:creationId xmlns:a16="http://schemas.microsoft.com/office/drawing/2014/main" id="{7520F09E-8CEA-4D77-AC99-1682A2D2E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505902"/>
                <a:ext cx="74612" cy="252412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0"/>
                    </a:moveTo>
                    <a:lnTo>
                      <a:pt x="3" y="4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7" y="13"/>
                    </a:lnTo>
                    <a:lnTo>
                      <a:pt x="9" y="16"/>
                    </a:lnTo>
                    <a:lnTo>
                      <a:pt x="11" y="19"/>
                    </a:lnTo>
                    <a:lnTo>
                      <a:pt x="12" y="20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9" y="33"/>
                    </a:lnTo>
                    <a:lnTo>
                      <a:pt x="20" y="35"/>
                    </a:lnTo>
                    <a:lnTo>
                      <a:pt x="20" y="36"/>
                    </a:lnTo>
                    <a:lnTo>
                      <a:pt x="21" y="37"/>
                    </a:lnTo>
                    <a:lnTo>
                      <a:pt x="21" y="39"/>
                    </a:lnTo>
                    <a:lnTo>
                      <a:pt x="23" y="40"/>
                    </a:lnTo>
                    <a:lnTo>
                      <a:pt x="23" y="41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4" y="45"/>
                    </a:lnTo>
                    <a:lnTo>
                      <a:pt x="25" y="47"/>
                    </a:lnTo>
                    <a:lnTo>
                      <a:pt x="25" y="48"/>
                    </a:lnTo>
                    <a:lnTo>
                      <a:pt x="27" y="49"/>
                    </a:lnTo>
                    <a:lnTo>
                      <a:pt x="27" y="51"/>
                    </a:lnTo>
                    <a:lnTo>
                      <a:pt x="28" y="52"/>
                    </a:lnTo>
                    <a:lnTo>
                      <a:pt x="28" y="53"/>
                    </a:lnTo>
                    <a:lnTo>
                      <a:pt x="29" y="55"/>
                    </a:lnTo>
                    <a:lnTo>
                      <a:pt x="29" y="57"/>
                    </a:lnTo>
                    <a:lnTo>
                      <a:pt x="31" y="58"/>
                    </a:lnTo>
                    <a:lnTo>
                      <a:pt x="31" y="60"/>
                    </a:lnTo>
                    <a:lnTo>
                      <a:pt x="32" y="62"/>
                    </a:lnTo>
                    <a:lnTo>
                      <a:pt x="32" y="64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5" y="70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7" y="74"/>
                    </a:lnTo>
                    <a:lnTo>
                      <a:pt x="37" y="76"/>
                    </a:lnTo>
                    <a:lnTo>
                      <a:pt x="37" y="77"/>
                    </a:lnTo>
                    <a:lnTo>
                      <a:pt x="39" y="78"/>
                    </a:lnTo>
                    <a:lnTo>
                      <a:pt x="39" y="80"/>
                    </a:lnTo>
                    <a:lnTo>
                      <a:pt x="40" y="81"/>
                    </a:lnTo>
                    <a:lnTo>
                      <a:pt x="40" y="82"/>
                    </a:lnTo>
                    <a:lnTo>
                      <a:pt x="41" y="84"/>
                    </a:lnTo>
                    <a:lnTo>
                      <a:pt x="41" y="85"/>
                    </a:lnTo>
                    <a:lnTo>
                      <a:pt x="41" y="86"/>
                    </a:lnTo>
                    <a:lnTo>
                      <a:pt x="42" y="88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4" y="93"/>
                    </a:lnTo>
                    <a:lnTo>
                      <a:pt x="44" y="94"/>
                    </a:lnTo>
                    <a:lnTo>
                      <a:pt x="45" y="96"/>
                    </a:lnTo>
                    <a:lnTo>
                      <a:pt x="45" y="98"/>
                    </a:lnTo>
                    <a:lnTo>
                      <a:pt x="46" y="100"/>
                    </a:lnTo>
                    <a:lnTo>
                      <a:pt x="48" y="102"/>
                    </a:lnTo>
                    <a:lnTo>
                      <a:pt x="48" y="105"/>
                    </a:lnTo>
                    <a:lnTo>
                      <a:pt x="49" y="106"/>
                    </a:lnTo>
                    <a:lnTo>
                      <a:pt x="49" y="109"/>
                    </a:lnTo>
                    <a:lnTo>
                      <a:pt x="50" y="110"/>
                    </a:lnTo>
                    <a:lnTo>
                      <a:pt x="52" y="112"/>
                    </a:lnTo>
                    <a:lnTo>
                      <a:pt x="52" y="113"/>
                    </a:lnTo>
                    <a:lnTo>
                      <a:pt x="52" y="116"/>
                    </a:lnTo>
                    <a:lnTo>
                      <a:pt x="53" y="117"/>
                    </a:lnTo>
                    <a:lnTo>
                      <a:pt x="53" y="118"/>
                    </a:lnTo>
                    <a:lnTo>
                      <a:pt x="54" y="120"/>
                    </a:lnTo>
                    <a:lnTo>
                      <a:pt x="54" y="121"/>
                    </a:lnTo>
                    <a:lnTo>
                      <a:pt x="54" y="122"/>
                    </a:lnTo>
                    <a:lnTo>
                      <a:pt x="56" y="122"/>
                    </a:lnTo>
                    <a:lnTo>
                      <a:pt x="56" y="124"/>
                    </a:lnTo>
                    <a:lnTo>
                      <a:pt x="56" y="125"/>
                    </a:lnTo>
                    <a:lnTo>
                      <a:pt x="57" y="126"/>
                    </a:lnTo>
                    <a:lnTo>
                      <a:pt x="57" y="128"/>
                    </a:lnTo>
                    <a:lnTo>
                      <a:pt x="57" y="129"/>
                    </a:lnTo>
                    <a:lnTo>
                      <a:pt x="57" y="130"/>
                    </a:lnTo>
                    <a:lnTo>
                      <a:pt x="58" y="131"/>
                    </a:lnTo>
                    <a:lnTo>
                      <a:pt x="58" y="133"/>
                    </a:lnTo>
                    <a:lnTo>
                      <a:pt x="60" y="134"/>
                    </a:lnTo>
                    <a:lnTo>
                      <a:pt x="60" y="135"/>
                    </a:lnTo>
                    <a:lnTo>
                      <a:pt x="60" y="137"/>
                    </a:lnTo>
                    <a:lnTo>
                      <a:pt x="61" y="139"/>
                    </a:lnTo>
                    <a:lnTo>
                      <a:pt x="61" y="141"/>
                    </a:lnTo>
                    <a:lnTo>
                      <a:pt x="61" y="142"/>
                    </a:lnTo>
                    <a:lnTo>
                      <a:pt x="62" y="143"/>
                    </a:lnTo>
                    <a:lnTo>
                      <a:pt x="62" y="146"/>
                    </a:lnTo>
                    <a:lnTo>
                      <a:pt x="64" y="147"/>
                    </a:lnTo>
                    <a:lnTo>
                      <a:pt x="64" y="150"/>
                    </a:lnTo>
                    <a:lnTo>
                      <a:pt x="65" y="153"/>
                    </a:lnTo>
                    <a:lnTo>
                      <a:pt x="65" y="154"/>
                    </a:lnTo>
                    <a:lnTo>
                      <a:pt x="66" y="157"/>
                    </a:lnTo>
                    <a:lnTo>
                      <a:pt x="66" y="158"/>
                    </a:lnTo>
                    <a:lnTo>
                      <a:pt x="68" y="159"/>
                    </a:lnTo>
                    <a:lnTo>
                      <a:pt x="68" y="162"/>
                    </a:lnTo>
                    <a:lnTo>
                      <a:pt x="68" y="163"/>
                    </a:lnTo>
                    <a:lnTo>
                      <a:pt x="69" y="165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0" y="170"/>
                    </a:lnTo>
                    <a:lnTo>
                      <a:pt x="70" y="171"/>
                    </a:lnTo>
                    <a:lnTo>
                      <a:pt x="70" y="173"/>
                    </a:lnTo>
                    <a:lnTo>
                      <a:pt x="72" y="173"/>
                    </a:lnTo>
                    <a:lnTo>
                      <a:pt x="72" y="174"/>
                    </a:lnTo>
                    <a:lnTo>
                      <a:pt x="72" y="175"/>
                    </a:lnTo>
                    <a:lnTo>
                      <a:pt x="72" y="177"/>
                    </a:lnTo>
                    <a:lnTo>
                      <a:pt x="73" y="178"/>
                    </a:lnTo>
                    <a:lnTo>
                      <a:pt x="73" y="179"/>
                    </a:lnTo>
                    <a:lnTo>
                      <a:pt x="73" y="181"/>
                    </a:lnTo>
                    <a:lnTo>
                      <a:pt x="74" y="182"/>
                    </a:lnTo>
                    <a:lnTo>
                      <a:pt x="74" y="183"/>
                    </a:lnTo>
                    <a:lnTo>
                      <a:pt x="74" y="185"/>
                    </a:lnTo>
                    <a:lnTo>
                      <a:pt x="76" y="186"/>
                    </a:lnTo>
                    <a:lnTo>
                      <a:pt x="76" y="187"/>
                    </a:lnTo>
                    <a:lnTo>
                      <a:pt x="76" y="189"/>
                    </a:lnTo>
                    <a:lnTo>
                      <a:pt x="77" y="190"/>
                    </a:lnTo>
                    <a:lnTo>
                      <a:pt x="77" y="193"/>
                    </a:lnTo>
                    <a:lnTo>
                      <a:pt x="78" y="194"/>
                    </a:lnTo>
                    <a:lnTo>
                      <a:pt x="78" y="197"/>
                    </a:lnTo>
                    <a:lnTo>
                      <a:pt x="78" y="198"/>
                    </a:lnTo>
                    <a:lnTo>
                      <a:pt x="80" y="201"/>
                    </a:lnTo>
                    <a:lnTo>
                      <a:pt x="80" y="203"/>
                    </a:lnTo>
                    <a:lnTo>
                      <a:pt x="81" y="205"/>
                    </a:lnTo>
                    <a:lnTo>
                      <a:pt x="81" y="206"/>
                    </a:lnTo>
                    <a:lnTo>
                      <a:pt x="82" y="208"/>
                    </a:lnTo>
                    <a:lnTo>
                      <a:pt x="82" y="210"/>
                    </a:lnTo>
                    <a:lnTo>
                      <a:pt x="82" y="211"/>
                    </a:lnTo>
                    <a:lnTo>
                      <a:pt x="84" y="212"/>
                    </a:lnTo>
                    <a:lnTo>
                      <a:pt x="84" y="214"/>
                    </a:lnTo>
                    <a:lnTo>
                      <a:pt x="84" y="215"/>
                    </a:lnTo>
                    <a:lnTo>
                      <a:pt x="85" y="216"/>
                    </a:lnTo>
                    <a:lnTo>
                      <a:pt x="85" y="218"/>
                    </a:lnTo>
                    <a:lnTo>
                      <a:pt x="85" y="219"/>
                    </a:lnTo>
                    <a:lnTo>
                      <a:pt x="85" y="220"/>
                    </a:lnTo>
                    <a:lnTo>
                      <a:pt x="86" y="222"/>
                    </a:lnTo>
                    <a:lnTo>
                      <a:pt x="86" y="223"/>
                    </a:lnTo>
                    <a:lnTo>
                      <a:pt x="86" y="224"/>
                    </a:lnTo>
                    <a:lnTo>
                      <a:pt x="86" y="226"/>
                    </a:lnTo>
                    <a:lnTo>
                      <a:pt x="86" y="227"/>
                    </a:lnTo>
                    <a:lnTo>
                      <a:pt x="86" y="228"/>
                    </a:lnTo>
                    <a:lnTo>
                      <a:pt x="86" y="230"/>
                    </a:lnTo>
                    <a:lnTo>
                      <a:pt x="88" y="231"/>
                    </a:lnTo>
                    <a:lnTo>
                      <a:pt x="88" y="232"/>
                    </a:lnTo>
                    <a:lnTo>
                      <a:pt x="88" y="234"/>
                    </a:lnTo>
                    <a:lnTo>
                      <a:pt x="88" y="235"/>
                    </a:lnTo>
                    <a:lnTo>
                      <a:pt x="88" y="236"/>
                    </a:lnTo>
                    <a:lnTo>
                      <a:pt x="88" y="238"/>
                    </a:lnTo>
                    <a:lnTo>
                      <a:pt x="88" y="239"/>
                    </a:lnTo>
                    <a:lnTo>
                      <a:pt x="88" y="242"/>
                    </a:lnTo>
                    <a:lnTo>
                      <a:pt x="88" y="243"/>
                    </a:lnTo>
                    <a:lnTo>
                      <a:pt x="88" y="246"/>
                    </a:lnTo>
                    <a:lnTo>
                      <a:pt x="89" y="247"/>
                    </a:lnTo>
                    <a:lnTo>
                      <a:pt x="89" y="248"/>
                    </a:lnTo>
                    <a:lnTo>
                      <a:pt x="89" y="250"/>
                    </a:lnTo>
                    <a:lnTo>
                      <a:pt x="89" y="251"/>
                    </a:lnTo>
                    <a:lnTo>
                      <a:pt x="89" y="252"/>
                    </a:lnTo>
                    <a:lnTo>
                      <a:pt x="89" y="254"/>
                    </a:lnTo>
                    <a:lnTo>
                      <a:pt x="89" y="255"/>
                    </a:lnTo>
                    <a:lnTo>
                      <a:pt x="89" y="256"/>
                    </a:lnTo>
                    <a:lnTo>
                      <a:pt x="89" y="258"/>
                    </a:lnTo>
                    <a:lnTo>
                      <a:pt x="89" y="259"/>
                    </a:lnTo>
                    <a:lnTo>
                      <a:pt x="89" y="260"/>
                    </a:lnTo>
                    <a:lnTo>
                      <a:pt x="90" y="260"/>
                    </a:lnTo>
                    <a:lnTo>
                      <a:pt x="90" y="262"/>
                    </a:lnTo>
                    <a:lnTo>
                      <a:pt x="90" y="263"/>
                    </a:lnTo>
                    <a:lnTo>
                      <a:pt x="90" y="264"/>
                    </a:lnTo>
                    <a:lnTo>
                      <a:pt x="90" y="266"/>
                    </a:lnTo>
                    <a:lnTo>
                      <a:pt x="90" y="267"/>
                    </a:lnTo>
                    <a:lnTo>
                      <a:pt x="90" y="268"/>
                    </a:lnTo>
                    <a:lnTo>
                      <a:pt x="90" y="270"/>
                    </a:lnTo>
                    <a:lnTo>
                      <a:pt x="92" y="270"/>
                    </a:lnTo>
                    <a:lnTo>
                      <a:pt x="92" y="271"/>
                    </a:lnTo>
                    <a:lnTo>
                      <a:pt x="92" y="272"/>
                    </a:lnTo>
                    <a:lnTo>
                      <a:pt x="92" y="274"/>
                    </a:lnTo>
                    <a:lnTo>
                      <a:pt x="92" y="275"/>
                    </a:lnTo>
                    <a:lnTo>
                      <a:pt x="92" y="276"/>
                    </a:lnTo>
                    <a:lnTo>
                      <a:pt x="93" y="278"/>
                    </a:lnTo>
                    <a:lnTo>
                      <a:pt x="93" y="279"/>
                    </a:lnTo>
                    <a:lnTo>
                      <a:pt x="93" y="280"/>
                    </a:lnTo>
                    <a:lnTo>
                      <a:pt x="93" y="281"/>
                    </a:lnTo>
                    <a:lnTo>
                      <a:pt x="93" y="283"/>
                    </a:lnTo>
                    <a:lnTo>
                      <a:pt x="94" y="284"/>
                    </a:lnTo>
                    <a:lnTo>
                      <a:pt x="94" y="285"/>
                    </a:lnTo>
                    <a:lnTo>
                      <a:pt x="94" y="287"/>
                    </a:lnTo>
                    <a:lnTo>
                      <a:pt x="94" y="288"/>
                    </a:lnTo>
                    <a:lnTo>
                      <a:pt x="94" y="289"/>
                    </a:lnTo>
                    <a:lnTo>
                      <a:pt x="94" y="291"/>
                    </a:lnTo>
                    <a:lnTo>
                      <a:pt x="94" y="292"/>
                    </a:lnTo>
                    <a:lnTo>
                      <a:pt x="94" y="293"/>
                    </a:lnTo>
                    <a:lnTo>
                      <a:pt x="94" y="295"/>
                    </a:lnTo>
                    <a:lnTo>
                      <a:pt x="94" y="296"/>
                    </a:lnTo>
                    <a:lnTo>
                      <a:pt x="94" y="297"/>
                    </a:lnTo>
                    <a:lnTo>
                      <a:pt x="94" y="299"/>
                    </a:lnTo>
                    <a:lnTo>
                      <a:pt x="94" y="300"/>
                    </a:lnTo>
                    <a:lnTo>
                      <a:pt x="94" y="303"/>
                    </a:lnTo>
                    <a:lnTo>
                      <a:pt x="94" y="304"/>
                    </a:lnTo>
                    <a:lnTo>
                      <a:pt x="94" y="305"/>
                    </a:lnTo>
                    <a:lnTo>
                      <a:pt x="93" y="308"/>
                    </a:lnTo>
                    <a:lnTo>
                      <a:pt x="93" y="309"/>
                    </a:lnTo>
                    <a:lnTo>
                      <a:pt x="93" y="312"/>
                    </a:lnTo>
                    <a:lnTo>
                      <a:pt x="93" y="315"/>
                    </a:lnTo>
                    <a:lnTo>
                      <a:pt x="93" y="317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17889" name="Freeform 89">
                <a:extLst>
                  <a:ext uri="{FF2B5EF4-FFF2-40B4-BE49-F238E27FC236}">
                    <a16:creationId xmlns:a16="http://schemas.microsoft.com/office/drawing/2014/main" id="{6CAAECA6-EA34-41E2-8AC4-5CEFC2233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755138"/>
                <a:ext cx="74612" cy="252413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317"/>
                    </a:moveTo>
                    <a:lnTo>
                      <a:pt x="3" y="314"/>
                    </a:lnTo>
                    <a:lnTo>
                      <a:pt x="4" y="310"/>
                    </a:lnTo>
                    <a:lnTo>
                      <a:pt x="5" y="308"/>
                    </a:lnTo>
                    <a:lnTo>
                      <a:pt x="7" y="305"/>
                    </a:lnTo>
                    <a:lnTo>
                      <a:pt x="9" y="302"/>
                    </a:lnTo>
                    <a:lnTo>
                      <a:pt x="11" y="300"/>
                    </a:lnTo>
                    <a:lnTo>
                      <a:pt x="12" y="297"/>
                    </a:lnTo>
                    <a:lnTo>
                      <a:pt x="13" y="294"/>
                    </a:lnTo>
                    <a:lnTo>
                      <a:pt x="13" y="293"/>
                    </a:lnTo>
                    <a:lnTo>
                      <a:pt x="15" y="290"/>
                    </a:lnTo>
                    <a:lnTo>
                      <a:pt x="16" y="289"/>
                    </a:lnTo>
                    <a:lnTo>
                      <a:pt x="17" y="288"/>
                    </a:lnTo>
                    <a:lnTo>
                      <a:pt x="17" y="286"/>
                    </a:lnTo>
                    <a:lnTo>
                      <a:pt x="19" y="284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21" y="280"/>
                    </a:lnTo>
                    <a:lnTo>
                      <a:pt x="21" y="278"/>
                    </a:lnTo>
                    <a:lnTo>
                      <a:pt x="23" y="277"/>
                    </a:lnTo>
                    <a:lnTo>
                      <a:pt x="23" y="276"/>
                    </a:lnTo>
                    <a:lnTo>
                      <a:pt x="23" y="274"/>
                    </a:lnTo>
                    <a:lnTo>
                      <a:pt x="24" y="274"/>
                    </a:lnTo>
                    <a:lnTo>
                      <a:pt x="24" y="273"/>
                    </a:lnTo>
                    <a:lnTo>
                      <a:pt x="25" y="272"/>
                    </a:lnTo>
                    <a:lnTo>
                      <a:pt x="25" y="270"/>
                    </a:lnTo>
                    <a:lnTo>
                      <a:pt x="27" y="269"/>
                    </a:lnTo>
                    <a:lnTo>
                      <a:pt x="27" y="268"/>
                    </a:lnTo>
                    <a:lnTo>
                      <a:pt x="28" y="266"/>
                    </a:lnTo>
                    <a:lnTo>
                      <a:pt x="28" y="264"/>
                    </a:lnTo>
                    <a:lnTo>
                      <a:pt x="29" y="263"/>
                    </a:lnTo>
                    <a:lnTo>
                      <a:pt x="29" y="261"/>
                    </a:lnTo>
                    <a:lnTo>
                      <a:pt x="31" y="259"/>
                    </a:lnTo>
                    <a:lnTo>
                      <a:pt x="31" y="257"/>
                    </a:lnTo>
                    <a:lnTo>
                      <a:pt x="32" y="256"/>
                    </a:lnTo>
                    <a:lnTo>
                      <a:pt x="32" y="255"/>
                    </a:lnTo>
                    <a:lnTo>
                      <a:pt x="33" y="253"/>
                    </a:lnTo>
                    <a:lnTo>
                      <a:pt x="33" y="251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6" y="247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7" y="243"/>
                    </a:lnTo>
                    <a:lnTo>
                      <a:pt x="37" y="241"/>
                    </a:lnTo>
                    <a:lnTo>
                      <a:pt x="39" y="240"/>
                    </a:lnTo>
                    <a:lnTo>
                      <a:pt x="39" y="239"/>
                    </a:lnTo>
                    <a:lnTo>
                      <a:pt x="39" y="237"/>
                    </a:lnTo>
                    <a:lnTo>
                      <a:pt x="40" y="237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2" y="229"/>
                    </a:lnTo>
                    <a:lnTo>
                      <a:pt x="42" y="228"/>
                    </a:lnTo>
                    <a:lnTo>
                      <a:pt x="42" y="227"/>
                    </a:lnTo>
                    <a:lnTo>
                      <a:pt x="44" y="225"/>
                    </a:lnTo>
                    <a:lnTo>
                      <a:pt x="44" y="223"/>
                    </a:lnTo>
                    <a:lnTo>
                      <a:pt x="45" y="221"/>
                    </a:lnTo>
                    <a:lnTo>
                      <a:pt x="45" y="220"/>
                    </a:lnTo>
                    <a:lnTo>
                      <a:pt x="46" y="217"/>
                    </a:lnTo>
                    <a:lnTo>
                      <a:pt x="48" y="215"/>
                    </a:lnTo>
                    <a:lnTo>
                      <a:pt x="48" y="213"/>
                    </a:lnTo>
                    <a:lnTo>
                      <a:pt x="49" y="211"/>
                    </a:lnTo>
                    <a:lnTo>
                      <a:pt x="49" y="209"/>
                    </a:lnTo>
                    <a:lnTo>
                      <a:pt x="50" y="207"/>
                    </a:lnTo>
                    <a:lnTo>
                      <a:pt x="52" y="205"/>
                    </a:lnTo>
                    <a:lnTo>
                      <a:pt x="52" y="204"/>
                    </a:lnTo>
                    <a:lnTo>
                      <a:pt x="52" y="203"/>
                    </a:lnTo>
                    <a:lnTo>
                      <a:pt x="53" y="201"/>
                    </a:lnTo>
                    <a:lnTo>
                      <a:pt x="53" y="200"/>
                    </a:lnTo>
                    <a:lnTo>
                      <a:pt x="54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6" y="195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7" y="191"/>
                    </a:lnTo>
                    <a:lnTo>
                      <a:pt x="57" y="190"/>
                    </a:lnTo>
                    <a:lnTo>
                      <a:pt x="57" y="188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4"/>
                    </a:lnTo>
                    <a:lnTo>
                      <a:pt x="60" y="183"/>
                    </a:lnTo>
                    <a:lnTo>
                      <a:pt x="60" y="182"/>
                    </a:lnTo>
                    <a:lnTo>
                      <a:pt x="60" y="180"/>
                    </a:lnTo>
                    <a:lnTo>
                      <a:pt x="61" y="179"/>
                    </a:lnTo>
                    <a:lnTo>
                      <a:pt x="61" y="176"/>
                    </a:lnTo>
                    <a:lnTo>
                      <a:pt x="61" y="175"/>
                    </a:lnTo>
                    <a:lnTo>
                      <a:pt x="62" y="174"/>
                    </a:lnTo>
                    <a:lnTo>
                      <a:pt x="62" y="171"/>
                    </a:lnTo>
                    <a:lnTo>
                      <a:pt x="64" y="170"/>
                    </a:lnTo>
                    <a:lnTo>
                      <a:pt x="64" y="167"/>
                    </a:lnTo>
                    <a:lnTo>
                      <a:pt x="65" y="164"/>
                    </a:lnTo>
                    <a:lnTo>
                      <a:pt x="65" y="163"/>
                    </a:lnTo>
                    <a:lnTo>
                      <a:pt x="66" y="160"/>
                    </a:lnTo>
                    <a:lnTo>
                      <a:pt x="66" y="159"/>
                    </a:lnTo>
                    <a:lnTo>
                      <a:pt x="68" y="158"/>
                    </a:lnTo>
                    <a:lnTo>
                      <a:pt x="68" y="156"/>
                    </a:lnTo>
                    <a:lnTo>
                      <a:pt x="68" y="154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0" y="148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72" y="144"/>
                    </a:lnTo>
                    <a:lnTo>
                      <a:pt x="72" y="143"/>
                    </a:lnTo>
                    <a:lnTo>
                      <a:pt x="72" y="142"/>
                    </a:lnTo>
                    <a:lnTo>
                      <a:pt x="72" y="140"/>
                    </a:lnTo>
                    <a:lnTo>
                      <a:pt x="73" y="139"/>
                    </a:lnTo>
                    <a:lnTo>
                      <a:pt x="73" y="138"/>
                    </a:lnTo>
                    <a:lnTo>
                      <a:pt x="74" y="136"/>
                    </a:lnTo>
                    <a:lnTo>
                      <a:pt x="74" y="135"/>
                    </a:lnTo>
                    <a:lnTo>
                      <a:pt x="74" y="134"/>
                    </a:lnTo>
                    <a:lnTo>
                      <a:pt x="76" y="132"/>
                    </a:lnTo>
                    <a:lnTo>
                      <a:pt x="76" y="130"/>
                    </a:lnTo>
                    <a:lnTo>
                      <a:pt x="76" y="128"/>
                    </a:lnTo>
                    <a:lnTo>
                      <a:pt x="77" y="127"/>
                    </a:lnTo>
                    <a:lnTo>
                      <a:pt x="77" y="126"/>
                    </a:lnTo>
                    <a:lnTo>
                      <a:pt x="78" y="123"/>
                    </a:lnTo>
                    <a:lnTo>
                      <a:pt x="78" y="122"/>
                    </a:lnTo>
                    <a:lnTo>
                      <a:pt x="78" y="119"/>
                    </a:lnTo>
                    <a:lnTo>
                      <a:pt x="80" y="116"/>
                    </a:lnTo>
                    <a:lnTo>
                      <a:pt x="80" y="115"/>
                    </a:lnTo>
                    <a:lnTo>
                      <a:pt x="81" y="113"/>
                    </a:lnTo>
                    <a:lnTo>
                      <a:pt x="81" y="111"/>
                    </a:lnTo>
                    <a:lnTo>
                      <a:pt x="82" y="110"/>
                    </a:lnTo>
                    <a:lnTo>
                      <a:pt x="82" y="107"/>
                    </a:lnTo>
                    <a:lnTo>
                      <a:pt x="82" y="106"/>
                    </a:lnTo>
                    <a:lnTo>
                      <a:pt x="84" y="105"/>
                    </a:lnTo>
                    <a:lnTo>
                      <a:pt x="84" y="103"/>
                    </a:lnTo>
                    <a:lnTo>
                      <a:pt x="84" y="102"/>
                    </a:lnTo>
                    <a:lnTo>
                      <a:pt x="85" y="101"/>
                    </a:lnTo>
                    <a:lnTo>
                      <a:pt x="85" y="99"/>
                    </a:lnTo>
                    <a:lnTo>
                      <a:pt x="85" y="98"/>
                    </a:lnTo>
                    <a:lnTo>
                      <a:pt x="85" y="97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3"/>
                    </a:lnTo>
                    <a:lnTo>
                      <a:pt x="86" y="91"/>
                    </a:lnTo>
                    <a:lnTo>
                      <a:pt x="86" y="90"/>
                    </a:lnTo>
                    <a:lnTo>
                      <a:pt x="86" y="89"/>
                    </a:lnTo>
                    <a:lnTo>
                      <a:pt x="86" y="87"/>
                    </a:lnTo>
                    <a:lnTo>
                      <a:pt x="88" y="87"/>
                    </a:lnTo>
                    <a:lnTo>
                      <a:pt x="88" y="86"/>
                    </a:lnTo>
                    <a:lnTo>
                      <a:pt x="88" y="85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8" y="79"/>
                    </a:lnTo>
                    <a:lnTo>
                      <a:pt x="88" y="78"/>
                    </a:lnTo>
                    <a:lnTo>
                      <a:pt x="88" y="77"/>
                    </a:lnTo>
                    <a:lnTo>
                      <a:pt x="88" y="74"/>
                    </a:lnTo>
                    <a:lnTo>
                      <a:pt x="88" y="73"/>
                    </a:lnTo>
                    <a:lnTo>
                      <a:pt x="89" y="70"/>
                    </a:lnTo>
                    <a:lnTo>
                      <a:pt x="89" y="69"/>
                    </a:lnTo>
                    <a:lnTo>
                      <a:pt x="89" y="67"/>
                    </a:lnTo>
                    <a:lnTo>
                      <a:pt x="89" y="66"/>
                    </a:lnTo>
                    <a:lnTo>
                      <a:pt x="89" y="65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89" y="61"/>
                    </a:lnTo>
                    <a:lnTo>
                      <a:pt x="89" y="59"/>
                    </a:lnTo>
                    <a:lnTo>
                      <a:pt x="89" y="58"/>
                    </a:lnTo>
                    <a:lnTo>
                      <a:pt x="90" y="57"/>
                    </a:lnTo>
                    <a:lnTo>
                      <a:pt x="90" y="55"/>
                    </a:lnTo>
                    <a:lnTo>
                      <a:pt x="90" y="54"/>
                    </a:lnTo>
                    <a:lnTo>
                      <a:pt x="90" y="53"/>
                    </a:lnTo>
                    <a:lnTo>
                      <a:pt x="90" y="51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2" y="47"/>
                    </a:lnTo>
                    <a:lnTo>
                      <a:pt x="92" y="46"/>
                    </a:lnTo>
                    <a:lnTo>
                      <a:pt x="92" y="45"/>
                    </a:lnTo>
                    <a:lnTo>
                      <a:pt x="92" y="43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3" y="40"/>
                    </a:lnTo>
                    <a:lnTo>
                      <a:pt x="93" y="38"/>
                    </a:lnTo>
                    <a:lnTo>
                      <a:pt x="93" y="37"/>
                    </a:lnTo>
                    <a:lnTo>
                      <a:pt x="93" y="36"/>
                    </a:lnTo>
                    <a:lnTo>
                      <a:pt x="93" y="34"/>
                    </a:lnTo>
                    <a:lnTo>
                      <a:pt x="94" y="33"/>
                    </a:lnTo>
                    <a:lnTo>
                      <a:pt x="94" y="32"/>
                    </a:lnTo>
                    <a:lnTo>
                      <a:pt x="94" y="30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4" y="24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0"/>
                    </a:lnTo>
                    <a:lnTo>
                      <a:pt x="94" y="18"/>
                    </a:lnTo>
                    <a:lnTo>
                      <a:pt x="94" y="17"/>
                    </a:lnTo>
                    <a:lnTo>
                      <a:pt x="94" y="16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3" y="10"/>
                    </a:lnTo>
                    <a:lnTo>
                      <a:pt x="93" y="8"/>
                    </a:lnTo>
                    <a:lnTo>
                      <a:pt x="93" y="5"/>
                    </a:lnTo>
                    <a:lnTo>
                      <a:pt x="93" y="2"/>
                    </a:lnTo>
                    <a:lnTo>
                      <a:pt x="93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17842" name="Freeform 45">
              <a:extLst>
                <a:ext uri="{FF2B5EF4-FFF2-40B4-BE49-F238E27FC236}">
                  <a16:creationId xmlns:a16="http://schemas.microsoft.com/office/drawing/2014/main" id="{31210319-5548-4F79-85AE-F1F52BA36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674" y="2957298"/>
              <a:ext cx="3699109" cy="2735272"/>
            </a:xfrm>
            <a:custGeom>
              <a:avLst/>
              <a:gdLst>
                <a:gd name="T0" fmla="*/ 1278345235 w 10704"/>
                <a:gd name="T1" fmla="*/ 0 h 21003"/>
                <a:gd name="T2" fmla="*/ 2388662 w 10704"/>
                <a:gd name="T3" fmla="*/ 1102418 h 21003"/>
                <a:gd name="T4" fmla="*/ 0 w 10704"/>
                <a:gd name="T5" fmla="*/ 356221155 h 21003"/>
                <a:gd name="T6" fmla="*/ 135430103 w 10704"/>
                <a:gd name="T7" fmla="*/ 356102383 h 210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04" h="21003">
                  <a:moveTo>
                    <a:pt x="10704" y="0"/>
                  </a:move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1134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7843" name="Line 14">
              <a:extLst>
                <a:ext uri="{FF2B5EF4-FFF2-40B4-BE49-F238E27FC236}">
                  <a16:creationId xmlns:a16="http://schemas.microsoft.com/office/drawing/2014/main" id="{F9A7B125-DFB4-46AF-B780-819CBA2B19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07413" y="5790467"/>
              <a:ext cx="580100" cy="31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7844" name="TextBox 51">
              <a:extLst>
                <a:ext uri="{FF2B5EF4-FFF2-40B4-BE49-F238E27FC236}">
                  <a16:creationId xmlns:a16="http://schemas.microsoft.com/office/drawing/2014/main" id="{32830A74-460A-4F4C-A961-3505EDE861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75820" y="599816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7845" name="TextBox 51">
              <a:extLst>
                <a:ext uri="{FF2B5EF4-FFF2-40B4-BE49-F238E27FC236}">
                  <a16:creationId xmlns:a16="http://schemas.microsoft.com/office/drawing/2014/main" id="{55BC6644-649B-425D-8565-EFC9010CC9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9" y="588809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17846" name="TextBox 51">
              <a:extLst>
                <a:ext uri="{FF2B5EF4-FFF2-40B4-BE49-F238E27FC236}">
                  <a16:creationId xmlns:a16="http://schemas.microsoft.com/office/drawing/2014/main" id="{1BF6E81D-8CBD-4874-B8D1-9A3A846B37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3622" y="588809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7847" name="TextBox 51">
              <a:extLst>
                <a:ext uri="{FF2B5EF4-FFF2-40B4-BE49-F238E27FC236}">
                  <a16:creationId xmlns:a16="http://schemas.microsoft.com/office/drawing/2014/main" id="{C3392AD4-5916-4CC1-A53F-79F8A424BA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353" y="530726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17848" name="TextBox 51">
              <a:extLst>
                <a:ext uri="{FF2B5EF4-FFF2-40B4-BE49-F238E27FC236}">
                  <a16:creationId xmlns:a16="http://schemas.microsoft.com/office/drawing/2014/main" id="{710C5E58-F1DD-4772-8738-25D12FA17E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9" y="4990627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17849" name="Freeform 48">
              <a:extLst>
                <a:ext uri="{FF2B5EF4-FFF2-40B4-BE49-F238E27FC236}">
                  <a16:creationId xmlns:a16="http://schemas.microsoft.com/office/drawing/2014/main" id="{95CE7935-0962-4DC8-8C77-8E98CFCBB0D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594887" y="2914643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7850" name="Freeform 48">
              <a:extLst>
                <a:ext uri="{FF2B5EF4-FFF2-40B4-BE49-F238E27FC236}">
                  <a16:creationId xmlns:a16="http://schemas.microsoft.com/office/drawing/2014/main" id="{26FB0E4C-B04F-481A-B765-14B7B208414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434954" y="2931576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7851" name="Freeform 5">
              <a:extLst>
                <a:ext uri="{FF2B5EF4-FFF2-40B4-BE49-F238E27FC236}">
                  <a16:creationId xmlns:a16="http://schemas.microsoft.com/office/drawing/2014/main" id="{C14AF28E-90CC-4742-B635-723CA70B1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272" y="5755462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7852" name="Freeform 7">
              <a:extLst>
                <a:ext uri="{FF2B5EF4-FFF2-40B4-BE49-F238E27FC236}">
                  <a16:creationId xmlns:a16="http://schemas.microsoft.com/office/drawing/2014/main" id="{D40C7393-D10D-4F93-A121-030D3DE22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167" y="5867731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7853" name="TextBox 51">
              <a:extLst>
                <a:ext uri="{FF2B5EF4-FFF2-40B4-BE49-F238E27FC236}">
                  <a16:creationId xmlns:a16="http://schemas.microsoft.com/office/drawing/2014/main" id="{551C77AC-12E4-400C-A8A8-B3C4CA5307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9028" y="5486655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grpSp>
          <p:nvGrpSpPr>
            <p:cNvPr id="417854" name="Group 4">
              <a:extLst>
                <a:ext uri="{FF2B5EF4-FFF2-40B4-BE49-F238E27FC236}">
                  <a16:creationId xmlns:a16="http://schemas.microsoft.com/office/drawing/2014/main" id="{C9241DA2-1EA2-4C6F-899C-1227D5062F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62243" y="1638205"/>
              <a:ext cx="3228751" cy="750888"/>
              <a:chOff x="5768352" y="3768775"/>
              <a:chExt cx="3229577" cy="750332"/>
            </a:xfrm>
          </p:grpSpPr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64D94D0B-310C-2F42-8AC6-6F21B97E094E}"/>
                  </a:ext>
                </a:extLst>
              </p:cNvPr>
              <p:cNvCxnSpPr/>
              <p:nvPr/>
            </p:nvCxnSpPr>
            <p:spPr>
              <a:xfrm flipV="1">
                <a:off x="5768098" y="4206085"/>
                <a:ext cx="1980137" cy="15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4446196D-69F9-B640-B036-947035CBFFE3}"/>
                  </a:ext>
                </a:extLst>
              </p:cNvPr>
              <p:cNvCxnSpPr/>
              <p:nvPr/>
            </p:nvCxnSpPr>
            <p:spPr>
              <a:xfrm>
                <a:off x="7749823" y="4064873"/>
                <a:ext cx="565300" cy="1586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AE5705AE-2BBD-4746-AF6E-F762CC745BCC}"/>
                  </a:ext>
                </a:extLst>
              </p:cNvPr>
              <p:cNvCxnSpPr/>
              <p:nvPr/>
            </p:nvCxnSpPr>
            <p:spPr>
              <a:xfrm>
                <a:off x="7745059" y="4345710"/>
                <a:ext cx="565300" cy="15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7F233406-3D26-254B-84F5-0E5B454938BB}"/>
                  </a:ext>
                </a:extLst>
              </p:cNvPr>
              <p:cNvCxnSpPr/>
              <p:nvPr/>
            </p:nvCxnSpPr>
            <p:spPr>
              <a:xfrm flipH="1" flipV="1">
                <a:off x="7749823" y="4061700"/>
                <a:ext cx="3176" cy="28401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7883" name="TextBox 93">
                <a:extLst>
                  <a:ext uri="{FF2B5EF4-FFF2-40B4-BE49-F238E27FC236}">
                    <a16:creationId xmlns:a16="http://schemas.microsoft.com/office/drawing/2014/main" id="{392C4C9B-2F89-4FF2-9E85-EFFE5594A5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76877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17884" name="TextBox 6">
                <a:extLst>
                  <a:ext uri="{FF2B5EF4-FFF2-40B4-BE49-F238E27FC236}">
                    <a16:creationId xmlns:a16="http://schemas.microsoft.com/office/drawing/2014/main" id="{982C045A-37B5-4868-98A0-A4E5B156AB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149775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7885" name="Freeform 48">
                <a:extLst>
                  <a:ext uri="{FF2B5EF4-FFF2-40B4-BE49-F238E27FC236}">
                    <a16:creationId xmlns:a16="http://schemas.microsoft.com/office/drawing/2014/main" id="{D414EF8B-8FCC-4D9D-A9F5-F5A3DF36708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08850" y="4183965"/>
                <a:ext cx="77241" cy="73098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17855" name="Group 88">
              <a:extLst>
                <a:ext uri="{FF2B5EF4-FFF2-40B4-BE49-F238E27FC236}">
                  <a16:creationId xmlns:a16="http://schemas.microsoft.com/office/drawing/2014/main" id="{D2FA4C46-1B9F-4FBE-AC53-718AE80F9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53438" y="2428748"/>
              <a:ext cx="2803076" cy="749300"/>
              <a:chOff x="6194136" y="3853561"/>
              <a:chExt cx="2803793" cy="750332"/>
            </a:xfrm>
          </p:grpSpPr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227C723B-DC81-654F-BCD4-338B0EFD136F}"/>
                  </a:ext>
                </a:extLst>
              </p:cNvPr>
              <p:cNvCxnSpPr/>
              <p:nvPr/>
            </p:nvCxnSpPr>
            <p:spPr>
              <a:xfrm>
                <a:off x="6194803" y="4204544"/>
                <a:ext cx="1565690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8A7EBD1A-1969-C84C-909E-23B68C673A24}"/>
                  </a:ext>
                </a:extLst>
              </p:cNvPr>
              <p:cNvCxnSpPr/>
              <p:nvPr/>
            </p:nvCxnSpPr>
            <p:spPr>
              <a:xfrm>
                <a:off x="7744614" y="4064622"/>
                <a:ext cx="565300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Straight Connector 99">
                <a:extLst>
                  <a:ext uri="{FF2B5EF4-FFF2-40B4-BE49-F238E27FC236}">
                    <a16:creationId xmlns:a16="http://schemas.microsoft.com/office/drawing/2014/main" id="{3206D140-D19C-8D41-A408-17F832AE03F8}"/>
                  </a:ext>
                </a:extLst>
              </p:cNvPr>
              <p:cNvCxnSpPr/>
              <p:nvPr/>
            </p:nvCxnSpPr>
            <p:spPr>
              <a:xfrm>
                <a:off x="7739851" y="4339695"/>
                <a:ext cx="565300" cy="15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A536AF5C-C10D-3149-932A-B9AD0B02D1AF}"/>
                  </a:ext>
                </a:extLst>
              </p:cNvPr>
              <p:cNvCxnSpPr/>
              <p:nvPr/>
            </p:nvCxnSpPr>
            <p:spPr>
              <a:xfrm flipH="1" flipV="1">
                <a:off x="7749378" y="4056672"/>
                <a:ext cx="3176" cy="284614"/>
              </a:xfrm>
              <a:prstGeom prst="line">
                <a:avLst/>
              </a:prstGeom>
              <a:solidFill>
                <a:srgbClr val="00B050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7876" name="TextBox 93">
                <a:extLst>
                  <a:ext uri="{FF2B5EF4-FFF2-40B4-BE49-F238E27FC236}">
                    <a16:creationId xmlns:a16="http://schemas.microsoft.com/office/drawing/2014/main" id="{FB94AE2C-D9F0-4152-BE0D-EFC1113B5DA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853561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17877" name="TextBox 6">
                <a:extLst>
                  <a:ext uri="{FF2B5EF4-FFF2-40B4-BE49-F238E27FC236}">
                    <a16:creationId xmlns:a16="http://schemas.microsoft.com/office/drawing/2014/main" id="{454AEFB1-5239-4DB5-A87D-7D5963CED3C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234561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7878" name="Freeform 48">
                <a:extLst>
                  <a:ext uri="{FF2B5EF4-FFF2-40B4-BE49-F238E27FC236}">
                    <a16:creationId xmlns:a16="http://schemas.microsoft.com/office/drawing/2014/main" id="{64888623-61D4-481B-976E-FB65D61F71E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08850" y="4178383"/>
                <a:ext cx="77241" cy="73253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17856" name="Group 8">
              <a:extLst>
                <a:ext uri="{FF2B5EF4-FFF2-40B4-BE49-F238E27FC236}">
                  <a16:creationId xmlns:a16="http://schemas.microsoft.com/office/drawing/2014/main" id="{E2417E1B-CFEF-443D-A5DB-282B7464DF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8227" y="3282987"/>
              <a:ext cx="1863862" cy="914400"/>
              <a:chOff x="7168853" y="823310"/>
              <a:chExt cx="1863684" cy="915796"/>
            </a:xfrm>
          </p:grpSpPr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215F4ECB-433D-274E-B319-3C0FE74ABA1A}"/>
                  </a:ext>
                </a:extLst>
              </p:cNvPr>
              <p:cNvCxnSpPr/>
              <p:nvPr/>
            </p:nvCxnSpPr>
            <p:spPr>
              <a:xfrm flipV="1">
                <a:off x="7169302" y="1288857"/>
                <a:ext cx="1122265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C42A97EC-BDB7-6D47-A5C5-20B52C02B712}"/>
                  </a:ext>
                </a:extLst>
              </p:cNvPr>
              <p:cNvCxnSpPr/>
              <p:nvPr/>
            </p:nvCxnSpPr>
            <p:spPr>
              <a:xfrm>
                <a:off x="7750277" y="1024875"/>
                <a:ext cx="565101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AB932030-9705-0C4E-954A-74022A2A6888}"/>
                  </a:ext>
                </a:extLst>
              </p:cNvPr>
              <p:cNvCxnSpPr/>
              <p:nvPr/>
            </p:nvCxnSpPr>
            <p:spPr>
              <a:xfrm>
                <a:off x="7745514" y="1521034"/>
                <a:ext cx="565101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Straight Connector 108">
                <a:extLst>
                  <a:ext uri="{FF2B5EF4-FFF2-40B4-BE49-F238E27FC236}">
                    <a16:creationId xmlns:a16="http://schemas.microsoft.com/office/drawing/2014/main" id="{F0A60A69-A7FF-0340-8174-7F66EB84DCEA}"/>
                  </a:ext>
                </a:extLst>
              </p:cNvPr>
              <p:cNvCxnSpPr/>
              <p:nvPr/>
            </p:nvCxnSpPr>
            <p:spPr>
              <a:xfrm flipH="1" flipV="1">
                <a:off x="7745514" y="1018514"/>
                <a:ext cx="3175" cy="505701"/>
              </a:xfrm>
              <a:prstGeom prst="line">
                <a:avLst/>
              </a:prstGeom>
              <a:solidFill>
                <a:srgbClr val="00B050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7868" name="TextBox 101">
                <a:extLst>
                  <a:ext uri="{FF2B5EF4-FFF2-40B4-BE49-F238E27FC236}">
                    <a16:creationId xmlns:a16="http://schemas.microsoft.com/office/drawing/2014/main" id="{4182399E-5F3E-4AE0-B764-121F7C3F7F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0792" y="108674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17869" name="TextBox 6">
                <a:extLst>
                  <a:ext uri="{FF2B5EF4-FFF2-40B4-BE49-F238E27FC236}">
                    <a16:creationId xmlns:a16="http://schemas.microsoft.com/office/drawing/2014/main" id="{0D43C544-7420-49B7-B628-C236F65B4C9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16032" y="823310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7870" name="Freeform 48">
                <a:extLst>
                  <a:ext uri="{FF2B5EF4-FFF2-40B4-BE49-F238E27FC236}">
                    <a16:creationId xmlns:a16="http://schemas.microsoft.com/office/drawing/2014/main" id="{C4C7A57C-4817-4CF9-BCEF-F1B230956AD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10106" y="1261218"/>
                <a:ext cx="73145" cy="73264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17871" name="TextBox 107">
                <a:extLst>
                  <a:ext uri="{FF2B5EF4-FFF2-40B4-BE49-F238E27FC236}">
                    <a16:creationId xmlns:a16="http://schemas.microsoft.com/office/drawing/2014/main" id="{E2589916-515A-491A-B5DB-BA515E61971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96438" y="1369774"/>
                <a:ext cx="736099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Done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sp>
          <p:nvSpPr>
            <p:cNvPr id="417857" name="Freeform 48">
              <a:extLst>
                <a:ext uri="{FF2B5EF4-FFF2-40B4-BE49-F238E27FC236}">
                  <a16:creationId xmlns:a16="http://schemas.microsoft.com/office/drawing/2014/main" id="{EEC4B544-6C74-4B72-8A41-F20BA950946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232937" y="2733668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7858" name="Freeform 48">
              <a:extLst>
                <a:ext uri="{FF2B5EF4-FFF2-40B4-BE49-F238E27FC236}">
                  <a16:creationId xmlns:a16="http://schemas.microsoft.com/office/drawing/2014/main" id="{F66621B7-4991-4189-AE8C-10DF8102858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823362" y="2047868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7859" name="TextBox 51">
              <a:extLst>
                <a:ext uri="{FF2B5EF4-FFF2-40B4-BE49-F238E27FC236}">
                  <a16:creationId xmlns:a16="http://schemas.microsoft.com/office/drawing/2014/main" id="{61EDF257-E761-42C5-BD5A-8639B7F584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4300" y="162108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7860" name="TextBox 51">
              <a:extLst>
                <a:ext uri="{FF2B5EF4-FFF2-40B4-BE49-F238E27FC236}">
                  <a16:creationId xmlns:a16="http://schemas.microsoft.com/office/drawing/2014/main" id="{A0A5DD80-21B4-4825-99B8-2FE3D30E7A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2587" y="238993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7861" name="TextBox 51">
              <a:extLst>
                <a:ext uri="{FF2B5EF4-FFF2-40B4-BE49-F238E27FC236}">
                  <a16:creationId xmlns:a16="http://schemas.microsoft.com/office/drawing/2014/main" id="{144BC1EB-7561-443E-8EF4-42BFBD4A05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0875" y="333344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7862" name="Freeform 45">
              <a:extLst>
                <a:ext uri="{FF2B5EF4-FFF2-40B4-BE49-F238E27FC236}">
                  <a16:creationId xmlns:a16="http://schemas.microsoft.com/office/drawing/2014/main" id="{0096E230-1C51-441D-81B5-43C93916D8E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852089" y="2959411"/>
              <a:ext cx="4372447" cy="3609986"/>
            </a:xfrm>
            <a:custGeom>
              <a:avLst/>
              <a:gdLst>
                <a:gd name="T0" fmla="*/ 1541469344 w 10704"/>
                <a:gd name="T1" fmla="*/ 86678321 h 150349"/>
                <a:gd name="T2" fmla="*/ 1782751296 w 10704"/>
                <a:gd name="T3" fmla="*/ 86601655 h 150349"/>
                <a:gd name="T4" fmla="*/ 1786088637 w 10704"/>
                <a:gd name="T5" fmla="*/ 0 h 150349"/>
                <a:gd name="T6" fmla="*/ 3337340 w 10704"/>
                <a:gd name="T7" fmla="*/ 37481 h 150349"/>
                <a:gd name="T8" fmla="*/ 0 w 10704"/>
                <a:gd name="T9" fmla="*/ 12108528 h 150349"/>
                <a:gd name="T10" fmla="*/ 164025176 w 10704"/>
                <a:gd name="T11" fmla="*/ 12104494 h 1503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04" h="150349">
                  <a:moveTo>
                    <a:pt x="9238" y="150349"/>
                  </a:moveTo>
                  <a:lnTo>
                    <a:pt x="10684" y="150216"/>
                  </a:lnTo>
                  <a:cubicBezTo>
                    <a:pt x="10716" y="100026"/>
                    <a:pt x="10672" y="50190"/>
                    <a:pt x="10704" y="0"/>
                  </a:cubicBez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983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7863" name="Freeform 48">
              <a:extLst>
                <a:ext uri="{FF2B5EF4-FFF2-40B4-BE49-F238E27FC236}">
                  <a16:creationId xmlns:a16="http://schemas.microsoft.com/office/drawing/2014/main" id="{818A0AD4-DFC6-4B21-B556-D639CE42710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186470" y="3716834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417795" name="Group 115">
            <a:extLst>
              <a:ext uri="{FF2B5EF4-FFF2-40B4-BE49-F238E27FC236}">
                <a16:creationId xmlns:a16="http://schemas.microsoft.com/office/drawing/2014/main" id="{4F29F805-2FEB-416C-A285-37A200145955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58763" y="1071563"/>
            <a:ext cx="3546475" cy="1455737"/>
            <a:chOff x="27330" y="2051709"/>
            <a:chExt cx="2697218" cy="1108075"/>
          </a:xfrm>
        </p:grpSpPr>
        <p:pic>
          <p:nvPicPr>
            <p:cNvPr id="417796" name="Picture 119">
              <a:extLst>
                <a:ext uri="{FF2B5EF4-FFF2-40B4-BE49-F238E27FC236}">
                  <a16:creationId xmlns:a16="http://schemas.microsoft.com/office/drawing/2014/main" id="{D2615DAD-C944-459A-9D90-39855D4E91B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330" y="2145256"/>
              <a:ext cx="2697218" cy="92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417797" name="Straight Connector 120">
              <a:extLst>
                <a:ext uri="{FF2B5EF4-FFF2-40B4-BE49-F238E27FC236}">
                  <a16:creationId xmlns:a16="http://schemas.microsoft.com/office/drawing/2014/main" id="{814E2EBE-7764-4026-B1DA-3531FC7CB1C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208680" y="2051709"/>
              <a:ext cx="7937" cy="1108075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8817" name="Title 1">
            <a:extLst>
              <a:ext uri="{FF2B5EF4-FFF2-40B4-BE49-F238E27FC236}">
                <a16:creationId xmlns:a16="http://schemas.microsoft.com/office/drawing/2014/main" id="{F152DE6A-15DA-4419-A9F6-3CD812B15C56}"/>
              </a:ext>
            </a:extLst>
          </p:cNvPr>
          <p:cNvSpPr txBox="1">
            <a:spLocks/>
          </p:cNvSpPr>
          <p:nvPr/>
        </p:nvSpPr>
        <p:spPr bwMode="auto">
          <a:xfrm>
            <a:off x="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How Does It Work?</a:t>
            </a:r>
          </a:p>
        </p:txBody>
      </p:sp>
      <p:grpSp>
        <p:nvGrpSpPr>
          <p:cNvPr id="418818" name="Group 3">
            <a:extLst>
              <a:ext uri="{FF2B5EF4-FFF2-40B4-BE49-F238E27FC236}">
                <a16:creationId xmlns:a16="http://schemas.microsoft.com/office/drawing/2014/main" id="{05B89BAB-F832-4033-9A80-083D855CADBE}"/>
              </a:ext>
            </a:extLst>
          </p:cNvPr>
          <p:cNvGrpSpPr>
            <a:grpSpLocks/>
          </p:cNvGrpSpPr>
          <p:nvPr/>
        </p:nvGrpSpPr>
        <p:grpSpPr bwMode="auto">
          <a:xfrm>
            <a:off x="93663" y="1319213"/>
            <a:ext cx="8997950" cy="5249862"/>
            <a:chOff x="92960" y="1318445"/>
            <a:chExt cx="8998034" cy="5250952"/>
          </a:xfrm>
        </p:grpSpPr>
        <p:sp>
          <p:nvSpPr>
            <p:cNvPr id="418822" name="TextBox 51">
              <a:extLst>
                <a:ext uri="{FF2B5EF4-FFF2-40B4-BE49-F238E27FC236}">
                  <a16:creationId xmlns:a16="http://schemas.microsoft.com/office/drawing/2014/main" id="{69ADA302-9960-4D1F-A2BC-17D8C328E3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3160" y="5486655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8823" name="Line 14">
              <a:extLst>
                <a:ext uri="{FF2B5EF4-FFF2-40B4-BE49-F238E27FC236}">
                  <a16:creationId xmlns:a16="http://schemas.microsoft.com/office/drawing/2014/main" id="{33A795D0-8F56-4020-9BB1-B7FD667CBD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9416" y="5920630"/>
              <a:ext cx="10703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8824" name="Line 14">
              <a:extLst>
                <a:ext uri="{FF2B5EF4-FFF2-40B4-BE49-F238E27FC236}">
                  <a16:creationId xmlns:a16="http://schemas.microsoft.com/office/drawing/2014/main" id="{E750F073-4AEB-45FA-A9CD-344F6B5EA2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50" y="5937564"/>
              <a:ext cx="14246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8825" name="Rectangle 7">
              <a:extLst>
                <a:ext uri="{FF2B5EF4-FFF2-40B4-BE49-F238E27FC236}">
                  <a16:creationId xmlns:a16="http://schemas.microsoft.com/office/drawing/2014/main" id="{6ED1D0F5-245C-4D5D-AE74-7F0E2C67BE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7960" y="5073446"/>
              <a:ext cx="1806575" cy="10302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826" name="Freeform 8">
              <a:extLst>
                <a:ext uri="{FF2B5EF4-FFF2-40B4-BE49-F238E27FC236}">
                  <a16:creationId xmlns:a16="http://schemas.microsoft.com/office/drawing/2014/main" id="{99D446D0-750C-4D2E-B730-471D87A20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960" y="5302046"/>
              <a:ext cx="158750" cy="160338"/>
            </a:xfrm>
            <a:custGeom>
              <a:avLst/>
              <a:gdLst>
                <a:gd name="T0" fmla="*/ 0 w 202"/>
                <a:gd name="T1" fmla="*/ 630239 h 202"/>
                <a:gd name="T2" fmla="*/ 0 w 202"/>
                <a:gd name="T3" fmla="*/ 630239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8827" name="Rectangle 10">
              <a:extLst>
                <a:ext uri="{FF2B5EF4-FFF2-40B4-BE49-F238E27FC236}">
                  <a16:creationId xmlns:a16="http://schemas.microsoft.com/office/drawing/2014/main" id="{5C31F636-2F25-47C2-8675-8C3AE4419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4323" y="5765596"/>
              <a:ext cx="65723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clear_n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828" name="Rectangle 11">
              <a:extLst>
                <a:ext uri="{FF2B5EF4-FFF2-40B4-BE49-F238E27FC236}">
                  <a16:creationId xmlns:a16="http://schemas.microsoft.com/office/drawing/2014/main" id="{3FC89BA3-C69B-45CD-BEBA-23449DEED5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1010" y="5465559"/>
              <a:ext cx="1331912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2-bit up-counter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829" name="Line 14">
              <a:extLst>
                <a:ext uri="{FF2B5EF4-FFF2-40B4-BE49-F238E27FC236}">
                  <a16:creationId xmlns:a16="http://schemas.microsoft.com/office/drawing/2014/main" id="{9CAD975A-AF50-4B09-9325-A3CA4502D1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48" y="5396934"/>
              <a:ext cx="4202381" cy="39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8830" name="Rectangle 17">
              <a:extLst>
                <a:ext uri="{FF2B5EF4-FFF2-40B4-BE49-F238E27FC236}">
                  <a16:creationId xmlns:a16="http://schemas.microsoft.com/office/drawing/2014/main" id="{32B31BE3-0B0A-44B5-8AE2-A02CE859FE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895" y="5791514"/>
              <a:ext cx="166712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831" name="Rectangle 18">
              <a:extLst>
                <a:ext uri="{FF2B5EF4-FFF2-40B4-BE49-F238E27FC236}">
                  <a16:creationId xmlns:a16="http://schemas.microsoft.com/office/drawing/2014/main" id="{66351D0F-A443-47CF-9584-154D9D20F7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7935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832" name="Rectangle 19">
              <a:extLst>
                <a:ext uri="{FF2B5EF4-FFF2-40B4-BE49-F238E27FC236}">
                  <a16:creationId xmlns:a16="http://schemas.microsoft.com/office/drawing/2014/main" id="{3B732E2F-9BCB-4F6E-AEDD-6889173E07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6560" y="3084309"/>
              <a:ext cx="1806575" cy="107473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833" name="Rectangle 20">
              <a:extLst>
                <a:ext uri="{FF2B5EF4-FFF2-40B4-BE49-F238E27FC236}">
                  <a16:creationId xmlns:a16="http://schemas.microsoft.com/office/drawing/2014/main" id="{F41F62FB-5E58-4CDF-BA24-2D08D8433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2398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834" name="Line 21">
              <a:extLst>
                <a:ext uri="{FF2B5EF4-FFF2-40B4-BE49-F238E27FC236}">
                  <a16:creationId xmlns:a16="http://schemas.microsoft.com/office/drawing/2014/main" id="{E719EA0F-A160-44D4-AF45-F25C985297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473545" y="1898087"/>
              <a:ext cx="2103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8835" name="Line 22">
              <a:extLst>
                <a:ext uri="{FF2B5EF4-FFF2-40B4-BE49-F238E27FC236}">
                  <a16:creationId xmlns:a16="http://schemas.microsoft.com/office/drawing/2014/main" id="{8EF60A5E-0C58-4D83-BBEB-FB09D5BE74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20235" y="1895799"/>
              <a:ext cx="3168" cy="11885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8836" name="Rectangle 23">
              <a:extLst>
                <a:ext uri="{FF2B5EF4-FFF2-40B4-BE49-F238E27FC236}">
                  <a16:creationId xmlns:a16="http://schemas.microsoft.com/office/drawing/2014/main" id="{2604A08C-46C8-487A-A116-B70072FD11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9598" y="3843134"/>
              <a:ext cx="2276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En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837" name="Rectangle 24">
              <a:extLst>
                <a:ext uri="{FF2B5EF4-FFF2-40B4-BE49-F238E27FC236}">
                  <a16:creationId xmlns:a16="http://schemas.microsoft.com/office/drawing/2014/main" id="{082FCE6F-7EB1-4F76-BC1B-3E3E4C7A5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7860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838" name="Rectangle 25">
              <a:extLst>
                <a:ext uri="{FF2B5EF4-FFF2-40B4-BE49-F238E27FC236}">
                  <a16:creationId xmlns:a16="http://schemas.microsoft.com/office/drawing/2014/main" id="{9A792C59-CED6-4936-A5EE-55C2E75584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6285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839" name="Rectangle 26">
              <a:extLst>
                <a:ext uri="{FF2B5EF4-FFF2-40B4-BE49-F238E27FC236}">
                  <a16:creationId xmlns:a16="http://schemas.microsoft.com/office/drawing/2014/main" id="{B486DE35-90A4-47BB-AB7D-32769FA99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2148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840" name="Rectangle 27">
              <a:extLst>
                <a:ext uri="{FF2B5EF4-FFF2-40B4-BE49-F238E27FC236}">
                  <a16:creationId xmlns:a16="http://schemas.microsoft.com/office/drawing/2014/main" id="{E284BEF0-8219-4BF3-B054-3B23BED29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6610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841" name="Rectangle 28">
              <a:extLst>
                <a:ext uri="{FF2B5EF4-FFF2-40B4-BE49-F238E27FC236}">
                  <a16:creationId xmlns:a16="http://schemas.microsoft.com/office/drawing/2014/main" id="{86547AAF-677C-4023-A1EF-51E65E275E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79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842" name="Rectangle 29">
              <a:extLst>
                <a:ext uri="{FF2B5EF4-FFF2-40B4-BE49-F238E27FC236}">
                  <a16:creationId xmlns:a16="http://schemas.microsoft.com/office/drawing/2014/main" id="{5E1C7E22-D0A8-4EDF-8F16-79D7E4CD8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522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843" name="Rectangle 30">
              <a:extLst>
                <a:ext uri="{FF2B5EF4-FFF2-40B4-BE49-F238E27FC236}">
                  <a16:creationId xmlns:a16="http://schemas.microsoft.com/office/drawing/2014/main" id="{21E18671-E2DC-4AC2-966E-A16AF4CA62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3035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844" name="Rectangle 31">
              <a:extLst>
                <a:ext uri="{FF2B5EF4-FFF2-40B4-BE49-F238E27FC236}">
                  <a16:creationId xmlns:a16="http://schemas.microsoft.com/office/drawing/2014/main" id="{11166552-5474-466E-8DDF-EB9B01D1C7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3048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845" name="Rectangle 32">
              <a:extLst>
                <a:ext uri="{FF2B5EF4-FFF2-40B4-BE49-F238E27FC236}">
                  <a16:creationId xmlns:a16="http://schemas.microsoft.com/office/drawing/2014/main" id="{6E775F7C-D63F-4FC5-B478-2A42FF204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974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846" name="Line 33">
              <a:extLst>
                <a:ext uri="{FF2B5EF4-FFF2-40B4-BE49-F238E27FC236}">
                  <a16:creationId xmlns:a16="http://schemas.microsoft.com/office/drawing/2014/main" id="{4A67F76A-D3CE-4D87-B5B8-4236D61673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66219" y="1895799"/>
              <a:ext cx="1583" cy="11885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8847" name="Line 34">
              <a:extLst>
                <a:ext uri="{FF2B5EF4-FFF2-40B4-BE49-F238E27FC236}">
                  <a16:creationId xmlns:a16="http://schemas.microsoft.com/office/drawing/2014/main" id="{B79C30D8-540E-4119-9AA5-891889BED8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862119" y="1898087"/>
              <a:ext cx="2465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8848" name="Rectangle 37">
              <a:extLst>
                <a:ext uri="{FF2B5EF4-FFF2-40B4-BE49-F238E27FC236}">
                  <a16:creationId xmlns:a16="http://schemas.microsoft.com/office/drawing/2014/main" id="{AE2FFBB4-8282-437D-BAAE-F26548485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817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849" name="Rectangle 38">
              <a:extLst>
                <a:ext uri="{FF2B5EF4-FFF2-40B4-BE49-F238E27FC236}">
                  <a16:creationId xmlns:a16="http://schemas.microsoft.com/office/drawing/2014/main" id="{9EA3F65D-B096-43E7-8C7C-D49C612923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1510" y="4657521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850" name="Rectangle 45">
              <a:extLst>
                <a:ext uri="{FF2B5EF4-FFF2-40B4-BE49-F238E27FC236}">
                  <a16:creationId xmlns:a16="http://schemas.microsoft.com/office/drawing/2014/main" id="{B0E5AE0E-A23A-4C00-B52C-5C8338A3CC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6123" y="3519284"/>
              <a:ext cx="11938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2-to-4 decoder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851" name="Rectangle 46">
              <a:extLst>
                <a:ext uri="{FF2B5EF4-FFF2-40B4-BE49-F238E27FC236}">
                  <a16:creationId xmlns:a16="http://schemas.microsoft.com/office/drawing/2014/main" id="{72146AD9-3E59-464E-B707-441D3C521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3735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852" name="Rectangle 47">
              <a:extLst>
                <a:ext uri="{FF2B5EF4-FFF2-40B4-BE49-F238E27FC236}">
                  <a16:creationId xmlns:a16="http://schemas.microsoft.com/office/drawing/2014/main" id="{422645A7-1823-40C7-97FD-825142434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0898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853" name="Rectangle 48">
              <a:extLst>
                <a:ext uri="{FF2B5EF4-FFF2-40B4-BE49-F238E27FC236}">
                  <a16:creationId xmlns:a16="http://schemas.microsoft.com/office/drawing/2014/main" id="{3919A206-FF73-4F17-8982-417544166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8410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854" name="Rectangle 49">
              <a:extLst>
                <a:ext uri="{FF2B5EF4-FFF2-40B4-BE49-F238E27FC236}">
                  <a16:creationId xmlns:a16="http://schemas.microsoft.com/office/drawing/2014/main" id="{53DE41CA-D099-4BF4-82F6-7A8C8CF0E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5573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855" name="Rectangle 50">
              <a:extLst>
                <a:ext uri="{FF2B5EF4-FFF2-40B4-BE49-F238E27FC236}">
                  <a16:creationId xmlns:a16="http://schemas.microsoft.com/office/drawing/2014/main" id="{EEEF0394-CFBF-46A7-AFCE-DDFBCCC631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60" y="5214195"/>
              <a:ext cx="55143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Clock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cxnSp>
          <p:nvCxnSpPr>
            <p:cNvPr id="418856" name="Straight Arrow Connector 2">
              <a:extLst>
                <a:ext uri="{FF2B5EF4-FFF2-40B4-BE49-F238E27FC236}">
                  <a16:creationId xmlns:a16="http://schemas.microsoft.com/office/drawing/2014/main" id="{BB22DD86-C300-49F8-8A7F-6C131097392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109145" y="4165226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18857" name="Straight Arrow Connector 52">
              <a:extLst>
                <a:ext uri="{FF2B5EF4-FFF2-40B4-BE49-F238E27FC236}">
                  <a16:creationId xmlns:a16="http://schemas.microsoft.com/office/drawing/2014/main" id="{8E74E332-5BCB-4DF8-B652-63DC1FA981B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38675" y="4169345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18858" name="Straight Arrow Connector 53">
              <a:extLst>
                <a:ext uri="{FF2B5EF4-FFF2-40B4-BE49-F238E27FC236}">
                  <a16:creationId xmlns:a16="http://schemas.microsoft.com/office/drawing/2014/main" id="{94040114-FE23-43DF-98EC-5867336D308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706475" y="4171404"/>
              <a:ext cx="0" cy="423475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18859" name="Freeform 5">
              <a:extLst>
                <a:ext uri="{FF2B5EF4-FFF2-40B4-BE49-F238E27FC236}">
                  <a16:creationId xmlns:a16="http://schemas.microsoft.com/office/drawing/2014/main" id="{1B99E5A3-E166-4485-A551-3C77E1FC7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005" y="5772396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8860" name="Freeform 7">
              <a:extLst>
                <a:ext uri="{FF2B5EF4-FFF2-40B4-BE49-F238E27FC236}">
                  <a16:creationId xmlns:a16="http://schemas.microsoft.com/office/drawing/2014/main" id="{F0840BFE-A787-4276-B4B3-24C264E3C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900" y="5884665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8861" name="TextBox 7">
              <a:extLst>
                <a:ext uri="{FF2B5EF4-FFF2-40B4-BE49-F238E27FC236}">
                  <a16:creationId xmlns:a16="http://schemas.microsoft.com/office/drawing/2014/main" id="{7B3550AF-DC5F-45C7-AF00-C76423793F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8312" y="4594022"/>
              <a:ext cx="874713" cy="461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8862" name="TextBox 7">
              <a:extLst>
                <a:ext uri="{FF2B5EF4-FFF2-40B4-BE49-F238E27FC236}">
                  <a16:creationId xmlns:a16="http://schemas.microsoft.com/office/drawing/2014/main" id="{463B21B2-B464-4554-A014-4EDE21C4D4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8566" y="1318445"/>
              <a:ext cx="199797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8863" name="TextBox 51">
              <a:extLst>
                <a:ext uri="{FF2B5EF4-FFF2-40B4-BE49-F238E27FC236}">
                  <a16:creationId xmlns:a16="http://schemas.microsoft.com/office/drawing/2014/main" id="{0059E601-861F-42A5-AF0D-A93CC19C93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4287" y="541396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8864" name="AutoShape 57">
              <a:extLst>
                <a:ext uri="{FF2B5EF4-FFF2-40B4-BE49-F238E27FC236}">
                  <a16:creationId xmlns:a16="http://schemas.microsoft.com/office/drawing/2014/main" id="{B297B76B-F1B7-40F1-ABCB-C2B3F60D2E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501" y="5556352"/>
              <a:ext cx="554038" cy="47148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grpSp>
          <p:nvGrpSpPr>
            <p:cNvPr id="418865" name="Group 66">
              <a:extLst>
                <a:ext uri="{FF2B5EF4-FFF2-40B4-BE49-F238E27FC236}">
                  <a16:creationId xmlns:a16="http://schemas.microsoft.com/office/drawing/2014/main" id="{62BB1AFB-0C52-45F5-ABB1-FE51839F03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24676" y="5661598"/>
              <a:ext cx="636587" cy="501650"/>
              <a:chOff x="4164013" y="5505902"/>
              <a:chExt cx="636587" cy="501650"/>
            </a:xfrm>
          </p:grpSpPr>
          <p:sp>
            <p:nvSpPr>
              <p:cNvPr id="418910" name="Freeform 86">
                <a:extLst>
                  <a:ext uri="{FF2B5EF4-FFF2-40B4-BE49-F238E27FC236}">
                    <a16:creationId xmlns:a16="http://schemas.microsoft.com/office/drawing/2014/main" id="{913C5EE7-D78B-4778-A0EF-14FA06215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505902"/>
                <a:ext cx="630237" cy="249237"/>
              </a:xfrm>
              <a:custGeom>
                <a:avLst/>
                <a:gdLst>
                  <a:gd name="T0" fmla="*/ 2147483646 w 794"/>
                  <a:gd name="T1" fmla="*/ 0 h 315"/>
                  <a:gd name="T2" fmla="*/ 2147483646 w 794"/>
                  <a:gd name="T3" fmla="*/ 0 h 315"/>
                  <a:gd name="T4" fmla="*/ 2147483646 w 794"/>
                  <a:gd name="T5" fmla="*/ 0 h 315"/>
                  <a:gd name="T6" fmla="*/ 2147483646 w 794"/>
                  <a:gd name="T7" fmla="*/ 0 h 315"/>
                  <a:gd name="T8" fmla="*/ 2147483646 w 794"/>
                  <a:gd name="T9" fmla="*/ 0 h 315"/>
                  <a:gd name="T10" fmla="*/ 2147483646 w 794"/>
                  <a:gd name="T11" fmla="*/ 0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0"/>
                    </a:moveTo>
                    <a:lnTo>
                      <a:pt x="31" y="0"/>
                    </a:lnTo>
                    <a:lnTo>
                      <a:pt x="60" y="0"/>
                    </a:lnTo>
                    <a:lnTo>
                      <a:pt x="86" y="0"/>
                    </a:lnTo>
                    <a:lnTo>
                      <a:pt x="110" y="0"/>
                    </a:lnTo>
                    <a:lnTo>
                      <a:pt x="134" y="0"/>
                    </a:lnTo>
                    <a:lnTo>
                      <a:pt x="155" y="0"/>
                    </a:lnTo>
                    <a:lnTo>
                      <a:pt x="175" y="0"/>
                    </a:lnTo>
                    <a:lnTo>
                      <a:pt x="194" y="0"/>
                    </a:lnTo>
                    <a:lnTo>
                      <a:pt x="211" y="0"/>
                    </a:lnTo>
                    <a:lnTo>
                      <a:pt x="227" y="0"/>
                    </a:lnTo>
                    <a:lnTo>
                      <a:pt x="240" y="0"/>
                    </a:lnTo>
                    <a:lnTo>
                      <a:pt x="254" y="0"/>
                    </a:lnTo>
                    <a:lnTo>
                      <a:pt x="265" y="0"/>
                    </a:lnTo>
                    <a:lnTo>
                      <a:pt x="276" y="0"/>
                    </a:lnTo>
                    <a:lnTo>
                      <a:pt x="287" y="0"/>
                    </a:lnTo>
                    <a:lnTo>
                      <a:pt x="296" y="0"/>
                    </a:lnTo>
                    <a:lnTo>
                      <a:pt x="303" y="0"/>
                    </a:lnTo>
                    <a:lnTo>
                      <a:pt x="311" y="0"/>
                    </a:lnTo>
                    <a:lnTo>
                      <a:pt x="317" y="0"/>
                    </a:lnTo>
                    <a:lnTo>
                      <a:pt x="323" y="0"/>
                    </a:lnTo>
                    <a:lnTo>
                      <a:pt x="328" y="0"/>
                    </a:lnTo>
                    <a:lnTo>
                      <a:pt x="332" y="0"/>
                    </a:lnTo>
                    <a:lnTo>
                      <a:pt x="336" y="1"/>
                    </a:lnTo>
                    <a:lnTo>
                      <a:pt x="338" y="1"/>
                    </a:lnTo>
                    <a:lnTo>
                      <a:pt x="342" y="1"/>
                    </a:lnTo>
                    <a:lnTo>
                      <a:pt x="345" y="1"/>
                    </a:lnTo>
                    <a:lnTo>
                      <a:pt x="348" y="1"/>
                    </a:lnTo>
                    <a:lnTo>
                      <a:pt x="349" y="1"/>
                    </a:lnTo>
                    <a:lnTo>
                      <a:pt x="352" y="1"/>
                    </a:lnTo>
                    <a:lnTo>
                      <a:pt x="353" y="1"/>
                    </a:lnTo>
                    <a:lnTo>
                      <a:pt x="356" y="1"/>
                    </a:lnTo>
                    <a:lnTo>
                      <a:pt x="358" y="1"/>
                    </a:lnTo>
                    <a:lnTo>
                      <a:pt x="360" y="1"/>
                    </a:lnTo>
                    <a:lnTo>
                      <a:pt x="362" y="3"/>
                    </a:lnTo>
                    <a:lnTo>
                      <a:pt x="364" y="3"/>
                    </a:lnTo>
                    <a:lnTo>
                      <a:pt x="366" y="3"/>
                    </a:lnTo>
                    <a:lnTo>
                      <a:pt x="368" y="3"/>
                    </a:lnTo>
                    <a:lnTo>
                      <a:pt x="369" y="3"/>
                    </a:lnTo>
                    <a:lnTo>
                      <a:pt x="370" y="3"/>
                    </a:lnTo>
                    <a:lnTo>
                      <a:pt x="372" y="3"/>
                    </a:lnTo>
                    <a:lnTo>
                      <a:pt x="374" y="3"/>
                    </a:lnTo>
                    <a:lnTo>
                      <a:pt x="376" y="3"/>
                    </a:lnTo>
                    <a:lnTo>
                      <a:pt x="377" y="3"/>
                    </a:lnTo>
                    <a:lnTo>
                      <a:pt x="378" y="3"/>
                    </a:lnTo>
                    <a:lnTo>
                      <a:pt x="380" y="4"/>
                    </a:lnTo>
                    <a:lnTo>
                      <a:pt x="381" y="4"/>
                    </a:lnTo>
                    <a:lnTo>
                      <a:pt x="382" y="4"/>
                    </a:lnTo>
                    <a:lnTo>
                      <a:pt x="384" y="4"/>
                    </a:lnTo>
                    <a:lnTo>
                      <a:pt x="385" y="4"/>
                    </a:lnTo>
                    <a:lnTo>
                      <a:pt x="386" y="4"/>
                    </a:lnTo>
                    <a:lnTo>
                      <a:pt x="388" y="4"/>
                    </a:lnTo>
                    <a:lnTo>
                      <a:pt x="389" y="4"/>
                    </a:lnTo>
                    <a:lnTo>
                      <a:pt x="390" y="4"/>
                    </a:lnTo>
                    <a:lnTo>
                      <a:pt x="392" y="5"/>
                    </a:lnTo>
                    <a:lnTo>
                      <a:pt x="393" y="5"/>
                    </a:lnTo>
                    <a:lnTo>
                      <a:pt x="394" y="5"/>
                    </a:lnTo>
                    <a:lnTo>
                      <a:pt x="396" y="5"/>
                    </a:lnTo>
                    <a:lnTo>
                      <a:pt x="398" y="5"/>
                    </a:lnTo>
                    <a:lnTo>
                      <a:pt x="400" y="5"/>
                    </a:lnTo>
                    <a:lnTo>
                      <a:pt x="401" y="7"/>
                    </a:lnTo>
                    <a:lnTo>
                      <a:pt x="403" y="7"/>
                    </a:lnTo>
                    <a:lnTo>
                      <a:pt x="405" y="7"/>
                    </a:lnTo>
                    <a:lnTo>
                      <a:pt x="407" y="7"/>
                    </a:lnTo>
                    <a:lnTo>
                      <a:pt x="409" y="8"/>
                    </a:lnTo>
                    <a:lnTo>
                      <a:pt x="411" y="8"/>
                    </a:lnTo>
                    <a:lnTo>
                      <a:pt x="413" y="8"/>
                    </a:lnTo>
                    <a:lnTo>
                      <a:pt x="414" y="8"/>
                    </a:lnTo>
                    <a:lnTo>
                      <a:pt x="417" y="8"/>
                    </a:lnTo>
                    <a:lnTo>
                      <a:pt x="418" y="8"/>
                    </a:lnTo>
                    <a:lnTo>
                      <a:pt x="419" y="9"/>
                    </a:lnTo>
                    <a:lnTo>
                      <a:pt x="421" y="9"/>
                    </a:lnTo>
                    <a:lnTo>
                      <a:pt x="422" y="9"/>
                    </a:lnTo>
                    <a:lnTo>
                      <a:pt x="423" y="9"/>
                    </a:lnTo>
                    <a:lnTo>
                      <a:pt x="425" y="9"/>
                    </a:lnTo>
                    <a:lnTo>
                      <a:pt x="426" y="9"/>
                    </a:lnTo>
                    <a:lnTo>
                      <a:pt x="426" y="11"/>
                    </a:lnTo>
                    <a:lnTo>
                      <a:pt x="427" y="11"/>
                    </a:lnTo>
                    <a:lnTo>
                      <a:pt x="429" y="11"/>
                    </a:lnTo>
                    <a:lnTo>
                      <a:pt x="430" y="11"/>
                    </a:lnTo>
                    <a:lnTo>
                      <a:pt x="431" y="11"/>
                    </a:lnTo>
                    <a:lnTo>
                      <a:pt x="433" y="12"/>
                    </a:lnTo>
                    <a:lnTo>
                      <a:pt x="434" y="12"/>
                    </a:lnTo>
                    <a:lnTo>
                      <a:pt x="435" y="12"/>
                    </a:lnTo>
                    <a:lnTo>
                      <a:pt x="437" y="13"/>
                    </a:lnTo>
                    <a:lnTo>
                      <a:pt x="438" y="13"/>
                    </a:lnTo>
                    <a:lnTo>
                      <a:pt x="439" y="13"/>
                    </a:lnTo>
                    <a:lnTo>
                      <a:pt x="441" y="15"/>
                    </a:lnTo>
                    <a:lnTo>
                      <a:pt x="443" y="15"/>
                    </a:lnTo>
                    <a:lnTo>
                      <a:pt x="445" y="15"/>
                    </a:lnTo>
                    <a:lnTo>
                      <a:pt x="446" y="16"/>
                    </a:lnTo>
                    <a:lnTo>
                      <a:pt x="449" y="16"/>
                    </a:lnTo>
                    <a:lnTo>
                      <a:pt x="450" y="17"/>
                    </a:lnTo>
                    <a:lnTo>
                      <a:pt x="453" y="17"/>
                    </a:lnTo>
                    <a:lnTo>
                      <a:pt x="455" y="19"/>
                    </a:lnTo>
                    <a:lnTo>
                      <a:pt x="458" y="19"/>
                    </a:lnTo>
                    <a:lnTo>
                      <a:pt x="459" y="20"/>
                    </a:lnTo>
                    <a:lnTo>
                      <a:pt x="462" y="20"/>
                    </a:lnTo>
                    <a:lnTo>
                      <a:pt x="465" y="21"/>
                    </a:lnTo>
                    <a:lnTo>
                      <a:pt x="466" y="21"/>
                    </a:lnTo>
                    <a:lnTo>
                      <a:pt x="467" y="23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4"/>
                    </a:lnTo>
                    <a:lnTo>
                      <a:pt x="474" y="24"/>
                    </a:lnTo>
                    <a:lnTo>
                      <a:pt x="475" y="25"/>
                    </a:lnTo>
                    <a:lnTo>
                      <a:pt x="476" y="25"/>
                    </a:lnTo>
                    <a:lnTo>
                      <a:pt x="478" y="25"/>
                    </a:lnTo>
                    <a:lnTo>
                      <a:pt x="479" y="27"/>
                    </a:lnTo>
                    <a:lnTo>
                      <a:pt x="480" y="27"/>
                    </a:lnTo>
                    <a:lnTo>
                      <a:pt x="482" y="27"/>
                    </a:lnTo>
                    <a:lnTo>
                      <a:pt x="482" y="28"/>
                    </a:lnTo>
                    <a:lnTo>
                      <a:pt x="483" y="28"/>
                    </a:lnTo>
                    <a:lnTo>
                      <a:pt x="484" y="29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31"/>
                    </a:lnTo>
                    <a:lnTo>
                      <a:pt x="490" y="31"/>
                    </a:lnTo>
                    <a:lnTo>
                      <a:pt x="491" y="32"/>
                    </a:lnTo>
                    <a:lnTo>
                      <a:pt x="492" y="32"/>
                    </a:lnTo>
                    <a:lnTo>
                      <a:pt x="494" y="33"/>
                    </a:lnTo>
                    <a:lnTo>
                      <a:pt x="495" y="33"/>
                    </a:lnTo>
                    <a:lnTo>
                      <a:pt x="498" y="35"/>
                    </a:lnTo>
                    <a:lnTo>
                      <a:pt x="499" y="36"/>
                    </a:lnTo>
                    <a:lnTo>
                      <a:pt x="500" y="36"/>
                    </a:lnTo>
                    <a:lnTo>
                      <a:pt x="503" y="37"/>
                    </a:lnTo>
                    <a:lnTo>
                      <a:pt x="504" y="39"/>
                    </a:lnTo>
                    <a:lnTo>
                      <a:pt x="507" y="40"/>
                    </a:lnTo>
                    <a:lnTo>
                      <a:pt x="508" y="40"/>
                    </a:lnTo>
                    <a:lnTo>
                      <a:pt x="511" y="41"/>
                    </a:lnTo>
                    <a:lnTo>
                      <a:pt x="512" y="43"/>
                    </a:lnTo>
                    <a:lnTo>
                      <a:pt x="514" y="43"/>
                    </a:lnTo>
                    <a:lnTo>
                      <a:pt x="516" y="44"/>
                    </a:lnTo>
                    <a:lnTo>
                      <a:pt x="518" y="44"/>
                    </a:lnTo>
                    <a:lnTo>
                      <a:pt x="519" y="45"/>
                    </a:lnTo>
                    <a:lnTo>
                      <a:pt x="520" y="45"/>
                    </a:lnTo>
                    <a:lnTo>
                      <a:pt x="522" y="47"/>
                    </a:lnTo>
                    <a:lnTo>
                      <a:pt x="523" y="47"/>
                    </a:lnTo>
                    <a:lnTo>
                      <a:pt x="523" y="48"/>
                    </a:lnTo>
                    <a:lnTo>
                      <a:pt x="524" y="48"/>
                    </a:lnTo>
                    <a:lnTo>
                      <a:pt x="526" y="49"/>
                    </a:lnTo>
                    <a:lnTo>
                      <a:pt x="527" y="49"/>
                    </a:lnTo>
                    <a:lnTo>
                      <a:pt x="528" y="51"/>
                    </a:lnTo>
                    <a:lnTo>
                      <a:pt x="530" y="51"/>
                    </a:lnTo>
                    <a:lnTo>
                      <a:pt x="531" y="52"/>
                    </a:lnTo>
                    <a:lnTo>
                      <a:pt x="532" y="52"/>
                    </a:lnTo>
                    <a:lnTo>
                      <a:pt x="534" y="53"/>
                    </a:lnTo>
                    <a:lnTo>
                      <a:pt x="535" y="55"/>
                    </a:lnTo>
                    <a:lnTo>
                      <a:pt x="536" y="55"/>
                    </a:lnTo>
                    <a:lnTo>
                      <a:pt x="538" y="56"/>
                    </a:lnTo>
                    <a:lnTo>
                      <a:pt x="539" y="56"/>
                    </a:lnTo>
                    <a:lnTo>
                      <a:pt x="540" y="57"/>
                    </a:lnTo>
                    <a:lnTo>
                      <a:pt x="542" y="57"/>
                    </a:lnTo>
                    <a:lnTo>
                      <a:pt x="543" y="58"/>
                    </a:lnTo>
                    <a:lnTo>
                      <a:pt x="546" y="60"/>
                    </a:lnTo>
                    <a:lnTo>
                      <a:pt x="547" y="60"/>
                    </a:lnTo>
                    <a:lnTo>
                      <a:pt x="548" y="61"/>
                    </a:lnTo>
                    <a:lnTo>
                      <a:pt x="551" y="62"/>
                    </a:lnTo>
                    <a:lnTo>
                      <a:pt x="552" y="64"/>
                    </a:lnTo>
                    <a:lnTo>
                      <a:pt x="553" y="65"/>
                    </a:lnTo>
                    <a:lnTo>
                      <a:pt x="556" y="65"/>
                    </a:lnTo>
                    <a:lnTo>
                      <a:pt x="557" y="66"/>
                    </a:lnTo>
                    <a:lnTo>
                      <a:pt x="559" y="66"/>
                    </a:lnTo>
                    <a:lnTo>
                      <a:pt x="560" y="68"/>
                    </a:lnTo>
                    <a:lnTo>
                      <a:pt x="561" y="69"/>
                    </a:lnTo>
                    <a:lnTo>
                      <a:pt x="563" y="69"/>
                    </a:lnTo>
                    <a:lnTo>
                      <a:pt x="564" y="70"/>
                    </a:lnTo>
                    <a:lnTo>
                      <a:pt x="565" y="70"/>
                    </a:lnTo>
                    <a:lnTo>
                      <a:pt x="567" y="72"/>
                    </a:lnTo>
                    <a:lnTo>
                      <a:pt x="568" y="73"/>
                    </a:lnTo>
                    <a:lnTo>
                      <a:pt x="569" y="73"/>
                    </a:lnTo>
                    <a:lnTo>
                      <a:pt x="571" y="74"/>
                    </a:lnTo>
                    <a:lnTo>
                      <a:pt x="572" y="74"/>
                    </a:lnTo>
                    <a:lnTo>
                      <a:pt x="572" y="76"/>
                    </a:lnTo>
                    <a:lnTo>
                      <a:pt x="573" y="76"/>
                    </a:lnTo>
                    <a:lnTo>
                      <a:pt x="575" y="76"/>
                    </a:lnTo>
                    <a:lnTo>
                      <a:pt x="575" y="77"/>
                    </a:lnTo>
                    <a:lnTo>
                      <a:pt x="576" y="77"/>
                    </a:lnTo>
                    <a:lnTo>
                      <a:pt x="577" y="78"/>
                    </a:lnTo>
                    <a:lnTo>
                      <a:pt x="579" y="78"/>
                    </a:lnTo>
                    <a:lnTo>
                      <a:pt x="580" y="80"/>
                    </a:lnTo>
                    <a:lnTo>
                      <a:pt x="581" y="80"/>
                    </a:lnTo>
                    <a:lnTo>
                      <a:pt x="581" y="81"/>
                    </a:lnTo>
                    <a:lnTo>
                      <a:pt x="583" y="82"/>
                    </a:lnTo>
                    <a:lnTo>
                      <a:pt x="585" y="82"/>
                    </a:lnTo>
                    <a:lnTo>
                      <a:pt x="587" y="84"/>
                    </a:lnTo>
                    <a:lnTo>
                      <a:pt x="588" y="85"/>
                    </a:lnTo>
                    <a:lnTo>
                      <a:pt x="589" y="86"/>
                    </a:lnTo>
                    <a:lnTo>
                      <a:pt x="591" y="86"/>
                    </a:lnTo>
                    <a:lnTo>
                      <a:pt x="592" y="88"/>
                    </a:lnTo>
                    <a:lnTo>
                      <a:pt x="593" y="88"/>
                    </a:lnTo>
                    <a:lnTo>
                      <a:pt x="593" y="89"/>
                    </a:lnTo>
                    <a:lnTo>
                      <a:pt x="595" y="89"/>
                    </a:lnTo>
                    <a:lnTo>
                      <a:pt x="596" y="90"/>
                    </a:lnTo>
                    <a:lnTo>
                      <a:pt x="597" y="90"/>
                    </a:lnTo>
                    <a:lnTo>
                      <a:pt x="597" y="92"/>
                    </a:lnTo>
                    <a:lnTo>
                      <a:pt x="599" y="92"/>
                    </a:lnTo>
                    <a:lnTo>
                      <a:pt x="600" y="93"/>
                    </a:lnTo>
                    <a:lnTo>
                      <a:pt x="601" y="93"/>
                    </a:lnTo>
                    <a:lnTo>
                      <a:pt x="601" y="94"/>
                    </a:lnTo>
                    <a:lnTo>
                      <a:pt x="603" y="94"/>
                    </a:lnTo>
                    <a:lnTo>
                      <a:pt x="604" y="96"/>
                    </a:lnTo>
                    <a:lnTo>
                      <a:pt x="605" y="97"/>
                    </a:lnTo>
                    <a:lnTo>
                      <a:pt x="607" y="97"/>
                    </a:lnTo>
                    <a:lnTo>
                      <a:pt x="607" y="98"/>
                    </a:lnTo>
                    <a:lnTo>
                      <a:pt x="608" y="98"/>
                    </a:lnTo>
                    <a:lnTo>
                      <a:pt x="609" y="100"/>
                    </a:lnTo>
                    <a:lnTo>
                      <a:pt x="611" y="101"/>
                    </a:lnTo>
                    <a:lnTo>
                      <a:pt x="612" y="101"/>
                    </a:lnTo>
                    <a:lnTo>
                      <a:pt x="612" y="102"/>
                    </a:lnTo>
                    <a:lnTo>
                      <a:pt x="613" y="102"/>
                    </a:lnTo>
                    <a:lnTo>
                      <a:pt x="615" y="104"/>
                    </a:lnTo>
                    <a:lnTo>
                      <a:pt x="616" y="105"/>
                    </a:lnTo>
                    <a:lnTo>
                      <a:pt x="617" y="106"/>
                    </a:lnTo>
                    <a:lnTo>
                      <a:pt x="619" y="106"/>
                    </a:lnTo>
                    <a:lnTo>
                      <a:pt x="619" y="108"/>
                    </a:lnTo>
                    <a:lnTo>
                      <a:pt x="620" y="108"/>
                    </a:lnTo>
                    <a:lnTo>
                      <a:pt x="621" y="109"/>
                    </a:lnTo>
                    <a:lnTo>
                      <a:pt x="622" y="110"/>
                    </a:lnTo>
                    <a:lnTo>
                      <a:pt x="624" y="110"/>
                    </a:lnTo>
                    <a:lnTo>
                      <a:pt x="624" y="112"/>
                    </a:lnTo>
                    <a:lnTo>
                      <a:pt x="625" y="112"/>
                    </a:lnTo>
                    <a:lnTo>
                      <a:pt x="625" y="113"/>
                    </a:lnTo>
                    <a:lnTo>
                      <a:pt x="626" y="113"/>
                    </a:lnTo>
                    <a:lnTo>
                      <a:pt x="628" y="114"/>
                    </a:lnTo>
                    <a:lnTo>
                      <a:pt x="629" y="114"/>
                    </a:lnTo>
                    <a:lnTo>
                      <a:pt x="629" y="116"/>
                    </a:lnTo>
                    <a:lnTo>
                      <a:pt x="630" y="116"/>
                    </a:lnTo>
                    <a:lnTo>
                      <a:pt x="632" y="117"/>
                    </a:lnTo>
                    <a:lnTo>
                      <a:pt x="633" y="118"/>
                    </a:lnTo>
                    <a:lnTo>
                      <a:pt x="634" y="118"/>
                    </a:lnTo>
                    <a:lnTo>
                      <a:pt x="634" y="120"/>
                    </a:lnTo>
                    <a:lnTo>
                      <a:pt x="636" y="120"/>
                    </a:lnTo>
                    <a:lnTo>
                      <a:pt x="637" y="121"/>
                    </a:lnTo>
                    <a:lnTo>
                      <a:pt x="638" y="121"/>
                    </a:lnTo>
                    <a:lnTo>
                      <a:pt x="640" y="122"/>
                    </a:lnTo>
                    <a:lnTo>
                      <a:pt x="641" y="124"/>
                    </a:lnTo>
                    <a:lnTo>
                      <a:pt x="642" y="125"/>
                    </a:lnTo>
                    <a:lnTo>
                      <a:pt x="644" y="125"/>
                    </a:lnTo>
                    <a:lnTo>
                      <a:pt x="645" y="126"/>
                    </a:lnTo>
                    <a:lnTo>
                      <a:pt x="646" y="128"/>
                    </a:lnTo>
                    <a:lnTo>
                      <a:pt x="648" y="128"/>
                    </a:lnTo>
                    <a:lnTo>
                      <a:pt x="648" y="129"/>
                    </a:lnTo>
                    <a:lnTo>
                      <a:pt x="649" y="129"/>
                    </a:lnTo>
                    <a:lnTo>
                      <a:pt x="650" y="130"/>
                    </a:lnTo>
                    <a:lnTo>
                      <a:pt x="652" y="131"/>
                    </a:lnTo>
                    <a:lnTo>
                      <a:pt x="653" y="131"/>
                    </a:lnTo>
                    <a:lnTo>
                      <a:pt x="653" y="133"/>
                    </a:lnTo>
                    <a:lnTo>
                      <a:pt x="654" y="133"/>
                    </a:lnTo>
                    <a:lnTo>
                      <a:pt x="654" y="134"/>
                    </a:lnTo>
                    <a:lnTo>
                      <a:pt x="656" y="134"/>
                    </a:lnTo>
                    <a:lnTo>
                      <a:pt x="656" y="135"/>
                    </a:lnTo>
                    <a:lnTo>
                      <a:pt x="657" y="135"/>
                    </a:lnTo>
                    <a:lnTo>
                      <a:pt x="657" y="137"/>
                    </a:lnTo>
                    <a:lnTo>
                      <a:pt x="658" y="138"/>
                    </a:lnTo>
                    <a:lnTo>
                      <a:pt x="660" y="138"/>
                    </a:lnTo>
                    <a:lnTo>
                      <a:pt x="660" y="139"/>
                    </a:lnTo>
                    <a:lnTo>
                      <a:pt x="661" y="141"/>
                    </a:lnTo>
                    <a:lnTo>
                      <a:pt x="662" y="141"/>
                    </a:lnTo>
                    <a:lnTo>
                      <a:pt x="664" y="142"/>
                    </a:lnTo>
                    <a:lnTo>
                      <a:pt x="664" y="143"/>
                    </a:lnTo>
                    <a:lnTo>
                      <a:pt x="665" y="145"/>
                    </a:lnTo>
                    <a:lnTo>
                      <a:pt x="666" y="146"/>
                    </a:lnTo>
                    <a:lnTo>
                      <a:pt x="668" y="147"/>
                    </a:lnTo>
                    <a:lnTo>
                      <a:pt x="669" y="149"/>
                    </a:lnTo>
                    <a:lnTo>
                      <a:pt x="670" y="150"/>
                    </a:lnTo>
                    <a:lnTo>
                      <a:pt x="672" y="151"/>
                    </a:lnTo>
                    <a:lnTo>
                      <a:pt x="673" y="153"/>
                    </a:lnTo>
                    <a:lnTo>
                      <a:pt x="674" y="154"/>
                    </a:lnTo>
                    <a:lnTo>
                      <a:pt x="676" y="155"/>
                    </a:lnTo>
                    <a:lnTo>
                      <a:pt x="677" y="157"/>
                    </a:lnTo>
                    <a:lnTo>
                      <a:pt x="677" y="158"/>
                    </a:lnTo>
                    <a:lnTo>
                      <a:pt x="678" y="158"/>
                    </a:lnTo>
                    <a:lnTo>
                      <a:pt x="680" y="159"/>
                    </a:lnTo>
                    <a:lnTo>
                      <a:pt x="680" y="161"/>
                    </a:lnTo>
                    <a:lnTo>
                      <a:pt x="681" y="161"/>
                    </a:lnTo>
                    <a:lnTo>
                      <a:pt x="681" y="162"/>
                    </a:lnTo>
                    <a:lnTo>
                      <a:pt x="682" y="162"/>
                    </a:lnTo>
                    <a:lnTo>
                      <a:pt x="682" y="163"/>
                    </a:lnTo>
                    <a:lnTo>
                      <a:pt x="684" y="165"/>
                    </a:lnTo>
                    <a:lnTo>
                      <a:pt x="685" y="166"/>
                    </a:lnTo>
                    <a:lnTo>
                      <a:pt x="686" y="167"/>
                    </a:lnTo>
                    <a:lnTo>
                      <a:pt x="686" y="169"/>
                    </a:lnTo>
                    <a:lnTo>
                      <a:pt x="688" y="169"/>
                    </a:lnTo>
                    <a:lnTo>
                      <a:pt x="689" y="170"/>
                    </a:lnTo>
                    <a:lnTo>
                      <a:pt x="689" y="171"/>
                    </a:lnTo>
                    <a:lnTo>
                      <a:pt x="690" y="173"/>
                    </a:lnTo>
                    <a:lnTo>
                      <a:pt x="692" y="174"/>
                    </a:lnTo>
                    <a:lnTo>
                      <a:pt x="693" y="175"/>
                    </a:lnTo>
                    <a:lnTo>
                      <a:pt x="694" y="178"/>
                    </a:lnTo>
                    <a:lnTo>
                      <a:pt x="695" y="179"/>
                    </a:lnTo>
                    <a:lnTo>
                      <a:pt x="697" y="181"/>
                    </a:lnTo>
                    <a:lnTo>
                      <a:pt x="698" y="183"/>
                    </a:lnTo>
                    <a:lnTo>
                      <a:pt x="701" y="185"/>
                    </a:lnTo>
                    <a:lnTo>
                      <a:pt x="702" y="186"/>
                    </a:lnTo>
                    <a:lnTo>
                      <a:pt x="702" y="187"/>
                    </a:lnTo>
                    <a:lnTo>
                      <a:pt x="703" y="189"/>
                    </a:lnTo>
                    <a:lnTo>
                      <a:pt x="705" y="190"/>
                    </a:lnTo>
                    <a:lnTo>
                      <a:pt x="706" y="191"/>
                    </a:lnTo>
                    <a:lnTo>
                      <a:pt x="707" y="193"/>
                    </a:lnTo>
                    <a:lnTo>
                      <a:pt x="707" y="194"/>
                    </a:lnTo>
                    <a:lnTo>
                      <a:pt x="709" y="195"/>
                    </a:lnTo>
                    <a:lnTo>
                      <a:pt x="710" y="197"/>
                    </a:lnTo>
                    <a:lnTo>
                      <a:pt x="710" y="198"/>
                    </a:lnTo>
                    <a:lnTo>
                      <a:pt x="711" y="198"/>
                    </a:lnTo>
                    <a:lnTo>
                      <a:pt x="713" y="199"/>
                    </a:lnTo>
                    <a:lnTo>
                      <a:pt x="713" y="201"/>
                    </a:lnTo>
                    <a:lnTo>
                      <a:pt x="714" y="202"/>
                    </a:lnTo>
                    <a:lnTo>
                      <a:pt x="715" y="203"/>
                    </a:lnTo>
                    <a:lnTo>
                      <a:pt x="717" y="205"/>
                    </a:lnTo>
                    <a:lnTo>
                      <a:pt x="717" y="206"/>
                    </a:lnTo>
                    <a:lnTo>
                      <a:pt x="718" y="207"/>
                    </a:lnTo>
                    <a:lnTo>
                      <a:pt x="719" y="208"/>
                    </a:lnTo>
                    <a:lnTo>
                      <a:pt x="721" y="210"/>
                    </a:lnTo>
                    <a:lnTo>
                      <a:pt x="722" y="212"/>
                    </a:lnTo>
                    <a:lnTo>
                      <a:pt x="722" y="214"/>
                    </a:lnTo>
                    <a:lnTo>
                      <a:pt x="723" y="215"/>
                    </a:lnTo>
                    <a:lnTo>
                      <a:pt x="725" y="216"/>
                    </a:lnTo>
                    <a:lnTo>
                      <a:pt x="726" y="218"/>
                    </a:lnTo>
                    <a:lnTo>
                      <a:pt x="727" y="220"/>
                    </a:lnTo>
                    <a:lnTo>
                      <a:pt x="729" y="222"/>
                    </a:lnTo>
                    <a:lnTo>
                      <a:pt x="730" y="224"/>
                    </a:lnTo>
                    <a:lnTo>
                      <a:pt x="731" y="226"/>
                    </a:lnTo>
                    <a:lnTo>
                      <a:pt x="734" y="228"/>
                    </a:lnTo>
                    <a:lnTo>
                      <a:pt x="735" y="230"/>
                    </a:lnTo>
                    <a:lnTo>
                      <a:pt x="735" y="232"/>
                    </a:lnTo>
                    <a:lnTo>
                      <a:pt x="737" y="234"/>
                    </a:lnTo>
                    <a:lnTo>
                      <a:pt x="738" y="235"/>
                    </a:lnTo>
                    <a:lnTo>
                      <a:pt x="739" y="236"/>
                    </a:lnTo>
                    <a:lnTo>
                      <a:pt x="741" y="238"/>
                    </a:lnTo>
                    <a:lnTo>
                      <a:pt x="742" y="239"/>
                    </a:lnTo>
                    <a:lnTo>
                      <a:pt x="742" y="240"/>
                    </a:lnTo>
                    <a:lnTo>
                      <a:pt x="743" y="242"/>
                    </a:lnTo>
                    <a:lnTo>
                      <a:pt x="745" y="243"/>
                    </a:lnTo>
                    <a:lnTo>
                      <a:pt x="745" y="244"/>
                    </a:lnTo>
                    <a:lnTo>
                      <a:pt x="746" y="246"/>
                    </a:lnTo>
                    <a:lnTo>
                      <a:pt x="746" y="247"/>
                    </a:lnTo>
                    <a:lnTo>
                      <a:pt x="747" y="247"/>
                    </a:lnTo>
                    <a:lnTo>
                      <a:pt x="749" y="248"/>
                    </a:lnTo>
                    <a:lnTo>
                      <a:pt x="749" y="250"/>
                    </a:lnTo>
                    <a:lnTo>
                      <a:pt x="750" y="251"/>
                    </a:lnTo>
                    <a:lnTo>
                      <a:pt x="750" y="252"/>
                    </a:lnTo>
                    <a:lnTo>
                      <a:pt x="751" y="254"/>
                    </a:lnTo>
                    <a:lnTo>
                      <a:pt x="753" y="255"/>
                    </a:lnTo>
                    <a:lnTo>
                      <a:pt x="754" y="256"/>
                    </a:lnTo>
                    <a:lnTo>
                      <a:pt x="754" y="258"/>
                    </a:lnTo>
                    <a:lnTo>
                      <a:pt x="755" y="259"/>
                    </a:lnTo>
                    <a:lnTo>
                      <a:pt x="757" y="260"/>
                    </a:lnTo>
                    <a:lnTo>
                      <a:pt x="758" y="262"/>
                    </a:lnTo>
                    <a:lnTo>
                      <a:pt x="759" y="263"/>
                    </a:lnTo>
                    <a:lnTo>
                      <a:pt x="761" y="266"/>
                    </a:lnTo>
                    <a:lnTo>
                      <a:pt x="762" y="267"/>
                    </a:lnTo>
                    <a:lnTo>
                      <a:pt x="763" y="270"/>
                    </a:lnTo>
                    <a:lnTo>
                      <a:pt x="765" y="271"/>
                    </a:lnTo>
                    <a:lnTo>
                      <a:pt x="766" y="274"/>
                    </a:lnTo>
                    <a:lnTo>
                      <a:pt x="767" y="276"/>
                    </a:lnTo>
                    <a:lnTo>
                      <a:pt x="769" y="278"/>
                    </a:lnTo>
                    <a:lnTo>
                      <a:pt x="770" y="279"/>
                    </a:lnTo>
                    <a:lnTo>
                      <a:pt x="771" y="281"/>
                    </a:lnTo>
                    <a:lnTo>
                      <a:pt x="772" y="283"/>
                    </a:lnTo>
                    <a:lnTo>
                      <a:pt x="774" y="284"/>
                    </a:lnTo>
                    <a:lnTo>
                      <a:pt x="775" y="285"/>
                    </a:lnTo>
                    <a:lnTo>
                      <a:pt x="775" y="287"/>
                    </a:lnTo>
                    <a:lnTo>
                      <a:pt x="776" y="288"/>
                    </a:lnTo>
                    <a:lnTo>
                      <a:pt x="778" y="289"/>
                    </a:lnTo>
                    <a:lnTo>
                      <a:pt x="778" y="291"/>
                    </a:lnTo>
                    <a:lnTo>
                      <a:pt x="779" y="292"/>
                    </a:lnTo>
                    <a:lnTo>
                      <a:pt x="780" y="293"/>
                    </a:lnTo>
                    <a:lnTo>
                      <a:pt x="782" y="295"/>
                    </a:lnTo>
                    <a:lnTo>
                      <a:pt x="782" y="296"/>
                    </a:lnTo>
                    <a:lnTo>
                      <a:pt x="783" y="297"/>
                    </a:lnTo>
                    <a:lnTo>
                      <a:pt x="784" y="299"/>
                    </a:lnTo>
                    <a:lnTo>
                      <a:pt x="784" y="300"/>
                    </a:lnTo>
                    <a:lnTo>
                      <a:pt x="786" y="301"/>
                    </a:lnTo>
                    <a:lnTo>
                      <a:pt x="786" y="303"/>
                    </a:lnTo>
                    <a:lnTo>
                      <a:pt x="787" y="304"/>
                    </a:lnTo>
                    <a:lnTo>
                      <a:pt x="788" y="305"/>
                    </a:lnTo>
                    <a:lnTo>
                      <a:pt x="788" y="307"/>
                    </a:lnTo>
                    <a:lnTo>
                      <a:pt x="790" y="309"/>
                    </a:lnTo>
                    <a:lnTo>
                      <a:pt x="791" y="311"/>
                    </a:lnTo>
                    <a:lnTo>
                      <a:pt x="791" y="312"/>
                    </a:lnTo>
                    <a:lnTo>
                      <a:pt x="792" y="313"/>
                    </a:lnTo>
                    <a:lnTo>
                      <a:pt x="794" y="315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18911" name="Freeform 87">
                <a:extLst>
                  <a:ext uri="{FF2B5EF4-FFF2-40B4-BE49-F238E27FC236}">
                    <a16:creationId xmlns:a16="http://schemas.microsoft.com/office/drawing/2014/main" id="{B7DCC9FD-349D-407B-A5CC-5C51962AB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758314"/>
                <a:ext cx="630237" cy="249238"/>
              </a:xfrm>
              <a:custGeom>
                <a:avLst/>
                <a:gdLst>
                  <a:gd name="T0" fmla="*/ 2147483646 w 794"/>
                  <a:gd name="T1" fmla="*/ 2147483646 h 315"/>
                  <a:gd name="T2" fmla="*/ 2147483646 w 794"/>
                  <a:gd name="T3" fmla="*/ 2147483646 h 315"/>
                  <a:gd name="T4" fmla="*/ 2147483646 w 794"/>
                  <a:gd name="T5" fmla="*/ 2147483646 h 315"/>
                  <a:gd name="T6" fmla="*/ 2147483646 w 794"/>
                  <a:gd name="T7" fmla="*/ 2147483646 h 315"/>
                  <a:gd name="T8" fmla="*/ 2147483646 w 794"/>
                  <a:gd name="T9" fmla="*/ 2147483646 h 315"/>
                  <a:gd name="T10" fmla="*/ 2147483646 w 794"/>
                  <a:gd name="T11" fmla="*/ 2147483646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315"/>
                    </a:moveTo>
                    <a:lnTo>
                      <a:pt x="31" y="315"/>
                    </a:lnTo>
                    <a:lnTo>
                      <a:pt x="60" y="315"/>
                    </a:lnTo>
                    <a:lnTo>
                      <a:pt x="86" y="315"/>
                    </a:lnTo>
                    <a:lnTo>
                      <a:pt x="110" y="315"/>
                    </a:lnTo>
                    <a:lnTo>
                      <a:pt x="134" y="315"/>
                    </a:lnTo>
                    <a:lnTo>
                      <a:pt x="155" y="315"/>
                    </a:lnTo>
                    <a:lnTo>
                      <a:pt x="175" y="315"/>
                    </a:lnTo>
                    <a:lnTo>
                      <a:pt x="194" y="315"/>
                    </a:lnTo>
                    <a:lnTo>
                      <a:pt x="211" y="315"/>
                    </a:lnTo>
                    <a:lnTo>
                      <a:pt x="227" y="315"/>
                    </a:lnTo>
                    <a:lnTo>
                      <a:pt x="240" y="315"/>
                    </a:lnTo>
                    <a:lnTo>
                      <a:pt x="254" y="315"/>
                    </a:lnTo>
                    <a:lnTo>
                      <a:pt x="265" y="315"/>
                    </a:lnTo>
                    <a:lnTo>
                      <a:pt x="276" y="315"/>
                    </a:lnTo>
                    <a:lnTo>
                      <a:pt x="287" y="315"/>
                    </a:lnTo>
                    <a:lnTo>
                      <a:pt x="296" y="315"/>
                    </a:lnTo>
                    <a:lnTo>
                      <a:pt x="303" y="315"/>
                    </a:lnTo>
                    <a:lnTo>
                      <a:pt x="311" y="315"/>
                    </a:lnTo>
                    <a:lnTo>
                      <a:pt x="317" y="315"/>
                    </a:lnTo>
                    <a:lnTo>
                      <a:pt x="323" y="315"/>
                    </a:lnTo>
                    <a:lnTo>
                      <a:pt x="328" y="315"/>
                    </a:lnTo>
                    <a:lnTo>
                      <a:pt x="332" y="315"/>
                    </a:lnTo>
                    <a:lnTo>
                      <a:pt x="336" y="315"/>
                    </a:lnTo>
                    <a:lnTo>
                      <a:pt x="338" y="315"/>
                    </a:lnTo>
                    <a:lnTo>
                      <a:pt x="342" y="315"/>
                    </a:lnTo>
                    <a:lnTo>
                      <a:pt x="345" y="315"/>
                    </a:lnTo>
                    <a:lnTo>
                      <a:pt x="348" y="315"/>
                    </a:lnTo>
                    <a:lnTo>
                      <a:pt x="349" y="314"/>
                    </a:lnTo>
                    <a:lnTo>
                      <a:pt x="352" y="314"/>
                    </a:lnTo>
                    <a:lnTo>
                      <a:pt x="353" y="314"/>
                    </a:lnTo>
                    <a:lnTo>
                      <a:pt x="356" y="314"/>
                    </a:lnTo>
                    <a:lnTo>
                      <a:pt x="358" y="314"/>
                    </a:lnTo>
                    <a:lnTo>
                      <a:pt x="360" y="314"/>
                    </a:lnTo>
                    <a:lnTo>
                      <a:pt x="362" y="314"/>
                    </a:lnTo>
                    <a:lnTo>
                      <a:pt x="364" y="314"/>
                    </a:lnTo>
                    <a:lnTo>
                      <a:pt x="366" y="314"/>
                    </a:lnTo>
                    <a:lnTo>
                      <a:pt x="368" y="314"/>
                    </a:lnTo>
                    <a:lnTo>
                      <a:pt x="369" y="314"/>
                    </a:lnTo>
                    <a:lnTo>
                      <a:pt x="370" y="312"/>
                    </a:lnTo>
                    <a:lnTo>
                      <a:pt x="372" y="312"/>
                    </a:lnTo>
                    <a:lnTo>
                      <a:pt x="374" y="312"/>
                    </a:lnTo>
                    <a:lnTo>
                      <a:pt x="376" y="312"/>
                    </a:lnTo>
                    <a:lnTo>
                      <a:pt x="377" y="312"/>
                    </a:lnTo>
                    <a:lnTo>
                      <a:pt x="378" y="312"/>
                    </a:lnTo>
                    <a:lnTo>
                      <a:pt x="380" y="312"/>
                    </a:lnTo>
                    <a:lnTo>
                      <a:pt x="381" y="312"/>
                    </a:lnTo>
                    <a:lnTo>
                      <a:pt x="382" y="312"/>
                    </a:lnTo>
                    <a:lnTo>
                      <a:pt x="384" y="312"/>
                    </a:lnTo>
                    <a:lnTo>
                      <a:pt x="385" y="311"/>
                    </a:lnTo>
                    <a:lnTo>
                      <a:pt x="386" y="311"/>
                    </a:lnTo>
                    <a:lnTo>
                      <a:pt x="388" y="311"/>
                    </a:lnTo>
                    <a:lnTo>
                      <a:pt x="389" y="311"/>
                    </a:lnTo>
                    <a:lnTo>
                      <a:pt x="390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4" y="311"/>
                    </a:lnTo>
                    <a:lnTo>
                      <a:pt x="396" y="310"/>
                    </a:lnTo>
                    <a:lnTo>
                      <a:pt x="398" y="310"/>
                    </a:lnTo>
                    <a:lnTo>
                      <a:pt x="400" y="310"/>
                    </a:lnTo>
                    <a:lnTo>
                      <a:pt x="401" y="310"/>
                    </a:lnTo>
                    <a:lnTo>
                      <a:pt x="403" y="310"/>
                    </a:lnTo>
                    <a:lnTo>
                      <a:pt x="405" y="308"/>
                    </a:lnTo>
                    <a:lnTo>
                      <a:pt x="407" y="308"/>
                    </a:lnTo>
                    <a:lnTo>
                      <a:pt x="409" y="308"/>
                    </a:lnTo>
                    <a:lnTo>
                      <a:pt x="411" y="308"/>
                    </a:lnTo>
                    <a:lnTo>
                      <a:pt x="413" y="307"/>
                    </a:lnTo>
                    <a:lnTo>
                      <a:pt x="414" y="307"/>
                    </a:lnTo>
                    <a:lnTo>
                      <a:pt x="417" y="307"/>
                    </a:lnTo>
                    <a:lnTo>
                      <a:pt x="418" y="307"/>
                    </a:lnTo>
                    <a:lnTo>
                      <a:pt x="419" y="307"/>
                    </a:lnTo>
                    <a:lnTo>
                      <a:pt x="421" y="307"/>
                    </a:lnTo>
                    <a:lnTo>
                      <a:pt x="422" y="306"/>
                    </a:lnTo>
                    <a:lnTo>
                      <a:pt x="423" y="306"/>
                    </a:lnTo>
                    <a:lnTo>
                      <a:pt x="425" y="306"/>
                    </a:lnTo>
                    <a:lnTo>
                      <a:pt x="426" y="306"/>
                    </a:lnTo>
                    <a:lnTo>
                      <a:pt x="427" y="306"/>
                    </a:lnTo>
                    <a:lnTo>
                      <a:pt x="429" y="304"/>
                    </a:lnTo>
                    <a:lnTo>
                      <a:pt x="430" y="304"/>
                    </a:lnTo>
                    <a:lnTo>
                      <a:pt x="431" y="304"/>
                    </a:lnTo>
                    <a:lnTo>
                      <a:pt x="433" y="304"/>
                    </a:lnTo>
                    <a:lnTo>
                      <a:pt x="434" y="303"/>
                    </a:lnTo>
                    <a:lnTo>
                      <a:pt x="435" y="303"/>
                    </a:lnTo>
                    <a:lnTo>
                      <a:pt x="437" y="303"/>
                    </a:lnTo>
                    <a:lnTo>
                      <a:pt x="438" y="303"/>
                    </a:lnTo>
                    <a:lnTo>
                      <a:pt x="439" y="302"/>
                    </a:lnTo>
                    <a:lnTo>
                      <a:pt x="441" y="302"/>
                    </a:lnTo>
                    <a:lnTo>
                      <a:pt x="443" y="300"/>
                    </a:lnTo>
                    <a:lnTo>
                      <a:pt x="445" y="300"/>
                    </a:lnTo>
                    <a:lnTo>
                      <a:pt x="446" y="300"/>
                    </a:lnTo>
                    <a:lnTo>
                      <a:pt x="449" y="299"/>
                    </a:lnTo>
                    <a:lnTo>
                      <a:pt x="450" y="299"/>
                    </a:lnTo>
                    <a:lnTo>
                      <a:pt x="453" y="298"/>
                    </a:lnTo>
                    <a:lnTo>
                      <a:pt x="455" y="296"/>
                    </a:lnTo>
                    <a:lnTo>
                      <a:pt x="458" y="296"/>
                    </a:lnTo>
                    <a:lnTo>
                      <a:pt x="459" y="295"/>
                    </a:lnTo>
                    <a:lnTo>
                      <a:pt x="462" y="295"/>
                    </a:lnTo>
                    <a:lnTo>
                      <a:pt x="465" y="294"/>
                    </a:lnTo>
                    <a:lnTo>
                      <a:pt x="466" y="294"/>
                    </a:lnTo>
                    <a:lnTo>
                      <a:pt x="467" y="294"/>
                    </a:lnTo>
                    <a:lnTo>
                      <a:pt x="470" y="292"/>
                    </a:lnTo>
                    <a:lnTo>
                      <a:pt x="471" y="292"/>
                    </a:lnTo>
                    <a:lnTo>
                      <a:pt x="473" y="291"/>
                    </a:lnTo>
                    <a:lnTo>
                      <a:pt x="474" y="291"/>
                    </a:lnTo>
                    <a:lnTo>
                      <a:pt x="475" y="291"/>
                    </a:lnTo>
                    <a:lnTo>
                      <a:pt x="476" y="290"/>
                    </a:lnTo>
                    <a:lnTo>
                      <a:pt x="478" y="290"/>
                    </a:lnTo>
                    <a:lnTo>
                      <a:pt x="479" y="290"/>
                    </a:lnTo>
                    <a:lnTo>
                      <a:pt x="480" y="288"/>
                    </a:lnTo>
                    <a:lnTo>
                      <a:pt x="482" y="288"/>
                    </a:lnTo>
                    <a:lnTo>
                      <a:pt x="483" y="287"/>
                    </a:lnTo>
                    <a:lnTo>
                      <a:pt x="484" y="287"/>
                    </a:lnTo>
                    <a:lnTo>
                      <a:pt x="486" y="286"/>
                    </a:lnTo>
                    <a:lnTo>
                      <a:pt x="487" y="286"/>
                    </a:lnTo>
                    <a:lnTo>
                      <a:pt x="488" y="286"/>
                    </a:lnTo>
                    <a:lnTo>
                      <a:pt x="490" y="284"/>
                    </a:lnTo>
                    <a:lnTo>
                      <a:pt x="491" y="284"/>
                    </a:lnTo>
                    <a:lnTo>
                      <a:pt x="492" y="283"/>
                    </a:lnTo>
                    <a:lnTo>
                      <a:pt x="494" y="283"/>
                    </a:lnTo>
                    <a:lnTo>
                      <a:pt x="495" y="282"/>
                    </a:lnTo>
                    <a:lnTo>
                      <a:pt x="498" y="280"/>
                    </a:lnTo>
                    <a:lnTo>
                      <a:pt x="499" y="280"/>
                    </a:lnTo>
                    <a:lnTo>
                      <a:pt x="500" y="279"/>
                    </a:lnTo>
                    <a:lnTo>
                      <a:pt x="503" y="278"/>
                    </a:lnTo>
                    <a:lnTo>
                      <a:pt x="504" y="276"/>
                    </a:lnTo>
                    <a:lnTo>
                      <a:pt x="507" y="276"/>
                    </a:lnTo>
                    <a:lnTo>
                      <a:pt x="508" y="275"/>
                    </a:lnTo>
                    <a:lnTo>
                      <a:pt x="511" y="274"/>
                    </a:lnTo>
                    <a:lnTo>
                      <a:pt x="512" y="274"/>
                    </a:lnTo>
                    <a:lnTo>
                      <a:pt x="514" y="272"/>
                    </a:lnTo>
                    <a:lnTo>
                      <a:pt x="516" y="271"/>
                    </a:lnTo>
                    <a:lnTo>
                      <a:pt x="518" y="271"/>
                    </a:lnTo>
                    <a:lnTo>
                      <a:pt x="519" y="270"/>
                    </a:lnTo>
                    <a:lnTo>
                      <a:pt x="520" y="270"/>
                    </a:lnTo>
                    <a:lnTo>
                      <a:pt x="522" y="268"/>
                    </a:lnTo>
                    <a:lnTo>
                      <a:pt x="523" y="268"/>
                    </a:lnTo>
                    <a:lnTo>
                      <a:pt x="524" y="267"/>
                    </a:lnTo>
                    <a:lnTo>
                      <a:pt x="526" y="267"/>
                    </a:lnTo>
                    <a:lnTo>
                      <a:pt x="527" y="266"/>
                    </a:lnTo>
                    <a:lnTo>
                      <a:pt x="528" y="266"/>
                    </a:lnTo>
                    <a:lnTo>
                      <a:pt x="528" y="264"/>
                    </a:lnTo>
                    <a:lnTo>
                      <a:pt x="530" y="264"/>
                    </a:lnTo>
                    <a:lnTo>
                      <a:pt x="531" y="264"/>
                    </a:lnTo>
                    <a:lnTo>
                      <a:pt x="532" y="263"/>
                    </a:lnTo>
                    <a:lnTo>
                      <a:pt x="534" y="263"/>
                    </a:lnTo>
                    <a:lnTo>
                      <a:pt x="534" y="262"/>
                    </a:lnTo>
                    <a:lnTo>
                      <a:pt x="535" y="262"/>
                    </a:lnTo>
                    <a:lnTo>
                      <a:pt x="536" y="261"/>
                    </a:lnTo>
                    <a:lnTo>
                      <a:pt x="538" y="261"/>
                    </a:lnTo>
                    <a:lnTo>
                      <a:pt x="539" y="259"/>
                    </a:lnTo>
                    <a:lnTo>
                      <a:pt x="540" y="259"/>
                    </a:lnTo>
                    <a:lnTo>
                      <a:pt x="542" y="258"/>
                    </a:lnTo>
                    <a:lnTo>
                      <a:pt x="543" y="257"/>
                    </a:lnTo>
                    <a:lnTo>
                      <a:pt x="546" y="257"/>
                    </a:lnTo>
                    <a:lnTo>
                      <a:pt x="547" y="255"/>
                    </a:lnTo>
                    <a:lnTo>
                      <a:pt x="548" y="254"/>
                    </a:lnTo>
                    <a:lnTo>
                      <a:pt x="551" y="253"/>
                    </a:lnTo>
                    <a:lnTo>
                      <a:pt x="552" y="253"/>
                    </a:lnTo>
                    <a:lnTo>
                      <a:pt x="553" y="251"/>
                    </a:lnTo>
                    <a:lnTo>
                      <a:pt x="556" y="250"/>
                    </a:lnTo>
                    <a:lnTo>
                      <a:pt x="557" y="250"/>
                    </a:lnTo>
                    <a:lnTo>
                      <a:pt x="559" y="249"/>
                    </a:lnTo>
                    <a:lnTo>
                      <a:pt x="560" y="247"/>
                    </a:lnTo>
                    <a:lnTo>
                      <a:pt x="561" y="247"/>
                    </a:lnTo>
                    <a:lnTo>
                      <a:pt x="563" y="246"/>
                    </a:lnTo>
                    <a:lnTo>
                      <a:pt x="564" y="245"/>
                    </a:lnTo>
                    <a:lnTo>
                      <a:pt x="565" y="245"/>
                    </a:lnTo>
                    <a:lnTo>
                      <a:pt x="567" y="245"/>
                    </a:lnTo>
                    <a:lnTo>
                      <a:pt x="567" y="243"/>
                    </a:lnTo>
                    <a:lnTo>
                      <a:pt x="568" y="243"/>
                    </a:lnTo>
                    <a:lnTo>
                      <a:pt x="569" y="242"/>
                    </a:lnTo>
                    <a:lnTo>
                      <a:pt x="571" y="242"/>
                    </a:lnTo>
                    <a:lnTo>
                      <a:pt x="572" y="241"/>
                    </a:lnTo>
                    <a:lnTo>
                      <a:pt x="573" y="239"/>
                    </a:lnTo>
                    <a:lnTo>
                      <a:pt x="575" y="239"/>
                    </a:lnTo>
                    <a:lnTo>
                      <a:pt x="575" y="238"/>
                    </a:lnTo>
                    <a:lnTo>
                      <a:pt x="576" y="238"/>
                    </a:lnTo>
                    <a:lnTo>
                      <a:pt x="577" y="237"/>
                    </a:lnTo>
                    <a:lnTo>
                      <a:pt x="579" y="237"/>
                    </a:lnTo>
                    <a:lnTo>
                      <a:pt x="580" y="235"/>
                    </a:lnTo>
                    <a:lnTo>
                      <a:pt x="581" y="235"/>
                    </a:lnTo>
                    <a:lnTo>
                      <a:pt x="581" y="234"/>
                    </a:lnTo>
                    <a:lnTo>
                      <a:pt x="583" y="234"/>
                    </a:lnTo>
                    <a:lnTo>
                      <a:pt x="585" y="233"/>
                    </a:lnTo>
                    <a:lnTo>
                      <a:pt x="587" y="231"/>
                    </a:lnTo>
                    <a:lnTo>
                      <a:pt x="588" y="230"/>
                    </a:lnTo>
                    <a:lnTo>
                      <a:pt x="589" y="230"/>
                    </a:lnTo>
                    <a:lnTo>
                      <a:pt x="591" y="229"/>
                    </a:lnTo>
                    <a:lnTo>
                      <a:pt x="592" y="227"/>
                    </a:lnTo>
                    <a:lnTo>
                      <a:pt x="593" y="227"/>
                    </a:lnTo>
                    <a:lnTo>
                      <a:pt x="593" y="226"/>
                    </a:lnTo>
                    <a:lnTo>
                      <a:pt x="595" y="226"/>
                    </a:lnTo>
                    <a:lnTo>
                      <a:pt x="596" y="225"/>
                    </a:lnTo>
                    <a:lnTo>
                      <a:pt x="597" y="225"/>
                    </a:lnTo>
                    <a:lnTo>
                      <a:pt x="597" y="223"/>
                    </a:lnTo>
                    <a:lnTo>
                      <a:pt x="599" y="223"/>
                    </a:lnTo>
                    <a:lnTo>
                      <a:pt x="600" y="223"/>
                    </a:lnTo>
                    <a:lnTo>
                      <a:pt x="600" y="222"/>
                    </a:lnTo>
                    <a:lnTo>
                      <a:pt x="601" y="222"/>
                    </a:lnTo>
                    <a:lnTo>
                      <a:pt x="603" y="221"/>
                    </a:lnTo>
                    <a:lnTo>
                      <a:pt x="604" y="221"/>
                    </a:lnTo>
                    <a:lnTo>
                      <a:pt x="604" y="219"/>
                    </a:lnTo>
                    <a:lnTo>
                      <a:pt x="605" y="219"/>
                    </a:lnTo>
                    <a:lnTo>
                      <a:pt x="605" y="218"/>
                    </a:lnTo>
                    <a:lnTo>
                      <a:pt x="607" y="218"/>
                    </a:lnTo>
                    <a:lnTo>
                      <a:pt x="608" y="217"/>
                    </a:lnTo>
                    <a:lnTo>
                      <a:pt x="609" y="215"/>
                    </a:lnTo>
                    <a:lnTo>
                      <a:pt x="611" y="214"/>
                    </a:lnTo>
                    <a:lnTo>
                      <a:pt x="612" y="214"/>
                    </a:lnTo>
                    <a:lnTo>
                      <a:pt x="612" y="213"/>
                    </a:lnTo>
                    <a:lnTo>
                      <a:pt x="613" y="213"/>
                    </a:lnTo>
                    <a:lnTo>
                      <a:pt x="615" y="211"/>
                    </a:lnTo>
                    <a:lnTo>
                      <a:pt x="616" y="210"/>
                    </a:lnTo>
                    <a:lnTo>
                      <a:pt x="617" y="209"/>
                    </a:lnTo>
                    <a:lnTo>
                      <a:pt x="619" y="209"/>
                    </a:lnTo>
                    <a:lnTo>
                      <a:pt x="619" y="207"/>
                    </a:lnTo>
                    <a:lnTo>
                      <a:pt x="620" y="207"/>
                    </a:lnTo>
                    <a:lnTo>
                      <a:pt x="621" y="206"/>
                    </a:lnTo>
                    <a:lnTo>
                      <a:pt x="622" y="206"/>
                    </a:lnTo>
                    <a:lnTo>
                      <a:pt x="622" y="205"/>
                    </a:lnTo>
                    <a:lnTo>
                      <a:pt x="624" y="205"/>
                    </a:lnTo>
                    <a:lnTo>
                      <a:pt x="625" y="203"/>
                    </a:lnTo>
                    <a:lnTo>
                      <a:pt x="626" y="202"/>
                    </a:lnTo>
                    <a:lnTo>
                      <a:pt x="628" y="202"/>
                    </a:lnTo>
                    <a:lnTo>
                      <a:pt x="628" y="201"/>
                    </a:lnTo>
                    <a:lnTo>
                      <a:pt x="629" y="201"/>
                    </a:lnTo>
                    <a:lnTo>
                      <a:pt x="630" y="199"/>
                    </a:lnTo>
                    <a:lnTo>
                      <a:pt x="632" y="199"/>
                    </a:lnTo>
                    <a:lnTo>
                      <a:pt x="632" y="198"/>
                    </a:lnTo>
                    <a:lnTo>
                      <a:pt x="633" y="198"/>
                    </a:lnTo>
                    <a:lnTo>
                      <a:pt x="634" y="197"/>
                    </a:lnTo>
                    <a:lnTo>
                      <a:pt x="636" y="195"/>
                    </a:lnTo>
                    <a:lnTo>
                      <a:pt x="637" y="195"/>
                    </a:lnTo>
                    <a:lnTo>
                      <a:pt x="638" y="194"/>
                    </a:lnTo>
                    <a:lnTo>
                      <a:pt x="640" y="193"/>
                    </a:lnTo>
                    <a:lnTo>
                      <a:pt x="641" y="193"/>
                    </a:lnTo>
                    <a:lnTo>
                      <a:pt x="641" y="191"/>
                    </a:lnTo>
                    <a:lnTo>
                      <a:pt x="642" y="191"/>
                    </a:lnTo>
                    <a:lnTo>
                      <a:pt x="644" y="190"/>
                    </a:lnTo>
                    <a:lnTo>
                      <a:pt x="645" y="190"/>
                    </a:lnTo>
                    <a:lnTo>
                      <a:pt x="645" y="189"/>
                    </a:lnTo>
                    <a:lnTo>
                      <a:pt x="646" y="189"/>
                    </a:lnTo>
                    <a:lnTo>
                      <a:pt x="648" y="188"/>
                    </a:lnTo>
                    <a:lnTo>
                      <a:pt x="649" y="186"/>
                    </a:lnTo>
                    <a:lnTo>
                      <a:pt x="650" y="186"/>
                    </a:lnTo>
                    <a:lnTo>
                      <a:pt x="650" y="185"/>
                    </a:lnTo>
                    <a:lnTo>
                      <a:pt x="652" y="185"/>
                    </a:lnTo>
                    <a:lnTo>
                      <a:pt x="652" y="184"/>
                    </a:lnTo>
                    <a:lnTo>
                      <a:pt x="653" y="184"/>
                    </a:lnTo>
                    <a:lnTo>
                      <a:pt x="654" y="182"/>
                    </a:lnTo>
                    <a:lnTo>
                      <a:pt x="656" y="181"/>
                    </a:lnTo>
                    <a:lnTo>
                      <a:pt x="657" y="180"/>
                    </a:lnTo>
                    <a:lnTo>
                      <a:pt x="657" y="178"/>
                    </a:lnTo>
                    <a:lnTo>
                      <a:pt x="658" y="178"/>
                    </a:lnTo>
                    <a:lnTo>
                      <a:pt x="660" y="177"/>
                    </a:lnTo>
                    <a:lnTo>
                      <a:pt x="661" y="176"/>
                    </a:lnTo>
                    <a:lnTo>
                      <a:pt x="662" y="174"/>
                    </a:lnTo>
                    <a:lnTo>
                      <a:pt x="664" y="173"/>
                    </a:lnTo>
                    <a:lnTo>
                      <a:pt x="664" y="172"/>
                    </a:lnTo>
                    <a:lnTo>
                      <a:pt x="665" y="170"/>
                    </a:lnTo>
                    <a:lnTo>
                      <a:pt x="666" y="169"/>
                    </a:lnTo>
                    <a:lnTo>
                      <a:pt x="668" y="168"/>
                    </a:lnTo>
                    <a:lnTo>
                      <a:pt x="669" y="166"/>
                    </a:lnTo>
                    <a:lnTo>
                      <a:pt x="670" y="165"/>
                    </a:lnTo>
                    <a:lnTo>
                      <a:pt x="672" y="165"/>
                    </a:lnTo>
                    <a:lnTo>
                      <a:pt x="673" y="164"/>
                    </a:lnTo>
                    <a:lnTo>
                      <a:pt x="673" y="162"/>
                    </a:lnTo>
                    <a:lnTo>
                      <a:pt x="674" y="161"/>
                    </a:lnTo>
                    <a:lnTo>
                      <a:pt x="676" y="161"/>
                    </a:lnTo>
                    <a:lnTo>
                      <a:pt x="676" y="160"/>
                    </a:lnTo>
                    <a:lnTo>
                      <a:pt x="677" y="158"/>
                    </a:lnTo>
                    <a:lnTo>
                      <a:pt x="678" y="157"/>
                    </a:lnTo>
                    <a:lnTo>
                      <a:pt x="680" y="156"/>
                    </a:lnTo>
                    <a:lnTo>
                      <a:pt x="681" y="154"/>
                    </a:lnTo>
                    <a:lnTo>
                      <a:pt x="682" y="153"/>
                    </a:lnTo>
                    <a:lnTo>
                      <a:pt x="682" y="152"/>
                    </a:lnTo>
                    <a:lnTo>
                      <a:pt x="684" y="152"/>
                    </a:lnTo>
                    <a:lnTo>
                      <a:pt x="684" y="150"/>
                    </a:lnTo>
                    <a:lnTo>
                      <a:pt x="685" y="149"/>
                    </a:lnTo>
                    <a:lnTo>
                      <a:pt x="686" y="149"/>
                    </a:lnTo>
                    <a:lnTo>
                      <a:pt x="686" y="148"/>
                    </a:lnTo>
                    <a:lnTo>
                      <a:pt x="688" y="146"/>
                    </a:lnTo>
                    <a:lnTo>
                      <a:pt x="689" y="145"/>
                    </a:lnTo>
                    <a:lnTo>
                      <a:pt x="689" y="144"/>
                    </a:lnTo>
                    <a:lnTo>
                      <a:pt x="690" y="142"/>
                    </a:lnTo>
                    <a:lnTo>
                      <a:pt x="692" y="141"/>
                    </a:lnTo>
                    <a:lnTo>
                      <a:pt x="693" y="140"/>
                    </a:lnTo>
                    <a:lnTo>
                      <a:pt x="694" y="138"/>
                    </a:lnTo>
                    <a:lnTo>
                      <a:pt x="695" y="136"/>
                    </a:lnTo>
                    <a:lnTo>
                      <a:pt x="697" y="134"/>
                    </a:lnTo>
                    <a:lnTo>
                      <a:pt x="698" y="133"/>
                    </a:lnTo>
                    <a:lnTo>
                      <a:pt x="701" y="130"/>
                    </a:lnTo>
                    <a:lnTo>
                      <a:pt x="702" y="129"/>
                    </a:lnTo>
                    <a:lnTo>
                      <a:pt x="702" y="128"/>
                    </a:lnTo>
                    <a:lnTo>
                      <a:pt x="703" y="126"/>
                    </a:lnTo>
                    <a:lnTo>
                      <a:pt x="705" y="125"/>
                    </a:lnTo>
                    <a:lnTo>
                      <a:pt x="706" y="124"/>
                    </a:lnTo>
                    <a:lnTo>
                      <a:pt x="707" y="122"/>
                    </a:lnTo>
                    <a:lnTo>
                      <a:pt x="707" y="121"/>
                    </a:lnTo>
                    <a:lnTo>
                      <a:pt x="709" y="120"/>
                    </a:lnTo>
                    <a:lnTo>
                      <a:pt x="710" y="120"/>
                    </a:lnTo>
                    <a:lnTo>
                      <a:pt x="710" y="118"/>
                    </a:lnTo>
                    <a:lnTo>
                      <a:pt x="711" y="117"/>
                    </a:lnTo>
                    <a:lnTo>
                      <a:pt x="713" y="116"/>
                    </a:lnTo>
                    <a:lnTo>
                      <a:pt x="714" y="114"/>
                    </a:lnTo>
                    <a:lnTo>
                      <a:pt x="714" y="113"/>
                    </a:lnTo>
                    <a:lnTo>
                      <a:pt x="715" y="112"/>
                    </a:lnTo>
                    <a:lnTo>
                      <a:pt x="717" y="111"/>
                    </a:lnTo>
                    <a:lnTo>
                      <a:pt x="718" y="109"/>
                    </a:lnTo>
                    <a:lnTo>
                      <a:pt x="719" y="108"/>
                    </a:lnTo>
                    <a:lnTo>
                      <a:pt x="719" y="107"/>
                    </a:lnTo>
                    <a:lnTo>
                      <a:pt x="721" y="105"/>
                    </a:lnTo>
                    <a:lnTo>
                      <a:pt x="722" y="104"/>
                    </a:lnTo>
                    <a:lnTo>
                      <a:pt x="722" y="103"/>
                    </a:lnTo>
                    <a:lnTo>
                      <a:pt x="723" y="101"/>
                    </a:lnTo>
                    <a:lnTo>
                      <a:pt x="725" y="99"/>
                    </a:lnTo>
                    <a:lnTo>
                      <a:pt x="726" y="97"/>
                    </a:lnTo>
                    <a:lnTo>
                      <a:pt x="727" y="96"/>
                    </a:lnTo>
                    <a:lnTo>
                      <a:pt x="729" y="93"/>
                    </a:lnTo>
                    <a:lnTo>
                      <a:pt x="730" y="91"/>
                    </a:lnTo>
                    <a:lnTo>
                      <a:pt x="731" y="89"/>
                    </a:lnTo>
                    <a:lnTo>
                      <a:pt x="734" y="87"/>
                    </a:lnTo>
                    <a:lnTo>
                      <a:pt x="735" y="85"/>
                    </a:lnTo>
                    <a:lnTo>
                      <a:pt x="735" y="84"/>
                    </a:lnTo>
                    <a:lnTo>
                      <a:pt x="737" y="81"/>
                    </a:lnTo>
                    <a:lnTo>
                      <a:pt x="738" y="80"/>
                    </a:lnTo>
                    <a:lnTo>
                      <a:pt x="739" y="79"/>
                    </a:lnTo>
                    <a:lnTo>
                      <a:pt x="741" y="77"/>
                    </a:lnTo>
                    <a:lnTo>
                      <a:pt x="742" y="76"/>
                    </a:lnTo>
                    <a:lnTo>
                      <a:pt x="742" y="75"/>
                    </a:lnTo>
                    <a:lnTo>
                      <a:pt x="743" y="73"/>
                    </a:lnTo>
                    <a:lnTo>
                      <a:pt x="745" y="72"/>
                    </a:lnTo>
                    <a:lnTo>
                      <a:pt x="746" y="71"/>
                    </a:lnTo>
                    <a:lnTo>
                      <a:pt x="746" y="69"/>
                    </a:lnTo>
                    <a:lnTo>
                      <a:pt x="747" y="68"/>
                    </a:lnTo>
                    <a:lnTo>
                      <a:pt x="749" y="67"/>
                    </a:lnTo>
                    <a:lnTo>
                      <a:pt x="749" y="65"/>
                    </a:lnTo>
                    <a:lnTo>
                      <a:pt x="750" y="64"/>
                    </a:lnTo>
                    <a:lnTo>
                      <a:pt x="751" y="63"/>
                    </a:lnTo>
                    <a:lnTo>
                      <a:pt x="753" y="61"/>
                    </a:lnTo>
                    <a:lnTo>
                      <a:pt x="754" y="60"/>
                    </a:lnTo>
                    <a:lnTo>
                      <a:pt x="754" y="59"/>
                    </a:lnTo>
                    <a:lnTo>
                      <a:pt x="755" y="57"/>
                    </a:lnTo>
                    <a:lnTo>
                      <a:pt x="757" y="55"/>
                    </a:lnTo>
                    <a:lnTo>
                      <a:pt x="758" y="53"/>
                    </a:lnTo>
                    <a:lnTo>
                      <a:pt x="759" y="52"/>
                    </a:lnTo>
                    <a:lnTo>
                      <a:pt x="761" y="51"/>
                    </a:lnTo>
                    <a:lnTo>
                      <a:pt x="762" y="48"/>
                    </a:lnTo>
                    <a:lnTo>
                      <a:pt x="763" y="47"/>
                    </a:lnTo>
                    <a:lnTo>
                      <a:pt x="765" y="44"/>
                    </a:lnTo>
                    <a:lnTo>
                      <a:pt x="766" y="41"/>
                    </a:lnTo>
                    <a:lnTo>
                      <a:pt x="767" y="40"/>
                    </a:lnTo>
                    <a:lnTo>
                      <a:pt x="769" y="38"/>
                    </a:lnTo>
                    <a:lnTo>
                      <a:pt x="770" y="36"/>
                    </a:lnTo>
                    <a:lnTo>
                      <a:pt x="771" y="35"/>
                    </a:lnTo>
                    <a:lnTo>
                      <a:pt x="772" y="32"/>
                    </a:lnTo>
                    <a:lnTo>
                      <a:pt x="774" y="31"/>
                    </a:lnTo>
                    <a:lnTo>
                      <a:pt x="775" y="30"/>
                    </a:lnTo>
                    <a:lnTo>
                      <a:pt x="775" y="28"/>
                    </a:lnTo>
                    <a:lnTo>
                      <a:pt x="776" y="27"/>
                    </a:lnTo>
                    <a:lnTo>
                      <a:pt x="778" y="26"/>
                    </a:lnTo>
                    <a:lnTo>
                      <a:pt x="778" y="24"/>
                    </a:lnTo>
                    <a:lnTo>
                      <a:pt x="779" y="24"/>
                    </a:lnTo>
                    <a:lnTo>
                      <a:pt x="780" y="23"/>
                    </a:lnTo>
                    <a:lnTo>
                      <a:pt x="780" y="22"/>
                    </a:lnTo>
                    <a:lnTo>
                      <a:pt x="782" y="20"/>
                    </a:lnTo>
                    <a:lnTo>
                      <a:pt x="783" y="19"/>
                    </a:lnTo>
                    <a:lnTo>
                      <a:pt x="783" y="18"/>
                    </a:lnTo>
                    <a:lnTo>
                      <a:pt x="784" y="16"/>
                    </a:lnTo>
                    <a:lnTo>
                      <a:pt x="784" y="15"/>
                    </a:lnTo>
                    <a:lnTo>
                      <a:pt x="786" y="15"/>
                    </a:lnTo>
                    <a:lnTo>
                      <a:pt x="786" y="14"/>
                    </a:lnTo>
                    <a:lnTo>
                      <a:pt x="787" y="12"/>
                    </a:lnTo>
                    <a:lnTo>
                      <a:pt x="787" y="11"/>
                    </a:lnTo>
                    <a:lnTo>
                      <a:pt x="788" y="10"/>
                    </a:lnTo>
                    <a:lnTo>
                      <a:pt x="788" y="8"/>
                    </a:lnTo>
                    <a:lnTo>
                      <a:pt x="790" y="7"/>
                    </a:lnTo>
                    <a:lnTo>
                      <a:pt x="791" y="6"/>
                    </a:lnTo>
                    <a:lnTo>
                      <a:pt x="791" y="4"/>
                    </a:lnTo>
                    <a:lnTo>
                      <a:pt x="792" y="2"/>
                    </a:lnTo>
                    <a:lnTo>
                      <a:pt x="794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18912" name="Freeform 88">
                <a:extLst>
                  <a:ext uri="{FF2B5EF4-FFF2-40B4-BE49-F238E27FC236}">
                    <a16:creationId xmlns:a16="http://schemas.microsoft.com/office/drawing/2014/main" id="{F77248C7-DCA0-457C-A3A2-829B940FA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505902"/>
                <a:ext cx="74612" cy="252412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0"/>
                    </a:moveTo>
                    <a:lnTo>
                      <a:pt x="3" y="4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7" y="13"/>
                    </a:lnTo>
                    <a:lnTo>
                      <a:pt x="9" y="16"/>
                    </a:lnTo>
                    <a:lnTo>
                      <a:pt x="11" y="19"/>
                    </a:lnTo>
                    <a:lnTo>
                      <a:pt x="12" y="20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9" y="33"/>
                    </a:lnTo>
                    <a:lnTo>
                      <a:pt x="20" y="35"/>
                    </a:lnTo>
                    <a:lnTo>
                      <a:pt x="20" y="36"/>
                    </a:lnTo>
                    <a:lnTo>
                      <a:pt x="21" y="37"/>
                    </a:lnTo>
                    <a:lnTo>
                      <a:pt x="21" y="39"/>
                    </a:lnTo>
                    <a:lnTo>
                      <a:pt x="23" y="40"/>
                    </a:lnTo>
                    <a:lnTo>
                      <a:pt x="23" y="41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4" y="45"/>
                    </a:lnTo>
                    <a:lnTo>
                      <a:pt x="25" y="47"/>
                    </a:lnTo>
                    <a:lnTo>
                      <a:pt x="25" y="48"/>
                    </a:lnTo>
                    <a:lnTo>
                      <a:pt x="27" y="49"/>
                    </a:lnTo>
                    <a:lnTo>
                      <a:pt x="27" y="51"/>
                    </a:lnTo>
                    <a:lnTo>
                      <a:pt x="28" y="52"/>
                    </a:lnTo>
                    <a:lnTo>
                      <a:pt x="28" y="53"/>
                    </a:lnTo>
                    <a:lnTo>
                      <a:pt x="29" y="55"/>
                    </a:lnTo>
                    <a:lnTo>
                      <a:pt x="29" y="57"/>
                    </a:lnTo>
                    <a:lnTo>
                      <a:pt x="31" y="58"/>
                    </a:lnTo>
                    <a:lnTo>
                      <a:pt x="31" y="60"/>
                    </a:lnTo>
                    <a:lnTo>
                      <a:pt x="32" y="62"/>
                    </a:lnTo>
                    <a:lnTo>
                      <a:pt x="32" y="64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5" y="70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7" y="74"/>
                    </a:lnTo>
                    <a:lnTo>
                      <a:pt x="37" y="76"/>
                    </a:lnTo>
                    <a:lnTo>
                      <a:pt x="37" y="77"/>
                    </a:lnTo>
                    <a:lnTo>
                      <a:pt x="39" y="78"/>
                    </a:lnTo>
                    <a:lnTo>
                      <a:pt x="39" y="80"/>
                    </a:lnTo>
                    <a:lnTo>
                      <a:pt x="40" y="81"/>
                    </a:lnTo>
                    <a:lnTo>
                      <a:pt x="40" y="82"/>
                    </a:lnTo>
                    <a:lnTo>
                      <a:pt x="41" y="84"/>
                    </a:lnTo>
                    <a:lnTo>
                      <a:pt x="41" y="85"/>
                    </a:lnTo>
                    <a:lnTo>
                      <a:pt x="41" y="86"/>
                    </a:lnTo>
                    <a:lnTo>
                      <a:pt x="42" y="88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4" y="93"/>
                    </a:lnTo>
                    <a:lnTo>
                      <a:pt x="44" y="94"/>
                    </a:lnTo>
                    <a:lnTo>
                      <a:pt x="45" y="96"/>
                    </a:lnTo>
                    <a:lnTo>
                      <a:pt x="45" y="98"/>
                    </a:lnTo>
                    <a:lnTo>
                      <a:pt x="46" y="100"/>
                    </a:lnTo>
                    <a:lnTo>
                      <a:pt x="48" y="102"/>
                    </a:lnTo>
                    <a:lnTo>
                      <a:pt x="48" y="105"/>
                    </a:lnTo>
                    <a:lnTo>
                      <a:pt x="49" y="106"/>
                    </a:lnTo>
                    <a:lnTo>
                      <a:pt x="49" y="109"/>
                    </a:lnTo>
                    <a:lnTo>
                      <a:pt x="50" y="110"/>
                    </a:lnTo>
                    <a:lnTo>
                      <a:pt x="52" y="112"/>
                    </a:lnTo>
                    <a:lnTo>
                      <a:pt x="52" y="113"/>
                    </a:lnTo>
                    <a:lnTo>
                      <a:pt x="52" y="116"/>
                    </a:lnTo>
                    <a:lnTo>
                      <a:pt x="53" y="117"/>
                    </a:lnTo>
                    <a:lnTo>
                      <a:pt x="53" y="118"/>
                    </a:lnTo>
                    <a:lnTo>
                      <a:pt x="54" y="120"/>
                    </a:lnTo>
                    <a:lnTo>
                      <a:pt x="54" y="121"/>
                    </a:lnTo>
                    <a:lnTo>
                      <a:pt x="54" y="122"/>
                    </a:lnTo>
                    <a:lnTo>
                      <a:pt x="56" y="122"/>
                    </a:lnTo>
                    <a:lnTo>
                      <a:pt x="56" y="124"/>
                    </a:lnTo>
                    <a:lnTo>
                      <a:pt x="56" y="125"/>
                    </a:lnTo>
                    <a:lnTo>
                      <a:pt x="57" y="126"/>
                    </a:lnTo>
                    <a:lnTo>
                      <a:pt x="57" y="128"/>
                    </a:lnTo>
                    <a:lnTo>
                      <a:pt x="57" y="129"/>
                    </a:lnTo>
                    <a:lnTo>
                      <a:pt x="57" y="130"/>
                    </a:lnTo>
                    <a:lnTo>
                      <a:pt x="58" y="131"/>
                    </a:lnTo>
                    <a:lnTo>
                      <a:pt x="58" y="133"/>
                    </a:lnTo>
                    <a:lnTo>
                      <a:pt x="60" y="134"/>
                    </a:lnTo>
                    <a:lnTo>
                      <a:pt x="60" y="135"/>
                    </a:lnTo>
                    <a:lnTo>
                      <a:pt x="60" y="137"/>
                    </a:lnTo>
                    <a:lnTo>
                      <a:pt x="61" y="139"/>
                    </a:lnTo>
                    <a:lnTo>
                      <a:pt x="61" y="141"/>
                    </a:lnTo>
                    <a:lnTo>
                      <a:pt x="61" y="142"/>
                    </a:lnTo>
                    <a:lnTo>
                      <a:pt x="62" y="143"/>
                    </a:lnTo>
                    <a:lnTo>
                      <a:pt x="62" y="146"/>
                    </a:lnTo>
                    <a:lnTo>
                      <a:pt x="64" y="147"/>
                    </a:lnTo>
                    <a:lnTo>
                      <a:pt x="64" y="150"/>
                    </a:lnTo>
                    <a:lnTo>
                      <a:pt x="65" y="153"/>
                    </a:lnTo>
                    <a:lnTo>
                      <a:pt x="65" y="154"/>
                    </a:lnTo>
                    <a:lnTo>
                      <a:pt x="66" y="157"/>
                    </a:lnTo>
                    <a:lnTo>
                      <a:pt x="66" y="158"/>
                    </a:lnTo>
                    <a:lnTo>
                      <a:pt x="68" y="159"/>
                    </a:lnTo>
                    <a:lnTo>
                      <a:pt x="68" y="162"/>
                    </a:lnTo>
                    <a:lnTo>
                      <a:pt x="68" y="163"/>
                    </a:lnTo>
                    <a:lnTo>
                      <a:pt x="69" y="165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0" y="170"/>
                    </a:lnTo>
                    <a:lnTo>
                      <a:pt x="70" y="171"/>
                    </a:lnTo>
                    <a:lnTo>
                      <a:pt x="70" y="173"/>
                    </a:lnTo>
                    <a:lnTo>
                      <a:pt x="72" y="173"/>
                    </a:lnTo>
                    <a:lnTo>
                      <a:pt x="72" y="174"/>
                    </a:lnTo>
                    <a:lnTo>
                      <a:pt x="72" y="175"/>
                    </a:lnTo>
                    <a:lnTo>
                      <a:pt x="72" y="177"/>
                    </a:lnTo>
                    <a:lnTo>
                      <a:pt x="73" y="178"/>
                    </a:lnTo>
                    <a:lnTo>
                      <a:pt x="73" y="179"/>
                    </a:lnTo>
                    <a:lnTo>
                      <a:pt x="73" y="181"/>
                    </a:lnTo>
                    <a:lnTo>
                      <a:pt x="74" y="182"/>
                    </a:lnTo>
                    <a:lnTo>
                      <a:pt x="74" y="183"/>
                    </a:lnTo>
                    <a:lnTo>
                      <a:pt x="74" y="185"/>
                    </a:lnTo>
                    <a:lnTo>
                      <a:pt x="76" y="186"/>
                    </a:lnTo>
                    <a:lnTo>
                      <a:pt x="76" y="187"/>
                    </a:lnTo>
                    <a:lnTo>
                      <a:pt x="76" y="189"/>
                    </a:lnTo>
                    <a:lnTo>
                      <a:pt x="77" y="190"/>
                    </a:lnTo>
                    <a:lnTo>
                      <a:pt x="77" y="193"/>
                    </a:lnTo>
                    <a:lnTo>
                      <a:pt x="78" y="194"/>
                    </a:lnTo>
                    <a:lnTo>
                      <a:pt x="78" y="197"/>
                    </a:lnTo>
                    <a:lnTo>
                      <a:pt x="78" y="198"/>
                    </a:lnTo>
                    <a:lnTo>
                      <a:pt x="80" y="201"/>
                    </a:lnTo>
                    <a:lnTo>
                      <a:pt x="80" y="203"/>
                    </a:lnTo>
                    <a:lnTo>
                      <a:pt x="81" y="205"/>
                    </a:lnTo>
                    <a:lnTo>
                      <a:pt x="81" y="206"/>
                    </a:lnTo>
                    <a:lnTo>
                      <a:pt x="82" y="208"/>
                    </a:lnTo>
                    <a:lnTo>
                      <a:pt x="82" y="210"/>
                    </a:lnTo>
                    <a:lnTo>
                      <a:pt x="82" y="211"/>
                    </a:lnTo>
                    <a:lnTo>
                      <a:pt x="84" y="212"/>
                    </a:lnTo>
                    <a:lnTo>
                      <a:pt x="84" y="214"/>
                    </a:lnTo>
                    <a:lnTo>
                      <a:pt x="84" y="215"/>
                    </a:lnTo>
                    <a:lnTo>
                      <a:pt x="85" y="216"/>
                    </a:lnTo>
                    <a:lnTo>
                      <a:pt x="85" y="218"/>
                    </a:lnTo>
                    <a:lnTo>
                      <a:pt x="85" y="219"/>
                    </a:lnTo>
                    <a:lnTo>
                      <a:pt x="85" y="220"/>
                    </a:lnTo>
                    <a:lnTo>
                      <a:pt x="86" y="222"/>
                    </a:lnTo>
                    <a:lnTo>
                      <a:pt x="86" y="223"/>
                    </a:lnTo>
                    <a:lnTo>
                      <a:pt x="86" y="224"/>
                    </a:lnTo>
                    <a:lnTo>
                      <a:pt x="86" y="226"/>
                    </a:lnTo>
                    <a:lnTo>
                      <a:pt x="86" y="227"/>
                    </a:lnTo>
                    <a:lnTo>
                      <a:pt x="86" y="228"/>
                    </a:lnTo>
                    <a:lnTo>
                      <a:pt x="86" y="230"/>
                    </a:lnTo>
                    <a:lnTo>
                      <a:pt x="88" y="231"/>
                    </a:lnTo>
                    <a:lnTo>
                      <a:pt x="88" y="232"/>
                    </a:lnTo>
                    <a:lnTo>
                      <a:pt x="88" y="234"/>
                    </a:lnTo>
                    <a:lnTo>
                      <a:pt x="88" y="235"/>
                    </a:lnTo>
                    <a:lnTo>
                      <a:pt x="88" y="236"/>
                    </a:lnTo>
                    <a:lnTo>
                      <a:pt x="88" y="238"/>
                    </a:lnTo>
                    <a:lnTo>
                      <a:pt x="88" y="239"/>
                    </a:lnTo>
                    <a:lnTo>
                      <a:pt x="88" y="242"/>
                    </a:lnTo>
                    <a:lnTo>
                      <a:pt x="88" y="243"/>
                    </a:lnTo>
                    <a:lnTo>
                      <a:pt x="88" y="246"/>
                    </a:lnTo>
                    <a:lnTo>
                      <a:pt x="89" y="247"/>
                    </a:lnTo>
                    <a:lnTo>
                      <a:pt x="89" y="248"/>
                    </a:lnTo>
                    <a:lnTo>
                      <a:pt x="89" y="250"/>
                    </a:lnTo>
                    <a:lnTo>
                      <a:pt x="89" y="251"/>
                    </a:lnTo>
                    <a:lnTo>
                      <a:pt x="89" y="252"/>
                    </a:lnTo>
                    <a:lnTo>
                      <a:pt x="89" y="254"/>
                    </a:lnTo>
                    <a:lnTo>
                      <a:pt x="89" y="255"/>
                    </a:lnTo>
                    <a:lnTo>
                      <a:pt x="89" y="256"/>
                    </a:lnTo>
                    <a:lnTo>
                      <a:pt x="89" y="258"/>
                    </a:lnTo>
                    <a:lnTo>
                      <a:pt x="89" y="259"/>
                    </a:lnTo>
                    <a:lnTo>
                      <a:pt x="89" y="260"/>
                    </a:lnTo>
                    <a:lnTo>
                      <a:pt x="90" y="260"/>
                    </a:lnTo>
                    <a:lnTo>
                      <a:pt x="90" y="262"/>
                    </a:lnTo>
                    <a:lnTo>
                      <a:pt x="90" y="263"/>
                    </a:lnTo>
                    <a:lnTo>
                      <a:pt x="90" y="264"/>
                    </a:lnTo>
                    <a:lnTo>
                      <a:pt x="90" y="266"/>
                    </a:lnTo>
                    <a:lnTo>
                      <a:pt x="90" y="267"/>
                    </a:lnTo>
                    <a:lnTo>
                      <a:pt x="90" y="268"/>
                    </a:lnTo>
                    <a:lnTo>
                      <a:pt x="90" y="270"/>
                    </a:lnTo>
                    <a:lnTo>
                      <a:pt x="92" y="270"/>
                    </a:lnTo>
                    <a:lnTo>
                      <a:pt x="92" y="271"/>
                    </a:lnTo>
                    <a:lnTo>
                      <a:pt x="92" y="272"/>
                    </a:lnTo>
                    <a:lnTo>
                      <a:pt x="92" y="274"/>
                    </a:lnTo>
                    <a:lnTo>
                      <a:pt x="92" y="275"/>
                    </a:lnTo>
                    <a:lnTo>
                      <a:pt x="92" y="276"/>
                    </a:lnTo>
                    <a:lnTo>
                      <a:pt x="93" y="278"/>
                    </a:lnTo>
                    <a:lnTo>
                      <a:pt x="93" y="279"/>
                    </a:lnTo>
                    <a:lnTo>
                      <a:pt x="93" y="280"/>
                    </a:lnTo>
                    <a:lnTo>
                      <a:pt x="93" y="281"/>
                    </a:lnTo>
                    <a:lnTo>
                      <a:pt x="93" y="283"/>
                    </a:lnTo>
                    <a:lnTo>
                      <a:pt x="94" y="284"/>
                    </a:lnTo>
                    <a:lnTo>
                      <a:pt x="94" y="285"/>
                    </a:lnTo>
                    <a:lnTo>
                      <a:pt x="94" y="287"/>
                    </a:lnTo>
                    <a:lnTo>
                      <a:pt x="94" y="288"/>
                    </a:lnTo>
                    <a:lnTo>
                      <a:pt x="94" y="289"/>
                    </a:lnTo>
                    <a:lnTo>
                      <a:pt x="94" y="291"/>
                    </a:lnTo>
                    <a:lnTo>
                      <a:pt x="94" y="292"/>
                    </a:lnTo>
                    <a:lnTo>
                      <a:pt x="94" y="293"/>
                    </a:lnTo>
                    <a:lnTo>
                      <a:pt x="94" y="295"/>
                    </a:lnTo>
                    <a:lnTo>
                      <a:pt x="94" y="296"/>
                    </a:lnTo>
                    <a:lnTo>
                      <a:pt x="94" y="297"/>
                    </a:lnTo>
                    <a:lnTo>
                      <a:pt x="94" y="299"/>
                    </a:lnTo>
                    <a:lnTo>
                      <a:pt x="94" y="300"/>
                    </a:lnTo>
                    <a:lnTo>
                      <a:pt x="94" y="303"/>
                    </a:lnTo>
                    <a:lnTo>
                      <a:pt x="94" y="304"/>
                    </a:lnTo>
                    <a:lnTo>
                      <a:pt x="94" y="305"/>
                    </a:lnTo>
                    <a:lnTo>
                      <a:pt x="93" y="308"/>
                    </a:lnTo>
                    <a:lnTo>
                      <a:pt x="93" y="309"/>
                    </a:lnTo>
                    <a:lnTo>
                      <a:pt x="93" y="312"/>
                    </a:lnTo>
                    <a:lnTo>
                      <a:pt x="93" y="315"/>
                    </a:lnTo>
                    <a:lnTo>
                      <a:pt x="93" y="317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18913" name="Freeform 89">
                <a:extLst>
                  <a:ext uri="{FF2B5EF4-FFF2-40B4-BE49-F238E27FC236}">
                    <a16:creationId xmlns:a16="http://schemas.microsoft.com/office/drawing/2014/main" id="{30EDBBFF-0CC3-44A5-B30A-B6C6E6CAA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755138"/>
                <a:ext cx="74612" cy="252413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317"/>
                    </a:moveTo>
                    <a:lnTo>
                      <a:pt x="3" y="314"/>
                    </a:lnTo>
                    <a:lnTo>
                      <a:pt x="4" y="310"/>
                    </a:lnTo>
                    <a:lnTo>
                      <a:pt x="5" y="308"/>
                    </a:lnTo>
                    <a:lnTo>
                      <a:pt x="7" y="305"/>
                    </a:lnTo>
                    <a:lnTo>
                      <a:pt x="9" y="302"/>
                    </a:lnTo>
                    <a:lnTo>
                      <a:pt x="11" y="300"/>
                    </a:lnTo>
                    <a:lnTo>
                      <a:pt x="12" y="297"/>
                    </a:lnTo>
                    <a:lnTo>
                      <a:pt x="13" y="294"/>
                    </a:lnTo>
                    <a:lnTo>
                      <a:pt x="13" y="293"/>
                    </a:lnTo>
                    <a:lnTo>
                      <a:pt x="15" y="290"/>
                    </a:lnTo>
                    <a:lnTo>
                      <a:pt x="16" y="289"/>
                    </a:lnTo>
                    <a:lnTo>
                      <a:pt x="17" y="288"/>
                    </a:lnTo>
                    <a:lnTo>
                      <a:pt x="17" y="286"/>
                    </a:lnTo>
                    <a:lnTo>
                      <a:pt x="19" y="284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21" y="280"/>
                    </a:lnTo>
                    <a:lnTo>
                      <a:pt x="21" y="278"/>
                    </a:lnTo>
                    <a:lnTo>
                      <a:pt x="23" y="277"/>
                    </a:lnTo>
                    <a:lnTo>
                      <a:pt x="23" y="276"/>
                    </a:lnTo>
                    <a:lnTo>
                      <a:pt x="23" y="274"/>
                    </a:lnTo>
                    <a:lnTo>
                      <a:pt x="24" y="274"/>
                    </a:lnTo>
                    <a:lnTo>
                      <a:pt x="24" y="273"/>
                    </a:lnTo>
                    <a:lnTo>
                      <a:pt x="25" y="272"/>
                    </a:lnTo>
                    <a:lnTo>
                      <a:pt x="25" y="270"/>
                    </a:lnTo>
                    <a:lnTo>
                      <a:pt x="27" y="269"/>
                    </a:lnTo>
                    <a:lnTo>
                      <a:pt x="27" y="268"/>
                    </a:lnTo>
                    <a:lnTo>
                      <a:pt x="28" y="266"/>
                    </a:lnTo>
                    <a:lnTo>
                      <a:pt x="28" y="264"/>
                    </a:lnTo>
                    <a:lnTo>
                      <a:pt x="29" y="263"/>
                    </a:lnTo>
                    <a:lnTo>
                      <a:pt x="29" y="261"/>
                    </a:lnTo>
                    <a:lnTo>
                      <a:pt x="31" y="259"/>
                    </a:lnTo>
                    <a:lnTo>
                      <a:pt x="31" y="257"/>
                    </a:lnTo>
                    <a:lnTo>
                      <a:pt x="32" y="256"/>
                    </a:lnTo>
                    <a:lnTo>
                      <a:pt x="32" y="255"/>
                    </a:lnTo>
                    <a:lnTo>
                      <a:pt x="33" y="253"/>
                    </a:lnTo>
                    <a:lnTo>
                      <a:pt x="33" y="251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6" y="247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7" y="243"/>
                    </a:lnTo>
                    <a:lnTo>
                      <a:pt x="37" y="241"/>
                    </a:lnTo>
                    <a:lnTo>
                      <a:pt x="39" y="240"/>
                    </a:lnTo>
                    <a:lnTo>
                      <a:pt x="39" y="239"/>
                    </a:lnTo>
                    <a:lnTo>
                      <a:pt x="39" y="237"/>
                    </a:lnTo>
                    <a:lnTo>
                      <a:pt x="40" y="237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2" y="229"/>
                    </a:lnTo>
                    <a:lnTo>
                      <a:pt x="42" y="228"/>
                    </a:lnTo>
                    <a:lnTo>
                      <a:pt x="42" y="227"/>
                    </a:lnTo>
                    <a:lnTo>
                      <a:pt x="44" y="225"/>
                    </a:lnTo>
                    <a:lnTo>
                      <a:pt x="44" y="223"/>
                    </a:lnTo>
                    <a:lnTo>
                      <a:pt x="45" y="221"/>
                    </a:lnTo>
                    <a:lnTo>
                      <a:pt x="45" y="220"/>
                    </a:lnTo>
                    <a:lnTo>
                      <a:pt x="46" y="217"/>
                    </a:lnTo>
                    <a:lnTo>
                      <a:pt x="48" y="215"/>
                    </a:lnTo>
                    <a:lnTo>
                      <a:pt x="48" y="213"/>
                    </a:lnTo>
                    <a:lnTo>
                      <a:pt x="49" y="211"/>
                    </a:lnTo>
                    <a:lnTo>
                      <a:pt x="49" y="209"/>
                    </a:lnTo>
                    <a:lnTo>
                      <a:pt x="50" y="207"/>
                    </a:lnTo>
                    <a:lnTo>
                      <a:pt x="52" y="205"/>
                    </a:lnTo>
                    <a:lnTo>
                      <a:pt x="52" y="204"/>
                    </a:lnTo>
                    <a:lnTo>
                      <a:pt x="52" y="203"/>
                    </a:lnTo>
                    <a:lnTo>
                      <a:pt x="53" y="201"/>
                    </a:lnTo>
                    <a:lnTo>
                      <a:pt x="53" y="200"/>
                    </a:lnTo>
                    <a:lnTo>
                      <a:pt x="54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6" y="195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7" y="191"/>
                    </a:lnTo>
                    <a:lnTo>
                      <a:pt x="57" y="190"/>
                    </a:lnTo>
                    <a:lnTo>
                      <a:pt x="57" y="188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4"/>
                    </a:lnTo>
                    <a:lnTo>
                      <a:pt x="60" y="183"/>
                    </a:lnTo>
                    <a:lnTo>
                      <a:pt x="60" y="182"/>
                    </a:lnTo>
                    <a:lnTo>
                      <a:pt x="60" y="180"/>
                    </a:lnTo>
                    <a:lnTo>
                      <a:pt x="61" y="179"/>
                    </a:lnTo>
                    <a:lnTo>
                      <a:pt x="61" y="176"/>
                    </a:lnTo>
                    <a:lnTo>
                      <a:pt x="61" y="175"/>
                    </a:lnTo>
                    <a:lnTo>
                      <a:pt x="62" y="174"/>
                    </a:lnTo>
                    <a:lnTo>
                      <a:pt x="62" y="171"/>
                    </a:lnTo>
                    <a:lnTo>
                      <a:pt x="64" y="170"/>
                    </a:lnTo>
                    <a:lnTo>
                      <a:pt x="64" y="167"/>
                    </a:lnTo>
                    <a:lnTo>
                      <a:pt x="65" y="164"/>
                    </a:lnTo>
                    <a:lnTo>
                      <a:pt x="65" y="163"/>
                    </a:lnTo>
                    <a:lnTo>
                      <a:pt x="66" y="160"/>
                    </a:lnTo>
                    <a:lnTo>
                      <a:pt x="66" y="159"/>
                    </a:lnTo>
                    <a:lnTo>
                      <a:pt x="68" y="158"/>
                    </a:lnTo>
                    <a:lnTo>
                      <a:pt x="68" y="156"/>
                    </a:lnTo>
                    <a:lnTo>
                      <a:pt x="68" y="154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0" y="148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72" y="144"/>
                    </a:lnTo>
                    <a:lnTo>
                      <a:pt x="72" y="143"/>
                    </a:lnTo>
                    <a:lnTo>
                      <a:pt x="72" y="142"/>
                    </a:lnTo>
                    <a:lnTo>
                      <a:pt x="72" y="140"/>
                    </a:lnTo>
                    <a:lnTo>
                      <a:pt x="73" y="139"/>
                    </a:lnTo>
                    <a:lnTo>
                      <a:pt x="73" y="138"/>
                    </a:lnTo>
                    <a:lnTo>
                      <a:pt x="74" y="136"/>
                    </a:lnTo>
                    <a:lnTo>
                      <a:pt x="74" y="135"/>
                    </a:lnTo>
                    <a:lnTo>
                      <a:pt x="74" y="134"/>
                    </a:lnTo>
                    <a:lnTo>
                      <a:pt x="76" y="132"/>
                    </a:lnTo>
                    <a:lnTo>
                      <a:pt x="76" y="130"/>
                    </a:lnTo>
                    <a:lnTo>
                      <a:pt x="76" y="128"/>
                    </a:lnTo>
                    <a:lnTo>
                      <a:pt x="77" y="127"/>
                    </a:lnTo>
                    <a:lnTo>
                      <a:pt x="77" y="126"/>
                    </a:lnTo>
                    <a:lnTo>
                      <a:pt x="78" y="123"/>
                    </a:lnTo>
                    <a:lnTo>
                      <a:pt x="78" y="122"/>
                    </a:lnTo>
                    <a:lnTo>
                      <a:pt x="78" y="119"/>
                    </a:lnTo>
                    <a:lnTo>
                      <a:pt x="80" y="116"/>
                    </a:lnTo>
                    <a:lnTo>
                      <a:pt x="80" y="115"/>
                    </a:lnTo>
                    <a:lnTo>
                      <a:pt x="81" y="113"/>
                    </a:lnTo>
                    <a:lnTo>
                      <a:pt x="81" y="111"/>
                    </a:lnTo>
                    <a:lnTo>
                      <a:pt x="82" y="110"/>
                    </a:lnTo>
                    <a:lnTo>
                      <a:pt x="82" y="107"/>
                    </a:lnTo>
                    <a:lnTo>
                      <a:pt x="82" y="106"/>
                    </a:lnTo>
                    <a:lnTo>
                      <a:pt x="84" y="105"/>
                    </a:lnTo>
                    <a:lnTo>
                      <a:pt x="84" y="103"/>
                    </a:lnTo>
                    <a:lnTo>
                      <a:pt x="84" y="102"/>
                    </a:lnTo>
                    <a:lnTo>
                      <a:pt x="85" y="101"/>
                    </a:lnTo>
                    <a:lnTo>
                      <a:pt x="85" y="99"/>
                    </a:lnTo>
                    <a:lnTo>
                      <a:pt x="85" y="98"/>
                    </a:lnTo>
                    <a:lnTo>
                      <a:pt x="85" y="97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3"/>
                    </a:lnTo>
                    <a:lnTo>
                      <a:pt x="86" y="91"/>
                    </a:lnTo>
                    <a:lnTo>
                      <a:pt x="86" y="90"/>
                    </a:lnTo>
                    <a:lnTo>
                      <a:pt x="86" y="89"/>
                    </a:lnTo>
                    <a:lnTo>
                      <a:pt x="86" y="87"/>
                    </a:lnTo>
                    <a:lnTo>
                      <a:pt x="88" y="87"/>
                    </a:lnTo>
                    <a:lnTo>
                      <a:pt x="88" y="86"/>
                    </a:lnTo>
                    <a:lnTo>
                      <a:pt x="88" y="85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8" y="79"/>
                    </a:lnTo>
                    <a:lnTo>
                      <a:pt x="88" y="78"/>
                    </a:lnTo>
                    <a:lnTo>
                      <a:pt x="88" y="77"/>
                    </a:lnTo>
                    <a:lnTo>
                      <a:pt x="88" y="74"/>
                    </a:lnTo>
                    <a:lnTo>
                      <a:pt x="88" y="73"/>
                    </a:lnTo>
                    <a:lnTo>
                      <a:pt x="89" y="70"/>
                    </a:lnTo>
                    <a:lnTo>
                      <a:pt x="89" y="69"/>
                    </a:lnTo>
                    <a:lnTo>
                      <a:pt x="89" y="67"/>
                    </a:lnTo>
                    <a:lnTo>
                      <a:pt x="89" y="66"/>
                    </a:lnTo>
                    <a:lnTo>
                      <a:pt x="89" y="65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89" y="61"/>
                    </a:lnTo>
                    <a:lnTo>
                      <a:pt x="89" y="59"/>
                    </a:lnTo>
                    <a:lnTo>
                      <a:pt x="89" y="58"/>
                    </a:lnTo>
                    <a:lnTo>
                      <a:pt x="90" y="57"/>
                    </a:lnTo>
                    <a:lnTo>
                      <a:pt x="90" y="55"/>
                    </a:lnTo>
                    <a:lnTo>
                      <a:pt x="90" y="54"/>
                    </a:lnTo>
                    <a:lnTo>
                      <a:pt x="90" y="53"/>
                    </a:lnTo>
                    <a:lnTo>
                      <a:pt x="90" y="51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2" y="47"/>
                    </a:lnTo>
                    <a:lnTo>
                      <a:pt x="92" y="46"/>
                    </a:lnTo>
                    <a:lnTo>
                      <a:pt x="92" y="45"/>
                    </a:lnTo>
                    <a:lnTo>
                      <a:pt x="92" y="43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3" y="40"/>
                    </a:lnTo>
                    <a:lnTo>
                      <a:pt x="93" y="38"/>
                    </a:lnTo>
                    <a:lnTo>
                      <a:pt x="93" y="37"/>
                    </a:lnTo>
                    <a:lnTo>
                      <a:pt x="93" y="36"/>
                    </a:lnTo>
                    <a:lnTo>
                      <a:pt x="93" y="34"/>
                    </a:lnTo>
                    <a:lnTo>
                      <a:pt x="94" y="33"/>
                    </a:lnTo>
                    <a:lnTo>
                      <a:pt x="94" y="32"/>
                    </a:lnTo>
                    <a:lnTo>
                      <a:pt x="94" y="30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4" y="24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0"/>
                    </a:lnTo>
                    <a:lnTo>
                      <a:pt x="94" y="18"/>
                    </a:lnTo>
                    <a:lnTo>
                      <a:pt x="94" y="17"/>
                    </a:lnTo>
                    <a:lnTo>
                      <a:pt x="94" y="16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3" y="10"/>
                    </a:lnTo>
                    <a:lnTo>
                      <a:pt x="93" y="8"/>
                    </a:lnTo>
                    <a:lnTo>
                      <a:pt x="93" y="5"/>
                    </a:lnTo>
                    <a:lnTo>
                      <a:pt x="93" y="2"/>
                    </a:lnTo>
                    <a:lnTo>
                      <a:pt x="93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18866" name="Freeform 45">
              <a:extLst>
                <a:ext uri="{FF2B5EF4-FFF2-40B4-BE49-F238E27FC236}">
                  <a16:creationId xmlns:a16="http://schemas.microsoft.com/office/drawing/2014/main" id="{AC973C34-1759-4CEC-8908-E5EC32A26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674" y="2957298"/>
              <a:ext cx="3699109" cy="2735272"/>
            </a:xfrm>
            <a:custGeom>
              <a:avLst/>
              <a:gdLst>
                <a:gd name="T0" fmla="*/ 1278345235 w 10704"/>
                <a:gd name="T1" fmla="*/ 0 h 21003"/>
                <a:gd name="T2" fmla="*/ 2388662 w 10704"/>
                <a:gd name="T3" fmla="*/ 1102418 h 21003"/>
                <a:gd name="T4" fmla="*/ 0 w 10704"/>
                <a:gd name="T5" fmla="*/ 356221155 h 21003"/>
                <a:gd name="T6" fmla="*/ 135430103 w 10704"/>
                <a:gd name="T7" fmla="*/ 356102383 h 210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04" h="21003">
                  <a:moveTo>
                    <a:pt x="10704" y="0"/>
                  </a:move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1134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8867" name="Line 14">
              <a:extLst>
                <a:ext uri="{FF2B5EF4-FFF2-40B4-BE49-F238E27FC236}">
                  <a16:creationId xmlns:a16="http://schemas.microsoft.com/office/drawing/2014/main" id="{3494F05D-0F8D-4164-AEB4-335FFEE448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07413" y="5790467"/>
              <a:ext cx="580100" cy="31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8868" name="TextBox 51">
              <a:extLst>
                <a:ext uri="{FF2B5EF4-FFF2-40B4-BE49-F238E27FC236}">
                  <a16:creationId xmlns:a16="http://schemas.microsoft.com/office/drawing/2014/main" id="{D7BABADA-B3CD-4CA8-A5EC-0932EFA84D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75820" y="599816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8869" name="TextBox 51">
              <a:extLst>
                <a:ext uri="{FF2B5EF4-FFF2-40B4-BE49-F238E27FC236}">
                  <a16:creationId xmlns:a16="http://schemas.microsoft.com/office/drawing/2014/main" id="{F27635DA-EC0A-4E36-8D52-6863617B4A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9" y="588809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18870" name="TextBox 51">
              <a:extLst>
                <a:ext uri="{FF2B5EF4-FFF2-40B4-BE49-F238E27FC236}">
                  <a16:creationId xmlns:a16="http://schemas.microsoft.com/office/drawing/2014/main" id="{1C35AE5C-B5F3-4E28-902F-3F587B4C79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3622" y="588809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8871" name="TextBox 51">
              <a:extLst>
                <a:ext uri="{FF2B5EF4-FFF2-40B4-BE49-F238E27FC236}">
                  <a16:creationId xmlns:a16="http://schemas.microsoft.com/office/drawing/2014/main" id="{FCA92D25-1E90-430E-AE48-1F38113C82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353" y="530726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18872" name="TextBox 51">
              <a:extLst>
                <a:ext uri="{FF2B5EF4-FFF2-40B4-BE49-F238E27FC236}">
                  <a16:creationId xmlns:a16="http://schemas.microsoft.com/office/drawing/2014/main" id="{6CC45626-ABEC-4E92-B831-3FB98C509A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9" y="4990627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8873" name="Freeform 48">
              <a:extLst>
                <a:ext uri="{FF2B5EF4-FFF2-40B4-BE49-F238E27FC236}">
                  <a16:creationId xmlns:a16="http://schemas.microsoft.com/office/drawing/2014/main" id="{912D0589-E606-4CB8-996B-D99ED799C5B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594887" y="2914643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8874" name="Freeform 48">
              <a:extLst>
                <a:ext uri="{FF2B5EF4-FFF2-40B4-BE49-F238E27FC236}">
                  <a16:creationId xmlns:a16="http://schemas.microsoft.com/office/drawing/2014/main" id="{1379A6D1-BC32-4B85-8685-B7D3A736A1C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434954" y="2931576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8875" name="Freeform 5">
              <a:extLst>
                <a:ext uri="{FF2B5EF4-FFF2-40B4-BE49-F238E27FC236}">
                  <a16:creationId xmlns:a16="http://schemas.microsoft.com/office/drawing/2014/main" id="{35E8F1F4-7A46-492E-A2E8-F779F0145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272" y="5755462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8876" name="Freeform 7">
              <a:extLst>
                <a:ext uri="{FF2B5EF4-FFF2-40B4-BE49-F238E27FC236}">
                  <a16:creationId xmlns:a16="http://schemas.microsoft.com/office/drawing/2014/main" id="{6850500E-7FCE-47B3-8AB4-F48F5D4C3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167" y="5867731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8877" name="TextBox 51">
              <a:extLst>
                <a:ext uri="{FF2B5EF4-FFF2-40B4-BE49-F238E27FC236}">
                  <a16:creationId xmlns:a16="http://schemas.microsoft.com/office/drawing/2014/main" id="{D5BE265A-283A-42D7-9DF1-B9D5C367FC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9028" y="5486655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grpSp>
          <p:nvGrpSpPr>
            <p:cNvPr id="418878" name="Group 4">
              <a:extLst>
                <a:ext uri="{FF2B5EF4-FFF2-40B4-BE49-F238E27FC236}">
                  <a16:creationId xmlns:a16="http://schemas.microsoft.com/office/drawing/2014/main" id="{801B2DA6-2A46-4DDE-9BBE-1DA6638A25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62243" y="1638205"/>
              <a:ext cx="3228751" cy="750888"/>
              <a:chOff x="5768352" y="3768775"/>
              <a:chExt cx="3229577" cy="750332"/>
            </a:xfrm>
          </p:grpSpPr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EEAE911B-1654-3F41-AC05-A751796C856B}"/>
                  </a:ext>
                </a:extLst>
              </p:cNvPr>
              <p:cNvCxnSpPr/>
              <p:nvPr/>
            </p:nvCxnSpPr>
            <p:spPr>
              <a:xfrm flipV="1">
                <a:off x="5768098" y="4206085"/>
                <a:ext cx="1980137" cy="15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C686889-FEC6-1246-9F21-558F2D99401D}"/>
                  </a:ext>
                </a:extLst>
              </p:cNvPr>
              <p:cNvCxnSpPr/>
              <p:nvPr/>
            </p:nvCxnSpPr>
            <p:spPr>
              <a:xfrm>
                <a:off x="7749823" y="4064873"/>
                <a:ext cx="565300" cy="1586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4A1F2E75-FD87-1F43-BE6C-B3914E1CD4F3}"/>
                  </a:ext>
                </a:extLst>
              </p:cNvPr>
              <p:cNvCxnSpPr/>
              <p:nvPr/>
            </p:nvCxnSpPr>
            <p:spPr>
              <a:xfrm>
                <a:off x="7745059" y="4345710"/>
                <a:ext cx="565300" cy="15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33D26A81-0DBC-8143-A9A9-2D29D110E174}"/>
                  </a:ext>
                </a:extLst>
              </p:cNvPr>
              <p:cNvCxnSpPr/>
              <p:nvPr/>
            </p:nvCxnSpPr>
            <p:spPr>
              <a:xfrm flipH="1" flipV="1">
                <a:off x="7749823" y="4061700"/>
                <a:ext cx="3176" cy="28401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8907" name="TextBox 93">
                <a:extLst>
                  <a:ext uri="{FF2B5EF4-FFF2-40B4-BE49-F238E27FC236}">
                    <a16:creationId xmlns:a16="http://schemas.microsoft.com/office/drawing/2014/main" id="{4C8282FC-88F7-4C14-AC63-C4BBA08A7E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76877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18908" name="TextBox 6">
                <a:extLst>
                  <a:ext uri="{FF2B5EF4-FFF2-40B4-BE49-F238E27FC236}">
                    <a16:creationId xmlns:a16="http://schemas.microsoft.com/office/drawing/2014/main" id="{59BBF15B-35EC-404B-865D-8270009303A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149775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8909" name="Freeform 48">
                <a:extLst>
                  <a:ext uri="{FF2B5EF4-FFF2-40B4-BE49-F238E27FC236}">
                    <a16:creationId xmlns:a16="http://schemas.microsoft.com/office/drawing/2014/main" id="{A04AA4FA-933B-46EC-A203-BCC4233F59D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08850" y="4183965"/>
                <a:ext cx="77241" cy="73098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18879" name="Group 88">
              <a:extLst>
                <a:ext uri="{FF2B5EF4-FFF2-40B4-BE49-F238E27FC236}">
                  <a16:creationId xmlns:a16="http://schemas.microsoft.com/office/drawing/2014/main" id="{A556D1DF-EB56-4C29-9BE7-EDEBDADE9D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53438" y="2428748"/>
              <a:ext cx="2803076" cy="749300"/>
              <a:chOff x="6194136" y="3853561"/>
              <a:chExt cx="2803793" cy="750332"/>
            </a:xfrm>
          </p:grpSpPr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BBDE4FAB-920B-B54A-BA48-6EED3EDEE82F}"/>
                  </a:ext>
                </a:extLst>
              </p:cNvPr>
              <p:cNvCxnSpPr/>
              <p:nvPr/>
            </p:nvCxnSpPr>
            <p:spPr>
              <a:xfrm>
                <a:off x="6194803" y="4204544"/>
                <a:ext cx="1565690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4A2C8954-5673-FF47-BCB7-0FA0674E12F7}"/>
                  </a:ext>
                </a:extLst>
              </p:cNvPr>
              <p:cNvCxnSpPr/>
              <p:nvPr/>
            </p:nvCxnSpPr>
            <p:spPr>
              <a:xfrm>
                <a:off x="7744614" y="4064622"/>
                <a:ext cx="565300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Straight Connector 99">
                <a:extLst>
                  <a:ext uri="{FF2B5EF4-FFF2-40B4-BE49-F238E27FC236}">
                    <a16:creationId xmlns:a16="http://schemas.microsoft.com/office/drawing/2014/main" id="{7F8E38D1-2C5A-AE43-B349-D4786ECB96F9}"/>
                  </a:ext>
                </a:extLst>
              </p:cNvPr>
              <p:cNvCxnSpPr/>
              <p:nvPr/>
            </p:nvCxnSpPr>
            <p:spPr>
              <a:xfrm>
                <a:off x="7739851" y="4339695"/>
                <a:ext cx="565300" cy="15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85991BEA-1038-BF41-B7EA-7EF19EC0B26E}"/>
                  </a:ext>
                </a:extLst>
              </p:cNvPr>
              <p:cNvCxnSpPr/>
              <p:nvPr/>
            </p:nvCxnSpPr>
            <p:spPr>
              <a:xfrm flipH="1" flipV="1">
                <a:off x="7749378" y="4056672"/>
                <a:ext cx="3176" cy="284614"/>
              </a:xfrm>
              <a:prstGeom prst="line">
                <a:avLst/>
              </a:prstGeom>
              <a:solidFill>
                <a:srgbClr val="00B050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8900" name="TextBox 93">
                <a:extLst>
                  <a:ext uri="{FF2B5EF4-FFF2-40B4-BE49-F238E27FC236}">
                    <a16:creationId xmlns:a16="http://schemas.microsoft.com/office/drawing/2014/main" id="{4F205F13-DBD3-4E94-85CE-A4DAC0453A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853561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18901" name="TextBox 6">
                <a:extLst>
                  <a:ext uri="{FF2B5EF4-FFF2-40B4-BE49-F238E27FC236}">
                    <a16:creationId xmlns:a16="http://schemas.microsoft.com/office/drawing/2014/main" id="{0A10AD88-2CE7-409F-9FD0-55B228199D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234561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8902" name="Freeform 48">
                <a:extLst>
                  <a:ext uri="{FF2B5EF4-FFF2-40B4-BE49-F238E27FC236}">
                    <a16:creationId xmlns:a16="http://schemas.microsoft.com/office/drawing/2014/main" id="{358ABC62-EA0B-4D4A-96DE-FC14E62D53D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08850" y="4178383"/>
                <a:ext cx="77241" cy="73253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18880" name="Group 8">
              <a:extLst>
                <a:ext uri="{FF2B5EF4-FFF2-40B4-BE49-F238E27FC236}">
                  <a16:creationId xmlns:a16="http://schemas.microsoft.com/office/drawing/2014/main" id="{22B0EF7D-2196-48CA-BC13-5933C86E17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8227" y="3282987"/>
              <a:ext cx="1863862" cy="914400"/>
              <a:chOff x="7168853" y="823310"/>
              <a:chExt cx="1863684" cy="915796"/>
            </a:xfrm>
          </p:grpSpPr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EDAA58EC-ACBD-1242-A387-0129DDADB1D6}"/>
                  </a:ext>
                </a:extLst>
              </p:cNvPr>
              <p:cNvCxnSpPr/>
              <p:nvPr/>
            </p:nvCxnSpPr>
            <p:spPr>
              <a:xfrm flipV="1">
                <a:off x="7169302" y="1288857"/>
                <a:ext cx="1122265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527C170C-7F8C-A142-87D8-D434EEE8E500}"/>
                  </a:ext>
                </a:extLst>
              </p:cNvPr>
              <p:cNvCxnSpPr/>
              <p:nvPr/>
            </p:nvCxnSpPr>
            <p:spPr>
              <a:xfrm>
                <a:off x="7750277" y="1024875"/>
                <a:ext cx="565101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AF9251C7-A7BF-A24C-AC3D-C974FA5BBAA1}"/>
                  </a:ext>
                </a:extLst>
              </p:cNvPr>
              <p:cNvCxnSpPr/>
              <p:nvPr/>
            </p:nvCxnSpPr>
            <p:spPr>
              <a:xfrm>
                <a:off x="7745514" y="1521034"/>
                <a:ext cx="565101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Straight Connector 108">
                <a:extLst>
                  <a:ext uri="{FF2B5EF4-FFF2-40B4-BE49-F238E27FC236}">
                    <a16:creationId xmlns:a16="http://schemas.microsoft.com/office/drawing/2014/main" id="{6C9FADB7-3439-834A-BAD2-FD02AA842085}"/>
                  </a:ext>
                </a:extLst>
              </p:cNvPr>
              <p:cNvCxnSpPr/>
              <p:nvPr/>
            </p:nvCxnSpPr>
            <p:spPr>
              <a:xfrm flipH="1" flipV="1">
                <a:off x="7745514" y="1018514"/>
                <a:ext cx="3175" cy="505701"/>
              </a:xfrm>
              <a:prstGeom prst="line">
                <a:avLst/>
              </a:prstGeom>
              <a:solidFill>
                <a:srgbClr val="00B050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8892" name="TextBox 101">
                <a:extLst>
                  <a:ext uri="{FF2B5EF4-FFF2-40B4-BE49-F238E27FC236}">
                    <a16:creationId xmlns:a16="http://schemas.microsoft.com/office/drawing/2014/main" id="{67D34655-3579-400D-BE78-D1EFF5D1A1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0792" y="108674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18893" name="TextBox 6">
                <a:extLst>
                  <a:ext uri="{FF2B5EF4-FFF2-40B4-BE49-F238E27FC236}">
                    <a16:creationId xmlns:a16="http://schemas.microsoft.com/office/drawing/2014/main" id="{3090314E-EAB1-4A85-BF9F-6771A9F876F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16032" y="823310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8894" name="Freeform 48">
                <a:extLst>
                  <a:ext uri="{FF2B5EF4-FFF2-40B4-BE49-F238E27FC236}">
                    <a16:creationId xmlns:a16="http://schemas.microsoft.com/office/drawing/2014/main" id="{675DF386-1594-450E-BB5E-F3A677116DA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10106" y="1261218"/>
                <a:ext cx="73145" cy="73264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18895" name="TextBox 107">
                <a:extLst>
                  <a:ext uri="{FF2B5EF4-FFF2-40B4-BE49-F238E27FC236}">
                    <a16:creationId xmlns:a16="http://schemas.microsoft.com/office/drawing/2014/main" id="{92B73865-9A6D-4AF3-9D89-27D6360E5D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96438" y="1369774"/>
                <a:ext cx="736099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Done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sp>
          <p:nvSpPr>
            <p:cNvPr id="418881" name="Freeform 48">
              <a:extLst>
                <a:ext uri="{FF2B5EF4-FFF2-40B4-BE49-F238E27FC236}">
                  <a16:creationId xmlns:a16="http://schemas.microsoft.com/office/drawing/2014/main" id="{BB6E82C2-75DB-46DB-BCB9-C544095E996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232937" y="2733668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8882" name="Freeform 48">
              <a:extLst>
                <a:ext uri="{FF2B5EF4-FFF2-40B4-BE49-F238E27FC236}">
                  <a16:creationId xmlns:a16="http://schemas.microsoft.com/office/drawing/2014/main" id="{DBAB7FAA-C466-4F86-B2F5-45F99DDD14D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823362" y="2047868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8883" name="TextBox 51">
              <a:extLst>
                <a:ext uri="{FF2B5EF4-FFF2-40B4-BE49-F238E27FC236}">
                  <a16:creationId xmlns:a16="http://schemas.microsoft.com/office/drawing/2014/main" id="{1ADD653F-6C5E-4302-AEBC-F9B4FC7FB3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4300" y="162108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8884" name="TextBox 51">
              <a:extLst>
                <a:ext uri="{FF2B5EF4-FFF2-40B4-BE49-F238E27FC236}">
                  <a16:creationId xmlns:a16="http://schemas.microsoft.com/office/drawing/2014/main" id="{34E5AE4F-A7C8-44DA-AA14-13E09FEB73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2587" y="238993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8885" name="TextBox 51">
              <a:extLst>
                <a:ext uri="{FF2B5EF4-FFF2-40B4-BE49-F238E27FC236}">
                  <a16:creationId xmlns:a16="http://schemas.microsoft.com/office/drawing/2014/main" id="{B13AD113-3E5C-42AE-B9EC-1F4B5BA3F2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0875" y="333344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8886" name="Freeform 45">
              <a:extLst>
                <a:ext uri="{FF2B5EF4-FFF2-40B4-BE49-F238E27FC236}">
                  <a16:creationId xmlns:a16="http://schemas.microsoft.com/office/drawing/2014/main" id="{99704781-13E2-4357-924D-B5E6F1926E5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852089" y="2959411"/>
              <a:ext cx="4372447" cy="3609986"/>
            </a:xfrm>
            <a:custGeom>
              <a:avLst/>
              <a:gdLst>
                <a:gd name="T0" fmla="*/ 1541469344 w 10704"/>
                <a:gd name="T1" fmla="*/ 86678321 h 150349"/>
                <a:gd name="T2" fmla="*/ 1782751296 w 10704"/>
                <a:gd name="T3" fmla="*/ 86601655 h 150349"/>
                <a:gd name="T4" fmla="*/ 1786088637 w 10704"/>
                <a:gd name="T5" fmla="*/ 0 h 150349"/>
                <a:gd name="T6" fmla="*/ 3337340 w 10704"/>
                <a:gd name="T7" fmla="*/ 37481 h 150349"/>
                <a:gd name="T8" fmla="*/ 0 w 10704"/>
                <a:gd name="T9" fmla="*/ 12108528 h 150349"/>
                <a:gd name="T10" fmla="*/ 164025176 w 10704"/>
                <a:gd name="T11" fmla="*/ 12104494 h 1503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04" h="150349">
                  <a:moveTo>
                    <a:pt x="9238" y="150349"/>
                  </a:moveTo>
                  <a:lnTo>
                    <a:pt x="10684" y="150216"/>
                  </a:lnTo>
                  <a:cubicBezTo>
                    <a:pt x="10716" y="100026"/>
                    <a:pt x="10672" y="50190"/>
                    <a:pt x="10704" y="0"/>
                  </a:cubicBez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983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8887" name="Freeform 48">
              <a:extLst>
                <a:ext uri="{FF2B5EF4-FFF2-40B4-BE49-F238E27FC236}">
                  <a16:creationId xmlns:a16="http://schemas.microsoft.com/office/drawing/2014/main" id="{6D8A9AC7-DCCB-4B38-8CB0-89480438C8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186470" y="3716834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418819" name="Group 115">
            <a:extLst>
              <a:ext uri="{FF2B5EF4-FFF2-40B4-BE49-F238E27FC236}">
                <a16:creationId xmlns:a16="http://schemas.microsoft.com/office/drawing/2014/main" id="{05223AEE-F7CA-4BC8-8C6D-850E4E109288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58763" y="1071563"/>
            <a:ext cx="3546475" cy="1455737"/>
            <a:chOff x="27330" y="2051709"/>
            <a:chExt cx="2697218" cy="1108075"/>
          </a:xfrm>
        </p:grpSpPr>
        <p:pic>
          <p:nvPicPr>
            <p:cNvPr id="418820" name="Picture 119">
              <a:extLst>
                <a:ext uri="{FF2B5EF4-FFF2-40B4-BE49-F238E27FC236}">
                  <a16:creationId xmlns:a16="http://schemas.microsoft.com/office/drawing/2014/main" id="{003DD22E-F9F1-4563-BC4E-F6F7BA58BCFA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330" y="2145256"/>
              <a:ext cx="2697218" cy="92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418821" name="Straight Connector 120">
              <a:extLst>
                <a:ext uri="{FF2B5EF4-FFF2-40B4-BE49-F238E27FC236}">
                  <a16:creationId xmlns:a16="http://schemas.microsoft.com/office/drawing/2014/main" id="{07B54098-F681-4666-B0D9-4152ECA7FEF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357181" y="2051709"/>
              <a:ext cx="7937" cy="1108075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41" name="Title 1">
            <a:extLst>
              <a:ext uri="{FF2B5EF4-FFF2-40B4-BE49-F238E27FC236}">
                <a16:creationId xmlns:a16="http://schemas.microsoft.com/office/drawing/2014/main" id="{5E6E52C1-76D6-4488-BF8C-5FD2D04179D4}"/>
              </a:ext>
            </a:extLst>
          </p:cNvPr>
          <p:cNvSpPr txBox="1">
            <a:spLocks/>
          </p:cNvSpPr>
          <p:nvPr/>
        </p:nvSpPr>
        <p:spPr bwMode="auto">
          <a:xfrm>
            <a:off x="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How Does It Work?</a:t>
            </a:r>
          </a:p>
        </p:txBody>
      </p:sp>
      <p:grpSp>
        <p:nvGrpSpPr>
          <p:cNvPr id="419842" name="Group 3">
            <a:extLst>
              <a:ext uri="{FF2B5EF4-FFF2-40B4-BE49-F238E27FC236}">
                <a16:creationId xmlns:a16="http://schemas.microsoft.com/office/drawing/2014/main" id="{23D6483C-3659-49CE-852F-C6C393634706}"/>
              </a:ext>
            </a:extLst>
          </p:cNvPr>
          <p:cNvGrpSpPr>
            <a:grpSpLocks/>
          </p:cNvGrpSpPr>
          <p:nvPr/>
        </p:nvGrpSpPr>
        <p:grpSpPr bwMode="auto">
          <a:xfrm>
            <a:off x="93663" y="1319213"/>
            <a:ext cx="8997950" cy="5249862"/>
            <a:chOff x="92960" y="1318445"/>
            <a:chExt cx="8998034" cy="5250952"/>
          </a:xfrm>
        </p:grpSpPr>
        <p:sp>
          <p:nvSpPr>
            <p:cNvPr id="419846" name="TextBox 51">
              <a:extLst>
                <a:ext uri="{FF2B5EF4-FFF2-40B4-BE49-F238E27FC236}">
                  <a16:creationId xmlns:a16="http://schemas.microsoft.com/office/drawing/2014/main" id="{3AB4D360-BF9D-43DF-BBE4-B601F97AEE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3160" y="5486655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9847" name="Line 14">
              <a:extLst>
                <a:ext uri="{FF2B5EF4-FFF2-40B4-BE49-F238E27FC236}">
                  <a16:creationId xmlns:a16="http://schemas.microsoft.com/office/drawing/2014/main" id="{50B71D44-13F9-4A98-849C-5675B96059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9416" y="5920630"/>
              <a:ext cx="10703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9848" name="Line 14">
              <a:extLst>
                <a:ext uri="{FF2B5EF4-FFF2-40B4-BE49-F238E27FC236}">
                  <a16:creationId xmlns:a16="http://schemas.microsoft.com/office/drawing/2014/main" id="{6B921354-6C3A-46D1-AFB8-6B302ADF71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50" y="5937564"/>
              <a:ext cx="14246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9849" name="Rectangle 7">
              <a:extLst>
                <a:ext uri="{FF2B5EF4-FFF2-40B4-BE49-F238E27FC236}">
                  <a16:creationId xmlns:a16="http://schemas.microsoft.com/office/drawing/2014/main" id="{F6EEBC37-1839-4407-97EA-1CA183557B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7960" y="5073446"/>
              <a:ext cx="1806575" cy="10302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850" name="Freeform 8">
              <a:extLst>
                <a:ext uri="{FF2B5EF4-FFF2-40B4-BE49-F238E27FC236}">
                  <a16:creationId xmlns:a16="http://schemas.microsoft.com/office/drawing/2014/main" id="{50354F0B-C344-4087-9EE7-436715FDE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960" y="5302046"/>
              <a:ext cx="158750" cy="160338"/>
            </a:xfrm>
            <a:custGeom>
              <a:avLst/>
              <a:gdLst>
                <a:gd name="T0" fmla="*/ 0 w 202"/>
                <a:gd name="T1" fmla="*/ 630239 h 202"/>
                <a:gd name="T2" fmla="*/ 0 w 202"/>
                <a:gd name="T3" fmla="*/ 630239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9851" name="Rectangle 10">
              <a:extLst>
                <a:ext uri="{FF2B5EF4-FFF2-40B4-BE49-F238E27FC236}">
                  <a16:creationId xmlns:a16="http://schemas.microsoft.com/office/drawing/2014/main" id="{23DF8BB6-6C4B-4638-AA8A-DB1B4FD19D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4323" y="5765596"/>
              <a:ext cx="65723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clear_n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852" name="Rectangle 11">
              <a:extLst>
                <a:ext uri="{FF2B5EF4-FFF2-40B4-BE49-F238E27FC236}">
                  <a16:creationId xmlns:a16="http://schemas.microsoft.com/office/drawing/2014/main" id="{1E5D6B93-C88A-4BE7-99DA-F30366C5B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1010" y="5465559"/>
              <a:ext cx="1331912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2-bit up-counter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853" name="Line 14">
              <a:extLst>
                <a:ext uri="{FF2B5EF4-FFF2-40B4-BE49-F238E27FC236}">
                  <a16:creationId xmlns:a16="http://schemas.microsoft.com/office/drawing/2014/main" id="{78B430EA-8B64-4A91-9C40-8C35C6DA0C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48" y="5396934"/>
              <a:ext cx="4202381" cy="39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9854" name="Rectangle 17">
              <a:extLst>
                <a:ext uri="{FF2B5EF4-FFF2-40B4-BE49-F238E27FC236}">
                  <a16:creationId xmlns:a16="http://schemas.microsoft.com/office/drawing/2014/main" id="{DF10E568-6092-4BE6-830C-DFA42C4AB9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895" y="5791514"/>
              <a:ext cx="166712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855" name="Rectangle 18">
              <a:extLst>
                <a:ext uri="{FF2B5EF4-FFF2-40B4-BE49-F238E27FC236}">
                  <a16:creationId xmlns:a16="http://schemas.microsoft.com/office/drawing/2014/main" id="{3CB0FEA7-3336-49DE-BAB3-EEA5D8212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7935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856" name="Rectangle 19">
              <a:extLst>
                <a:ext uri="{FF2B5EF4-FFF2-40B4-BE49-F238E27FC236}">
                  <a16:creationId xmlns:a16="http://schemas.microsoft.com/office/drawing/2014/main" id="{86BC4F5A-96CE-440F-8F7D-F2F5EF43A0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6560" y="3084309"/>
              <a:ext cx="1806575" cy="107473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857" name="Rectangle 20">
              <a:extLst>
                <a:ext uri="{FF2B5EF4-FFF2-40B4-BE49-F238E27FC236}">
                  <a16:creationId xmlns:a16="http://schemas.microsoft.com/office/drawing/2014/main" id="{F80C9BF4-B7D7-429B-B048-4C1230F34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2398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858" name="Line 21">
              <a:extLst>
                <a:ext uri="{FF2B5EF4-FFF2-40B4-BE49-F238E27FC236}">
                  <a16:creationId xmlns:a16="http://schemas.microsoft.com/office/drawing/2014/main" id="{ED94FF5D-6215-49EC-8099-794FC53924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473545" y="1898087"/>
              <a:ext cx="2103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9859" name="Line 22">
              <a:extLst>
                <a:ext uri="{FF2B5EF4-FFF2-40B4-BE49-F238E27FC236}">
                  <a16:creationId xmlns:a16="http://schemas.microsoft.com/office/drawing/2014/main" id="{5597D240-D832-4461-BB22-F3CE0F0389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20235" y="1895799"/>
              <a:ext cx="3168" cy="11885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9860" name="Rectangle 23">
              <a:extLst>
                <a:ext uri="{FF2B5EF4-FFF2-40B4-BE49-F238E27FC236}">
                  <a16:creationId xmlns:a16="http://schemas.microsoft.com/office/drawing/2014/main" id="{0E03DACA-6B72-430D-BDCD-1001C08669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9598" y="3843134"/>
              <a:ext cx="2276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En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861" name="Rectangle 24">
              <a:extLst>
                <a:ext uri="{FF2B5EF4-FFF2-40B4-BE49-F238E27FC236}">
                  <a16:creationId xmlns:a16="http://schemas.microsoft.com/office/drawing/2014/main" id="{46A54DB8-6BFD-4C27-AC4C-1B8201AFBE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7860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862" name="Rectangle 25">
              <a:extLst>
                <a:ext uri="{FF2B5EF4-FFF2-40B4-BE49-F238E27FC236}">
                  <a16:creationId xmlns:a16="http://schemas.microsoft.com/office/drawing/2014/main" id="{B1979042-E73B-48A1-85A0-012564E532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6285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863" name="Rectangle 26">
              <a:extLst>
                <a:ext uri="{FF2B5EF4-FFF2-40B4-BE49-F238E27FC236}">
                  <a16:creationId xmlns:a16="http://schemas.microsoft.com/office/drawing/2014/main" id="{8FF35103-E431-4F80-B4AE-DB1F1E7821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2148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864" name="Rectangle 27">
              <a:extLst>
                <a:ext uri="{FF2B5EF4-FFF2-40B4-BE49-F238E27FC236}">
                  <a16:creationId xmlns:a16="http://schemas.microsoft.com/office/drawing/2014/main" id="{026D154B-F05F-4260-A1C8-C7D88CBC8E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6610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865" name="Rectangle 28">
              <a:extLst>
                <a:ext uri="{FF2B5EF4-FFF2-40B4-BE49-F238E27FC236}">
                  <a16:creationId xmlns:a16="http://schemas.microsoft.com/office/drawing/2014/main" id="{03EC942A-E610-481D-91EE-183021E902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79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866" name="Rectangle 29">
              <a:extLst>
                <a:ext uri="{FF2B5EF4-FFF2-40B4-BE49-F238E27FC236}">
                  <a16:creationId xmlns:a16="http://schemas.microsoft.com/office/drawing/2014/main" id="{73FA185C-131B-4411-9412-13496DA039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522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867" name="Rectangle 30">
              <a:extLst>
                <a:ext uri="{FF2B5EF4-FFF2-40B4-BE49-F238E27FC236}">
                  <a16:creationId xmlns:a16="http://schemas.microsoft.com/office/drawing/2014/main" id="{66DE7CF8-CF45-4554-930D-89D9B26C60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3035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868" name="Rectangle 31">
              <a:extLst>
                <a:ext uri="{FF2B5EF4-FFF2-40B4-BE49-F238E27FC236}">
                  <a16:creationId xmlns:a16="http://schemas.microsoft.com/office/drawing/2014/main" id="{BC1FE688-49FB-431A-97DC-C0C667E9C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3048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869" name="Rectangle 32">
              <a:extLst>
                <a:ext uri="{FF2B5EF4-FFF2-40B4-BE49-F238E27FC236}">
                  <a16:creationId xmlns:a16="http://schemas.microsoft.com/office/drawing/2014/main" id="{9234ACF6-7334-448E-97CB-DC60D5277D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974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870" name="Line 33">
              <a:extLst>
                <a:ext uri="{FF2B5EF4-FFF2-40B4-BE49-F238E27FC236}">
                  <a16:creationId xmlns:a16="http://schemas.microsoft.com/office/drawing/2014/main" id="{5EE588CA-8D19-430B-A2E3-07CECEEE12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66219" y="1895799"/>
              <a:ext cx="1583" cy="11885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9871" name="Line 34">
              <a:extLst>
                <a:ext uri="{FF2B5EF4-FFF2-40B4-BE49-F238E27FC236}">
                  <a16:creationId xmlns:a16="http://schemas.microsoft.com/office/drawing/2014/main" id="{0387D922-F356-42A3-A871-3E75FEB16D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862119" y="1898087"/>
              <a:ext cx="2465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9872" name="Rectangle 37">
              <a:extLst>
                <a:ext uri="{FF2B5EF4-FFF2-40B4-BE49-F238E27FC236}">
                  <a16:creationId xmlns:a16="http://schemas.microsoft.com/office/drawing/2014/main" id="{18F72E54-7A15-403A-85A4-2DF3D9F8B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817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873" name="Rectangle 38">
              <a:extLst>
                <a:ext uri="{FF2B5EF4-FFF2-40B4-BE49-F238E27FC236}">
                  <a16:creationId xmlns:a16="http://schemas.microsoft.com/office/drawing/2014/main" id="{64518F33-3B73-4DFA-A81B-7BD7FA2437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1510" y="4657521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874" name="Rectangle 45">
              <a:extLst>
                <a:ext uri="{FF2B5EF4-FFF2-40B4-BE49-F238E27FC236}">
                  <a16:creationId xmlns:a16="http://schemas.microsoft.com/office/drawing/2014/main" id="{1A70CF28-AEFF-46D4-A47E-7F2D48C90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6123" y="3519284"/>
              <a:ext cx="11938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2-to-4 decoder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875" name="Rectangle 46">
              <a:extLst>
                <a:ext uri="{FF2B5EF4-FFF2-40B4-BE49-F238E27FC236}">
                  <a16:creationId xmlns:a16="http://schemas.microsoft.com/office/drawing/2014/main" id="{BBA1E1E5-624A-4C05-98B6-9649F320C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3735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876" name="Rectangle 47">
              <a:extLst>
                <a:ext uri="{FF2B5EF4-FFF2-40B4-BE49-F238E27FC236}">
                  <a16:creationId xmlns:a16="http://schemas.microsoft.com/office/drawing/2014/main" id="{1A89C731-F9AD-4AC9-9094-A92DC67A2E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0898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877" name="Rectangle 48">
              <a:extLst>
                <a:ext uri="{FF2B5EF4-FFF2-40B4-BE49-F238E27FC236}">
                  <a16:creationId xmlns:a16="http://schemas.microsoft.com/office/drawing/2014/main" id="{F365C1BA-3928-4FED-805B-84A5C117B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8410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878" name="Rectangle 49">
              <a:extLst>
                <a:ext uri="{FF2B5EF4-FFF2-40B4-BE49-F238E27FC236}">
                  <a16:creationId xmlns:a16="http://schemas.microsoft.com/office/drawing/2014/main" id="{17FC8537-2480-42BC-A9F5-DD00E1B778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5573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879" name="Rectangle 50">
              <a:extLst>
                <a:ext uri="{FF2B5EF4-FFF2-40B4-BE49-F238E27FC236}">
                  <a16:creationId xmlns:a16="http://schemas.microsoft.com/office/drawing/2014/main" id="{F444459A-E16C-41AA-B866-46878BCECB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60" y="5214195"/>
              <a:ext cx="55143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Clock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cxnSp>
          <p:nvCxnSpPr>
            <p:cNvPr id="419880" name="Straight Arrow Connector 2">
              <a:extLst>
                <a:ext uri="{FF2B5EF4-FFF2-40B4-BE49-F238E27FC236}">
                  <a16:creationId xmlns:a16="http://schemas.microsoft.com/office/drawing/2014/main" id="{CCD2BC2A-0FAC-4C90-98A1-D1FFB9C438C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109145" y="4165226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19881" name="Straight Arrow Connector 52">
              <a:extLst>
                <a:ext uri="{FF2B5EF4-FFF2-40B4-BE49-F238E27FC236}">
                  <a16:creationId xmlns:a16="http://schemas.microsoft.com/office/drawing/2014/main" id="{B1BF6E5F-00F1-4B93-95B2-9A492675FD4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38675" y="4169345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19882" name="Straight Arrow Connector 53">
              <a:extLst>
                <a:ext uri="{FF2B5EF4-FFF2-40B4-BE49-F238E27FC236}">
                  <a16:creationId xmlns:a16="http://schemas.microsoft.com/office/drawing/2014/main" id="{AD5B5B12-40E5-401F-8F76-00239FFF553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706475" y="4171404"/>
              <a:ext cx="0" cy="423475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19883" name="Freeform 5">
              <a:extLst>
                <a:ext uri="{FF2B5EF4-FFF2-40B4-BE49-F238E27FC236}">
                  <a16:creationId xmlns:a16="http://schemas.microsoft.com/office/drawing/2014/main" id="{60814228-E3FB-4E9D-AF0C-6B87C9AAD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005" y="5772396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9884" name="Freeform 7">
              <a:extLst>
                <a:ext uri="{FF2B5EF4-FFF2-40B4-BE49-F238E27FC236}">
                  <a16:creationId xmlns:a16="http://schemas.microsoft.com/office/drawing/2014/main" id="{C0B83AEC-1872-47EB-A5A1-F80E45A49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900" y="5884665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9885" name="TextBox 7">
              <a:extLst>
                <a:ext uri="{FF2B5EF4-FFF2-40B4-BE49-F238E27FC236}">
                  <a16:creationId xmlns:a16="http://schemas.microsoft.com/office/drawing/2014/main" id="{39756118-B066-4746-B54A-A794FA042B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8312" y="4594022"/>
              <a:ext cx="874713" cy="461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19886" name="TextBox 7">
              <a:extLst>
                <a:ext uri="{FF2B5EF4-FFF2-40B4-BE49-F238E27FC236}">
                  <a16:creationId xmlns:a16="http://schemas.microsoft.com/office/drawing/2014/main" id="{BD2E6EA2-7AB5-475E-84AE-27A28E0456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8566" y="1318445"/>
              <a:ext cx="199797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9887" name="TextBox 51">
              <a:extLst>
                <a:ext uri="{FF2B5EF4-FFF2-40B4-BE49-F238E27FC236}">
                  <a16:creationId xmlns:a16="http://schemas.microsoft.com/office/drawing/2014/main" id="{492E7A77-3087-4552-ADFA-9DEF3E0646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4287" y="541396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9888" name="AutoShape 57">
              <a:extLst>
                <a:ext uri="{FF2B5EF4-FFF2-40B4-BE49-F238E27FC236}">
                  <a16:creationId xmlns:a16="http://schemas.microsoft.com/office/drawing/2014/main" id="{643A576A-426E-4BB6-83C4-C38B4AF8E2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501" y="5556352"/>
              <a:ext cx="554038" cy="47148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grpSp>
          <p:nvGrpSpPr>
            <p:cNvPr id="419889" name="Group 66">
              <a:extLst>
                <a:ext uri="{FF2B5EF4-FFF2-40B4-BE49-F238E27FC236}">
                  <a16:creationId xmlns:a16="http://schemas.microsoft.com/office/drawing/2014/main" id="{2380ED27-34A5-4EAD-A512-67466F172B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24676" y="5661598"/>
              <a:ext cx="636587" cy="501650"/>
              <a:chOff x="4164013" y="5505902"/>
              <a:chExt cx="636587" cy="501650"/>
            </a:xfrm>
          </p:grpSpPr>
          <p:sp>
            <p:nvSpPr>
              <p:cNvPr id="419934" name="Freeform 86">
                <a:extLst>
                  <a:ext uri="{FF2B5EF4-FFF2-40B4-BE49-F238E27FC236}">
                    <a16:creationId xmlns:a16="http://schemas.microsoft.com/office/drawing/2014/main" id="{F2256270-336E-49FF-BF50-31761B688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505902"/>
                <a:ext cx="630237" cy="249237"/>
              </a:xfrm>
              <a:custGeom>
                <a:avLst/>
                <a:gdLst>
                  <a:gd name="T0" fmla="*/ 2147483646 w 794"/>
                  <a:gd name="T1" fmla="*/ 0 h 315"/>
                  <a:gd name="T2" fmla="*/ 2147483646 w 794"/>
                  <a:gd name="T3" fmla="*/ 0 h 315"/>
                  <a:gd name="T4" fmla="*/ 2147483646 w 794"/>
                  <a:gd name="T5" fmla="*/ 0 h 315"/>
                  <a:gd name="T6" fmla="*/ 2147483646 w 794"/>
                  <a:gd name="T7" fmla="*/ 0 h 315"/>
                  <a:gd name="T8" fmla="*/ 2147483646 w 794"/>
                  <a:gd name="T9" fmla="*/ 0 h 315"/>
                  <a:gd name="T10" fmla="*/ 2147483646 w 794"/>
                  <a:gd name="T11" fmla="*/ 0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0"/>
                    </a:moveTo>
                    <a:lnTo>
                      <a:pt x="31" y="0"/>
                    </a:lnTo>
                    <a:lnTo>
                      <a:pt x="60" y="0"/>
                    </a:lnTo>
                    <a:lnTo>
                      <a:pt x="86" y="0"/>
                    </a:lnTo>
                    <a:lnTo>
                      <a:pt x="110" y="0"/>
                    </a:lnTo>
                    <a:lnTo>
                      <a:pt x="134" y="0"/>
                    </a:lnTo>
                    <a:lnTo>
                      <a:pt x="155" y="0"/>
                    </a:lnTo>
                    <a:lnTo>
                      <a:pt x="175" y="0"/>
                    </a:lnTo>
                    <a:lnTo>
                      <a:pt x="194" y="0"/>
                    </a:lnTo>
                    <a:lnTo>
                      <a:pt x="211" y="0"/>
                    </a:lnTo>
                    <a:lnTo>
                      <a:pt x="227" y="0"/>
                    </a:lnTo>
                    <a:lnTo>
                      <a:pt x="240" y="0"/>
                    </a:lnTo>
                    <a:lnTo>
                      <a:pt x="254" y="0"/>
                    </a:lnTo>
                    <a:lnTo>
                      <a:pt x="265" y="0"/>
                    </a:lnTo>
                    <a:lnTo>
                      <a:pt x="276" y="0"/>
                    </a:lnTo>
                    <a:lnTo>
                      <a:pt x="287" y="0"/>
                    </a:lnTo>
                    <a:lnTo>
                      <a:pt x="296" y="0"/>
                    </a:lnTo>
                    <a:lnTo>
                      <a:pt x="303" y="0"/>
                    </a:lnTo>
                    <a:lnTo>
                      <a:pt x="311" y="0"/>
                    </a:lnTo>
                    <a:lnTo>
                      <a:pt x="317" y="0"/>
                    </a:lnTo>
                    <a:lnTo>
                      <a:pt x="323" y="0"/>
                    </a:lnTo>
                    <a:lnTo>
                      <a:pt x="328" y="0"/>
                    </a:lnTo>
                    <a:lnTo>
                      <a:pt x="332" y="0"/>
                    </a:lnTo>
                    <a:lnTo>
                      <a:pt x="336" y="1"/>
                    </a:lnTo>
                    <a:lnTo>
                      <a:pt x="338" y="1"/>
                    </a:lnTo>
                    <a:lnTo>
                      <a:pt x="342" y="1"/>
                    </a:lnTo>
                    <a:lnTo>
                      <a:pt x="345" y="1"/>
                    </a:lnTo>
                    <a:lnTo>
                      <a:pt x="348" y="1"/>
                    </a:lnTo>
                    <a:lnTo>
                      <a:pt x="349" y="1"/>
                    </a:lnTo>
                    <a:lnTo>
                      <a:pt x="352" y="1"/>
                    </a:lnTo>
                    <a:lnTo>
                      <a:pt x="353" y="1"/>
                    </a:lnTo>
                    <a:lnTo>
                      <a:pt x="356" y="1"/>
                    </a:lnTo>
                    <a:lnTo>
                      <a:pt x="358" y="1"/>
                    </a:lnTo>
                    <a:lnTo>
                      <a:pt x="360" y="1"/>
                    </a:lnTo>
                    <a:lnTo>
                      <a:pt x="362" y="3"/>
                    </a:lnTo>
                    <a:lnTo>
                      <a:pt x="364" y="3"/>
                    </a:lnTo>
                    <a:lnTo>
                      <a:pt x="366" y="3"/>
                    </a:lnTo>
                    <a:lnTo>
                      <a:pt x="368" y="3"/>
                    </a:lnTo>
                    <a:lnTo>
                      <a:pt x="369" y="3"/>
                    </a:lnTo>
                    <a:lnTo>
                      <a:pt x="370" y="3"/>
                    </a:lnTo>
                    <a:lnTo>
                      <a:pt x="372" y="3"/>
                    </a:lnTo>
                    <a:lnTo>
                      <a:pt x="374" y="3"/>
                    </a:lnTo>
                    <a:lnTo>
                      <a:pt x="376" y="3"/>
                    </a:lnTo>
                    <a:lnTo>
                      <a:pt x="377" y="3"/>
                    </a:lnTo>
                    <a:lnTo>
                      <a:pt x="378" y="3"/>
                    </a:lnTo>
                    <a:lnTo>
                      <a:pt x="380" y="4"/>
                    </a:lnTo>
                    <a:lnTo>
                      <a:pt x="381" y="4"/>
                    </a:lnTo>
                    <a:lnTo>
                      <a:pt x="382" y="4"/>
                    </a:lnTo>
                    <a:lnTo>
                      <a:pt x="384" y="4"/>
                    </a:lnTo>
                    <a:lnTo>
                      <a:pt x="385" y="4"/>
                    </a:lnTo>
                    <a:lnTo>
                      <a:pt x="386" y="4"/>
                    </a:lnTo>
                    <a:lnTo>
                      <a:pt x="388" y="4"/>
                    </a:lnTo>
                    <a:lnTo>
                      <a:pt x="389" y="4"/>
                    </a:lnTo>
                    <a:lnTo>
                      <a:pt x="390" y="4"/>
                    </a:lnTo>
                    <a:lnTo>
                      <a:pt x="392" y="5"/>
                    </a:lnTo>
                    <a:lnTo>
                      <a:pt x="393" y="5"/>
                    </a:lnTo>
                    <a:lnTo>
                      <a:pt x="394" y="5"/>
                    </a:lnTo>
                    <a:lnTo>
                      <a:pt x="396" y="5"/>
                    </a:lnTo>
                    <a:lnTo>
                      <a:pt x="398" y="5"/>
                    </a:lnTo>
                    <a:lnTo>
                      <a:pt x="400" y="5"/>
                    </a:lnTo>
                    <a:lnTo>
                      <a:pt x="401" y="7"/>
                    </a:lnTo>
                    <a:lnTo>
                      <a:pt x="403" y="7"/>
                    </a:lnTo>
                    <a:lnTo>
                      <a:pt x="405" y="7"/>
                    </a:lnTo>
                    <a:lnTo>
                      <a:pt x="407" y="7"/>
                    </a:lnTo>
                    <a:lnTo>
                      <a:pt x="409" y="8"/>
                    </a:lnTo>
                    <a:lnTo>
                      <a:pt x="411" y="8"/>
                    </a:lnTo>
                    <a:lnTo>
                      <a:pt x="413" y="8"/>
                    </a:lnTo>
                    <a:lnTo>
                      <a:pt x="414" y="8"/>
                    </a:lnTo>
                    <a:lnTo>
                      <a:pt x="417" y="8"/>
                    </a:lnTo>
                    <a:lnTo>
                      <a:pt x="418" y="8"/>
                    </a:lnTo>
                    <a:lnTo>
                      <a:pt x="419" y="9"/>
                    </a:lnTo>
                    <a:lnTo>
                      <a:pt x="421" y="9"/>
                    </a:lnTo>
                    <a:lnTo>
                      <a:pt x="422" y="9"/>
                    </a:lnTo>
                    <a:lnTo>
                      <a:pt x="423" y="9"/>
                    </a:lnTo>
                    <a:lnTo>
                      <a:pt x="425" y="9"/>
                    </a:lnTo>
                    <a:lnTo>
                      <a:pt x="426" y="9"/>
                    </a:lnTo>
                    <a:lnTo>
                      <a:pt x="426" y="11"/>
                    </a:lnTo>
                    <a:lnTo>
                      <a:pt x="427" y="11"/>
                    </a:lnTo>
                    <a:lnTo>
                      <a:pt x="429" y="11"/>
                    </a:lnTo>
                    <a:lnTo>
                      <a:pt x="430" y="11"/>
                    </a:lnTo>
                    <a:lnTo>
                      <a:pt x="431" y="11"/>
                    </a:lnTo>
                    <a:lnTo>
                      <a:pt x="433" y="12"/>
                    </a:lnTo>
                    <a:lnTo>
                      <a:pt x="434" y="12"/>
                    </a:lnTo>
                    <a:lnTo>
                      <a:pt x="435" y="12"/>
                    </a:lnTo>
                    <a:lnTo>
                      <a:pt x="437" y="13"/>
                    </a:lnTo>
                    <a:lnTo>
                      <a:pt x="438" y="13"/>
                    </a:lnTo>
                    <a:lnTo>
                      <a:pt x="439" y="13"/>
                    </a:lnTo>
                    <a:lnTo>
                      <a:pt x="441" y="15"/>
                    </a:lnTo>
                    <a:lnTo>
                      <a:pt x="443" y="15"/>
                    </a:lnTo>
                    <a:lnTo>
                      <a:pt x="445" y="15"/>
                    </a:lnTo>
                    <a:lnTo>
                      <a:pt x="446" y="16"/>
                    </a:lnTo>
                    <a:lnTo>
                      <a:pt x="449" y="16"/>
                    </a:lnTo>
                    <a:lnTo>
                      <a:pt x="450" y="17"/>
                    </a:lnTo>
                    <a:lnTo>
                      <a:pt x="453" y="17"/>
                    </a:lnTo>
                    <a:lnTo>
                      <a:pt x="455" y="19"/>
                    </a:lnTo>
                    <a:lnTo>
                      <a:pt x="458" y="19"/>
                    </a:lnTo>
                    <a:lnTo>
                      <a:pt x="459" y="20"/>
                    </a:lnTo>
                    <a:lnTo>
                      <a:pt x="462" y="20"/>
                    </a:lnTo>
                    <a:lnTo>
                      <a:pt x="465" y="21"/>
                    </a:lnTo>
                    <a:lnTo>
                      <a:pt x="466" y="21"/>
                    </a:lnTo>
                    <a:lnTo>
                      <a:pt x="467" y="23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4"/>
                    </a:lnTo>
                    <a:lnTo>
                      <a:pt x="474" y="24"/>
                    </a:lnTo>
                    <a:lnTo>
                      <a:pt x="475" y="25"/>
                    </a:lnTo>
                    <a:lnTo>
                      <a:pt x="476" y="25"/>
                    </a:lnTo>
                    <a:lnTo>
                      <a:pt x="478" y="25"/>
                    </a:lnTo>
                    <a:lnTo>
                      <a:pt x="479" y="27"/>
                    </a:lnTo>
                    <a:lnTo>
                      <a:pt x="480" y="27"/>
                    </a:lnTo>
                    <a:lnTo>
                      <a:pt x="482" y="27"/>
                    </a:lnTo>
                    <a:lnTo>
                      <a:pt x="482" y="28"/>
                    </a:lnTo>
                    <a:lnTo>
                      <a:pt x="483" y="28"/>
                    </a:lnTo>
                    <a:lnTo>
                      <a:pt x="484" y="29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31"/>
                    </a:lnTo>
                    <a:lnTo>
                      <a:pt x="490" y="31"/>
                    </a:lnTo>
                    <a:lnTo>
                      <a:pt x="491" y="32"/>
                    </a:lnTo>
                    <a:lnTo>
                      <a:pt x="492" y="32"/>
                    </a:lnTo>
                    <a:lnTo>
                      <a:pt x="494" y="33"/>
                    </a:lnTo>
                    <a:lnTo>
                      <a:pt x="495" y="33"/>
                    </a:lnTo>
                    <a:lnTo>
                      <a:pt x="498" y="35"/>
                    </a:lnTo>
                    <a:lnTo>
                      <a:pt x="499" y="36"/>
                    </a:lnTo>
                    <a:lnTo>
                      <a:pt x="500" y="36"/>
                    </a:lnTo>
                    <a:lnTo>
                      <a:pt x="503" y="37"/>
                    </a:lnTo>
                    <a:lnTo>
                      <a:pt x="504" y="39"/>
                    </a:lnTo>
                    <a:lnTo>
                      <a:pt x="507" y="40"/>
                    </a:lnTo>
                    <a:lnTo>
                      <a:pt x="508" y="40"/>
                    </a:lnTo>
                    <a:lnTo>
                      <a:pt x="511" y="41"/>
                    </a:lnTo>
                    <a:lnTo>
                      <a:pt x="512" y="43"/>
                    </a:lnTo>
                    <a:lnTo>
                      <a:pt x="514" y="43"/>
                    </a:lnTo>
                    <a:lnTo>
                      <a:pt x="516" y="44"/>
                    </a:lnTo>
                    <a:lnTo>
                      <a:pt x="518" y="44"/>
                    </a:lnTo>
                    <a:lnTo>
                      <a:pt x="519" y="45"/>
                    </a:lnTo>
                    <a:lnTo>
                      <a:pt x="520" y="45"/>
                    </a:lnTo>
                    <a:lnTo>
                      <a:pt x="522" y="47"/>
                    </a:lnTo>
                    <a:lnTo>
                      <a:pt x="523" y="47"/>
                    </a:lnTo>
                    <a:lnTo>
                      <a:pt x="523" y="48"/>
                    </a:lnTo>
                    <a:lnTo>
                      <a:pt x="524" y="48"/>
                    </a:lnTo>
                    <a:lnTo>
                      <a:pt x="526" y="49"/>
                    </a:lnTo>
                    <a:lnTo>
                      <a:pt x="527" y="49"/>
                    </a:lnTo>
                    <a:lnTo>
                      <a:pt x="528" y="51"/>
                    </a:lnTo>
                    <a:lnTo>
                      <a:pt x="530" y="51"/>
                    </a:lnTo>
                    <a:lnTo>
                      <a:pt x="531" y="52"/>
                    </a:lnTo>
                    <a:lnTo>
                      <a:pt x="532" y="52"/>
                    </a:lnTo>
                    <a:lnTo>
                      <a:pt x="534" y="53"/>
                    </a:lnTo>
                    <a:lnTo>
                      <a:pt x="535" y="55"/>
                    </a:lnTo>
                    <a:lnTo>
                      <a:pt x="536" y="55"/>
                    </a:lnTo>
                    <a:lnTo>
                      <a:pt x="538" y="56"/>
                    </a:lnTo>
                    <a:lnTo>
                      <a:pt x="539" y="56"/>
                    </a:lnTo>
                    <a:lnTo>
                      <a:pt x="540" y="57"/>
                    </a:lnTo>
                    <a:lnTo>
                      <a:pt x="542" y="57"/>
                    </a:lnTo>
                    <a:lnTo>
                      <a:pt x="543" y="58"/>
                    </a:lnTo>
                    <a:lnTo>
                      <a:pt x="546" y="60"/>
                    </a:lnTo>
                    <a:lnTo>
                      <a:pt x="547" y="60"/>
                    </a:lnTo>
                    <a:lnTo>
                      <a:pt x="548" y="61"/>
                    </a:lnTo>
                    <a:lnTo>
                      <a:pt x="551" y="62"/>
                    </a:lnTo>
                    <a:lnTo>
                      <a:pt x="552" y="64"/>
                    </a:lnTo>
                    <a:lnTo>
                      <a:pt x="553" y="65"/>
                    </a:lnTo>
                    <a:lnTo>
                      <a:pt x="556" y="65"/>
                    </a:lnTo>
                    <a:lnTo>
                      <a:pt x="557" y="66"/>
                    </a:lnTo>
                    <a:lnTo>
                      <a:pt x="559" y="66"/>
                    </a:lnTo>
                    <a:lnTo>
                      <a:pt x="560" y="68"/>
                    </a:lnTo>
                    <a:lnTo>
                      <a:pt x="561" y="69"/>
                    </a:lnTo>
                    <a:lnTo>
                      <a:pt x="563" y="69"/>
                    </a:lnTo>
                    <a:lnTo>
                      <a:pt x="564" y="70"/>
                    </a:lnTo>
                    <a:lnTo>
                      <a:pt x="565" y="70"/>
                    </a:lnTo>
                    <a:lnTo>
                      <a:pt x="567" y="72"/>
                    </a:lnTo>
                    <a:lnTo>
                      <a:pt x="568" y="73"/>
                    </a:lnTo>
                    <a:lnTo>
                      <a:pt x="569" y="73"/>
                    </a:lnTo>
                    <a:lnTo>
                      <a:pt x="571" y="74"/>
                    </a:lnTo>
                    <a:lnTo>
                      <a:pt x="572" y="74"/>
                    </a:lnTo>
                    <a:lnTo>
                      <a:pt x="572" y="76"/>
                    </a:lnTo>
                    <a:lnTo>
                      <a:pt x="573" y="76"/>
                    </a:lnTo>
                    <a:lnTo>
                      <a:pt x="575" y="76"/>
                    </a:lnTo>
                    <a:lnTo>
                      <a:pt x="575" y="77"/>
                    </a:lnTo>
                    <a:lnTo>
                      <a:pt x="576" y="77"/>
                    </a:lnTo>
                    <a:lnTo>
                      <a:pt x="577" y="78"/>
                    </a:lnTo>
                    <a:lnTo>
                      <a:pt x="579" y="78"/>
                    </a:lnTo>
                    <a:lnTo>
                      <a:pt x="580" y="80"/>
                    </a:lnTo>
                    <a:lnTo>
                      <a:pt x="581" y="80"/>
                    </a:lnTo>
                    <a:lnTo>
                      <a:pt x="581" y="81"/>
                    </a:lnTo>
                    <a:lnTo>
                      <a:pt x="583" y="82"/>
                    </a:lnTo>
                    <a:lnTo>
                      <a:pt x="585" y="82"/>
                    </a:lnTo>
                    <a:lnTo>
                      <a:pt x="587" y="84"/>
                    </a:lnTo>
                    <a:lnTo>
                      <a:pt x="588" y="85"/>
                    </a:lnTo>
                    <a:lnTo>
                      <a:pt x="589" y="86"/>
                    </a:lnTo>
                    <a:lnTo>
                      <a:pt x="591" y="86"/>
                    </a:lnTo>
                    <a:lnTo>
                      <a:pt x="592" y="88"/>
                    </a:lnTo>
                    <a:lnTo>
                      <a:pt x="593" y="88"/>
                    </a:lnTo>
                    <a:lnTo>
                      <a:pt x="593" y="89"/>
                    </a:lnTo>
                    <a:lnTo>
                      <a:pt x="595" y="89"/>
                    </a:lnTo>
                    <a:lnTo>
                      <a:pt x="596" y="90"/>
                    </a:lnTo>
                    <a:lnTo>
                      <a:pt x="597" y="90"/>
                    </a:lnTo>
                    <a:lnTo>
                      <a:pt x="597" y="92"/>
                    </a:lnTo>
                    <a:lnTo>
                      <a:pt x="599" y="92"/>
                    </a:lnTo>
                    <a:lnTo>
                      <a:pt x="600" y="93"/>
                    </a:lnTo>
                    <a:lnTo>
                      <a:pt x="601" y="93"/>
                    </a:lnTo>
                    <a:lnTo>
                      <a:pt x="601" y="94"/>
                    </a:lnTo>
                    <a:lnTo>
                      <a:pt x="603" y="94"/>
                    </a:lnTo>
                    <a:lnTo>
                      <a:pt x="604" y="96"/>
                    </a:lnTo>
                    <a:lnTo>
                      <a:pt x="605" y="97"/>
                    </a:lnTo>
                    <a:lnTo>
                      <a:pt x="607" y="97"/>
                    </a:lnTo>
                    <a:lnTo>
                      <a:pt x="607" y="98"/>
                    </a:lnTo>
                    <a:lnTo>
                      <a:pt x="608" y="98"/>
                    </a:lnTo>
                    <a:lnTo>
                      <a:pt x="609" y="100"/>
                    </a:lnTo>
                    <a:lnTo>
                      <a:pt x="611" y="101"/>
                    </a:lnTo>
                    <a:lnTo>
                      <a:pt x="612" y="101"/>
                    </a:lnTo>
                    <a:lnTo>
                      <a:pt x="612" y="102"/>
                    </a:lnTo>
                    <a:lnTo>
                      <a:pt x="613" y="102"/>
                    </a:lnTo>
                    <a:lnTo>
                      <a:pt x="615" y="104"/>
                    </a:lnTo>
                    <a:lnTo>
                      <a:pt x="616" y="105"/>
                    </a:lnTo>
                    <a:lnTo>
                      <a:pt x="617" y="106"/>
                    </a:lnTo>
                    <a:lnTo>
                      <a:pt x="619" y="106"/>
                    </a:lnTo>
                    <a:lnTo>
                      <a:pt x="619" y="108"/>
                    </a:lnTo>
                    <a:lnTo>
                      <a:pt x="620" y="108"/>
                    </a:lnTo>
                    <a:lnTo>
                      <a:pt x="621" y="109"/>
                    </a:lnTo>
                    <a:lnTo>
                      <a:pt x="622" y="110"/>
                    </a:lnTo>
                    <a:lnTo>
                      <a:pt x="624" y="110"/>
                    </a:lnTo>
                    <a:lnTo>
                      <a:pt x="624" y="112"/>
                    </a:lnTo>
                    <a:lnTo>
                      <a:pt x="625" y="112"/>
                    </a:lnTo>
                    <a:lnTo>
                      <a:pt x="625" y="113"/>
                    </a:lnTo>
                    <a:lnTo>
                      <a:pt x="626" y="113"/>
                    </a:lnTo>
                    <a:lnTo>
                      <a:pt x="628" y="114"/>
                    </a:lnTo>
                    <a:lnTo>
                      <a:pt x="629" y="114"/>
                    </a:lnTo>
                    <a:lnTo>
                      <a:pt x="629" y="116"/>
                    </a:lnTo>
                    <a:lnTo>
                      <a:pt x="630" y="116"/>
                    </a:lnTo>
                    <a:lnTo>
                      <a:pt x="632" y="117"/>
                    </a:lnTo>
                    <a:lnTo>
                      <a:pt x="633" y="118"/>
                    </a:lnTo>
                    <a:lnTo>
                      <a:pt x="634" y="118"/>
                    </a:lnTo>
                    <a:lnTo>
                      <a:pt x="634" y="120"/>
                    </a:lnTo>
                    <a:lnTo>
                      <a:pt x="636" y="120"/>
                    </a:lnTo>
                    <a:lnTo>
                      <a:pt x="637" y="121"/>
                    </a:lnTo>
                    <a:lnTo>
                      <a:pt x="638" y="121"/>
                    </a:lnTo>
                    <a:lnTo>
                      <a:pt x="640" y="122"/>
                    </a:lnTo>
                    <a:lnTo>
                      <a:pt x="641" y="124"/>
                    </a:lnTo>
                    <a:lnTo>
                      <a:pt x="642" y="125"/>
                    </a:lnTo>
                    <a:lnTo>
                      <a:pt x="644" y="125"/>
                    </a:lnTo>
                    <a:lnTo>
                      <a:pt x="645" y="126"/>
                    </a:lnTo>
                    <a:lnTo>
                      <a:pt x="646" y="128"/>
                    </a:lnTo>
                    <a:lnTo>
                      <a:pt x="648" y="128"/>
                    </a:lnTo>
                    <a:lnTo>
                      <a:pt x="648" y="129"/>
                    </a:lnTo>
                    <a:lnTo>
                      <a:pt x="649" y="129"/>
                    </a:lnTo>
                    <a:lnTo>
                      <a:pt x="650" y="130"/>
                    </a:lnTo>
                    <a:lnTo>
                      <a:pt x="652" y="131"/>
                    </a:lnTo>
                    <a:lnTo>
                      <a:pt x="653" y="131"/>
                    </a:lnTo>
                    <a:lnTo>
                      <a:pt x="653" y="133"/>
                    </a:lnTo>
                    <a:lnTo>
                      <a:pt x="654" y="133"/>
                    </a:lnTo>
                    <a:lnTo>
                      <a:pt x="654" y="134"/>
                    </a:lnTo>
                    <a:lnTo>
                      <a:pt x="656" y="134"/>
                    </a:lnTo>
                    <a:lnTo>
                      <a:pt x="656" y="135"/>
                    </a:lnTo>
                    <a:lnTo>
                      <a:pt x="657" y="135"/>
                    </a:lnTo>
                    <a:lnTo>
                      <a:pt x="657" y="137"/>
                    </a:lnTo>
                    <a:lnTo>
                      <a:pt x="658" y="138"/>
                    </a:lnTo>
                    <a:lnTo>
                      <a:pt x="660" y="138"/>
                    </a:lnTo>
                    <a:lnTo>
                      <a:pt x="660" y="139"/>
                    </a:lnTo>
                    <a:lnTo>
                      <a:pt x="661" y="141"/>
                    </a:lnTo>
                    <a:lnTo>
                      <a:pt x="662" y="141"/>
                    </a:lnTo>
                    <a:lnTo>
                      <a:pt x="664" y="142"/>
                    </a:lnTo>
                    <a:lnTo>
                      <a:pt x="664" y="143"/>
                    </a:lnTo>
                    <a:lnTo>
                      <a:pt x="665" y="145"/>
                    </a:lnTo>
                    <a:lnTo>
                      <a:pt x="666" y="146"/>
                    </a:lnTo>
                    <a:lnTo>
                      <a:pt x="668" y="147"/>
                    </a:lnTo>
                    <a:lnTo>
                      <a:pt x="669" y="149"/>
                    </a:lnTo>
                    <a:lnTo>
                      <a:pt x="670" y="150"/>
                    </a:lnTo>
                    <a:lnTo>
                      <a:pt x="672" y="151"/>
                    </a:lnTo>
                    <a:lnTo>
                      <a:pt x="673" y="153"/>
                    </a:lnTo>
                    <a:lnTo>
                      <a:pt x="674" y="154"/>
                    </a:lnTo>
                    <a:lnTo>
                      <a:pt x="676" y="155"/>
                    </a:lnTo>
                    <a:lnTo>
                      <a:pt x="677" y="157"/>
                    </a:lnTo>
                    <a:lnTo>
                      <a:pt x="677" y="158"/>
                    </a:lnTo>
                    <a:lnTo>
                      <a:pt x="678" y="158"/>
                    </a:lnTo>
                    <a:lnTo>
                      <a:pt x="680" y="159"/>
                    </a:lnTo>
                    <a:lnTo>
                      <a:pt x="680" y="161"/>
                    </a:lnTo>
                    <a:lnTo>
                      <a:pt x="681" y="161"/>
                    </a:lnTo>
                    <a:lnTo>
                      <a:pt x="681" y="162"/>
                    </a:lnTo>
                    <a:lnTo>
                      <a:pt x="682" y="162"/>
                    </a:lnTo>
                    <a:lnTo>
                      <a:pt x="682" y="163"/>
                    </a:lnTo>
                    <a:lnTo>
                      <a:pt x="684" y="165"/>
                    </a:lnTo>
                    <a:lnTo>
                      <a:pt x="685" y="166"/>
                    </a:lnTo>
                    <a:lnTo>
                      <a:pt x="686" y="167"/>
                    </a:lnTo>
                    <a:lnTo>
                      <a:pt x="686" y="169"/>
                    </a:lnTo>
                    <a:lnTo>
                      <a:pt x="688" y="169"/>
                    </a:lnTo>
                    <a:lnTo>
                      <a:pt x="689" y="170"/>
                    </a:lnTo>
                    <a:lnTo>
                      <a:pt x="689" y="171"/>
                    </a:lnTo>
                    <a:lnTo>
                      <a:pt x="690" y="173"/>
                    </a:lnTo>
                    <a:lnTo>
                      <a:pt x="692" y="174"/>
                    </a:lnTo>
                    <a:lnTo>
                      <a:pt x="693" y="175"/>
                    </a:lnTo>
                    <a:lnTo>
                      <a:pt x="694" y="178"/>
                    </a:lnTo>
                    <a:lnTo>
                      <a:pt x="695" y="179"/>
                    </a:lnTo>
                    <a:lnTo>
                      <a:pt x="697" y="181"/>
                    </a:lnTo>
                    <a:lnTo>
                      <a:pt x="698" y="183"/>
                    </a:lnTo>
                    <a:lnTo>
                      <a:pt x="701" y="185"/>
                    </a:lnTo>
                    <a:lnTo>
                      <a:pt x="702" y="186"/>
                    </a:lnTo>
                    <a:lnTo>
                      <a:pt x="702" y="187"/>
                    </a:lnTo>
                    <a:lnTo>
                      <a:pt x="703" y="189"/>
                    </a:lnTo>
                    <a:lnTo>
                      <a:pt x="705" y="190"/>
                    </a:lnTo>
                    <a:lnTo>
                      <a:pt x="706" y="191"/>
                    </a:lnTo>
                    <a:lnTo>
                      <a:pt x="707" y="193"/>
                    </a:lnTo>
                    <a:lnTo>
                      <a:pt x="707" y="194"/>
                    </a:lnTo>
                    <a:lnTo>
                      <a:pt x="709" y="195"/>
                    </a:lnTo>
                    <a:lnTo>
                      <a:pt x="710" y="197"/>
                    </a:lnTo>
                    <a:lnTo>
                      <a:pt x="710" y="198"/>
                    </a:lnTo>
                    <a:lnTo>
                      <a:pt x="711" y="198"/>
                    </a:lnTo>
                    <a:lnTo>
                      <a:pt x="713" y="199"/>
                    </a:lnTo>
                    <a:lnTo>
                      <a:pt x="713" y="201"/>
                    </a:lnTo>
                    <a:lnTo>
                      <a:pt x="714" y="202"/>
                    </a:lnTo>
                    <a:lnTo>
                      <a:pt x="715" y="203"/>
                    </a:lnTo>
                    <a:lnTo>
                      <a:pt x="717" y="205"/>
                    </a:lnTo>
                    <a:lnTo>
                      <a:pt x="717" y="206"/>
                    </a:lnTo>
                    <a:lnTo>
                      <a:pt x="718" y="207"/>
                    </a:lnTo>
                    <a:lnTo>
                      <a:pt x="719" y="208"/>
                    </a:lnTo>
                    <a:lnTo>
                      <a:pt x="721" y="210"/>
                    </a:lnTo>
                    <a:lnTo>
                      <a:pt x="722" y="212"/>
                    </a:lnTo>
                    <a:lnTo>
                      <a:pt x="722" y="214"/>
                    </a:lnTo>
                    <a:lnTo>
                      <a:pt x="723" y="215"/>
                    </a:lnTo>
                    <a:lnTo>
                      <a:pt x="725" y="216"/>
                    </a:lnTo>
                    <a:lnTo>
                      <a:pt x="726" y="218"/>
                    </a:lnTo>
                    <a:lnTo>
                      <a:pt x="727" y="220"/>
                    </a:lnTo>
                    <a:lnTo>
                      <a:pt x="729" y="222"/>
                    </a:lnTo>
                    <a:lnTo>
                      <a:pt x="730" y="224"/>
                    </a:lnTo>
                    <a:lnTo>
                      <a:pt x="731" y="226"/>
                    </a:lnTo>
                    <a:lnTo>
                      <a:pt x="734" y="228"/>
                    </a:lnTo>
                    <a:lnTo>
                      <a:pt x="735" y="230"/>
                    </a:lnTo>
                    <a:lnTo>
                      <a:pt x="735" y="232"/>
                    </a:lnTo>
                    <a:lnTo>
                      <a:pt x="737" y="234"/>
                    </a:lnTo>
                    <a:lnTo>
                      <a:pt x="738" y="235"/>
                    </a:lnTo>
                    <a:lnTo>
                      <a:pt x="739" y="236"/>
                    </a:lnTo>
                    <a:lnTo>
                      <a:pt x="741" y="238"/>
                    </a:lnTo>
                    <a:lnTo>
                      <a:pt x="742" y="239"/>
                    </a:lnTo>
                    <a:lnTo>
                      <a:pt x="742" y="240"/>
                    </a:lnTo>
                    <a:lnTo>
                      <a:pt x="743" y="242"/>
                    </a:lnTo>
                    <a:lnTo>
                      <a:pt x="745" y="243"/>
                    </a:lnTo>
                    <a:lnTo>
                      <a:pt x="745" y="244"/>
                    </a:lnTo>
                    <a:lnTo>
                      <a:pt x="746" y="246"/>
                    </a:lnTo>
                    <a:lnTo>
                      <a:pt x="746" y="247"/>
                    </a:lnTo>
                    <a:lnTo>
                      <a:pt x="747" y="247"/>
                    </a:lnTo>
                    <a:lnTo>
                      <a:pt x="749" y="248"/>
                    </a:lnTo>
                    <a:lnTo>
                      <a:pt x="749" y="250"/>
                    </a:lnTo>
                    <a:lnTo>
                      <a:pt x="750" y="251"/>
                    </a:lnTo>
                    <a:lnTo>
                      <a:pt x="750" y="252"/>
                    </a:lnTo>
                    <a:lnTo>
                      <a:pt x="751" y="254"/>
                    </a:lnTo>
                    <a:lnTo>
                      <a:pt x="753" y="255"/>
                    </a:lnTo>
                    <a:lnTo>
                      <a:pt x="754" y="256"/>
                    </a:lnTo>
                    <a:lnTo>
                      <a:pt x="754" y="258"/>
                    </a:lnTo>
                    <a:lnTo>
                      <a:pt x="755" y="259"/>
                    </a:lnTo>
                    <a:lnTo>
                      <a:pt x="757" y="260"/>
                    </a:lnTo>
                    <a:lnTo>
                      <a:pt x="758" y="262"/>
                    </a:lnTo>
                    <a:lnTo>
                      <a:pt x="759" y="263"/>
                    </a:lnTo>
                    <a:lnTo>
                      <a:pt x="761" y="266"/>
                    </a:lnTo>
                    <a:lnTo>
                      <a:pt x="762" y="267"/>
                    </a:lnTo>
                    <a:lnTo>
                      <a:pt x="763" y="270"/>
                    </a:lnTo>
                    <a:lnTo>
                      <a:pt x="765" y="271"/>
                    </a:lnTo>
                    <a:lnTo>
                      <a:pt x="766" y="274"/>
                    </a:lnTo>
                    <a:lnTo>
                      <a:pt x="767" y="276"/>
                    </a:lnTo>
                    <a:lnTo>
                      <a:pt x="769" y="278"/>
                    </a:lnTo>
                    <a:lnTo>
                      <a:pt x="770" y="279"/>
                    </a:lnTo>
                    <a:lnTo>
                      <a:pt x="771" y="281"/>
                    </a:lnTo>
                    <a:lnTo>
                      <a:pt x="772" y="283"/>
                    </a:lnTo>
                    <a:lnTo>
                      <a:pt x="774" y="284"/>
                    </a:lnTo>
                    <a:lnTo>
                      <a:pt x="775" y="285"/>
                    </a:lnTo>
                    <a:lnTo>
                      <a:pt x="775" y="287"/>
                    </a:lnTo>
                    <a:lnTo>
                      <a:pt x="776" y="288"/>
                    </a:lnTo>
                    <a:lnTo>
                      <a:pt x="778" y="289"/>
                    </a:lnTo>
                    <a:lnTo>
                      <a:pt x="778" y="291"/>
                    </a:lnTo>
                    <a:lnTo>
                      <a:pt x="779" y="292"/>
                    </a:lnTo>
                    <a:lnTo>
                      <a:pt x="780" y="293"/>
                    </a:lnTo>
                    <a:lnTo>
                      <a:pt x="782" y="295"/>
                    </a:lnTo>
                    <a:lnTo>
                      <a:pt x="782" y="296"/>
                    </a:lnTo>
                    <a:lnTo>
                      <a:pt x="783" y="297"/>
                    </a:lnTo>
                    <a:lnTo>
                      <a:pt x="784" y="299"/>
                    </a:lnTo>
                    <a:lnTo>
                      <a:pt x="784" y="300"/>
                    </a:lnTo>
                    <a:lnTo>
                      <a:pt x="786" y="301"/>
                    </a:lnTo>
                    <a:lnTo>
                      <a:pt x="786" y="303"/>
                    </a:lnTo>
                    <a:lnTo>
                      <a:pt x="787" y="304"/>
                    </a:lnTo>
                    <a:lnTo>
                      <a:pt x="788" y="305"/>
                    </a:lnTo>
                    <a:lnTo>
                      <a:pt x="788" y="307"/>
                    </a:lnTo>
                    <a:lnTo>
                      <a:pt x="790" y="309"/>
                    </a:lnTo>
                    <a:lnTo>
                      <a:pt x="791" y="311"/>
                    </a:lnTo>
                    <a:lnTo>
                      <a:pt x="791" y="312"/>
                    </a:lnTo>
                    <a:lnTo>
                      <a:pt x="792" y="313"/>
                    </a:lnTo>
                    <a:lnTo>
                      <a:pt x="794" y="315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19935" name="Freeform 87">
                <a:extLst>
                  <a:ext uri="{FF2B5EF4-FFF2-40B4-BE49-F238E27FC236}">
                    <a16:creationId xmlns:a16="http://schemas.microsoft.com/office/drawing/2014/main" id="{91410725-0E57-4C2D-B433-2930A1136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758314"/>
                <a:ext cx="630237" cy="249238"/>
              </a:xfrm>
              <a:custGeom>
                <a:avLst/>
                <a:gdLst>
                  <a:gd name="T0" fmla="*/ 2147483646 w 794"/>
                  <a:gd name="T1" fmla="*/ 2147483646 h 315"/>
                  <a:gd name="T2" fmla="*/ 2147483646 w 794"/>
                  <a:gd name="T3" fmla="*/ 2147483646 h 315"/>
                  <a:gd name="T4" fmla="*/ 2147483646 w 794"/>
                  <a:gd name="T5" fmla="*/ 2147483646 h 315"/>
                  <a:gd name="T6" fmla="*/ 2147483646 w 794"/>
                  <a:gd name="T7" fmla="*/ 2147483646 h 315"/>
                  <a:gd name="T8" fmla="*/ 2147483646 w 794"/>
                  <a:gd name="T9" fmla="*/ 2147483646 h 315"/>
                  <a:gd name="T10" fmla="*/ 2147483646 w 794"/>
                  <a:gd name="T11" fmla="*/ 2147483646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315"/>
                    </a:moveTo>
                    <a:lnTo>
                      <a:pt x="31" y="315"/>
                    </a:lnTo>
                    <a:lnTo>
                      <a:pt x="60" y="315"/>
                    </a:lnTo>
                    <a:lnTo>
                      <a:pt x="86" y="315"/>
                    </a:lnTo>
                    <a:lnTo>
                      <a:pt x="110" y="315"/>
                    </a:lnTo>
                    <a:lnTo>
                      <a:pt x="134" y="315"/>
                    </a:lnTo>
                    <a:lnTo>
                      <a:pt x="155" y="315"/>
                    </a:lnTo>
                    <a:lnTo>
                      <a:pt x="175" y="315"/>
                    </a:lnTo>
                    <a:lnTo>
                      <a:pt x="194" y="315"/>
                    </a:lnTo>
                    <a:lnTo>
                      <a:pt x="211" y="315"/>
                    </a:lnTo>
                    <a:lnTo>
                      <a:pt x="227" y="315"/>
                    </a:lnTo>
                    <a:lnTo>
                      <a:pt x="240" y="315"/>
                    </a:lnTo>
                    <a:lnTo>
                      <a:pt x="254" y="315"/>
                    </a:lnTo>
                    <a:lnTo>
                      <a:pt x="265" y="315"/>
                    </a:lnTo>
                    <a:lnTo>
                      <a:pt x="276" y="315"/>
                    </a:lnTo>
                    <a:lnTo>
                      <a:pt x="287" y="315"/>
                    </a:lnTo>
                    <a:lnTo>
                      <a:pt x="296" y="315"/>
                    </a:lnTo>
                    <a:lnTo>
                      <a:pt x="303" y="315"/>
                    </a:lnTo>
                    <a:lnTo>
                      <a:pt x="311" y="315"/>
                    </a:lnTo>
                    <a:lnTo>
                      <a:pt x="317" y="315"/>
                    </a:lnTo>
                    <a:lnTo>
                      <a:pt x="323" y="315"/>
                    </a:lnTo>
                    <a:lnTo>
                      <a:pt x="328" y="315"/>
                    </a:lnTo>
                    <a:lnTo>
                      <a:pt x="332" y="315"/>
                    </a:lnTo>
                    <a:lnTo>
                      <a:pt x="336" y="315"/>
                    </a:lnTo>
                    <a:lnTo>
                      <a:pt x="338" y="315"/>
                    </a:lnTo>
                    <a:lnTo>
                      <a:pt x="342" y="315"/>
                    </a:lnTo>
                    <a:lnTo>
                      <a:pt x="345" y="315"/>
                    </a:lnTo>
                    <a:lnTo>
                      <a:pt x="348" y="315"/>
                    </a:lnTo>
                    <a:lnTo>
                      <a:pt x="349" y="314"/>
                    </a:lnTo>
                    <a:lnTo>
                      <a:pt x="352" y="314"/>
                    </a:lnTo>
                    <a:lnTo>
                      <a:pt x="353" y="314"/>
                    </a:lnTo>
                    <a:lnTo>
                      <a:pt x="356" y="314"/>
                    </a:lnTo>
                    <a:lnTo>
                      <a:pt x="358" y="314"/>
                    </a:lnTo>
                    <a:lnTo>
                      <a:pt x="360" y="314"/>
                    </a:lnTo>
                    <a:lnTo>
                      <a:pt x="362" y="314"/>
                    </a:lnTo>
                    <a:lnTo>
                      <a:pt x="364" y="314"/>
                    </a:lnTo>
                    <a:lnTo>
                      <a:pt x="366" y="314"/>
                    </a:lnTo>
                    <a:lnTo>
                      <a:pt x="368" y="314"/>
                    </a:lnTo>
                    <a:lnTo>
                      <a:pt x="369" y="314"/>
                    </a:lnTo>
                    <a:lnTo>
                      <a:pt x="370" y="312"/>
                    </a:lnTo>
                    <a:lnTo>
                      <a:pt x="372" y="312"/>
                    </a:lnTo>
                    <a:lnTo>
                      <a:pt x="374" y="312"/>
                    </a:lnTo>
                    <a:lnTo>
                      <a:pt x="376" y="312"/>
                    </a:lnTo>
                    <a:lnTo>
                      <a:pt x="377" y="312"/>
                    </a:lnTo>
                    <a:lnTo>
                      <a:pt x="378" y="312"/>
                    </a:lnTo>
                    <a:lnTo>
                      <a:pt x="380" y="312"/>
                    </a:lnTo>
                    <a:lnTo>
                      <a:pt x="381" y="312"/>
                    </a:lnTo>
                    <a:lnTo>
                      <a:pt x="382" y="312"/>
                    </a:lnTo>
                    <a:lnTo>
                      <a:pt x="384" y="312"/>
                    </a:lnTo>
                    <a:lnTo>
                      <a:pt x="385" y="311"/>
                    </a:lnTo>
                    <a:lnTo>
                      <a:pt x="386" y="311"/>
                    </a:lnTo>
                    <a:lnTo>
                      <a:pt x="388" y="311"/>
                    </a:lnTo>
                    <a:lnTo>
                      <a:pt x="389" y="311"/>
                    </a:lnTo>
                    <a:lnTo>
                      <a:pt x="390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4" y="311"/>
                    </a:lnTo>
                    <a:lnTo>
                      <a:pt x="396" y="310"/>
                    </a:lnTo>
                    <a:lnTo>
                      <a:pt x="398" y="310"/>
                    </a:lnTo>
                    <a:lnTo>
                      <a:pt x="400" y="310"/>
                    </a:lnTo>
                    <a:lnTo>
                      <a:pt x="401" y="310"/>
                    </a:lnTo>
                    <a:lnTo>
                      <a:pt x="403" y="310"/>
                    </a:lnTo>
                    <a:lnTo>
                      <a:pt x="405" y="308"/>
                    </a:lnTo>
                    <a:lnTo>
                      <a:pt x="407" y="308"/>
                    </a:lnTo>
                    <a:lnTo>
                      <a:pt x="409" y="308"/>
                    </a:lnTo>
                    <a:lnTo>
                      <a:pt x="411" y="308"/>
                    </a:lnTo>
                    <a:lnTo>
                      <a:pt x="413" y="307"/>
                    </a:lnTo>
                    <a:lnTo>
                      <a:pt x="414" y="307"/>
                    </a:lnTo>
                    <a:lnTo>
                      <a:pt x="417" y="307"/>
                    </a:lnTo>
                    <a:lnTo>
                      <a:pt x="418" y="307"/>
                    </a:lnTo>
                    <a:lnTo>
                      <a:pt x="419" y="307"/>
                    </a:lnTo>
                    <a:lnTo>
                      <a:pt x="421" y="307"/>
                    </a:lnTo>
                    <a:lnTo>
                      <a:pt x="422" y="306"/>
                    </a:lnTo>
                    <a:lnTo>
                      <a:pt x="423" y="306"/>
                    </a:lnTo>
                    <a:lnTo>
                      <a:pt x="425" y="306"/>
                    </a:lnTo>
                    <a:lnTo>
                      <a:pt x="426" y="306"/>
                    </a:lnTo>
                    <a:lnTo>
                      <a:pt x="427" y="306"/>
                    </a:lnTo>
                    <a:lnTo>
                      <a:pt x="429" y="304"/>
                    </a:lnTo>
                    <a:lnTo>
                      <a:pt x="430" y="304"/>
                    </a:lnTo>
                    <a:lnTo>
                      <a:pt x="431" y="304"/>
                    </a:lnTo>
                    <a:lnTo>
                      <a:pt x="433" y="304"/>
                    </a:lnTo>
                    <a:lnTo>
                      <a:pt x="434" y="303"/>
                    </a:lnTo>
                    <a:lnTo>
                      <a:pt x="435" y="303"/>
                    </a:lnTo>
                    <a:lnTo>
                      <a:pt x="437" y="303"/>
                    </a:lnTo>
                    <a:lnTo>
                      <a:pt x="438" y="303"/>
                    </a:lnTo>
                    <a:lnTo>
                      <a:pt x="439" y="302"/>
                    </a:lnTo>
                    <a:lnTo>
                      <a:pt x="441" y="302"/>
                    </a:lnTo>
                    <a:lnTo>
                      <a:pt x="443" y="300"/>
                    </a:lnTo>
                    <a:lnTo>
                      <a:pt x="445" y="300"/>
                    </a:lnTo>
                    <a:lnTo>
                      <a:pt x="446" y="300"/>
                    </a:lnTo>
                    <a:lnTo>
                      <a:pt x="449" y="299"/>
                    </a:lnTo>
                    <a:lnTo>
                      <a:pt x="450" y="299"/>
                    </a:lnTo>
                    <a:lnTo>
                      <a:pt x="453" y="298"/>
                    </a:lnTo>
                    <a:lnTo>
                      <a:pt x="455" y="296"/>
                    </a:lnTo>
                    <a:lnTo>
                      <a:pt x="458" y="296"/>
                    </a:lnTo>
                    <a:lnTo>
                      <a:pt x="459" y="295"/>
                    </a:lnTo>
                    <a:lnTo>
                      <a:pt x="462" y="295"/>
                    </a:lnTo>
                    <a:lnTo>
                      <a:pt x="465" y="294"/>
                    </a:lnTo>
                    <a:lnTo>
                      <a:pt x="466" y="294"/>
                    </a:lnTo>
                    <a:lnTo>
                      <a:pt x="467" y="294"/>
                    </a:lnTo>
                    <a:lnTo>
                      <a:pt x="470" y="292"/>
                    </a:lnTo>
                    <a:lnTo>
                      <a:pt x="471" y="292"/>
                    </a:lnTo>
                    <a:lnTo>
                      <a:pt x="473" y="291"/>
                    </a:lnTo>
                    <a:lnTo>
                      <a:pt x="474" y="291"/>
                    </a:lnTo>
                    <a:lnTo>
                      <a:pt x="475" y="291"/>
                    </a:lnTo>
                    <a:lnTo>
                      <a:pt x="476" y="290"/>
                    </a:lnTo>
                    <a:lnTo>
                      <a:pt x="478" y="290"/>
                    </a:lnTo>
                    <a:lnTo>
                      <a:pt x="479" y="290"/>
                    </a:lnTo>
                    <a:lnTo>
                      <a:pt x="480" y="288"/>
                    </a:lnTo>
                    <a:lnTo>
                      <a:pt x="482" y="288"/>
                    </a:lnTo>
                    <a:lnTo>
                      <a:pt x="483" y="287"/>
                    </a:lnTo>
                    <a:lnTo>
                      <a:pt x="484" y="287"/>
                    </a:lnTo>
                    <a:lnTo>
                      <a:pt x="486" y="286"/>
                    </a:lnTo>
                    <a:lnTo>
                      <a:pt x="487" y="286"/>
                    </a:lnTo>
                    <a:lnTo>
                      <a:pt x="488" y="286"/>
                    </a:lnTo>
                    <a:lnTo>
                      <a:pt x="490" y="284"/>
                    </a:lnTo>
                    <a:lnTo>
                      <a:pt x="491" y="284"/>
                    </a:lnTo>
                    <a:lnTo>
                      <a:pt x="492" y="283"/>
                    </a:lnTo>
                    <a:lnTo>
                      <a:pt x="494" y="283"/>
                    </a:lnTo>
                    <a:lnTo>
                      <a:pt x="495" y="282"/>
                    </a:lnTo>
                    <a:lnTo>
                      <a:pt x="498" y="280"/>
                    </a:lnTo>
                    <a:lnTo>
                      <a:pt x="499" y="280"/>
                    </a:lnTo>
                    <a:lnTo>
                      <a:pt x="500" y="279"/>
                    </a:lnTo>
                    <a:lnTo>
                      <a:pt x="503" y="278"/>
                    </a:lnTo>
                    <a:lnTo>
                      <a:pt x="504" y="276"/>
                    </a:lnTo>
                    <a:lnTo>
                      <a:pt x="507" y="276"/>
                    </a:lnTo>
                    <a:lnTo>
                      <a:pt x="508" y="275"/>
                    </a:lnTo>
                    <a:lnTo>
                      <a:pt x="511" y="274"/>
                    </a:lnTo>
                    <a:lnTo>
                      <a:pt x="512" y="274"/>
                    </a:lnTo>
                    <a:lnTo>
                      <a:pt x="514" y="272"/>
                    </a:lnTo>
                    <a:lnTo>
                      <a:pt x="516" y="271"/>
                    </a:lnTo>
                    <a:lnTo>
                      <a:pt x="518" y="271"/>
                    </a:lnTo>
                    <a:lnTo>
                      <a:pt x="519" y="270"/>
                    </a:lnTo>
                    <a:lnTo>
                      <a:pt x="520" y="270"/>
                    </a:lnTo>
                    <a:lnTo>
                      <a:pt x="522" y="268"/>
                    </a:lnTo>
                    <a:lnTo>
                      <a:pt x="523" y="268"/>
                    </a:lnTo>
                    <a:lnTo>
                      <a:pt x="524" y="267"/>
                    </a:lnTo>
                    <a:lnTo>
                      <a:pt x="526" y="267"/>
                    </a:lnTo>
                    <a:lnTo>
                      <a:pt x="527" y="266"/>
                    </a:lnTo>
                    <a:lnTo>
                      <a:pt x="528" y="266"/>
                    </a:lnTo>
                    <a:lnTo>
                      <a:pt x="528" y="264"/>
                    </a:lnTo>
                    <a:lnTo>
                      <a:pt x="530" y="264"/>
                    </a:lnTo>
                    <a:lnTo>
                      <a:pt x="531" y="264"/>
                    </a:lnTo>
                    <a:lnTo>
                      <a:pt x="532" y="263"/>
                    </a:lnTo>
                    <a:lnTo>
                      <a:pt x="534" y="263"/>
                    </a:lnTo>
                    <a:lnTo>
                      <a:pt x="534" y="262"/>
                    </a:lnTo>
                    <a:lnTo>
                      <a:pt x="535" y="262"/>
                    </a:lnTo>
                    <a:lnTo>
                      <a:pt x="536" y="261"/>
                    </a:lnTo>
                    <a:lnTo>
                      <a:pt x="538" y="261"/>
                    </a:lnTo>
                    <a:lnTo>
                      <a:pt x="539" y="259"/>
                    </a:lnTo>
                    <a:lnTo>
                      <a:pt x="540" y="259"/>
                    </a:lnTo>
                    <a:lnTo>
                      <a:pt x="542" y="258"/>
                    </a:lnTo>
                    <a:lnTo>
                      <a:pt x="543" y="257"/>
                    </a:lnTo>
                    <a:lnTo>
                      <a:pt x="546" y="257"/>
                    </a:lnTo>
                    <a:lnTo>
                      <a:pt x="547" y="255"/>
                    </a:lnTo>
                    <a:lnTo>
                      <a:pt x="548" y="254"/>
                    </a:lnTo>
                    <a:lnTo>
                      <a:pt x="551" y="253"/>
                    </a:lnTo>
                    <a:lnTo>
                      <a:pt x="552" y="253"/>
                    </a:lnTo>
                    <a:lnTo>
                      <a:pt x="553" y="251"/>
                    </a:lnTo>
                    <a:lnTo>
                      <a:pt x="556" y="250"/>
                    </a:lnTo>
                    <a:lnTo>
                      <a:pt x="557" y="250"/>
                    </a:lnTo>
                    <a:lnTo>
                      <a:pt x="559" y="249"/>
                    </a:lnTo>
                    <a:lnTo>
                      <a:pt x="560" y="247"/>
                    </a:lnTo>
                    <a:lnTo>
                      <a:pt x="561" y="247"/>
                    </a:lnTo>
                    <a:lnTo>
                      <a:pt x="563" y="246"/>
                    </a:lnTo>
                    <a:lnTo>
                      <a:pt x="564" y="245"/>
                    </a:lnTo>
                    <a:lnTo>
                      <a:pt x="565" y="245"/>
                    </a:lnTo>
                    <a:lnTo>
                      <a:pt x="567" y="245"/>
                    </a:lnTo>
                    <a:lnTo>
                      <a:pt x="567" y="243"/>
                    </a:lnTo>
                    <a:lnTo>
                      <a:pt x="568" y="243"/>
                    </a:lnTo>
                    <a:lnTo>
                      <a:pt x="569" y="242"/>
                    </a:lnTo>
                    <a:lnTo>
                      <a:pt x="571" y="242"/>
                    </a:lnTo>
                    <a:lnTo>
                      <a:pt x="572" y="241"/>
                    </a:lnTo>
                    <a:lnTo>
                      <a:pt x="573" y="239"/>
                    </a:lnTo>
                    <a:lnTo>
                      <a:pt x="575" y="239"/>
                    </a:lnTo>
                    <a:lnTo>
                      <a:pt x="575" y="238"/>
                    </a:lnTo>
                    <a:lnTo>
                      <a:pt x="576" y="238"/>
                    </a:lnTo>
                    <a:lnTo>
                      <a:pt x="577" y="237"/>
                    </a:lnTo>
                    <a:lnTo>
                      <a:pt x="579" y="237"/>
                    </a:lnTo>
                    <a:lnTo>
                      <a:pt x="580" y="235"/>
                    </a:lnTo>
                    <a:lnTo>
                      <a:pt x="581" y="235"/>
                    </a:lnTo>
                    <a:lnTo>
                      <a:pt x="581" y="234"/>
                    </a:lnTo>
                    <a:lnTo>
                      <a:pt x="583" y="234"/>
                    </a:lnTo>
                    <a:lnTo>
                      <a:pt x="585" y="233"/>
                    </a:lnTo>
                    <a:lnTo>
                      <a:pt x="587" y="231"/>
                    </a:lnTo>
                    <a:lnTo>
                      <a:pt x="588" y="230"/>
                    </a:lnTo>
                    <a:lnTo>
                      <a:pt x="589" y="230"/>
                    </a:lnTo>
                    <a:lnTo>
                      <a:pt x="591" y="229"/>
                    </a:lnTo>
                    <a:lnTo>
                      <a:pt x="592" y="227"/>
                    </a:lnTo>
                    <a:lnTo>
                      <a:pt x="593" y="227"/>
                    </a:lnTo>
                    <a:lnTo>
                      <a:pt x="593" y="226"/>
                    </a:lnTo>
                    <a:lnTo>
                      <a:pt x="595" y="226"/>
                    </a:lnTo>
                    <a:lnTo>
                      <a:pt x="596" y="225"/>
                    </a:lnTo>
                    <a:lnTo>
                      <a:pt x="597" y="225"/>
                    </a:lnTo>
                    <a:lnTo>
                      <a:pt x="597" y="223"/>
                    </a:lnTo>
                    <a:lnTo>
                      <a:pt x="599" y="223"/>
                    </a:lnTo>
                    <a:lnTo>
                      <a:pt x="600" y="223"/>
                    </a:lnTo>
                    <a:lnTo>
                      <a:pt x="600" y="222"/>
                    </a:lnTo>
                    <a:lnTo>
                      <a:pt x="601" y="222"/>
                    </a:lnTo>
                    <a:lnTo>
                      <a:pt x="603" y="221"/>
                    </a:lnTo>
                    <a:lnTo>
                      <a:pt x="604" y="221"/>
                    </a:lnTo>
                    <a:lnTo>
                      <a:pt x="604" y="219"/>
                    </a:lnTo>
                    <a:lnTo>
                      <a:pt x="605" y="219"/>
                    </a:lnTo>
                    <a:lnTo>
                      <a:pt x="605" y="218"/>
                    </a:lnTo>
                    <a:lnTo>
                      <a:pt x="607" y="218"/>
                    </a:lnTo>
                    <a:lnTo>
                      <a:pt x="608" y="217"/>
                    </a:lnTo>
                    <a:lnTo>
                      <a:pt x="609" y="215"/>
                    </a:lnTo>
                    <a:lnTo>
                      <a:pt x="611" y="214"/>
                    </a:lnTo>
                    <a:lnTo>
                      <a:pt x="612" y="214"/>
                    </a:lnTo>
                    <a:lnTo>
                      <a:pt x="612" y="213"/>
                    </a:lnTo>
                    <a:lnTo>
                      <a:pt x="613" y="213"/>
                    </a:lnTo>
                    <a:lnTo>
                      <a:pt x="615" y="211"/>
                    </a:lnTo>
                    <a:lnTo>
                      <a:pt x="616" y="210"/>
                    </a:lnTo>
                    <a:lnTo>
                      <a:pt x="617" y="209"/>
                    </a:lnTo>
                    <a:lnTo>
                      <a:pt x="619" y="209"/>
                    </a:lnTo>
                    <a:lnTo>
                      <a:pt x="619" y="207"/>
                    </a:lnTo>
                    <a:lnTo>
                      <a:pt x="620" y="207"/>
                    </a:lnTo>
                    <a:lnTo>
                      <a:pt x="621" y="206"/>
                    </a:lnTo>
                    <a:lnTo>
                      <a:pt x="622" y="206"/>
                    </a:lnTo>
                    <a:lnTo>
                      <a:pt x="622" y="205"/>
                    </a:lnTo>
                    <a:lnTo>
                      <a:pt x="624" y="205"/>
                    </a:lnTo>
                    <a:lnTo>
                      <a:pt x="625" y="203"/>
                    </a:lnTo>
                    <a:lnTo>
                      <a:pt x="626" y="202"/>
                    </a:lnTo>
                    <a:lnTo>
                      <a:pt x="628" y="202"/>
                    </a:lnTo>
                    <a:lnTo>
                      <a:pt x="628" y="201"/>
                    </a:lnTo>
                    <a:lnTo>
                      <a:pt x="629" y="201"/>
                    </a:lnTo>
                    <a:lnTo>
                      <a:pt x="630" y="199"/>
                    </a:lnTo>
                    <a:lnTo>
                      <a:pt x="632" y="199"/>
                    </a:lnTo>
                    <a:lnTo>
                      <a:pt x="632" y="198"/>
                    </a:lnTo>
                    <a:lnTo>
                      <a:pt x="633" y="198"/>
                    </a:lnTo>
                    <a:lnTo>
                      <a:pt x="634" y="197"/>
                    </a:lnTo>
                    <a:lnTo>
                      <a:pt x="636" y="195"/>
                    </a:lnTo>
                    <a:lnTo>
                      <a:pt x="637" y="195"/>
                    </a:lnTo>
                    <a:lnTo>
                      <a:pt x="638" y="194"/>
                    </a:lnTo>
                    <a:lnTo>
                      <a:pt x="640" y="193"/>
                    </a:lnTo>
                    <a:lnTo>
                      <a:pt x="641" y="193"/>
                    </a:lnTo>
                    <a:lnTo>
                      <a:pt x="641" y="191"/>
                    </a:lnTo>
                    <a:lnTo>
                      <a:pt x="642" y="191"/>
                    </a:lnTo>
                    <a:lnTo>
                      <a:pt x="644" y="190"/>
                    </a:lnTo>
                    <a:lnTo>
                      <a:pt x="645" y="190"/>
                    </a:lnTo>
                    <a:lnTo>
                      <a:pt x="645" y="189"/>
                    </a:lnTo>
                    <a:lnTo>
                      <a:pt x="646" y="189"/>
                    </a:lnTo>
                    <a:lnTo>
                      <a:pt x="648" y="188"/>
                    </a:lnTo>
                    <a:lnTo>
                      <a:pt x="649" y="186"/>
                    </a:lnTo>
                    <a:lnTo>
                      <a:pt x="650" y="186"/>
                    </a:lnTo>
                    <a:lnTo>
                      <a:pt x="650" y="185"/>
                    </a:lnTo>
                    <a:lnTo>
                      <a:pt x="652" y="185"/>
                    </a:lnTo>
                    <a:lnTo>
                      <a:pt x="652" y="184"/>
                    </a:lnTo>
                    <a:lnTo>
                      <a:pt x="653" y="184"/>
                    </a:lnTo>
                    <a:lnTo>
                      <a:pt x="654" y="182"/>
                    </a:lnTo>
                    <a:lnTo>
                      <a:pt x="656" y="181"/>
                    </a:lnTo>
                    <a:lnTo>
                      <a:pt x="657" y="180"/>
                    </a:lnTo>
                    <a:lnTo>
                      <a:pt x="657" y="178"/>
                    </a:lnTo>
                    <a:lnTo>
                      <a:pt x="658" y="178"/>
                    </a:lnTo>
                    <a:lnTo>
                      <a:pt x="660" y="177"/>
                    </a:lnTo>
                    <a:lnTo>
                      <a:pt x="661" y="176"/>
                    </a:lnTo>
                    <a:lnTo>
                      <a:pt x="662" y="174"/>
                    </a:lnTo>
                    <a:lnTo>
                      <a:pt x="664" y="173"/>
                    </a:lnTo>
                    <a:lnTo>
                      <a:pt x="664" y="172"/>
                    </a:lnTo>
                    <a:lnTo>
                      <a:pt x="665" y="170"/>
                    </a:lnTo>
                    <a:lnTo>
                      <a:pt x="666" y="169"/>
                    </a:lnTo>
                    <a:lnTo>
                      <a:pt x="668" y="168"/>
                    </a:lnTo>
                    <a:lnTo>
                      <a:pt x="669" y="166"/>
                    </a:lnTo>
                    <a:lnTo>
                      <a:pt x="670" y="165"/>
                    </a:lnTo>
                    <a:lnTo>
                      <a:pt x="672" y="165"/>
                    </a:lnTo>
                    <a:lnTo>
                      <a:pt x="673" y="164"/>
                    </a:lnTo>
                    <a:lnTo>
                      <a:pt x="673" y="162"/>
                    </a:lnTo>
                    <a:lnTo>
                      <a:pt x="674" y="161"/>
                    </a:lnTo>
                    <a:lnTo>
                      <a:pt x="676" y="161"/>
                    </a:lnTo>
                    <a:lnTo>
                      <a:pt x="676" y="160"/>
                    </a:lnTo>
                    <a:lnTo>
                      <a:pt x="677" y="158"/>
                    </a:lnTo>
                    <a:lnTo>
                      <a:pt x="678" y="157"/>
                    </a:lnTo>
                    <a:lnTo>
                      <a:pt x="680" y="156"/>
                    </a:lnTo>
                    <a:lnTo>
                      <a:pt x="681" y="154"/>
                    </a:lnTo>
                    <a:lnTo>
                      <a:pt x="682" y="153"/>
                    </a:lnTo>
                    <a:lnTo>
                      <a:pt x="682" y="152"/>
                    </a:lnTo>
                    <a:lnTo>
                      <a:pt x="684" y="152"/>
                    </a:lnTo>
                    <a:lnTo>
                      <a:pt x="684" y="150"/>
                    </a:lnTo>
                    <a:lnTo>
                      <a:pt x="685" y="149"/>
                    </a:lnTo>
                    <a:lnTo>
                      <a:pt x="686" y="149"/>
                    </a:lnTo>
                    <a:lnTo>
                      <a:pt x="686" y="148"/>
                    </a:lnTo>
                    <a:lnTo>
                      <a:pt x="688" y="146"/>
                    </a:lnTo>
                    <a:lnTo>
                      <a:pt x="689" y="145"/>
                    </a:lnTo>
                    <a:lnTo>
                      <a:pt x="689" y="144"/>
                    </a:lnTo>
                    <a:lnTo>
                      <a:pt x="690" y="142"/>
                    </a:lnTo>
                    <a:lnTo>
                      <a:pt x="692" y="141"/>
                    </a:lnTo>
                    <a:lnTo>
                      <a:pt x="693" y="140"/>
                    </a:lnTo>
                    <a:lnTo>
                      <a:pt x="694" y="138"/>
                    </a:lnTo>
                    <a:lnTo>
                      <a:pt x="695" y="136"/>
                    </a:lnTo>
                    <a:lnTo>
                      <a:pt x="697" y="134"/>
                    </a:lnTo>
                    <a:lnTo>
                      <a:pt x="698" y="133"/>
                    </a:lnTo>
                    <a:lnTo>
                      <a:pt x="701" y="130"/>
                    </a:lnTo>
                    <a:lnTo>
                      <a:pt x="702" y="129"/>
                    </a:lnTo>
                    <a:lnTo>
                      <a:pt x="702" y="128"/>
                    </a:lnTo>
                    <a:lnTo>
                      <a:pt x="703" y="126"/>
                    </a:lnTo>
                    <a:lnTo>
                      <a:pt x="705" y="125"/>
                    </a:lnTo>
                    <a:lnTo>
                      <a:pt x="706" y="124"/>
                    </a:lnTo>
                    <a:lnTo>
                      <a:pt x="707" y="122"/>
                    </a:lnTo>
                    <a:lnTo>
                      <a:pt x="707" y="121"/>
                    </a:lnTo>
                    <a:lnTo>
                      <a:pt x="709" y="120"/>
                    </a:lnTo>
                    <a:lnTo>
                      <a:pt x="710" y="120"/>
                    </a:lnTo>
                    <a:lnTo>
                      <a:pt x="710" y="118"/>
                    </a:lnTo>
                    <a:lnTo>
                      <a:pt x="711" y="117"/>
                    </a:lnTo>
                    <a:lnTo>
                      <a:pt x="713" y="116"/>
                    </a:lnTo>
                    <a:lnTo>
                      <a:pt x="714" y="114"/>
                    </a:lnTo>
                    <a:lnTo>
                      <a:pt x="714" y="113"/>
                    </a:lnTo>
                    <a:lnTo>
                      <a:pt x="715" y="112"/>
                    </a:lnTo>
                    <a:lnTo>
                      <a:pt x="717" y="111"/>
                    </a:lnTo>
                    <a:lnTo>
                      <a:pt x="718" y="109"/>
                    </a:lnTo>
                    <a:lnTo>
                      <a:pt x="719" y="108"/>
                    </a:lnTo>
                    <a:lnTo>
                      <a:pt x="719" y="107"/>
                    </a:lnTo>
                    <a:lnTo>
                      <a:pt x="721" y="105"/>
                    </a:lnTo>
                    <a:lnTo>
                      <a:pt x="722" y="104"/>
                    </a:lnTo>
                    <a:lnTo>
                      <a:pt x="722" y="103"/>
                    </a:lnTo>
                    <a:lnTo>
                      <a:pt x="723" y="101"/>
                    </a:lnTo>
                    <a:lnTo>
                      <a:pt x="725" y="99"/>
                    </a:lnTo>
                    <a:lnTo>
                      <a:pt x="726" y="97"/>
                    </a:lnTo>
                    <a:lnTo>
                      <a:pt x="727" y="96"/>
                    </a:lnTo>
                    <a:lnTo>
                      <a:pt x="729" y="93"/>
                    </a:lnTo>
                    <a:lnTo>
                      <a:pt x="730" y="91"/>
                    </a:lnTo>
                    <a:lnTo>
                      <a:pt x="731" y="89"/>
                    </a:lnTo>
                    <a:lnTo>
                      <a:pt x="734" y="87"/>
                    </a:lnTo>
                    <a:lnTo>
                      <a:pt x="735" y="85"/>
                    </a:lnTo>
                    <a:lnTo>
                      <a:pt x="735" y="84"/>
                    </a:lnTo>
                    <a:lnTo>
                      <a:pt x="737" y="81"/>
                    </a:lnTo>
                    <a:lnTo>
                      <a:pt x="738" y="80"/>
                    </a:lnTo>
                    <a:lnTo>
                      <a:pt x="739" y="79"/>
                    </a:lnTo>
                    <a:lnTo>
                      <a:pt x="741" y="77"/>
                    </a:lnTo>
                    <a:lnTo>
                      <a:pt x="742" y="76"/>
                    </a:lnTo>
                    <a:lnTo>
                      <a:pt x="742" y="75"/>
                    </a:lnTo>
                    <a:lnTo>
                      <a:pt x="743" y="73"/>
                    </a:lnTo>
                    <a:lnTo>
                      <a:pt x="745" y="72"/>
                    </a:lnTo>
                    <a:lnTo>
                      <a:pt x="746" y="71"/>
                    </a:lnTo>
                    <a:lnTo>
                      <a:pt x="746" y="69"/>
                    </a:lnTo>
                    <a:lnTo>
                      <a:pt x="747" y="68"/>
                    </a:lnTo>
                    <a:lnTo>
                      <a:pt x="749" y="67"/>
                    </a:lnTo>
                    <a:lnTo>
                      <a:pt x="749" y="65"/>
                    </a:lnTo>
                    <a:lnTo>
                      <a:pt x="750" y="64"/>
                    </a:lnTo>
                    <a:lnTo>
                      <a:pt x="751" y="63"/>
                    </a:lnTo>
                    <a:lnTo>
                      <a:pt x="753" y="61"/>
                    </a:lnTo>
                    <a:lnTo>
                      <a:pt x="754" y="60"/>
                    </a:lnTo>
                    <a:lnTo>
                      <a:pt x="754" y="59"/>
                    </a:lnTo>
                    <a:lnTo>
                      <a:pt x="755" y="57"/>
                    </a:lnTo>
                    <a:lnTo>
                      <a:pt x="757" y="55"/>
                    </a:lnTo>
                    <a:lnTo>
                      <a:pt x="758" y="53"/>
                    </a:lnTo>
                    <a:lnTo>
                      <a:pt x="759" y="52"/>
                    </a:lnTo>
                    <a:lnTo>
                      <a:pt x="761" y="51"/>
                    </a:lnTo>
                    <a:lnTo>
                      <a:pt x="762" y="48"/>
                    </a:lnTo>
                    <a:lnTo>
                      <a:pt x="763" y="47"/>
                    </a:lnTo>
                    <a:lnTo>
                      <a:pt x="765" y="44"/>
                    </a:lnTo>
                    <a:lnTo>
                      <a:pt x="766" y="41"/>
                    </a:lnTo>
                    <a:lnTo>
                      <a:pt x="767" y="40"/>
                    </a:lnTo>
                    <a:lnTo>
                      <a:pt x="769" y="38"/>
                    </a:lnTo>
                    <a:lnTo>
                      <a:pt x="770" y="36"/>
                    </a:lnTo>
                    <a:lnTo>
                      <a:pt x="771" y="35"/>
                    </a:lnTo>
                    <a:lnTo>
                      <a:pt x="772" y="32"/>
                    </a:lnTo>
                    <a:lnTo>
                      <a:pt x="774" y="31"/>
                    </a:lnTo>
                    <a:lnTo>
                      <a:pt x="775" y="30"/>
                    </a:lnTo>
                    <a:lnTo>
                      <a:pt x="775" y="28"/>
                    </a:lnTo>
                    <a:lnTo>
                      <a:pt x="776" y="27"/>
                    </a:lnTo>
                    <a:lnTo>
                      <a:pt x="778" y="26"/>
                    </a:lnTo>
                    <a:lnTo>
                      <a:pt x="778" y="24"/>
                    </a:lnTo>
                    <a:lnTo>
                      <a:pt x="779" y="24"/>
                    </a:lnTo>
                    <a:lnTo>
                      <a:pt x="780" y="23"/>
                    </a:lnTo>
                    <a:lnTo>
                      <a:pt x="780" y="22"/>
                    </a:lnTo>
                    <a:lnTo>
                      <a:pt x="782" y="20"/>
                    </a:lnTo>
                    <a:lnTo>
                      <a:pt x="783" y="19"/>
                    </a:lnTo>
                    <a:lnTo>
                      <a:pt x="783" y="18"/>
                    </a:lnTo>
                    <a:lnTo>
                      <a:pt x="784" y="16"/>
                    </a:lnTo>
                    <a:lnTo>
                      <a:pt x="784" y="15"/>
                    </a:lnTo>
                    <a:lnTo>
                      <a:pt x="786" y="15"/>
                    </a:lnTo>
                    <a:lnTo>
                      <a:pt x="786" y="14"/>
                    </a:lnTo>
                    <a:lnTo>
                      <a:pt x="787" y="12"/>
                    </a:lnTo>
                    <a:lnTo>
                      <a:pt x="787" y="11"/>
                    </a:lnTo>
                    <a:lnTo>
                      <a:pt x="788" y="10"/>
                    </a:lnTo>
                    <a:lnTo>
                      <a:pt x="788" y="8"/>
                    </a:lnTo>
                    <a:lnTo>
                      <a:pt x="790" y="7"/>
                    </a:lnTo>
                    <a:lnTo>
                      <a:pt x="791" y="6"/>
                    </a:lnTo>
                    <a:lnTo>
                      <a:pt x="791" y="4"/>
                    </a:lnTo>
                    <a:lnTo>
                      <a:pt x="792" y="2"/>
                    </a:lnTo>
                    <a:lnTo>
                      <a:pt x="794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19936" name="Freeform 88">
                <a:extLst>
                  <a:ext uri="{FF2B5EF4-FFF2-40B4-BE49-F238E27FC236}">
                    <a16:creationId xmlns:a16="http://schemas.microsoft.com/office/drawing/2014/main" id="{CFBA5CB4-A982-4652-BFDC-17E70AE28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505902"/>
                <a:ext cx="74612" cy="252412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0"/>
                    </a:moveTo>
                    <a:lnTo>
                      <a:pt x="3" y="4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7" y="13"/>
                    </a:lnTo>
                    <a:lnTo>
                      <a:pt x="9" y="16"/>
                    </a:lnTo>
                    <a:lnTo>
                      <a:pt x="11" y="19"/>
                    </a:lnTo>
                    <a:lnTo>
                      <a:pt x="12" y="20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9" y="33"/>
                    </a:lnTo>
                    <a:lnTo>
                      <a:pt x="20" y="35"/>
                    </a:lnTo>
                    <a:lnTo>
                      <a:pt x="20" y="36"/>
                    </a:lnTo>
                    <a:lnTo>
                      <a:pt x="21" y="37"/>
                    </a:lnTo>
                    <a:lnTo>
                      <a:pt x="21" y="39"/>
                    </a:lnTo>
                    <a:lnTo>
                      <a:pt x="23" y="40"/>
                    </a:lnTo>
                    <a:lnTo>
                      <a:pt x="23" y="41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4" y="45"/>
                    </a:lnTo>
                    <a:lnTo>
                      <a:pt x="25" y="47"/>
                    </a:lnTo>
                    <a:lnTo>
                      <a:pt x="25" y="48"/>
                    </a:lnTo>
                    <a:lnTo>
                      <a:pt x="27" y="49"/>
                    </a:lnTo>
                    <a:lnTo>
                      <a:pt x="27" y="51"/>
                    </a:lnTo>
                    <a:lnTo>
                      <a:pt x="28" y="52"/>
                    </a:lnTo>
                    <a:lnTo>
                      <a:pt x="28" y="53"/>
                    </a:lnTo>
                    <a:lnTo>
                      <a:pt x="29" y="55"/>
                    </a:lnTo>
                    <a:lnTo>
                      <a:pt x="29" y="57"/>
                    </a:lnTo>
                    <a:lnTo>
                      <a:pt x="31" y="58"/>
                    </a:lnTo>
                    <a:lnTo>
                      <a:pt x="31" y="60"/>
                    </a:lnTo>
                    <a:lnTo>
                      <a:pt x="32" y="62"/>
                    </a:lnTo>
                    <a:lnTo>
                      <a:pt x="32" y="64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5" y="70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7" y="74"/>
                    </a:lnTo>
                    <a:lnTo>
                      <a:pt x="37" y="76"/>
                    </a:lnTo>
                    <a:lnTo>
                      <a:pt x="37" y="77"/>
                    </a:lnTo>
                    <a:lnTo>
                      <a:pt x="39" y="78"/>
                    </a:lnTo>
                    <a:lnTo>
                      <a:pt x="39" y="80"/>
                    </a:lnTo>
                    <a:lnTo>
                      <a:pt x="40" y="81"/>
                    </a:lnTo>
                    <a:lnTo>
                      <a:pt x="40" y="82"/>
                    </a:lnTo>
                    <a:lnTo>
                      <a:pt x="41" y="84"/>
                    </a:lnTo>
                    <a:lnTo>
                      <a:pt x="41" y="85"/>
                    </a:lnTo>
                    <a:lnTo>
                      <a:pt x="41" y="86"/>
                    </a:lnTo>
                    <a:lnTo>
                      <a:pt x="42" y="88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4" y="93"/>
                    </a:lnTo>
                    <a:lnTo>
                      <a:pt x="44" y="94"/>
                    </a:lnTo>
                    <a:lnTo>
                      <a:pt x="45" y="96"/>
                    </a:lnTo>
                    <a:lnTo>
                      <a:pt x="45" y="98"/>
                    </a:lnTo>
                    <a:lnTo>
                      <a:pt x="46" y="100"/>
                    </a:lnTo>
                    <a:lnTo>
                      <a:pt x="48" y="102"/>
                    </a:lnTo>
                    <a:lnTo>
                      <a:pt x="48" y="105"/>
                    </a:lnTo>
                    <a:lnTo>
                      <a:pt x="49" y="106"/>
                    </a:lnTo>
                    <a:lnTo>
                      <a:pt x="49" y="109"/>
                    </a:lnTo>
                    <a:lnTo>
                      <a:pt x="50" y="110"/>
                    </a:lnTo>
                    <a:lnTo>
                      <a:pt x="52" y="112"/>
                    </a:lnTo>
                    <a:lnTo>
                      <a:pt x="52" y="113"/>
                    </a:lnTo>
                    <a:lnTo>
                      <a:pt x="52" y="116"/>
                    </a:lnTo>
                    <a:lnTo>
                      <a:pt x="53" y="117"/>
                    </a:lnTo>
                    <a:lnTo>
                      <a:pt x="53" y="118"/>
                    </a:lnTo>
                    <a:lnTo>
                      <a:pt x="54" y="120"/>
                    </a:lnTo>
                    <a:lnTo>
                      <a:pt x="54" y="121"/>
                    </a:lnTo>
                    <a:lnTo>
                      <a:pt x="54" y="122"/>
                    </a:lnTo>
                    <a:lnTo>
                      <a:pt x="56" y="122"/>
                    </a:lnTo>
                    <a:lnTo>
                      <a:pt x="56" y="124"/>
                    </a:lnTo>
                    <a:lnTo>
                      <a:pt x="56" y="125"/>
                    </a:lnTo>
                    <a:lnTo>
                      <a:pt x="57" y="126"/>
                    </a:lnTo>
                    <a:lnTo>
                      <a:pt x="57" y="128"/>
                    </a:lnTo>
                    <a:lnTo>
                      <a:pt x="57" y="129"/>
                    </a:lnTo>
                    <a:lnTo>
                      <a:pt x="57" y="130"/>
                    </a:lnTo>
                    <a:lnTo>
                      <a:pt x="58" y="131"/>
                    </a:lnTo>
                    <a:lnTo>
                      <a:pt x="58" y="133"/>
                    </a:lnTo>
                    <a:lnTo>
                      <a:pt x="60" y="134"/>
                    </a:lnTo>
                    <a:lnTo>
                      <a:pt x="60" y="135"/>
                    </a:lnTo>
                    <a:lnTo>
                      <a:pt x="60" y="137"/>
                    </a:lnTo>
                    <a:lnTo>
                      <a:pt x="61" y="139"/>
                    </a:lnTo>
                    <a:lnTo>
                      <a:pt x="61" y="141"/>
                    </a:lnTo>
                    <a:lnTo>
                      <a:pt x="61" y="142"/>
                    </a:lnTo>
                    <a:lnTo>
                      <a:pt x="62" y="143"/>
                    </a:lnTo>
                    <a:lnTo>
                      <a:pt x="62" y="146"/>
                    </a:lnTo>
                    <a:lnTo>
                      <a:pt x="64" y="147"/>
                    </a:lnTo>
                    <a:lnTo>
                      <a:pt x="64" y="150"/>
                    </a:lnTo>
                    <a:lnTo>
                      <a:pt x="65" y="153"/>
                    </a:lnTo>
                    <a:lnTo>
                      <a:pt x="65" y="154"/>
                    </a:lnTo>
                    <a:lnTo>
                      <a:pt x="66" y="157"/>
                    </a:lnTo>
                    <a:lnTo>
                      <a:pt x="66" y="158"/>
                    </a:lnTo>
                    <a:lnTo>
                      <a:pt x="68" y="159"/>
                    </a:lnTo>
                    <a:lnTo>
                      <a:pt x="68" y="162"/>
                    </a:lnTo>
                    <a:lnTo>
                      <a:pt x="68" y="163"/>
                    </a:lnTo>
                    <a:lnTo>
                      <a:pt x="69" y="165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0" y="170"/>
                    </a:lnTo>
                    <a:lnTo>
                      <a:pt x="70" y="171"/>
                    </a:lnTo>
                    <a:lnTo>
                      <a:pt x="70" y="173"/>
                    </a:lnTo>
                    <a:lnTo>
                      <a:pt x="72" y="173"/>
                    </a:lnTo>
                    <a:lnTo>
                      <a:pt x="72" y="174"/>
                    </a:lnTo>
                    <a:lnTo>
                      <a:pt x="72" y="175"/>
                    </a:lnTo>
                    <a:lnTo>
                      <a:pt x="72" y="177"/>
                    </a:lnTo>
                    <a:lnTo>
                      <a:pt x="73" y="178"/>
                    </a:lnTo>
                    <a:lnTo>
                      <a:pt x="73" y="179"/>
                    </a:lnTo>
                    <a:lnTo>
                      <a:pt x="73" y="181"/>
                    </a:lnTo>
                    <a:lnTo>
                      <a:pt x="74" y="182"/>
                    </a:lnTo>
                    <a:lnTo>
                      <a:pt x="74" y="183"/>
                    </a:lnTo>
                    <a:lnTo>
                      <a:pt x="74" y="185"/>
                    </a:lnTo>
                    <a:lnTo>
                      <a:pt x="76" y="186"/>
                    </a:lnTo>
                    <a:lnTo>
                      <a:pt x="76" y="187"/>
                    </a:lnTo>
                    <a:lnTo>
                      <a:pt x="76" y="189"/>
                    </a:lnTo>
                    <a:lnTo>
                      <a:pt x="77" y="190"/>
                    </a:lnTo>
                    <a:lnTo>
                      <a:pt x="77" y="193"/>
                    </a:lnTo>
                    <a:lnTo>
                      <a:pt x="78" y="194"/>
                    </a:lnTo>
                    <a:lnTo>
                      <a:pt x="78" y="197"/>
                    </a:lnTo>
                    <a:lnTo>
                      <a:pt x="78" y="198"/>
                    </a:lnTo>
                    <a:lnTo>
                      <a:pt x="80" y="201"/>
                    </a:lnTo>
                    <a:lnTo>
                      <a:pt x="80" y="203"/>
                    </a:lnTo>
                    <a:lnTo>
                      <a:pt x="81" y="205"/>
                    </a:lnTo>
                    <a:lnTo>
                      <a:pt x="81" y="206"/>
                    </a:lnTo>
                    <a:lnTo>
                      <a:pt x="82" y="208"/>
                    </a:lnTo>
                    <a:lnTo>
                      <a:pt x="82" y="210"/>
                    </a:lnTo>
                    <a:lnTo>
                      <a:pt x="82" y="211"/>
                    </a:lnTo>
                    <a:lnTo>
                      <a:pt x="84" y="212"/>
                    </a:lnTo>
                    <a:lnTo>
                      <a:pt x="84" y="214"/>
                    </a:lnTo>
                    <a:lnTo>
                      <a:pt x="84" y="215"/>
                    </a:lnTo>
                    <a:lnTo>
                      <a:pt x="85" y="216"/>
                    </a:lnTo>
                    <a:lnTo>
                      <a:pt x="85" y="218"/>
                    </a:lnTo>
                    <a:lnTo>
                      <a:pt x="85" y="219"/>
                    </a:lnTo>
                    <a:lnTo>
                      <a:pt x="85" y="220"/>
                    </a:lnTo>
                    <a:lnTo>
                      <a:pt x="86" y="222"/>
                    </a:lnTo>
                    <a:lnTo>
                      <a:pt x="86" y="223"/>
                    </a:lnTo>
                    <a:lnTo>
                      <a:pt x="86" y="224"/>
                    </a:lnTo>
                    <a:lnTo>
                      <a:pt x="86" y="226"/>
                    </a:lnTo>
                    <a:lnTo>
                      <a:pt x="86" y="227"/>
                    </a:lnTo>
                    <a:lnTo>
                      <a:pt x="86" y="228"/>
                    </a:lnTo>
                    <a:lnTo>
                      <a:pt x="86" y="230"/>
                    </a:lnTo>
                    <a:lnTo>
                      <a:pt x="88" y="231"/>
                    </a:lnTo>
                    <a:lnTo>
                      <a:pt x="88" y="232"/>
                    </a:lnTo>
                    <a:lnTo>
                      <a:pt x="88" y="234"/>
                    </a:lnTo>
                    <a:lnTo>
                      <a:pt x="88" y="235"/>
                    </a:lnTo>
                    <a:lnTo>
                      <a:pt x="88" y="236"/>
                    </a:lnTo>
                    <a:lnTo>
                      <a:pt x="88" y="238"/>
                    </a:lnTo>
                    <a:lnTo>
                      <a:pt x="88" y="239"/>
                    </a:lnTo>
                    <a:lnTo>
                      <a:pt x="88" y="242"/>
                    </a:lnTo>
                    <a:lnTo>
                      <a:pt x="88" y="243"/>
                    </a:lnTo>
                    <a:lnTo>
                      <a:pt x="88" y="246"/>
                    </a:lnTo>
                    <a:lnTo>
                      <a:pt x="89" y="247"/>
                    </a:lnTo>
                    <a:lnTo>
                      <a:pt x="89" y="248"/>
                    </a:lnTo>
                    <a:lnTo>
                      <a:pt x="89" y="250"/>
                    </a:lnTo>
                    <a:lnTo>
                      <a:pt x="89" y="251"/>
                    </a:lnTo>
                    <a:lnTo>
                      <a:pt x="89" y="252"/>
                    </a:lnTo>
                    <a:lnTo>
                      <a:pt x="89" y="254"/>
                    </a:lnTo>
                    <a:lnTo>
                      <a:pt x="89" y="255"/>
                    </a:lnTo>
                    <a:lnTo>
                      <a:pt x="89" y="256"/>
                    </a:lnTo>
                    <a:lnTo>
                      <a:pt x="89" y="258"/>
                    </a:lnTo>
                    <a:lnTo>
                      <a:pt x="89" y="259"/>
                    </a:lnTo>
                    <a:lnTo>
                      <a:pt x="89" y="260"/>
                    </a:lnTo>
                    <a:lnTo>
                      <a:pt x="90" y="260"/>
                    </a:lnTo>
                    <a:lnTo>
                      <a:pt x="90" y="262"/>
                    </a:lnTo>
                    <a:lnTo>
                      <a:pt x="90" y="263"/>
                    </a:lnTo>
                    <a:lnTo>
                      <a:pt x="90" y="264"/>
                    </a:lnTo>
                    <a:lnTo>
                      <a:pt x="90" y="266"/>
                    </a:lnTo>
                    <a:lnTo>
                      <a:pt x="90" y="267"/>
                    </a:lnTo>
                    <a:lnTo>
                      <a:pt x="90" y="268"/>
                    </a:lnTo>
                    <a:lnTo>
                      <a:pt x="90" y="270"/>
                    </a:lnTo>
                    <a:lnTo>
                      <a:pt x="92" y="270"/>
                    </a:lnTo>
                    <a:lnTo>
                      <a:pt x="92" y="271"/>
                    </a:lnTo>
                    <a:lnTo>
                      <a:pt x="92" y="272"/>
                    </a:lnTo>
                    <a:lnTo>
                      <a:pt x="92" y="274"/>
                    </a:lnTo>
                    <a:lnTo>
                      <a:pt x="92" y="275"/>
                    </a:lnTo>
                    <a:lnTo>
                      <a:pt x="92" y="276"/>
                    </a:lnTo>
                    <a:lnTo>
                      <a:pt x="93" y="278"/>
                    </a:lnTo>
                    <a:lnTo>
                      <a:pt x="93" y="279"/>
                    </a:lnTo>
                    <a:lnTo>
                      <a:pt x="93" y="280"/>
                    </a:lnTo>
                    <a:lnTo>
                      <a:pt x="93" y="281"/>
                    </a:lnTo>
                    <a:lnTo>
                      <a:pt x="93" y="283"/>
                    </a:lnTo>
                    <a:lnTo>
                      <a:pt x="94" y="284"/>
                    </a:lnTo>
                    <a:lnTo>
                      <a:pt x="94" y="285"/>
                    </a:lnTo>
                    <a:lnTo>
                      <a:pt x="94" y="287"/>
                    </a:lnTo>
                    <a:lnTo>
                      <a:pt x="94" y="288"/>
                    </a:lnTo>
                    <a:lnTo>
                      <a:pt x="94" y="289"/>
                    </a:lnTo>
                    <a:lnTo>
                      <a:pt x="94" y="291"/>
                    </a:lnTo>
                    <a:lnTo>
                      <a:pt x="94" y="292"/>
                    </a:lnTo>
                    <a:lnTo>
                      <a:pt x="94" y="293"/>
                    </a:lnTo>
                    <a:lnTo>
                      <a:pt x="94" y="295"/>
                    </a:lnTo>
                    <a:lnTo>
                      <a:pt x="94" y="296"/>
                    </a:lnTo>
                    <a:lnTo>
                      <a:pt x="94" y="297"/>
                    </a:lnTo>
                    <a:lnTo>
                      <a:pt x="94" y="299"/>
                    </a:lnTo>
                    <a:lnTo>
                      <a:pt x="94" y="300"/>
                    </a:lnTo>
                    <a:lnTo>
                      <a:pt x="94" y="303"/>
                    </a:lnTo>
                    <a:lnTo>
                      <a:pt x="94" y="304"/>
                    </a:lnTo>
                    <a:lnTo>
                      <a:pt x="94" y="305"/>
                    </a:lnTo>
                    <a:lnTo>
                      <a:pt x="93" y="308"/>
                    </a:lnTo>
                    <a:lnTo>
                      <a:pt x="93" y="309"/>
                    </a:lnTo>
                    <a:lnTo>
                      <a:pt x="93" y="312"/>
                    </a:lnTo>
                    <a:lnTo>
                      <a:pt x="93" y="315"/>
                    </a:lnTo>
                    <a:lnTo>
                      <a:pt x="93" y="317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19937" name="Freeform 89">
                <a:extLst>
                  <a:ext uri="{FF2B5EF4-FFF2-40B4-BE49-F238E27FC236}">
                    <a16:creationId xmlns:a16="http://schemas.microsoft.com/office/drawing/2014/main" id="{BB128CF7-B103-434B-BC3E-ED5F8E1C0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755138"/>
                <a:ext cx="74612" cy="252413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317"/>
                    </a:moveTo>
                    <a:lnTo>
                      <a:pt x="3" y="314"/>
                    </a:lnTo>
                    <a:lnTo>
                      <a:pt x="4" y="310"/>
                    </a:lnTo>
                    <a:lnTo>
                      <a:pt x="5" y="308"/>
                    </a:lnTo>
                    <a:lnTo>
                      <a:pt x="7" y="305"/>
                    </a:lnTo>
                    <a:lnTo>
                      <a:pt x="9" y="302"/>
                    </a:lnTo>
                    <a:lnTo>
                      <a:pt x="11" y="300"/>
                    </a:lnTo>
                    <a:lnTo>
                      <a:pt x="12" y="297"/>
                    </a:lnTo>
                    <a:lnTo>
                      <a:pt x="13" y="294"/>
                    </a:lnTo>
                    <a:lnTo>
                      <a:pt x="13" y="293"/>
                    </a:lnTo>
                    <a:lnTo>
                      <a:pt x="15" y="290"/>
                    </a:lnTo>
                    <a:lnTo>
                      <a:pt x="16" y="289"/>
                    </a:lnTo>
                    <a:lnTo>
                      <a:pt x="17" y="288"/>
                    </a:lnTo>
                    <a:lnTo>
                      <a:pt x="17" y="286"/>
                    </a:lnTo>
                    <a:lnTo>
                      <a:pt x="19" y="284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21" y="280"/>
                    </a:lnTo>
                    <a:lnTo>
                      <a:pt x="21" y="278"/>
                    </a:lnTo>
                    <a:lnTo>
                      <a:pt x="23" y="277"/>
                    </a:lnTo>
                    <a:lnTo>
                      <a:pt x="23" y="276"/>
                    </a:lnTo>
                    <a:lnTo>
                      <a:pt x="23" y="274"/>
                    </a:lnTo>
                    <a:lnTo>
                      <a:pt x="24" y="274"/>
                    </a:lnTo>
                    <a:lnTo>
                      <a:pt x="24" y="273"/>
                    </a:lnTo>
                    <a:lnTo>
                      <a:pt x="25" y="272"/>
                    </a:lnTo>
                    <a:lnTo>
                      <a:pt x="25" y="270"/>
                    </a:lnTo>
                    <a:lnTo>
                      <a:pt x="27" y="269"/>
                    </a:lnTo>
                    <a:lnTo>
                      <a:pt x="27" y="268"/>
                    </a:lnTo>
                    <a:lnTo>
                      <a:pt x="28" y="266"/>
                    </a:lnTo>
                    <a:lnTo>
                      <a:pt x="28" y="264"/>
                    </a:lnTo>
                    <a:lnTo>
                      <a:pt x="29" y="263"/>
                    </a:lnTo>
                    <a:lnTo>
                      <a:pt x="29" y="261"/>
                    </a:lnTo>
                    <a:lnTo>
                      <a:pt x="31" y="259"/>
                    </a:lnTo>
                    <a:lnTo>
                      <a:pt x="31" y="257"/>
                    </a:lnTo>
                    <a:lnTo>
                      <a:pt x="32" y="256"/>
                    </a:lnTo>
                    <a:lnTo>
                      <a:pt x="32" y="255"/>
                    </a:lnTo>
                    <a:lnTo>
                      <a:pt x="33" y="253"/>
                    </a:lnTo>
                    <a:lnTo>
                      <a:pt x="33" y="251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6" y="247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7" y="243"/>
                    </a:lnTo>
                    <a:lnTo>
                      <a:pt x="37" y="241"/>
                    </a:lnTo>
                    <a:lnTo>
                      <a:pt x="39" y="240"/>
                    </a:lnTo>
                    <a:lnTo>
                      <a:pt x="39" y="239"/>
                    </a:lnTo>
                    <a:lnTo>
                      <a:pt x="39" y="237"/>
                    </a:lnTo>
                    <a:lnTo>
                      <a:pt x="40" y="237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2" y="229"/>
                    </a:lnTo>
                    <a:lnTo>
                      <a:pt x="42" y="228"/>
                    </a:lnTo>
                    <a:lnTo>
                      <a:pt x="42" y="227"/>
                    </a:lnTo>
                    <a:lnTo>
                      <a:pt x="44" y="225"/>
                    </a:lnTo>
                    <a:lnTo>
                      <a:pt x="44" y="223"/>
                    </a:lnTo>
                    <a:lnTo>
                      <a:pt x="45" y="221"/>
                    </a:lnTo>
                    <a:lnTo>
                      <a:pt x="45" y="220"/>
                    </a:lnTo>
                    <a:lnTo>
                      <a:pt x="46" y="217"/>
                    </a:lnTo>
                    <a:lnTo>
                      <a:pt x="48" y="215"/>
                    </a:lnTo>
                    <a:lnTo>
                      <a:pt x="48" y="213"/>
                    </a:lnTo>
                    <a:lnTo>
                      <a:pt x="49" y="211"/>
                    </a:lnTo>
                    <a:lnTo>
                      <a:pt x="49" y="209"/>
                    </a:lnTo>
                    <a:lnTo>
                      <a:pt x="50" y="207"/>
                    </a:lnTo>
                    <a:lnTo>
                      <a:pt x="52" y="205"/>
                    </a:lnTo>
                    <a:lnTo>
                      <a:pt x="52" y="204"/>
                    </a:lnTo>
                    <a:lnTo>
                      <a:pt x="52" y="203"/>
                    </a:lnTo>
                    <a:lnTo>
                      <a:pt x="53" y="201"/>
                    </a:lnTo>
                    <a:lnTo>
                      <a:pt x="53" y="200"/>
                    </a:lnTo>
                    <a:lnTo>
                      <a:pt x="54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6" y="195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7" y="191"/>
                    </a:lnTo>
                    <a:lnTo>
                      <a:pt x="57" y="190"/>
                    </a:lnTo>
                    <a:lnTo>
                      <a:pt x="57" y="188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4"/>
                    </a:lnTo>
                    <a:lnTo>
                      <a:pt x="60" y="183"/>
                    </a:lnTo>
                    <a:lnTo>
                      <a:pt x="60" y="182"/>
                    </a:lnTo>
                    <a:lnTo>
                      <a:pt x="60" y="180"/>
                    </a:lnTo>
                    <a:lnTo>
                      <a:pt x="61" y="179"/>
                    </a:lnTo>
                    <a:lnTo>
                      <a:pt x="61" y="176"/>
                    </a:lnTo>
                    <a:lnTo>
                      <a:pt x="61" y="175"/>
                    </a:lnTo>
                    <a:lnTo>
                      <a:pt x="62" y="174"/>
                    </a:lnTo>
                    <a:lnTo>
                      <a:pt x="62" y="171"/>
                    </a:lnTo>
                    <a:lnTo>
                      <a:pt x="64" y="170"/>
                    </a:lnTo>
                    <a:lnTo>
                      <a:pt x="64" y="167"/>
                    </a:lnTo>
                    <a:lnTo>
                      <a:pt x="65" y="164"/>
                    </a:lnTo>
                    <a:lnTo>
                      <a:pt x="65" y="163"/>
                    </a:lnTo>
                    <a:lnTo>
                      <a:pt x="66" y="160"/>
                    </a:lnTo>
                    <a:lnTo>
                      <a:pt x="66" y="159"/>
                    </a:lnTo>
                    <a:lnTo>
                      <a:pt x="68" y="158"/>
                    </a:lnTo>
                    <a:lnTo>
                      <a:pt x="68" y="156"/>
                    </a:lnTo>
                    <a:lnTo>
                      <a:pt x="68" y="154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0" y="148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72" y="144"/>
                    </a:lnTo>
                    <a:lnTo>
                      <a:pt x="72" y="143"/>
                    </a:lnTo>
                    <a:lnTo>
                      <a:pt x="72" y="142"/>
                    </a:lnTo>
                    <a:lnTo>
                      <a:pt x="72" y="140"/>
                    </a:lnTo>
                    <a:lnTo>
                      <a:pt x="73" y="139"/>
                    </a:lnTo>
                    <a:lnTo>
                      <a:pt x="73" y="138"/>
                    </a:lnTo>
                    <a:lnTo>
                      <a:pt x="74" y="136"/>
                    </a:lnTo>
                    <a:lnTo>
                      <a:pt x="74" y="135"/>
                    </a:lnTo>
                    <a:lnTo>
                      <a:pt x="74" y="134"/>
                    </a:lnTo>
                    <a:lnTo>
                      <a:pt x="76" y="132"/>
                    </a:lnTo>
                    <a:lnTo>
                      <a:pt x="76" y="130"/>
                    </a:lnTo>
                    <a:lnTo>
                      <a:pt x="76" y="128"/>
                    </a:lnTo>
                    <a:lnTo>
                      <a:pt x="77" y="127"/>
                    </a:lnTo>
                    <a:lnTo>
                      <a:pt x="77" y="126"/>
                    </a:lnTo>
                    <a:lnTo>
                      <a:pt x="78" y="123"/>
                    </a:lnTo>
                    <a:lnTo>
                      <a:pt x="78" y="122"/>
                    </a:lnTo>
                    <a:lnTo>
                      <a:pt x="78" y="119"/>
                    </a:lnTo>
                    <a:lnTo>
                      <a:pt x="80" y="116"/>
                    </a:lnTo>
                    <a:lnTo>
                      <a:pt x="80" y="115"/>
                    </a:lnTo>
                    <a:lnTo>
                      <a:pt x="81" y="113"/>
                    </a:lnTo>
                    <a:lnTo>
                      <a:pt x="81" y="111"/>
                    </a:lnTo>
                    <a:lnTo>
                      <a:pt x="82" y="110"/>
                    </a:lnTo>
                    <a:lnTo>
                      <a:pt x="82" y="107"/>
                    </a:lnTo>
                    <a:lnTo>
                      <a:pt x="82" y="106"/>
                    </a:lnTo>
                    <a:lnTo>
                      <a:pt x="84" y="105"/>
                    </a:lnTo>
                    <a:lnTo>
                      <a:pt x="84" y="103"/>
                    </a:lnTo>
                    <a:lnTo>
                      <a:pt x="84" y="102"/>
                    </a:lnTo>
                    <a:lnTo>
                      <a:pt x="85" y="101"/>
                    </a:lnTo>
                    <a:lnTo>
                      <a:pt x="85" y="99"/>
                    </a:lnTo>
                    <a:lnTo>
                      <a:pt x="85" y="98"/>
                    </a:lnTo>
                    <a:lnTo>
                      <a:pt x="85" y="97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3"/>
                    </a:lnTo>
                    <a:lnTo>
                      <a:pt x="86" y="91"/>
                    </a:lnTo>
                    <a:lnTo>
                      <a:pt x="86" y="90"/>
                    </a:lnTo>
                    <a:lnTo>
                      <a:pt x="86" y="89"/>
                    </a:lnTo>
                    <a:lnTo>
                      <a:pt x="86" y="87"/>
                    </a:lnTo>
                    <a:lnTo>
                      <a:pt x="88" y="87"/>
                    </a:lnTo>
                    <a:lnTo>
                      <a:pt x="88" y="86"/>
                    </a:lnTo>
                    <a:lnTo>
                      <a:pt x="88" y="85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8" y="79"/>
                    </a:lnTo>
                    <a:lnTo>
                      <a:pt x="88" y="78"/>
                    </a:lnTo>
                    <a:lnTo>
                      <a:pt x="88" y="77"/>
                    </a:lnTo>
                    <a:lnTo>
                      <a:pt x="88" y="74"/>
                    </a:lnTo>
                    <a:lnTo>
                      <a:pt x="88" y="73"/>
                    </a:lnTo>
                    <a:lnTo>
                      <a:pt x="89" y="70"/>
                    </a:lnTo>
                    <a:lnTo>
                      <a:pt x="89" y="69"/>
                    </a:lnTo>
                    <a:lnTo>
                      <a:pt x="89" y="67"/>
                    </a:lnTo>
                    <a:lnTo>
                      <a:pt x="89" y="66"/>
                    </a:lnTo>
                    <a:lnTo>
                      <a:pt x="89" y="65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89" y="61"/>
                    </a:lnTo>
                    <a:lnTo>
                      <a:pt x="89" y="59"/>
                    </a:lnTo>
                    <a:lnTo>
                      <a:pt x="89" y="58"/>
                    </a:lnTo>
                    <a:lnTo>
                      <a:pt x="90" y="57"/>
                    </a:lnTo>
                    <a:lnTo>
                      <a:pt x="90" y="55"/>
                    </a:lnTo>
                    <a:lnTo>
                      <a:pt x="90" y="54"/>
                    </a:lnTo>
                    <a:lnTo>
                      <a:pt x="90" y="53"/>
                    </a:lnTo>
                    <a:lnTo>
                      <a:pt x="90" y="51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2" y="47"/>
                    </a:lnTo>
                    <a:lnTo>
                      <a:pt x="92" y="46"/>
                    </a:lnTo>
                    <a:lnTo>
                      <a:pt x="92" y="45"/>
                    </a:lnTo>
                    <a:lnTo>
                      <a:pt x="92" y="43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3" y="40"/>
                    </a:lnTo>
                    <a:lnTo>
                      <a:pt x="93" y="38"/>
                    </a:lnTo>
                    <a:lnTo>
                      <a:pt x="93" y="37"/>
                    </a:lnTo>
                    <a:lnTo>
                      <a:pt x="93" y="36"/>
                    </a:lnTo>
                    <a:lnTo>
                      <a:pt x="93" y="34"/>
                    </a:lnTo>
                    <a:lnTo>
                      <a:pt x="94" y="33"/>
                    </a:lnTo>
                    <a:lnTo>
                      <a:pt x="94" y="32"/>
                    </a:lnTo>
                    <a:lnTo>
                      <a:pt x="94" y="30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4" y="24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0"/>
                    </a:lnTo>
                    <a:lnTo>
                      <a:pt x="94" y="18"/>
                    </a:lnTo>
                    <a:lnTo>
                      <a:pt x="94" y="17"/>
                    </a:lnTo>
                    <a:lnTo>
                      <a:pt x="94" y="16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3" y="10"/>
                    </a:lnTo>
                    <a:lnTo>
                      <a:pt x="93" y="8"/>
                    </a:lnTo>
                    <a:lnTo>
                      <a:pt x="93" y="5"/>
                    </a:lnTo>
                    <a:lnTo>
                      <a:pt x="93" y="2"/>
                    </a:lnTo>
                    <a:lnTo>
                      <a:pt x="93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19890" name="Freeform 45">
              <a:extLst>
                <a:ext uri="{FF2B5EF4-FFF2-40B4-BE49-F238E27FC236}">
                  <a16:creationId xmlns:a16="http://schemas.microsoft.com/office/drawing/2014/main" id="{C1386CB5-D573-45B8-8E5C-F3EC9F6BA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674" y="2957298"/>
              <a:ext cx="3699109" cy="2735272"/>
            </a:xfrm>
            <a:custGeom>
              <a:avLst/>
              <a:gdLst>
                <a:gd name="T0" fmla="*/ 1278345235 w 10704"/>
                <a:gd name="T1" fmla="*/ 0 h 21003"/>
                <a:gd name="T2" fmla="*/ 2388662 w 10704"/>
                <a:gd name="T3" fmla="*/ 1102418 h 21003"/>
                <a:gd name="T4" fmla="*/ 0 w 10704"/>
                <a:gd name="T5" fmla="*/ 356221155 h 21003"/>
                <a:gd name="T6" fmla="*/ 135430103 w 10704"/>
                <a:gd name="T7" fmla="*/ 356102383 h 210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04" h="21003">
                  <a:moveTo>
                    <a:pt x="10704" y="0"/>
                  </a:move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1134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9891" name="Line 14">
              <a:extLst>
                <a:ext uri="{FF2B5EF4-FFF2-40B4-BE49-F238E27FC236}">
                  <a16:creationId xmlns:a16="http://schemas.microsoft.com/office/drawing/2014/main" id="{84B2174D-42A5-48D3-8564-86E3DF9217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07413" y="5790467"/>
              <a:ext cx="580100" cy="31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9892" name="TextBox 51">
              <a:extLst>
                <a:ext uri="{FF2B5EF4-FFF2-40B4-BE49-F238E27FC236}">
                  <a16:creationId xmlns:a16="http://schemas.microsoft.com/office/drawing/2014/main" id="{E4B21126-8F71-49F7-B46E-3B62F060D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75820" y="599816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9893" name="TextBox 51">
              <a:extLst>
                <a:ext uri="{FF2B5EF4-FFF2-40B4-BE49-F238E27FC236}">
                  <a16:creationId xmlns:a16="http://schemas.microsoft.com/office/drawing/2014/main" id="{129EACB6-F6A5-4D51-828F-A8D4BA5EF0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9" y="588809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19894" name="TextBox 51">
              <a:extLst>
                <a:ext uri="{FF2B5EF4-FFF2-40B4-BE49-F238E27FC236}">
                  <a16:creationId xmlns:a16="http://schemas.microsoft.com/office/drawing/2014/main" id="{33EAA811-EE8D-40F3-A046-ACFB344FE7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3622" y="588809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9895" name="TextBox 51">
              <a:extLst>
                <a:ext uri="{FF2B5EF4-FFF2-40B4-BE49-F238E27FC236}">
                  <a16:creationId xmlns:a16="http://schemas.microsoft.com/office/drawing/2014/main" id="{0655D68F-6869-4B1A-8965-565622797D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353" y="530726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9896" name="TextBox 51">
              <a:extLst>
                <a:ext uri="{FF2B5EF4-FFF2-40B4-BE49-F238E27FC236}">
                  <a16:creationId xmlns:a16="http://schemas.microsoft.com/office/drawing/2014/main" id="{CA92DF23-FB21-4120-9D42-576E5CC278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9" y="4990627"/>
              <a:ext cx="77457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Wingdings" panose="05000000000000000000" pitchFamily="2" charset="2"/>
                  <a:ea typeface="ＭＳ Ｐゴシック" panose="020B0600070205080204" pitchFamily="34" charset="-128"/>
                  <a:cs typeface="Arial" panose="020B0604020202020204" pitchFamily="34" charset="0"/>
                  <a:sym typeface="Wingdings" panose="05000000000000000000" pitchFamily="2" charset="2"/>
                </a:rPr>
                <a:t>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19897" name="Freeform 48">
              <a:extLst>
                <a:ext uri="{FF2B5EF4-FFF2-40B4-BE49-F238E27FC236}">
                  <a16:creationId xmlns:a16="http://schemas.microsoft.com/office/drawing/2014/main" id="{B1DFA3C0-57EC-47AB-92EB-84F11B69A03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594887" y="2914643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9898" name="Freeform 48">
              <a:extLst>
                <a:ext uri="{FF2B5EF4-FFF2-40B4-BE49-F238E27FC236}">
                  <a16:creationId xmlns:a16="http://schemas.microsoft.com/office/drawing/2014/main" id="{27B26C42-1319-4C0E-BA1B-08EBA136C57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434954" y="2931576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9899" name="Freeform 5">
              <a:extLst>
                <a:ext uri="{FF2B5EF4-FFF2-40B4-BE49-F238E27FC236}">
                  <a16:creationId xmlns:a16="http://schemas.microsoft.com/office/drawing/2014/main" id="{D225671F-86C8-4F86-A5B5-D7255882F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272" y="5755462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9900" name="Freeform 7">
              <a:extLst>
                <a:ext uri="{FF2B5EF4-FFF2-40B4-BE49-F238E27FC236}">
                  <a16:creationId xmlns:a16="http://schemas.microsoft.com/office/drawing/2014/main" id="{56492889-B5F1-4479-BF96-B62889FCB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167" y="5867731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9901" name="TextBox 51">
              <a:extLst>
                <a:ext uri="{FF2B5EF4-FFF2-40B4-BE49-F238E27FC236}">
                  <a16:creationId xmlns:a16="http://schemas.microsoft.com/office/drawing/2014/main" id="{485FD453-9F01-4CD3-A88B-72309D94F8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9028" y="5486655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grpSp>
          <p:nvGrpSpPr>
            <p:cNvPr id="419902" name="Group 4">
              <a:extLst>
                <a:ext uri="{FF2B5EF4-FFF2-40B4-BE49-F238E27FC236}">
                  <a16:creationId xmlns:a16="http://schemas.microsoft.com/office/drawing/2014/main" id="{DB88FADE-DB17-4CCD-8A97-DB1F6EFE09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62243" y="1638205"/>
              <a:ext cx="3228751" cy="750888"/>
              <a:chOff x="5768352" y="3768775"/>
              <a:chExt cx="3229577" cy="750332"/>
            </a:xfrm>
          </p:grpSpPr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19FE848C-8563-FD4C-A018-A872E8DE975D}"/>
                  </a:ext>
                </a:extLst>
              </p:cNvPr>
              <p:cNvCxnSpPr/>
              <p:nvPr/>
            </p:nvCxnSpPr>
            <p:spPr>
              <a:xfrm flipV="1">
                <a:off x="5768098" y="4206085"/>
                <a:ext cx="1980137" cy="15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CD0189CE-5164-2E41-9806-E27CA39B1C21}"/>
                  </a:ext>
                </a:extLst>
              </p:cNvPr>
              <p:cNvCxnSpPr/>
              <p:nvPr/>
            </p:nvCxnSpPr>
            <p:spPr>
              <a:xfrm>
                <a:off x="7749823" y="4064873"/>
                <a:ext cx="565300" cy="1586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A76DF9A1-CEE0-D749-B50A-CC7904635C7C}"/>
                  </a:ext>
                </a:extLst>
              </p:cNvPr>
              <p:cNvCxnSpPr/>
              <p:nvPr/>
            </p:nvCxnSpPr>
            <p:spPr>
              <a:xfrm>
                <a:off x="7745059" y="4345710"/>
                <a:ext cx="565300" cy="15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214E2174-C4BC-0E44-BF5A-224AC44C602A}"/>
                  </a:ext>
                </a:extLst>
              </p:cNvPr>
              <p:cNvCxnSpPr/>
              <p:nvPr/>
            </p:nvCxnSpPr>
            <p:spPr>
              <a:xfrm flipH="1" flipV="1">
                <a:off x="7749823" y="4061700"/>
                <a:ext cx="3176" cy="28401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9931" name="TextBox 93">
                <a:extLst>
                  <a:ext uri="{FF2B5EF4-FFF2-40B4-BE49-F238E27FC236}">
                    <a16:creationId xmlns:a16="http://schemas.microsoft.com/office/drawing/2014/main" id="{5357688A-EFB1-422C-98FF-0ABE0AE8CC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76877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19932" name="TextBox 6">
                <a:extLst>
                  <a:ext uri="{FF2B5EF4-FFF2-40B4-BE49-F238E27FC236}">
                    <a16:creationId xmlns:a16="http://schemas.microsoft.com/office/drawing/2014/main" id="{C09DEB42-47B5-4654-8A04-E3FB113642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149775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9933" name="Freeform 48">
                <a:extLst>
                  <a:ext uri="{FF2B5EF4-FFF2-40B4-BE49-F238E27FC236}">
                    <a16:creationId xmlns:a16="http://schemas.microsoft.com/office/drawing/2014/main" id="{6CADFEDC-5962-49F8-B9DE-C60A037F38F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08850" y="4183965"/>
                <a:ext cx="77241" cy="73098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19903" name="Group 88">
              <a:extLst>
                <a:ext uri="{FF2B5EF4-FFF2-40B4-BE49-F238E27FC236}">
                  <a16:creationId xmlns:a16="http://schemas.microsoft.com/office/drawing/2014/main" id="{423E7248-0E2E-4559-93A2-6FF85069E1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53438" y="2428748"/>
              <a:ext cx="2803076" cy="749300"/>
              <a:chOff x="6194136" y="3853561"/>
              <a:chExt cx="2803793" cy="750332"/>
            </a:xfrm>
          </p:grpSpPr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EEB6CB9E-44C6-A649-AC75-1BAE84497B55}"/>
                  </a:ext>
                </a:extLst>
              </p:cNvPr>
              <p:cNvCxnSpPr/>
              <p:nvPr/>
            </p:nvCxnSpPr>
            <p:spPr>
              <a:xfrm>
                <a:off x="6194803" y="4204544"/>
                <a:ext cx="1565690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23976B8B-2D02-8840-9795-2BF7B436DA18}"/>
                  </a:ext>
                </a:extLst>
              </p:cNvPr>
              <p:cNvCxnSpPr/>
              <p:nvPr/>
            </p:nvCxnSpPr>
            <p:spPr>
              <a:xfrm>
                <a:off x="7744614" y="4064622"/>
                <a:ext cx="565300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Straight Connector 99">
                <a:extLst>
                  <a:ext uri="{FF2B5EF4-FFF2-40B4-BE49-F238E27FC236}">
                    <a16:creationId xmlns:a16="http://schemas.microsoft.com/office/drawing/2014/main" id="{113EF630-EFF0-E841-BB4B-2FC084762000}"/>
                  </a:ext>
                </a:extLst>
              </p:cNvPr>
              <p:cNvCxnSpPr/>
              <p:nvPr/>
            </p:nvCxnSpPr>
            <p:spPr>
              <a:xfrm>
                <a:off x="7739851" y="4339695"/>
                <a:ext cx="565300" cy="15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ACEB2919-B85C-E04C-A578-5AE9CB76E49B}"/>
                  </a:ext>
                </a:extLst>
              </p:cNvPr>
              <p:cNvCxnSpPr/>
              <p:nvPr/>
            </p:nvCxnSpPr>
            <p:spPr>
              <a:xfrm flipH="1" flipV="1">
                <a:off x="7749378" y="4056672"/>
                <a:ext cx="3176" cy="284614"/>
              </a:xfrm>
              <a:prstGeom prst="line">
                <a:avLst/>
              </a:prstGeom>
              <a:solidFill>
                <a:srgbClr val="00B050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9924" name="TextBox 93">
                <a:extLst>
                  <a:ext uri="{FF2B5EF4-FFF2-40B4-BE49-F238E27FC236}">
                    <a16:creationId xmlns:a16="http://schemas.microsoft.com/office/drawing/2014/main" id="{DD917503-F5CC-4DD9-AD0D-C34C9E39F9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853561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19925" name="TextBox 6">
                <a:extLst>
                  <a:ext uri="{FF2B5EF4-FFF2-40B4-BE49-F238E27FC236}">
                    <a16:creationId xmlns:a16="http://schemas.microsoft.com/office/drawing/2014/main" id="{759796C0-69FB-40D0-A3DC-9690910E28E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234561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9926" name="Freeform 48">
                <a:extLst>
                  <a:ext uri="{FF2B5EF4-FFF2-40B4-BE49-F238E27FC236}">
                    <a16:creationId xmlns:a16="http://schemas.microsoft.com/office/drawing/2014/main" id="{7C0E5D16-0D53-41C5-B673-B5006433602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08850" y="4178383"/>
                <a:ext cx="77241" cy="73253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19904" name="Group 8">
              <a:extLst>
                <a:ext uri="{FF2B5EF4-FFF2-40B4-BE49-F238E27FC236}">
                  <a16:creationId xmlns:a16="http://schemas.microsoft.com/office/drawing/2014/main" id="{C55460D7-65EC-4C42-BB46-64E7C16407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8227" y="3282987"/>
              <a:ext cx="1863862" cy="914400"/>
              <a:chOff x="7168853" y="823310"/>
              <a:chExt cx="1863684" cy="915796"/>
            </a:xfrm>
          </p:grpSpPr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1276CADC-0597-9B4C-A955-E2CDBAAEB58D}"/>
                  </a:ext>
                </a:extLst>
              </p:cNvPr>
              <p:cNvCxnSpPr/>
              <p:nvPr/>
            </p:nvCxnSpPr>
            <p:spPr>
              <a:xfrm flipV="1">
                <a:off x="7169302" y="1288857"/>
                <a:ext cx="1122265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0A6AC547-B458-974C-BD37-C3803850D0B3}"/>
                  </a:ext>
                </a:extLst>
              </p:cNvPr>
              <p:cNvCxnSpPr/>
              <p:nvPr/>
            </p:nvCxnSpPr>
            <p:spPr>
              <a:xfrm>
                <a:off x="7750277" y="1024875"/>
                <a:ext cx="565101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B21FDABD-AF50-1048-ADC4-9E162E08F52A}"/>
                  </a:ext>
                </a:extLst>
              </p:cNvPr>
              <p:cNvCxnSpPr/>
              <p:nvPr/>
            </p:nvCxnSpPr>
            <p:spPr>
              <a:xfrm>
                <a:off x="7745514" y="1521034"/>
                <a:ext cx="565101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Straight Connector 108">
                <a:extLst>
                  <a:ext uri="{FF2B5EF4-FFF2-40B4-BE49-F238E27FC236}">
                    <a16:creationId xmlns:a16="http://schemas.microsoft.com/office/drawing/2014/main" id="{60AB1505-B656-C64A-AA61-F8266843B58C}"/>
                  </a:ext>
                </a:extLst>
              </p:cNvPr>
              <p:cNvCxnSpPr/>
              <p:nvPr/>
            </p:nvCxnSpPr>
            <p:spPr>
              <a:xfrm flipH="1" flipV="1">
                <a:off x="7745514" y="1018514"/>
                <a:ext cx="3175" cy="505701"/>
              </a:xfrm>
              <a:prstGeom prst="line">
                <a:avLst/>
              </a:prstGeom>
              <a:solidFill>
                <a:srgbClr val="00B050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9916" name="TextBox 101">
                <a:extLst>
                  <a:ext uri="{FF2B5EF4-FFF2-40B4-BE49-F238E27FC236}">
                    <a16:creationId xmlns:a16="http://schemas.microsoft.com/office/drawing/2014/main" id="{A99EE799-3748-4690-B7C3-3502D0F9E45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0792" y="108674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19917" name="TextBox 6">
                <a:extLst>
                  <a:ext uri="{FF2B5EF4-FFF2-40B4-BE49-F238E27FC236}">
                    <a16:creationId xmlns:a16="http://schemas.microsoft.com/office/drawing/2014/main" id="{4E71B4F5-29F5-474A-A7F0-2677BE8440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16032" y="823310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9918" name="Freeform 48">
                <a:extLst>
                  <a:ext uri="{FF2B5EF4-FFF2-40B4-BE49-F238E27FC236}">
                    <a16:creationId xmlns:a16="http://schemas.microsoft.com/office/drawing/2014/main" id="{8C3C6240-007B-4FD0-A8AE-947FE2317DE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10106" y="1261218"/>
                <a:ext cx="73145" cy="73264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19919" name="TextBox 107">
                <a:extLst>
                  <a:ext uri="{FF2B5EF4-FFF2-40B4-BE49-F238E27FC236}">
                    <a16:creationId xmlns:a16="http://schemas.microsoft.com/office/drawing/2014/main" id="{7CB46B7B-E1D3-4FBC-8598-2F171CF822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96438" y="1369774"/>
                <a:ext cx="736099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Done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sp>
          <p:nvSpPr>
            <p:cNvPr id="419905" name="Freeform 48">
              <a:extLst>
                <a:ext uri="{FF2B5EF4-FFF2-40B4-BE49-F238E27FC236}">
                  <a16:creationId xmlns:a16="http://schemas.microsoft.com/office/drawing/2014/main" id="{8A60984F-C43F-4E4E-BF92-2F0C6D61C75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232937" y="2733668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9906" name="Freeform 48">
              <a:extLst>
                <a:ext uri="{FF2B5EF4-FFF2-40B4-BE49-F238E27FC236}">
                  <a16:creationId xmlns:a16="http://schemas.microsoft.com/office/drawing/2014/main" id="{F47F2C2B-C5B1-4426-B2F3-3EC2752FFE0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823362" y="2047868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9907" name="TextBox 51">
              <a:extLst>
                <a:ext uri="{FF2B5EF4-FFF2-40B4-BE49-F238E27FC236}">
                  <a16:creationId xmlns:a16="http://schemas.microsoft.com/office/drawing/2014/main" id="{4AA475B1-0D28-44AB-B7ED-AF9A35869D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4300" y="162108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19908" name="TextBox 51">
              <a:extLst>
                <a:ext uri="{FF2B5EF4-FFF2-40B4-BE49-F238E27FC236}">
                  <a16:creationId xmlns:a16="http://schemas.microsoft.com/office/drawing/2014/main" id="{B21EB9C4-F486-4C55-9346-DBCD8E14CB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2587" y="238993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9909" name="TextBox 51">
              <a:extLst>
                <a:ext uri="{FF2B5EF4-FFF2-40B4-BE49-F238E27FC236}">
                  <a16:creationId xmlns:a16="http://schemas.microsoft.com/office/drawing/2014/main" id="{BFAD437F-2BA3-44D5-AC01-C43AC7D15A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0875" y="333344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19910" name="Freeform 45">
              <a:extLst>
                <a:ext uri="{FF2B5EF4-FFF2-40B4-BE49-F238E27FC236}">
                  <a16:creationId xmlns:a16="http://schemas.microsoft.com/office/drawing/2014/main" id="{F45290F4-A44B-46AA-9C74-3A27A834AD1E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852089" y="2959411"/>
              <a:ext cx="4372447" cy="3609986"/>
            </a:xfrm>
            <a:custGeom>
              <a:avLst/>
              <a:gdLst>
                <a:gd name="T0" fmla="*/ 1541469344 w 10704"/>
                <a:gd name="T1" fmla="*/ 86678321 h 150349"/>
                <a:gd name="T2" fmla="*/ 1782751296 w 10704"/>
                <a:gd name="T3" fmla="*/ 86601655 h 150349"/>
                <a:gd name="T4" fmla="*/ 1786088637 w 10704"/>
                <a:gd name="T5" fmla="*/ 0 h 150349"/>
                <a:gd name="T6" fmla="*/ 3337340 w 10704"/>
                <a:gd name="T7" fmla="*/ 37481 h 150349"/>
                <a:gd name="T8" fmla="*/ 0 w 10704"/>
                <a:gd name="T9" fmla="*/ 12108528 h 150349"/>
                <a:gd name="T10" fmla="*/ 164025176 w 10704"/>
                <a:gd name="T11" fmla="*/ 12104494 h 1503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04" h="150349">
                  <a:moveTo>
                    <a:pt x="9238" y="150349"/>
                  </a:moveTo>
                  <a:lnTo>
                    <a:pt x="10684" y="150216"/>
                  </a:lnTo>
                  <a:cubicBezTo>
                    <a:pt x="10716" y="100026"/>
                    <a:pt x="10672" y="50190"/>
                    <a:pt x="10704" y="0"/>
                  </a:cubicBez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983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9911" name="Freeform 48">
              <a:extLst>
                <a:ext uri="{FF2B5EF4-FFF2-40B4-BE49-F238E27FC236}">
                  <a16:creationId xmlns:a16="http://schemas.microsoft.com/office/drawing/2014/main" id="{CF43753C-CE12-4861-8F52-C58CB710649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186470" y="3716834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419843" name="Group 115">
            <a:extLst>
              <a:ext uri="{FF2B5EF4-FFF2-40B4-BE49-F238E27FC236}">
                <a16:creationId xmlns:a16="http://schemas.microsoft.com/office/drawing/2014/main" id="{3B53B0BF-DBB4-4948-890A-2CF0BAA7608E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58763" y="1071563"/>
            <a:ext cx="3546475" cy="1455737"/>
            <a:chOff x="27330" y="2051709"/>
            <a:chExt cx="2697218" cy="1108075"/>
          </a:xfrm>
        </p:grpSpPr>
        <p:pic>
          <p:nvPicPr>
            <p:cNvPr id="419844" name="Picture 119">
              <a:extLst>
                <a:ext uri="{FF2B5EF4-FFF2-40B4-BE49-F238E27FC236}">
                  <a16:creationId xmlns:a16="http://schemas.microsoft.com/office/drawing/2014/main" id="{6AE10657-65B5-4369-A5D9-2241A275862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330" y="2145256"/>
              <a:ext cx="2697218" cy="92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419845" name="Straight Connector 120">
              <a:extLst>
                <a:ext uri="{FF2B5EF4-FFF2-40B4-BE49-F238E27FC236}">
                  <a16:creationId xmlns:a16="http://schemas.microsoft.com/office/drawing/2014/main" id="{DBB3092D-1E21-4C2B-BC4A-5C38070666E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427524" y="2051709"/>
              <a:ext cx="7937" cy="1108075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865" name="Title 1">
            <a:extLst>
              <a:ext uri="{FF2B5EF4-FFF2-40B4-BE49-F238E27FC236}">
                <a16:creationId xmlns:a16="http://schemas.microsoft.com/office/drawing/2014/main" id="{4F4AC042-8A1F-48F3-83C0-AD176C827BB0}"/>
              </a:ext>
            </a:extLst>
          </p:cNvPr>
          <p:cNvSpPr txBox="1">
            <a:spLocks/>
          </p:cNvSpPr>
          <p:nvPr/>
        </p:nvSpPr>
        <p:spPr bwMode="auto">
          <a:xfrm>
            <a:off x="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How Does It Work?</a:t>
            </a:r>
          </a:p>
        </p:txBody>
      </p:sp>
      <p:grpSp>
        <p:nvGrpSpPr>
          <p:cNvPr id="420866" name="Group 3">
            <a:extLst>
              <a:ext uri="{FF2B5EF4-FFF2-40B4-BE49-F238E27FC236}">
                <a16:creationId xmlns:a16="http://schemas.microsoft.com/office/drawing/2014/main" id="{0E052FCE-D5C8-46EC-ACE7-1AF80844493C}"/>
              </a:ext>
            </a:extLst>
          </p:cNvPr>
          <p:cNvGrpSpPr>
            <a:grpSpLocks/>
          </p:cNvGrpSpPr>
          <p:nvPr/>
        </p:nvGrpSpPr>
        <p:grpSpPr bwMode="auto">
          <a:xfrm>
            <a:off x="93663" y="1319213"/>
            <a:ext cx="8997950" cy="5249862"/>
            <a:chOff x="92960" y="1318445"/>
            <a:chExt cx="8998034" cy="5250952"/>
          </a:xfrm>
        </p:grpSpPr>
        <p:sp>
          <p:nvSpPr>
            <p:cNvPr id="420870" name="TextBox 51">
              <a:extLst>
                <a:ext uri="{FF2B5EF4-FFF2-40B4-BE49-F238E27FC236}">
                  <a16:creationId xmlns:a16="http://schemas.microsoft.com/office/drawing/2014/main" id="{B0338A20-B2FA-4F13-8BD4-72CACCDD9B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3160" y="5486655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0871" name="Line 14">
              <a:extLst>
                <a:ext uri="{FF2B5EF4-FFF2-40B4-BE49-F238E27FC236}">
                  <a16:creationId xmlns:a16="http://schemas.microsoft.com/office/drawing/2014/main" id="{D2E498A5-D253-4E16-B2A8-3B2C077EE3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9416" y="5920630"/>
              <a:ext cx="10703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872" name="Line 14">
              <a:extLst>
                <a:ext uri="{FF2B5EF4-FFF2-40B4-BE49-F238E27FC236}">
                  <a16:creationId xmlns:a16="http://schemas.microsoft.com/office/drawing/2014/main" id="{1C21E2C5-8315-48EF-A011-21BDC0C168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50" y="5937564"/>
              <a:ext cx="14246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873" name="Rectangle 7">
              <a:extLst>
                <a:ext uri="{FF2B5EF4-FFF2-40B4-BE49-F238E27FC236}">
                  <a16:creationId xmlns:a16="http://schemas.microsoft.com/office/drawing/2014/main" id="{A14DC06D-6D64-41B3-910B-DDD58202B4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7960" y="5073446"/>
              <a:ext cx="1806575" cy="10302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874" name="Freeform 8">
              <a:extLst>
                <a:ext uri="{FF2B5EF4-FFF2-40B4-BE49-F238E27FC236}">
                  <a16:creationId xmlns:a16="http://schemas.microsoft.com/office/drawing/2014/main" id="{8DBB3AA9-0047-4FDB-9319-A6F94CD69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960" y="5302046"/>
              <a:ext cx="158750" cy="160338"/>
            </a:xfrm>
            <a:custGeom>
              <a:avLst/>
              <a:gdLst>
                <a:gd name="T0" fmla="*/ 0 w 202"/>
                <a:gd name="T1" fmla="*/ 630239 h 202"/>
                <a:gd name="T2" fmla="*/ 0 w 202"/>
                <a:gd name="T3" fmla="*/ 630239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875" name="Rectangle 10">
              <a:extLst>
                <a:ext uri="{FF2B5EF4-FFF2-40B4-BE49-F238E27FC236}">
                  <a16:creationId xmlns:a16="http://schemas.microsoft.com/office/drawing/2014/main" id="{1D0FAAEE-AF0E-453C-834C-FB917A9015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4323" y="5765596"/>
              <a:ext cx="65723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clear_n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876" name="Rectangle 11">
              <a:extLst>
                <a:ext uri="{FF2B5EF4-FFF2-40B4-BE49-F238E27FC236}">
                  <a16:creationId xmlns:a16="http://schemas.microsoft.com/office/drawing/2014/main" id="{5366AC99-282C-47ED-B601-05638B6728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1010" y="5465559"/>
              <a:ext cx="1331912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2-bit up-counter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877" name="Line 14">
              <a:extLst>
                <a:ext uri="{FF2B5EF4-FFF2-40B4-BE49-F238E27FC236}">
                  <a16:creationId xmlns:a16="http://schemas.microsoft.com/office/drawing/2014/main" id="{6D47D0DC-448F-493F-9F2A-D3C5819BA4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48" y="5396934"/>
              <a:ext cx="4202381" cy="39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878" name="Rectangle 17">
              <a:extLst>
                <a:ext uri="{FF2B5EF4-FFF2-40B4-BE49-F238E27FC236}">
                  <a16:creationId xmlns:a16="http://schemas.microsoft.com/office/drawing/2014/main" id="{96D3CEE7-F024-4E48-8A41-D840313863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895" y="5791514"/>
              <a:ext cx="166712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879" name="Rectangle 18">
              <a:extLst>
                <a:ext uri="{FF2B5EF4-FFF2-40B4-BE49-F238E27FC236}">
                  <a16:creationId xmlns:a16="http://schemas.microsoft.com/office/drawing/2014/main" id="{4F9D3E0C-D5FF-4884-B2E7-9CF0015BEE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7935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880" name="Rectangle 19">
              <a:extLst>
                <a:ext uri="{FF2B5EF4-FFF2-40B4-BE49-F238E27FC236}">
                  <a16:creationId xmlns:a16="http://schemas.microsoft.com/office/drawing/2014/main" id="{507DDB99-3056-4BED-B87D-A57963F8F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6560" y="3084309"/>
              <a:ext cx="1806575" cy="107473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881" name="Rectangle 20">
              <a:extLst>
                <a:ext uri="{FF2B5EF4-FFF2-40B4-BE49-F238E27FC236}">
                  <a16:creationId xmlns:a16="http://schemas.microsoft.com/office/drawing/2014/main" id="{43268C4E-4661-4605-8254-16391FA51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2398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882" name="Line 21">
              <a:extLst>
                <a:ext uri="{FF2B5EF4-FFF2-40B4-BE49-F238E27FC236}">
                  <a16:creationId xmlns:a16="http://schemas.microsoft.com/office/drawing/2014/main" id="{244B6A59-6936-43DE-8287-2B5B38D9BD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473545" y="1898087"/>
              <a:ext cx="2103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883" name="Line 22">
              <a:extLst>
                <a:ext uri="{FF2B5EF4-FFF2-40B4-BE49-F238E27FC236}">
                  <a16:creationId xmlns:a16="http://schemas.microsoft.com/office/drawing/2014/main" id="{327E7030-B31F-4A69-A82E-4F3D42B67F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20235" y="1895799"/>
              <a:ext cx="3168" cy="11885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884" name="Rectangle 23">
              <a:extLst>
                <a:ext uri="{FF2B5EF4-FFF2-40B4-BE49-F238E27FC236}">
                  <a16:creationId xmlns:a16="http://schemas.microsoft.com/office/drawing/2014/main" id="{F8D7FE61-54EA-44AB-BC9A-D39129415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9598" y="3843134"/>
              <a:ext cx="2276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En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885" name="Rectangle 24">
              <a:extLst>
                <a:ext uri="{FF2B5EF4-FFF2-40B4-BE49-F238E27FC236}">
                  <a16:creationId xmlns:a16="http://schemas.microsoft.com/office/drawing/2014/main" id="{6903A756-9000-4391-ABE5-8DA766A13C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7860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886" name="Rectangle 25">
              <a:extLst>
                <a:ext uri="{FF2B5EF4-FFF2-40B4-BE49-F238E27FC236}">
                  <a16:creationId xmlns:a16="http://schemas.microsoft.com/office/drawing/2014/main" id="{772C2DD2-68DB-44EF-8E25-412D05CA0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6285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887" name="Rectangle 26">
              <a:extLst>
                <a:ext uri="{FF2B5EF4-FFF2-40B4-BE49-F238E27FC236}">
                  <a16:creationId xmlns:a16="http://schemas.microsoft.com/office/drawing/2014/main" id="{AB2D3A27-8D41-432F-8023-C3014E3A3E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2148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888" name="Rectangle 27">
              <a:extLst>
                <a:ext uri="{FF2B5EF4-FFF2-40B4-BE49-F238E27FC236}">
                  <a16:creationId xmlns:a16="http://schemas.microsoft.com/office/drawing/2014/main" id="{7CCE1033-1424-43E5-9AB0-A62DB9526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6610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889" name="Rectangle 28">
              <a:extLst>
                <a:ext uri="{FF2B5EF4-FFF2-40B4-BE49-F238E27FC236}">
                  <a16:creationId xmlns:a16="http://schemas.microsoft.com/office/drawing/2014/main" id="{643F558C-77DF-49CE-8801-7D319ECBDA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79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890" name="Rectangle 29">
              <a:extLst>
                <a:ext uri="{FF2B5EF4-FFF2-40B4-BE49-F238E27FC236}">
                  <a16:creationId xmlns:a16="http://schemas.microsoft.com/office/drawing/2014/main" id="{FF042F5C-9319-4474-A2D0-87EB6174F3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522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891" name="Rectangle 30">
              <a:extLst>
                <a:ext uri="{FF2B5EF4-FFF2-40B4-BE49-F238E27FC236}">
                  <a16:creationId xmlns:a16="http://schemas.microsoft.com/office/drawing/2014/main" id="{46EE0E76-211F-47C5-BFC3-20A7B69CDB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3035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892" name="Rectangle 31">
              <a:extLst>
                <a:ext uri="{FF2B5EF4-FFF2-40B4-BE49-F238E27FC236}">
                  <a16:creationId xmlns:a16="http://schemas.microsoft.com/office/drawing/2014/main" id="{A16869BB-6C22-43C9-B183-0E39260C29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3048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893" name="Rectangle 32">
              <a:extLst>
                <a:ext uri="{FF2B5EF4-FFF2-40B4-BE49-F238E27FC236}">
                  <a16:creationId xmlns:a16="http://schemas.microsoft.com/office/drawing/2014/main" id="{256FE111-C2C8-495A-9D8F-65D4149951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974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894" name="Line 33">
              <a:extLst>
                <a:ext uri="{FF2B5EF4-FFF2-40B4-BE49-F238E27FC236}">
                  <a16:creationId xmlns:a16="http://schemas.microsoft.com/office/drawing/2014/main" id="{C6416925-9F09-4E7B-9E23-ADCBEDDF40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66219" y="1895799"/>
              <a:ext cx="1583" cy="11885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895" name="Line 34">
              <a:extLst>
                <a:ext uri="{FF2B5EF4-FFF2-40B4-BE49-F238E27FC236}">
                  <a16:creationId xmlns:a16="http://schemas.microsoft.com/office/drawing/2014/main" id="{C07BF129-4860-4A6D-9560-2A365C351D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862119" y="1898087"/>
              <a:ext cx="2465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896" name="Rectangle 37">
              <a:extLst>
                <a:ext uri="{FF2B5EF4-FFF2-40B4-BE49-F238E27FC236}">
                  <a16:creationId xmlns:a16="http://schemas.microsoft.com/office/drawing/2014/main" id="{5A7C08A2-CD0D-4AE4-947C-262480ADE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817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897" name="Rectangle 38">
              <a:extLst>
                <a:ext uri="{FF2B5EF4-FFF2-40B4-BE49-F238E27FC236}">
                  <a16:creationId xmlns:a16="http://schemas.microsoft.com/office/drawing/2014/main" id="{DC8E4407-7C3E-437A-B010-81EC5663E4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1510" y="4657521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898" name="Rectangle 45">
              <a:extLst>
                <a:ext uri="{FF2B5EF4-FFF2-40B4-BE49-F238E27FC236}">
                  <a16:creationId xmlns:a16="http://schemas.microsoft.com/office/drawing/2014/main" id="{8A15EA8D-3A46-4845-B450-814D8D0ED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6123" y="3519284"/>
              <a:ext cx="11938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2-to-4 decoder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899" name="Rectangle 46">
              <a:extLst>
                <a:ext uri="{FF2B5EF4-FFF2-40B4-BE49-F238E27FC236}">
                  <a16:creationId xmlns:a16="http://schemas.microsoft.com/office/drawing/2014/main" id="{B4C80C3D-8240-4640-BB95-28DBAD23F1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3735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900" name="Rectangle 47">
              <a:extLst>
                <a:ext uri="{FF2B5EF4-FFF2-40B4-BE49-F238E27FC236}">
                  <a16:creationId xmlns:a16="http://schemas.microsoft.com/office/drawing/2014/main" id="{3E6C8D4F-C9B3-48ED-92DD-C5BA307FB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0898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901" name="Rectangle 48">
              <a:extLst>
                <a:ext uri="{FF2B5EF4-FFF2-40B4-BE49-F238E27FC236}">
                  <a16:creationId xmlns:a16="http://schemas.microsoft.com/office/drawing/2014/main" id="{DF39056D-B8D7-426F-B986-D362D251D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8410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902" name="Rectangle 49">
              <a:extLst>
                <a:ext uri="{FF2B5EF4-FFF2-40B4-BE49-F238E27FC236}">
                  <a16:creationId xmlns:a16="http://schemas.microsoft.com/office/drawing/2014/main" id="{FF314502-D0D8-48B2-A1D2-A04A6CEB5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5573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903" name="Rectangle 50">
              <a:extLst>
                <a:ext uri="{FF2B5EF4-FFF2-40B4-BE49-F238E27FC236}">
                  <a16:creationId xmlns:a16="http://schemas.microsoft.com/office/drawing/2014/main" id="{3F6341C3-0F55-4D04-B4A0-43C86927A0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60" y="5214195"/>
              <a:ext cx="55143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Clock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cxnSp>
          <p:nvCxnSpPr>
            <p:cNvPr id="420904" name="Straight Arrow Connector 2">
              <a:extLst>
                <a:ext uri="{FF2B5EF4-FFF2-40B4-BE49-F238E27FC236}">
                  <a16:creationId xmlns:a16="http://schemas.microsoft.com/office/drawing/2014/main" id="{CC0591E3-4B52-473A-BAAF-CEE3CBDECE7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109145" y="4165226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0905" name="Straight Arrow Connector 52">
              <a:extLst>
                <a:ext uri="{FF2B5EF4-FFF2-40B4-BE49-F238E27FC236}">
                  <a16:creationId xmlns:a16="http://schemas.microsoft.com/office/drawing/2014/main" id="{83EA64BC-8E05-43A0-B80E-777348E24E6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38675" y="4169345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0906" name="Straight Arrow Connector 53">
              <a:extLst>
                <a:ext uri="{FF2B5EF4-FFF2-40B4-BE49-F238E27FC236}">
                  <a16:creationId xmlns:a16="http://schemas.microsoft.com/office/drawing/2014/main" id="{3654633E-4F2D-49E4-8AC3-00B47B6D281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706475" y="4171404"/>
              <a:ext cx="0" cy="423475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20907" name="Freeform 5">
              <a:extLst>
                <a:ext uri="{FF2B5EF4-FFF2-40B4-BE49-F238E27FC236}">
                  <a16:creationId xmlns:a16="http://schemas.microsoft.com/office/drawing/2014/main" id="{3CF5786F-58C8-4890-8482-CE4E527CD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005" y="5772396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908" name="Freeform 7">
              <a:extLst>
                <a:ext uri="{FF2B5EF4-FFF2-40B4-BE49-F238E27FC236}">
                  <a16:creationId xmlns:a16="http://schemas.microsoft.com/office/drawing/2014/main" id="{FF373BC6-C645-4578-8425-9B918DA26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900" y="5884665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909" name="TextBox 7">
              <a:extLst>
                <a:ext uri="{FF2B5EF4-FFF2-40B4-BE49-F238E27FC236}">
                  <a16:creationId xmlns:a16="http://schemas.microsoft.com/office/drawing/2014/main" id="{18C9659E-71AB-430A-94D7-6F51E36667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8312" y="4594022"/>
              <a:ext cx="874713" cy="461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20910" name="TextBox 7">
              <a:extLst>
                <a:ext uri="{FF2B5EF4-FFF2-40B4-BE49-F238E27FC236}">
                  <a16:creationId xmlns:a16="http://schemas.microsoft.com/office/drawing/2014/main" id="{3EA6BDF0-8DC8-40F3-A583-C994614CD3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8566" y="1318445"/>
              <a:ext cx="199797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0911" name="TextBox 51">
              <a:extLst>
                <a:ext uri="{FF2B5EF4-FFF2-40B4-BE49-F238E27FC236}">
                  <a16:creationId xmlns:a16="http://schemas.microsoft.com/office/drawing/2014/main" id="{26175EB0-3325-46F4-BCDA-C8E153B4DC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4287" y="541396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0912" name="AutoShape 57">
              <a:extLst>
                <a:ext uri="{FF2B5EF4-FFF2-40B4-BE49-F238E27FC236}">
                  <a16:creationId xmlns:a16="http://schemas.microsoft.com/office/drawing/2014/main" id="{F3C1FF06-9963-4D42-94D1-30888300A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501" y="5556352"/>
              <a:ext cx="554038" cy="47148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grpSp>
          <p:nvGrpSpPr>
            <p:cNvPr id="420913" name="Group 66">
              <a:extLst>
                <a:ext uri="{FF2B5EF4-FFF2-40B4-BE49-F238E27FC236}">
                  <a16:creationId xmlns:a16="http://schemas.microsoft.com/office/drawing/2014/main" id="{800847DB-A213-4BDF-AD7C-7DA6A10D4A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24676" y="5661598"/>
              <a:ext cx="636587" cy="501650"/>
              <a:chOff x="4164013" y="5505902"/>
              <a:chExt cx="636587" cy="501650"/>
            </a:xfrm>
          </p:grpSpPr>
          <p:sp>
            <p:nvSpPr>
              <p:cNvPr id="420958" name="Freeform 86">
                <a:extLst>
                  <a:ext uri="{FF2B5EF4-FFF2-40B4-BE49-F238E27FC236}">
                    <a16:creationId xmlns:a16="http://schemas.microsoft.com/office/drawing/2014/main" id="{FA48F866-9B88-4C2E-AE16-7EDCD3CC4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505902"/>
                <a:ext cx="630237" cy="249237"/>
              </a:xfrm>
              <a:custGeom>
                <a:avLst/>
                <a:gdLst>
                  <a:gd name="T0" fmla="*/ 2147483646 w 794"/>
                  <a:gd name="T1" fmla="*/ 0 h 315"/>
                  <a:gd name="T2" fmla="*/ 2147483646 w 794"/>
                  <a:gd name="T3" fmla="*/ 0 h 315"/>
                  <a:gd name="T4" fmla="*/ 2147483646 w 794"/>
                  <a:gd name="T5" fmla="*/ 0 h 315"/>
                  <a:gd name="T6" fmla="*/ 2147483646 w 794"/>
                  <a:gd name="T7" fmla="*/ 0 h 315"/>
                  <a:gd name="T8" fmla="*/ 2147483646 w 794"/>
                  <a:gd name="T9" fmla="*/ 0 h 315"/>
                  <a:gd name="T10" fmla="*/ 2147483646 w 794"/>
                  <a:gd name="T11" fmla="*/ 0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0"/>
                    </a:moveTo>
                    <a:lnTo>
                      <a:pt x="31" y="0"/>
                    </a:lnTo>
                    <a:lnTo>
                      <a:pt x="60" y="0"/>
                    </a:lnTo>
                    <a:lnTo>
                      <a:pt x="86" y="0"/>
                    </a:lnTo>
                    <a:lnTo>
                      <a:pt x="110" y="0"/>
                    </a:lnTo>
                    <a:lnTo>
                      <a:pt x="134" y="0"/>
                    </a:lnTo>
                    <a:lnTo>
                      <a:pt x="155" y="0"/>
                    </a:lnTo>
                    <a:lnTo>
                      <a:pt x="175" y="0"/>
                    </a:lnTo>
                    <a:lnTo>
                      <a:pt x="194" y="0"/>
                    </a:lnTo>
                    <a:lnTo>
                      <a:pt x="211" y="0"/>
                    </a:lnTo>
                    <a:lnTo>
                      <a:pt x="227" y="0"/>
                    </a:lnTo>
                    <a:lnTo>
                      <a:pt x="240" y="0"/>
                    </a:lnTo>
                    <a:lnTo>
                      <a:pt x="254" y="0"/>
                    </a:lnTo>
                    <a:lnTo>
                      <a:pt x="265" y="0"/>
                    </a:lnTo>
                    <a:lnTo>
                      <a:pt x="276" y="0"/>
                    </a:lnTo>
                    <a:lnTo>
                      <a:pt x="287" y="0"/>
                    </a:lnTo>
                    <a:lnTo>
                      <a:pt x="296" y="0"/>
                    </a:lnTo>
                    <a:lnTo>
                      <a:pt x="303" y="0"/>
                    </a:lnTo>
                    <a:lnTo>
                      <a:pt x="311" y="0"/>
                    </a:lnTo>
                    <a:lnTo>
                      <a:pt x="317" y="0"/>
                    </a:lnTo>
                    <a:lnTo>
                      <a:pt x="323" y="0"/>
                    </a:lnTo>
                    <a:lnTo>
                      <a:pt x="328" y="0"/>
                    </a:lnTo>
                    <a:lnTo>
                      <a:pt x="332" y="0"/>
                    </a:lnTo>
                    <a:lnTo>
                      <a:pt x="336" y="1"/>
                    </a:lnTo>
                    <a:lnTo>
                      <a:pt x="338" y="1"/>
                    </a:lnTo>
                    <a:lnTo>
                      <a:pt x="342" y="1"/>
                    </a:lnTo>
                    <a:lnTo>
                      <a:pt x="345" y="1"/>
                    </a:lnTo>
                    <a:lnTo>
                      <a:pt x="348" y="1"/>
                    </a:lnTo>
                    <a:lnTo>
                      <a:pt x="349" y="1"/>
                    </a:lnTo>
                    <a:lnTo>
                      <a:pt x="352" y="1"/>
                    </a:lnTo>
                    <a:lnTo>
                      <a:pt x="353" y="1"/>
                    </a:lnTo>
                    <a:lnTo>
                      <a:pt x="356" y="1"/>
                    </a:lnTo>
                    <a:lnTo>
                      <a:pt x="358" y="1"/>
                    </a:lnTo>
                    <a:lnTo>
                      <a:pt x="360" y="1"/>
                    </a:lnTo>
                    <a:lnTo>
                      <a:pt x="362" y="3"/>
                    </a:lnTo>
                    <a:lnTo>
                      <a:pt x="364" y="3"/>
                    </a:lnTo>
                    <a:lnTo>
                      <a:pt x="366" y="3"/>
                    </a:lnTo>
                    <a:lnTo>
                      <a:pt x="368" y="3"/>
                    </a:lnTo>
                    <a:lnTo>
                      <a:pt x="369" y="3"/>
                    </a:lnTo>
                    <a:lnTo>
                      <a:pt x="370" y="3"/>
                    </a:lnTo>
                    <a:lnTo>
                      <a:pt x="372" y="3"/>
                    </a:lnTo>
                    <a:lnTo>
                      <a:pt x="374" y="3"/>
                    </a:lnTo>
                    <a:lnTo>
                      <a:pt x="376" y="3"/>
                    </a:lnTo>
                    <a:lnTo>
                      <a:pt x="377" y="3"/>
                    </a:lnTo>
                    <a:lnTo>
                      <a:pt x="378" y="3"/>
                    </a:lnTo>
                    <a:lnTo>
                      <a:pt x="380" y="4"/>
                    </a:lnTo>
                    <a:lnTo>
                      <a:pt x="381" y="4"/>
                    </a:lnTo>
                    <a:lnTo>
                      <a:pt x="382" y="4"/>
                    </a:lnTo>
                    <a:lnTo>
                      <a:pt x="384" y="4"/>
                    </a:lnTo>
                    <a:lnTo>
                      <a:pt x="385" y="4"/>
                    </a:lnTo>
                    <a:lnTo>
                      <a:pt x="386" y="4"/>
                    </a:lnTo>
                    <a:lnTo>
                      <a:pt x="388" y="4"/>
                    </a:lnTo>
                    <a:lnTo>
                      <a:pt x="389" y="4"/>
                    </a:lnTo>
                    <a:lnTo>
                      <a:pt x="390" y="4"/>
                    </a:lnTo>
                    <a:lnTo>
                      <a:pt x="392" y="5"/>
                    </a:lnTo>
                    <a:lnTo>
                      <a:pt x="393" y="5"/>
                    </a:lnTo>
                    <a:lnTo>
                      <a:pt x="394" y="5"/>
                    </a:lnTo>
                    <a:lnTo>
                      <a:pt x="396" y="5"/>
                    </a:lnTo>
                    <a:lnTo>
                      <a:pt x="398" y="5"/>
                    </a:lnTo>
                    <a:lnTo>
                      <a:pt x="400" y="5"/>
                    </a:lnTo>
                    <a:lnTo>
                      <a:pt x="401" y="7"/>
                    </a:lnTo>
                    <a:lnTo>
                      <a:pt x="403" y="7"/>
                    </a:lnTo>
                    <a:lnTo>
                      <a:pt x="405" y="7"/>
                    </a:lnTo>
                    <a:lnTo>
                      <a:pt x="407" y="7"/>
                    </a:lnTo>
                    <a:lnTo>
                      <a:pt x="409" y="8"/>
                    </a:lnTo>
                    <a:lnTo>
                      <a:pt x="411" y="8"/>
                    </a:lnTo>
                    <a:lnTo>
                      <a:pt x="413" y="8"/>
                    </a:lnTo>
                    <a:lnTo>
                      <a:pt x="414" y="8"/>
                    </a:lnTo>
                    <a:lnTo>
                      <a:pt x="417" y="8"/>
                    </a:lnTo>
                    <a:lnTo>
                      <a:pt x="418" y="8"/>
                    </a:lnTo>
                    <a:lnTo>
                      <a:pt x="419" y="9"/>
                    </a:lnTo>
                    <a:lnTo>
                      <a:pt x="421" y="9"/>
                    </a:lnTo>
                    <a:lnTo>
                      <a:pt x="422" y="9"/>
                    </a:lnTo>
                    <a:lnTo>
                      <a:pt x="423" y="9"/>
                    </a:lnTo>
                    <a:lnTo>
                      <a:pt x="425" y="9"/>
                    </a:lnTo>
                    <a:lnTo>
                      <a:pt x="426" y="9"/>
                    </a:lnTo>
                    <a:lnTo>
                      <a:pt x="426" y="11"/>
                    </a:lnTo>
                    <a:lnTo>
                      <a:pt x="427" y="11"/>
                    </a:lnTo>
                    <a:lnTo>
                      <a:pt x="429" y="11"/>
                    </a:lnTo>
                    <a:lnTo>
                      <a:pt x="430" y="11"/>
                    </a:lnTo>
                    <a:lnTo>
                      <a:pt x="431" y="11"/>
                    </a:lnTo>
                    <a:lnTo>
                      <a:pt x="433" y="12"/>
                    </a:lnTo>
                    <a:lnTo>
                      <a:pt x="434" y="12"/>
                    </a:lnTo>
                    <a:lnTo>
                      <a:pt x="435" y="12"/>
                    </a:lnTo>
                    <a:lnTo>
                      <a:pt x="437" y="13"/>
                    </a:lnTo>
                    <a:lnTo>
                      <a:pt x="438" y="13"/>
                    </a:lnTo>
                    <a:lnTo>
                      <a:pt x="439" y="13"/>
                    </a:lnTo>
                    <a:lnTo>
                      <a:pt x="441" y="15"/>
                    </a:lnTo>
                    <a:lnTo>
                      <a:pt x="443" y="15"/>
                    </a:lnTo>
                    <a:lnTo>
                      <a:pt x="445" y="15"/>
                    </a:lnTo>
                    <a:lnTo>
                      <a:pt x="446" y="16"/>
                    </a:lnTo>
                    <a:lnTo>
                      <a:pt x="449" y="16"/>
                    </a:lnTo>
                    <a:lnTo>
                      <a:pt x="450" y="17"/>
                    </a:lnTo>
                    <a:lnTo>
                      <a:pt x="453" y="17"/>
                    </a:lnTo>
                    <a:lnTo>
                      <a:pt x="455" y="19"/>
                    </a:lnTo>
                    <a:lnTo>
                      <a:pt x="458" y="19"/>
                    </a:lnTo>
                    <a:lnTo>
                      <a:pt x="459" y="20"/>
                    </a:lnTo>
                    <a:lnTo>
                      <a:pt x="462" y="20"/>
                    </a:lnTo>
                    <a:lnTo>
                      <a:pt x="465" y="21"/>
                    </a:lnTo>
                    <a:lnTo>
                      <a:pt x="466" y="21"/>
                    </a:lnTo>
                    <a:lnTo>
                      <a:pt x="467" y="23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4"/>
                    </a:lnTo>
                    <a:lnTo>
                      <a:pt x="474" y="24"/>
                    </a:lnTo>
                    <a:lnTo>
                      <a:pt x="475" y="25"/>
                    </a:lnTo>
                    <a:lnTo>
                      <a:pt x="476" y="25"/>
                    </a:lnTo>
                    <a:lnTo>
                      <a:pt x="478" y="25"/>
                    </a:lnTo>
                    <a:lnTo>
                      <a:pt x="479" y="27"/>
                    </a:lnTo>
                    <a:lnTo>
                      <a:pt x="480" y="27"/>
                    </a:lnTo>
                    <a:lnTo>
                      <a:pt x="482" y="27"/>
                    </a:lnTo>
                    <a:lnTo>
                      <a:pt x="482" y="28"/>
                    </a:lnTo>
                    <a:lnTo>
                      <a:pt x="483" y="28"/>
                    </a:lnTo>
                    <a:lnTo>
                      <a:pt x="484" y="29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31"/>
                    </a:lnTo>
                    <a:lnTo>
                      <a:pt x="490" y="31"/>
                    </a:lnTo>
                    <a:lnTo>
                      <a:pt x="491" y="32"/>
                    </a:lnTo>
                    <a:lnTo>
                      <a:pt x="492" y="32"/>
                    </a:lnTo>
                    <a:lnTo>
                      <a:pt x="494" y="33"/>
                    </a:lnTo>
                    <a:lnTo>
                      <a:pt x="495" y="33"/>
                    </a:lnTo>
                    <a:lnTo>
                      <a:pt x="498" y="35"/>
                    </a:lnTo>
                    <a:lnTo>
                      <a:pt x="499" y="36"/>
                    </a:lnTo>
                    <a:lnTo>
                      <a:pt x="500" y="36"/>
                    </a:lnTo>
                    <a:lnTo>
                      <a:pt x="503" y="37"/>
                    </a:lnTo>
                    <a:lnTo>
                      <a:pt x="504" y="39"/>
                    </a:lnTo>
                    <a:lnTo>
                      <a:pt x="507" y="40"/>
                    </a:lnTo>
                    <a:lnTo>
                      <a:pt x="508" y="40"/>
                    </a:lnTo>
                    <a:lnTo>
                      <a:pt x="511" y="41"/>
                    </a:lnTo>
                    <a:lnTo>
                      <a:pt x="512" y="43"/>
                    </a:lnTo>
                    <a:lnTo>
                      <a:pt x="514" y="43"/>
                    </a:lnTo>
                    <a:lnTo>
                      <a:pt x="516" y="44"/>
                    </a:lnTo>
                    <a:lnTo>
                      <a:pt x="518" y="44"/>
                    </a:lnTo>
                    <a:lnTo>
                      <a:pt x="519" y="45"/>
                    </a:lnTo>
                    <a:lnTo>
                      <a:pt x="520" y="45"/>
                    </a:lnTo>
                    <a:lnTo>
                      <a:pt x="522" y="47"/>
                    </a:lnTo>
                    <a:lnTo>
                      <a:pt x="523" y="47"/>
                    </a:lnTo>
                    <a:lnTo>
                      <a:pt x="523" y="48"/>
                    </a:lnTo>
                    <a:lnTo>
                      <a:pt x="524" y="48"/>
                    </a:lnTo>
                    <a:lnTo>
                      <a:pt x="526" y="49"/>
                    </a:lnTo>
                    <a:lnTo>
                      <a:pt x="527" y="49"/>
                    </a:lnTo>
                    <a:lnTo>
                      <a:pt x="528" y="51"/>
                    </a:lnTo>
                    <a:lnTo>
                      <a:pt x="530" y="51"/>
                    </a:lnTo>
                    <a:lnTo>
                      <a:pt x="531" y="52"/>
                    </a:lnTo>
                    <a:lnTo>
                      <a:pt x="532" y="52"/>
                    </a:lnTo>
                    <a:lnTo>
                      <a:pt x="534" y="53"/>
                    </a:lnTo>
                    <a:lnTo>
                      <a:pt x="535" y="55"/>
                    </a:lnTo>
                    <a:lnTo>
                      <a:pt x="536" y="55"/>
                    </a:lnTo>
                    <a:lnTo>
                      <a:pt x="538" y="56"/>
                    </a:lnTo>
                    <a:lnTo>
                      <a:pt x="539" y="56"/>
                    </a:lnTo>
                    <a:lnTo>
                      <a:pt x="540" y="57"/>
                    </a:lnTo>
                    <a:lnTo>
                      <a:pt x="542" y="57"/>
                    </a:lnTo>
                    <a:lnTo>
                      <a:pt x="543" y="58"/>
                    </a:lnTo>
                    <a:lnTo>
                      <a:pt x="546" y="60"/>
                    </a:lnTo>
                    <a:lnTo>
                      <a:pt x="547" y="60"/>
                    </a:lnTo>
                    <a:lnTo>
                      <a:pt x="548" y="61"/>
                    </a:lnTo>
                    <a:lnTo>
                      <a:pt x="551" y="62"/>
                    </a:lnTo>
                    <a:lnTo>
                      <a:pt x="552" y="64"/>
                    </a:lnTo>
                    <a:lnTo>
                      <a:pt x="553" y="65"/>
                    </a:lnTo>
                    <a:lnTo>
                      <a:pt x="556" y="65"/>
                    </a:lnTo>
                    <a:lnTo>
                      <a:pt x="557" y="66"/>
                    </a:lnTo>
                    <a:lnTo>
                      <a:pt x="559" y="66"/>
                    </a:lnTo>
                    <a:lnTo>
                      <a:pt x="560" y="68"/>
                    </a:lnTo>
                    <a:lnTo>
                      <a:pt x="561" y="69"/>
                    </a:lnTo>
                    <a:lnTo>
                      <a:pt x="563" y="69"/>
                    </a:lnTo>
                    <a:lnTo>
                      <a:pt x="564" y="70"/>
                    </a:lnTo>
                    <a:lnTo>
                      <a:pt x="565" y="70"/>
                    </a:lnTo>
                    <a:lnTo>
                      <a:pt x="567" y="72"/>
                    </a:lnTo>
                    <a:lnTo>
                      <a:pt x="568" y="73"/>
                    </a:lnTo>
                    <a:lnTo>
                      <a:pt x="569" y="73"/>
                    </a:lnTo>
                    <a:lnTo>
                      <a:pt x="571" y="74"/>
                    </a:lnTo>
                    <a:lnTo>
                      <a:pt x="572" y="74"/>
                    </a:lnTo>
                    <a:lnTo>
                      <a:pt x="572" y="76"/>
                    </a:lnTo>
                    <a:lnTo>
                      <a:pt x="573" y="76"/>
                    </a:lnTo>
                    <a:lnTo>
                      <a:pt x="575" y="76"/>
                    </a:lnTo>
                    <a:lnTo>
                      <a:pt x="575" y="77"/>
                    </a:lnTo>
                    <a:lnTo>
                      <a:pt x="576" y="77"/>
                    </a:lnTo>
                    <a:lnTo>
                      <a:pt x="577" y="78"/>
                    </a:lnTo>
                    <a:lnTo>
                      <a:pt x="579" y="78"/>
                    </a:lnTo>
                    <a:lnTo>
                      <a:pt x="580" y="80"/>
                    </a:lnTo>
                    <a:lnTo>
                      <a:pt x="581" y="80"/>
                    </a:lnTo>
                    <a:lnTo>
                      <a:pt x="581" y="81"/>
                    </a:lnTo>
                    <a:lnTo>
                      <a:pt x="583" y="82"/>
                    </a:lnTo>
                    <a:lnTo>
                      <a:pt x="585" y="82"/>
                    </a:lnTo>
                    <a:lnTo>
                      <a:pt x="587" y="84"/>
                    </a:lnTo>
                    <a:lnTo>
                      <a:pt x="588" y="85"/>
                    </a:lnTo>
                    <a:lnTo>
                      <a:pt x="589" y="86"/>
                    </a:lnTo>
                    <a:lnTo>
                      <a:pt x="591" y="86"/>
                    </a:lnTo>
                    <a:lnTo>
                      <a:pt x="592" y="88"/>
                    </a:lnTo>
                    <a:lnTo>
                      <a:pt x="593" y="88"/>
                    </a:lnTo>
                    <a:lnTo>
                      <a:pt x="593" y="89"/>
                    </a:lnTo>
                    <a:lnTo>
                      <a:pt x="595" y="89"/>
                    </a:lnTo>
                    <a:lnTo>
                      <a:pt x="596" y="90"/>
                    </a:lnTo>
                    <a:lnTo>
                      <a:pt x="597" y="90"/>
                    </a:lnTo>
                    <a:lnTo>
                      <a:pt x="597" y="92"/>
                    </a:lnTo>
                    <a:lnTo>
                      <a:pt x="599" y="92"/>
                    </a:lnTo>
                    <a:lnTo>
                      <a:pt x="600" y="93"/>
                    </a:lnTo>
                    <a:lnTo>
                      <a:pt x="601" y="93"/>
                    </a:lnTo>
                    <a:lnTo>
                      <a:pt x="601" y="94"/>
                    </a:lnTo>
                    <a:lnTo>
                      <a:pt x="603" y="94"/>
                    </a:lnTo>
                    <a:lnTo>
                      <a:pt x="604" y="96"/>
                    </a:lnTo>
                    <a:lnTo>
                      <a:pt x="605" y="97"/>
                    </a:lnTo>
                    <a:lnTo>
                      <a:pt x="607" y="97"/>
                    </a:lnTo>
                    <a:lnTo>
                      <a:pt x="607" y="98"/>
                    </a:lnTo>
                    <a:lnTo>
                      <a:pt x="608" y="98"/>
                    </a:lnTo>
                    <a:lnTo>
                      <a:pt x="609" y="100"/>
                    </a:lnTo>
                    <a:lnTo>
                      <a:pt x="611" y="101"/>
                    </a:lnTo>
                    <a:lnTo>
                      <a:pt x="612" y="101"/>
                    </a:lnTo>
                    <a:lnTo>
                      <a:pt x="612" y="102"/>
                    </a:lnTo>
                    <a:lnTo>
                      <a:pt x="613" y="102"/>
                    </a:lnTo>
                    <a:lnTo>
                      <a:pt x="615" y="104"/>
                    </a:lnTo>
                    <a:lnTo>
                      <a:pt x="616" y="105"/>
                    </a:lnTo>
                    <a:lnTo>
                      <a:pt x="617" y="106"/>
                    </a:lnTo>
                    <a:lnTo>
                      <a:pt x="619" y="106"/>
                    </a:lnTo>
                    <a:lnTo>
                      <a:pt x="619" y="108"/>
                    </a:lnTo>
                    <a:lnTo>
                      <a:pt x="620" y="108"/>
                    </a:lnTo>
                    <a:lnTo>
                      <a:pt x="621" y="109"/>
                    </a:lnTo>
                    <a:lnTo>
                      <a:pt x="622" y="110"/>
                    </a:lnTo>
                    <a:lnTo>
                      <a:pt x="624" y="110"/>
                    </a:lnTo>
                    <a:lnTo>
                      <a:pt x="624" y="112"/>
                    </a:lnTo>
                    <a:lnTo>
                      <a:pt x="625" y="112"/>
                    </a:lnTo>
                    <a:lnTo>
                      <a:pt x="625" y="113"/>
                    </a:lnTo>
                    <a:lnTo>
                      <a:pt x="626" y="113"/>
                    </a:lnTo>
                    <a:lnTo>
                      <a:pt x="628" y="114"/>
                    </a:lnTo>
                    <a:lnTo>
                      <a:pt x="629" y="114"/>
                    </a:lnTo>
                    <a:lnTo>
                      <a:pt x="629" y="116"/>
                    </a:lnTo>
                    <a:lnTo>
                      <a:pt x="630" y="116"/>
                    </a:lnTo>
                    <a:lnTo>
                      <a:pt x="632" y="117"/>
                    </a:lnTo>
                    <a:lnTo>
                      <a:pt x="633" y="118"/>
                    </a:lnTo>
                    <a:lnTo>
                      <a:pt x="634" y="118"/>
                    </a:lnTo>
                    <a:lnTo>
                      <a:pt x="634" y="120"/>
                    </a:lnTo>
                    <a:lnTo>
                      <a:pt x="636" y="120"/>
                    </a:lnTo>
                    <a:lnTo>
                      <a:pt x="637" y="121"/>
                    </a:lnTo>
                    <a:lnTo>
                      <a:pt x="638" y="121"/>
                    </a:lnTo>
                    <a:lnTo>
                      <a:pt x="640" y="122"/>
                    </a:lnTo>
                    <a:lnTo>
                      <a:pt x="641" y="124"/>
                    </a:lnTo>
                    <a:lnTo>
                      <a:pt x="642" y="125"/>
                    </a:lnTo>
                    <a:lnTo>
                      <a:pt x="644" y="125"/>
                    </a:lnTo>
                    <a:lnTo>
                      <a:pt x="645" y="126"/>
                    </a:lnTo>
                    <a:lnTo>
                      <a:pt x="646" y="128"/>
                    </a:lnTo>
                    <a:lnTo>
                      <a:pt x="648" y="128"/>
                    </a:lnTo>
                    <a:lnTo>
                      <a:pt x="648" y="129"/>
                    </a:lnTo>
                    <a:lnTo>
                      <a:pt x="649" y="129"/>
                    </a:lnTo>
                    <a:lnTo>
                      <a:pt x="650" y="130"/>
                    </a:lnTo>
                    <a:lnTo>
                      <a:pt x="652" y="131"/>
                    </a:lnTo>
                    <a:lnTo>
                      <a:pt x="653" y="131"/>
                    </a:lnTo>
                    <a:lnTo>
                      <a:pt x="653" y="133"/>
                    </a:lnTo>
                    <a:lnTo>
                      <a:pt x="654" y="133"/>
                    </a:lnTo>
                    <a:lnTo>
                      <a:pt x="654" y="134"/>
                    </a:lnTo>
                    <a:lnTo>
                      <a:pt x="656" y="134"/>
                    </a:lnTo>
                    <a:lnTo>
                      <a:pt x="656" y="135"/>
                    </a:lnTo>
                    <a:lnTo>
                      <a:pt x="657" y="135"/>
                    </a:lnTo>
                    <a:lnTo>
                      <a:pt x="657" y="137"/>
                    </a:lnTo>
                    <a:lnTo>
                      <a:pt x="658" y="138"/>
                    </a:lnTo>
                    <a:lnTo>
                      <a:pt x="660" y="138"/>
                    </a:lnTo>
                    <a:lnTo>
                      <a:pt x="660" y="139"/>
                    </a:lnTo>
                    <a:lnTo>
                      <a:pt x="661" y="141"/>
                    </a:lnTo>
                    <a:lnTo>
                      <a:pt x="662" y="141"/>
                    </a:lnTo>
                    <a:lnTo>
                      <a:pt x="664" y="142"/>
                    </a:lnTo>
                    <a:lnTo>
                      <a:pt x="664" y="143"/>
                    </a:lnTo>
                    <a:lnTo>
                      <a:pt x="665" y="145"/>
                    </a:lnTo>
                    <a:lnTo>
                      <a:pt x="666" y="146"/>
                    </a:lnTo>
                    <a:lnTo>
                      <a:pt x="668" y="147"/>
                    </a:lnTo>
                    <a:lnTo>
                      <a:pt x="669" y="149"/>
                    </a:lnTo>
                    <a:lnTo>
                      <a:pt x="670" y="150"/>
                    </a:lnTo>
                    <a:lnTo>
                      <a:pt x="672" y="151"/>
                    </a:lnTo>
                    <a:lnTo>
                      <a:pt x="673" y="153"/>
                    </a:lnTo>
                    <a:lnTo>
                      <a:pt x="674" y="154"/>
                    </a:lnTo>
                    <a:lnTo>
                      <a:pt x="676" y="155"/>
                    </a:lnTo>
                    <a:lnTo>
                      <a:pt x="677" y="157"/>
                    </a:lnTo>
                    <a:lnTo>
                      <a:pt x="677" y="158"/>
                    </a:lnTo>
                    <a:lnTo>
                      <a:pt x="678" y="158"/>
                    </a:lnTo>
                    <a:lnTo>
                      <a:pt x="680" y="159"/>
                    </a:lnTo>
                    <a:lnTo>
                      <a:pt x="680" y="161"/>
                    </a:lnTo>
                    <a:lnTo>
                      <a:pt x="681" y="161"/>
                    </a:lnTo>
                    <a:lnTo>
                      <a:pt x="681" y="162"/>
                    </a:lnTo>
                    <a:lnTo>
                      <a:pt x="682" y="162"/>
                    </a:lnTo>
                    <a:lnTo>
                      <a:pt x="682" y="163"/>
                    </a:lnTo>
                    <a:lnTo>
                      <a:pt x="684" y="165"/>
                    </a:lnTo>
                    <a:lnTo>
                      <a:pt x="685" y="166"/>
                    </a:lnTo>
                    <a:lnTo>
                      <a:pt x="686" y="167"/>
                    </a:lnTo>
                    <a:lnTo>
                      <a:pt x="686" y="169"/>
                    </a:lnTo>
                    <a:lnTo>
                      <a:pt x="688" y="169"/>
                    </a:lnTo>
                    <a:lnTo>
                      <a:pt x="689" y="170"/>
                    </a:lnTo>
                    <a:lnTo>
                      <a:pt x="689" y="171"/>
                    </a:lnTo>
                    <a:lnTo>
                      <a:pt x="690" y="173"/>
                    </a:lnTo>
                    <a:lnTo>
                      <a:pt x="692" y="174"/>
                    </a:lnTo>
                    <a:lnTo>
                      <a:pt x="693" y="175"/>
                    </a:lnTo>
                    <a:lnTo>
                      <a:pt x="694" y="178"/>
                    </a:lnTo>
                    <a:lnTo>
                      <a:pt x="695" y="179"/>
                    </a:lnTo>
                    <a:lnTo>
                      <a:pt x="697" y="181"/>
                    </a:lnTo>
                    <a:lnTo>
                      <a:pt x="698" y="183"/>
                    </a:lnTo>
                    <a:lnTo>
                      <a:pt x="701" y="185"/>
                    </a:lnTo>
                    <a:lnTo>
                      <a:pt x="702" y="186"/>
                    </a:lnTo>
                    <a:lnTo>
                      <a:pt x="702" y="187"/>
                    </a:lnTo>
                    <a:lnTo>
                      <a:pt x="703" y="189"/>
                    </a:lnTo>
                    <a:lnTo>
                      <a:pt x="705" y="190"/>
                    </a:lnTo>
                    <a:lnTo>
                      <a:pt x="706" y="191"/>
                    </a:lnTo>
                    <a:lnTo>
                      <a:pt x="707" y="193"/>
                    </a:lnTo>
                    <a:lnTo>
                      <a:pt x="707" y="194"/>
                    </a:lnTo>
                    <a:lnTo>
                      <a:pt x="709" y="195"/>
                    </a:lnTo>
                    <a:lnTo>
                      <a:pt x="710" y="197"/>
                    </a:lnTo>
                    <a:lnTo>
                      <a:pt x="710" y="198"/>
                    </a:lnTo>
                    <a:lnTo>
                      <a:pt x="711" y="198"/>
                    </a:lnTo>
                    <a:lnTo>
                      <a:pt x="713" y="199"/>
                    </a:lnTo>
                    <a:lnTo>
                      <a:pt x="713" y="201"/>
                    </a:lnTo>
                    <a:lnTo>
                      <a:pt x="714" y="202"/>
                    </a:lnTo>
                    <a:lnTo>
                      <a:pt x="715" y="203"/>
                    </a:lnTo>
                    <a:lnTo>
                      <a:pt x="717" y="205"/>
                    </a:lnTo>
                    <a:lnTo>
                      <a:pt x="717" y="206"/>
                    </a:lnTo>
                    <a:lnTo>
                      <a:pt x="718" y="207"/>
                    </a:lnTo>
                    <a:lnTo>
                      <a:pt x="719" y="208"/>
                    </a:lnTo>
                    <a:lnTo>
                      <a:pt x="721" y="210"/>
                    </a:lnTo>
                    <a:lnTo>
                      <a:pt x="722" y="212"/>
                    </a:lnTo>
                    <a:lnTo>
                      <a:pt x="722" y="214"/>
                    </a:lnTo>
                    <a:lnTo>
                      <a:pt x="723" y="215"/>
                    </a:lnTo>
                    <a:lnTo>
                      <a:pt x="725" y="216"/>
                    </a:lnTo>
                    <a:lnTo>
                      <a:pt x="726" y="218"/>
                    </a:lnTo>
                    <a:lnTo>
                      <a:pt x="727" y="220"/>
                    </a:lnTo>
                    <a:lnTo>
                      <a:pt x="729" y="222"/>
                    </a:lnTo>
                    <a:lnTo>
                      <a:pt x="730" y="224"/>
                    </a:lnTo>
                    <a:lnTo>
                      <a:pt x="731" y="226"/>
                    </a:lnTo>
                    <a:lnTo>
                      <a:pt x="734" y="228"/>
                    </a:lnTo>
                    <a:lnTo>
                      <a:pt x="735" y="230"/>
                    </a:lnTo>
                    <a:lnTo>
                      <a:pt x="735" y="232"/>
                    </a:lnTo>
                    <a:lnTo>
                      <a:pt x="737" y="234"/>
                    </a:lnTo>
                    <a:lnTo>
                      <a:pt x="738" y="235"/>
                    </a:lnTo>
                    <a:lnTo>
                      <a:pt x="739" y="236"/>
                    </a:lnTo>
                    <a:lnTo>
                      <a:pt x="741" y="238"/>
                    </a:lnTo>
                    <a:lnTo>
                      <a:pt x="742" y="239"/>
                    </a:lnTo>
                    <a:lnTo>
                      <a:pt x="742" y="240"/>
                    </a:lnTo>
                    <a:lnTo>
                      <a:pt x="743" y="242"/>
                    </a:lnTo>
                    <a:lnTo>
                      <a:pt x="745" y="243"/>
                    </a:lnTo>
                    <a:lnTo>
                      <a:pt x="745" y="244"/>
                    </a:lnTo>
                    <a:lnTo>
                      <a:pt x="746" y="246"/>
                    </a:lnTo>
                    <a:lnTo>
                      <a:pt x="746" y="247"/>
                    </a:lnTo>
                    <a:lnTo>
                      <a:pt x="747" y="247"/>
                    </a:lnTo>
                    <a:lnTo>
                      <a:pt x="749" y="248"/>
                    </a:lnTo>
                    <a:lnTo>
                      <a:pt x="749" y="250"/>
                    </a:lnTo>
                    <a:lnTo>
                      <a:pt x="750" y="251"/>
                    </a:lnTo>
                    <a:lnTo>
                      <a:pt x="750" y="252"/>
                    </a:lnTo>
                    <a:lnTo>
                      <a:pt x="751" y="254"/>
                    </a:lnTo>
                    <a:lnTo>
                      <a:pt x="753" y="255"/>
                    </a:lnTo>
                    <a:lnTo>
                      <a:pt x="754" y="256"/>
                    </a:lnTo>
                    <a:lnTo>
                      <a:pt x="754" y="258"/>
                    </a:lnTo>
                    <a:lnTo>
                      <a:pt x="755" y="259"/>
                    </a:lnTo>
                    <a:lnTo>
                      <a:pt x="757" y="260"/>
                    </a:lnTo>
                    <a:lnTo>
                      <a:pt x="758" y="262"/>
                    </a:lnTo>
                    <a:lnTo>
                      <a:pt x="759" y="263"/>
                    </a:lnTo>
                    <a:lnTo>
                      <a:pt x="761" y="266"/>
                    </a:lnTo>
                    <a:lnTo>
                      <a:pt x="762" y="267"/>
                    </a:lnTo>
                    <a:lnTo>
                      <a:pt x="763" y="270"/>
                    </a:lnTo>
                    <a:lnTo>
                      <a:pt x="765" y="271"/>
                    </a:lnTo>
                    <a:lnTo>
                      <a:pt x="766" y="274"/>
                    </a:lnTo>
                    <a:lnTo>
                      <a:pt x="767" y="276"/>
                    </a:lnTo>
                    <a:lnTo>
                      <a:pt x="769" y="278"/>
                    </a:lnTo>
                    <a:lnTo>
                      <a:pt x="770" y="279"/>
                    </a:lnTo>
                    <a:lnTo>
                      <a:pt x="771" y="281"/>
                    </a:lnTo>
                    <a:lnTo>
                      <a:pt x="772" y="283"/>
                    </a:lnTo>
                    <a:lnTo>
                      <a:pt x="774" y="284"/>
                    </a:lnTo>
                    <a:lnTo>
                      <a:pt x="775" y="285"/>
                    </a:lnTo>
                    <a:lnTo>
                      <a:pt x="775" y="287"/>
                    </a:lnTo>
                    <a:lnTo>
                      <a:pt x="776" y="288"/>
                    </a:lnTo>
                    <a:lnTo>
                      <a:pt x="778" y="289"/>
                    </a:lnTo>
                    <a:lnTo>
                      <a:pt x="778" y="291"/>
                    </a:lnTo>
                    <a:lnTo>
                      <a:pt x="779" y="292"/>
                    </a:lnTo>
                    <a:lnTo>
                      <a:pt x="780" y="293"/>
                    </a:lnTo>
                    <a:lnTo>
                      <a:pt x="782" y="295"/>
                    </a:lnTo>
                    <a:lnTo>
                      <a:pt x="782" y="296"/>
                    </a:lnTo>
                    <a:lnTo>
                      <a:pt x="783" y="297"/>
                    </a:lnTo>
                    <a:lnTo>
                      <a:pt x="784" y="299"/>
                    </a:lnTo>
                    <a:lnTo>
                      <a:pt x="784" y="300"/>
                    </a:lnTo>
                    <a:lnTo>
                      <a:pt x="786" y="301"/>
                    </a:lnTo>
                    <a:lnTo>
                      <a:pt x="786" y="303"/>
                    </a:lnTo>
                    <a:lnTo>
                      <a:pt x="787" y="304"/>
                    </a:lnTo>
                    <a:lnTo>
                      <a:pt x="788" y="305"/>
                    </a:lnTo>
                    <a:lnTo>
                      <a:pt x="788" y="307"/>
                    </a:lnTo>
                    <a:lnTo>
                      <a:pt x="790" y="309"/>
                    </a:lnTo>
                    <a:lnTo>
                      <a:pt x="791" y="311"/>
                    </a:lnTo>
                    <a:lnTo>
                      <a:pt x="791" y="312"/>
                    </a:lnTo>
                    <a:lnTo>
                      <a:pt x="792" y="313"/>
                    </a:lnTo>
                    <a:lnTo>
                      <a:pt x="794" y="315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0959" name="Freeform 87">
                <a:extLst>
                  <a:ext uri="{FF2B5EF4-FFF2-40B4-BE49-F238E27FC236}">
                    <a16:creationId xmlns:a16="http://schemas.microsoft.com/office/drawing/2014/main" id="{F2A8C142-EDEC-407F-A207-6864A5B59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758314"/>
                <a:ext cx="630237" cy="249238"/>
              </a:xfrm>
              <a:custGeom>
                <a:avLst/>
                <a:gdLst>
                  <a:gd name="T0" fmla="*/ 2147483646 w 794"/>
                  <a:gd name="T1" fmla="*/ 2147483646 h 315"/>
                  <a:gd name="T2" fmla="*/ 2147483646 w 794"/>
                  <a:gd name="T3" fmla="*/ 2147483646 h 315"/>
                  <a:gd name="T4" fmla="*/ 2147483646 w 794"/>
                  <a:gd name="T5" fmla="*/ 2147483646 h 315"/>
                  <a:gd name="T6" fmla="*/ 2147483646 w 794"/>
                  <a:gd name="T7" fmla="*/ 2147483646 h 315"/>
                  <a:gd name="T8" fmla="*/ 2147483646 w 794"/>
                  <a:gd name="T9" fmla="*/ 2147483646 h 315"/>
                  <a:gd name="T10" fmla="*/ 2147483646 w 794"/>
                  <a:gd name="T11" fmla="*/ 2147483646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315"/>
                    </a:moveTo>
                    <a:lnTo>
                      <a:pt x="31" y="315"/>
                    </a:lnTo>
                    <a:lnTo>
                      <a:pt x="60" y="315"/>
                    </a:lnTo>
                    <a:lnTo>
                      <a:pt x="86" y="315"/>
                    </a:lnTo>
                    <a:lnTo>
                      <a:pt x="110" y="315"/>
                    </a:lnTo>
                    <a:lnTo>
                      <a:pt x="134" y="315"/>
                    </a:lnTo>
                    <a:lnTo>
                      <a:pt x="155" y="315"/>
                    </a:lnTo>
                    <a:lnTo>
                      <a:pt x="175" y="315"/>
                    </a:lnTo>
                    <a:lnTo>
                      <a:pt x="194" y="315"/>
                    </a:lnTo>
                    <a:lnTo>
                      <a:pt x="211" y="315"/>
                    </a:lnTo>
                    <a:lnTo>
                      <a:pt x="227" y="315"/>
                    </a:lnTo>
                    <a:lnTo>
                      <a:pt x="240" y="315"/>
                    </a:lnTo>
                    <a:lnTo>
                      <a:pt x="254" y="315"/>
                    </a:lnTo>
                    <a:lnTo>
                      <a:pt x="265" y="315"/>
                    </a:lnTo>
                    <a:lnTo>
                      <a:pt x="276" y="315"/>
                    </a:lnTo>
                    <a:lnTo>
                      <a:pt x="287" y="315"/>
                    </a:lnTo>
                    <a:lnTo>
                      <a:pt x="296" y="315"/>
                    </a:lnTo>
                    <a:lnTo>
                      <a:pt x="303" y="315"/>
                    </a:lnTo>
                    <a:lnTo>
                      <a:pt x="311" y="315"/>
                    </a:lnTo>
                    <a:lnTo>
                      <a:pt x="317" y="315"/>
                    </a:lnTo>
                    <a:lnTo>
                      <a:pt x="323" y="315"/>
                    </a:lnTo>
                    <a:lnTo>
                      <a:pt x="328" y="315"/>
                    </a:lnTo>
                    <a:lnTo>
                      <a:pt x="332" y="315"/>
                    </a:lnTo>
                    <a:lnTo>
                      <a:pt x="336" y="315"/>
                    </a:lnTo>
                    <a:lnTo>
                      <a:pt x="338" y="315"/>
                    </a:lnTo>
                    <a:lnTo>
                      <a:pt x="342" y="315"/>
                    </a:lnTo>
                    <a:lnTo>
                      <a:pt x="345" y="315"/>
                    </a:lnTo>
                    <a:lnTo>
                      <a:pt x="348" y="315"/>
                    </a:lnTo>
                    <a:lnTo>
                      <a:pt x="349" y="314"/>
                    </a:lnTo>
                    <a:lnTo>
                      <a:pt x="352" y="314"/>
                    </a:lnTo>
                    <a:lnTo>
                      <a:pt x="353" y="314"/>
                    </a:lnTo>
                    <a:lnTo>
                      <a:pt x="356" y="314"/>
                    </a:lnTo>
                    <a:lnTo>
                      <a:pt x="358" y="314"/>
                    </a:lnTo>
                    <a:lnTo>
                      <a:pt x="360" y="314"/>
                    </a:lnTo>
                    <a:lnTo>
                      <a:pt x="362" y="314"/>
                    </a:lnTo>
                    <a:lnTo>
                      <a:pt x="364" y="314"/>
                    </a:lnTo>
                    <a:lnTo>
                      <a:pt x="366" y="314"/>
                    </a:lnTo>
                    <a:lnTo>
                      <a:pt x="368" y="314"/>
                    </a:lnTo>
                    <a:lnTo>
                      <a:pt x="369" y="314"/>
                    </a:lnTo>
                    <a:lnTo>
                      <a:pt x="370" y="312"/>
                    </a:lnTo>
                    <a:lnTo>
                      <a:pt x="372" y="312"/>
                    </a:lnTo>
                    <a:lnTo>
                      <a:pt x="374" y="312"/>
                    </a:lnTo>
                    <a:lnTo>
                      <a:pt x="376" y="312"/>
                    </a:lnTo>
                    <a:lnTo>
                      <a:pt x="377" y="312"/>
                    </a:lnTo>
                    <a:lnTo>
                      <a:pt x="378" y="312"/>
                    </a:lnTo>
                    <a:lnTo>
                      <a:pt x="380" y="312"/>
                    </a:lnTo>
                    <a:lnTo>
                      <a:pt x="381" y="312"/>
                    </a:lnTo>
                    <a:lnTo>
                      <a:pt x="382" y="312"/>
                    </a:lnTo>
                    <a:lnTo>
                      <a:pt x="384" y="312"/>
                    </a:lnTo>
                    <a:lnTo>
                      <a:pt x="385" y="311"/>
                    </a:lnTo>
                    <a:lnTo>
                      <a:pt x="386" y="311"/>
                    </a:lnTo>
                    <a:lnTo>
                      <a:pt x="388" y="311"/>
                    </a:lnTo>
                    <a:lnTo>
                      <a:pt x="389" y="311"/>
                    </a:lnTo>
                    <a:lnTo>
                      <a:pt x="390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4" y="311"/>
                    </a:lnTo>
                    <a:lnTo>
                      <a:pt x="396" y="310"/>
                    </a:lnTo>
                    <a:lnTo>
                      <a:pt x="398" y="310"/>
                    </a:lnTo>
                    <a:lnTo>
                      <a:pt x="400" y="310"/>
                    </a:lnTo>
                    <a:lnTo>
                      <a:pt x="401" y="310"/>
                    </a:lnTo>
                    <a:lnTo>
                      <a:pt x="403" y="310"/>
                    </a:lnTo>
                    <a:lnTo>
                      <a:pt x="405" y="308"/>
                    </a:lnTo>
                    <a:lnTo>
                      <a:pt x="407" y="308"/>
                    </a:lnTo>
                    <a:lnTo>
                      <a:pt x="409" y="308"/>
                    </a:lnTo>
                    <a:lnTo>
                      <a:pt x="411" y="308"/>
                    </a:lnTo>
                    <a:lnTo>
                      <a:pt x="413" y="307"/>
                    </a:lnTo>
                    <a:lnTo>
                      <a:pt x="414" y="307"/>
                    </a:lnTo>
                    <a:lnTo>
                      <a:pt x="417" y="307"/>
                    </a:lnTo>
                    <a:lnTo>
                      <a:pt x="418" y="307"/>
                    </a:lnTo>
                    <a:lnTo>
                      <a:pt x="419" y="307"/>
                    </a:lnTo>
                    <a:lnTo>
                      <a:pt x="421" y="307"/>
                    </a:lnTo>
                    <a:lnTo>
                      <a:pt x="422" y="306"/>
                    </a:lnTo>
                    <a:lnTo>
                      <a:pt x="423" y="306"/>
                    </a:lnTo>
                    <a:lnTo>
                      <a:pt x="425" y="306"/>
                    </a:lnTo>
                    <a:lnTo>
                      <a:pt x="426" y="306"/>
                    </a:lnTo>
                    <a:lnTo>
                      <a:pt x="427" y="306"/>
                    </a:lnTo>
                    <a:lnTo>
                      <a:pt x="429" y="304"/>
                    </a:lnTo>
                    <a:lnTo>
                      <a:pt x="430" y="304"/>
                    </a:lnTo>
                    <a:lnTo>
                      <a:pt x="431" y="304"/>
                    </a:lnTo>
                    <a:lnTo>
                      <a:pt x="433" y="304"/>
                    </a:lnTo>
                    <a:lnTo>
                      <a:pt x="434" y="303"/>
                    </a:lnTo>
                    <a:lnTo>
                      <a:pt x="435" y="303"/>
                    </a:lnTo>
                    <a:lnTo>
                      <a:pt x="437" y="303"/>
                    </a:lnTo>
                    <a:lnTo>
                      <a:pt x="438" y="303"/>
                    </a:lnTo>
                    <a:lnTo>
                      <a:pt x="439" y="302"/>
                    </a:lnTo>
                    <a:lnTo>
                      <a:pt x="441" y="302"/>
                    </a:lnTo>
                    <a:lnTo>
                      <a:pt x="443" y="300"/>
                    </a:lnTo>
                    <a:lnTo>
                      <a:pt x="445" y="300"/>
                    </a:lnTo>
                    <a:lnTo>
                      <a:pt x="446" y="300"/>
                    </a:lnTo>
                    <a:lnTo>
                      <a:pt x="449" y="299"/>
                    </a:lnTo>
                    <a:lnTo>
                      <a:pt x="450" y="299"/>
                    </a:lnTo>
                    <a:lnTo>
                      <a:pt x="453" y="298"/>
                    </a:lnTo>
                    <a:lnTo>
                      <a:pt x="455" y="296"/>
                    </a:lnTo>
                    <a:lnTo>
                      <a:pt x="458" y="296"/>
                    </a:lnTo>
                    <a:lnTo>
                      <a:pt x="459" y="295"/>
                    </a:lnTo>
                    <a:lnTo>
                      <a:pt x="462" y="295"/>
                    </a:lnTo>
                    <a:lnTo>
                      <a:pt x="465" y="294"/>
                    </a:lnTo>
                    <a:lnTo>
                      <a:pt x="466" y="294"/>
                    </a:lnTo>
                    <a:lnTo>
                      <a:pt x="467" y="294"/>
                    </a:lnTo>
                    <a:lnTo>
                      <a:pt x="470" y="292"/>
                    </a:lnTo>
                    <a:lnTo>
                      <a:pt x="471" y="292"/>
                    </a:lnTo>
                    <a:lnTo>
                      <a:pt x="473" y="291"/>
                    </a:lnTo>
                    <a:lnTo>
                      <a:pt x="474" y="291"/>
                    </a:lnTo>
                    <a:lnTo>
                      <a:pt x="475" y="291"/>
                    </a:lnTo>
                    <a:lnTo>
                      <a:pt x="476" y="290"/>
                    </a:lnTo>
                    <a:lnTo>
                      <a:pt x="478" y="290"/>
                    </a:lnTo>
                    <a:lnTo>
                      <a:pt x="479" y="290"/>
                    </a:lnTo>
                    <a:lnTo>
                      <a:pt x="480" y="288"/>
                    </a:lnTo>
                    <a:lnTo>
                      <a:pt x="482" y="288"/>
                    </a:lnTo>
                    <a:lnTo>
                      <a:pt x="483" y="287"/>
                    </a:lnTo>
                    <a:lnTo>
                      <a:pt x="484" y="287"/>
                    </a:lnTo>
                    <a:lnTo>
                      <a:pt x="486" y="286"/>
                    </a:lnTo>
                    <a:lnTo>
                      <a:pt x="487" y="286"/>
                    </a:lnTo>
                    <a:lnTo>
                      <a:pt x="488" y="286"/>
                    </a:lnTo>
                    <a:lnTo>
                      <a:pt x="490" y="284"/>
                    </a:lnTo>
                    <a:lnTo>
                      <a:pt x="491" y="284"/>
                    </a:lnTo>
                    <a:lnTo>
                      <a:pt x="492" y="283"/>
                    </a:lnTo>
                    <a:lnTo>
                      <a:pt x="494" y="283"/>
                    </a:lnTo>
                    <a:lnTo>
                      <a:pt x="495" y="282"/>
                    </a:lnTo>
                    <a:lnTo>
                      <a:pt x="498" y="280"/>
                    </a:lnTo>
                    <a:lnTo>
                      <a:pt x="499" y="280"/>
                    </a:lnTo>
                    <a:lnTo>
                      <a:pt x="500" y="279"/>
                    </a:lnTo>
                    <a:lnTo>
                      <a:pt x="503" y="278"/>
                    </a:lnTo>
                    <a:lnTo>
                      <a:pt x="504" y="276"/>
                    </a:lnTo>
                    <a:lnTo>
                      <a:pt x="507" y="276"/>
                    </a:lnTo>
                    <a:lnTo>
                      <a:pt x="508" y="275"/>
                    </a:lnTo>
                    <a:lnTo>
                      <a:pt x="511" y="274"/>
                    </a:lnTo>
                    <a:lnTo>
                      <a:pt x="512" y="274"/>
                    </a:lnTo>
                    <a:lnTo>
                      <a:pt x="514" y="272"/>
                    </a:lnTo>
                    <a:lnTo>
                      <a:pt x="516" y="271"/>
                    </a:lnTo>
                    <a:lnTo>
                      <a:pt x="518" y="271"/>
                    </a:lnTo>
                    <a:lnTo>
                      <a:pt x="519" y="270"/>
                    </a:lnTo>
                    <a:lnTo>
                      <a:pt x="520" y="270"/>
                    </a:lnTo>
                    <a:lnTo>
                      <a:pt x="522" y="268"/>
                    </a:lnTo>
                    <a:lnTo>
                      <a:pt x="523" y="268"/>
                    </a:lnTo>
                    <a:lnTo>
                      <a:pt x="524" y="267"/>
                    </a:lnTo>
                    <a:lnTo>
                      <a:pt x="526" y="267"/>
                    </a:lnTo>
                    <a:lnTo>
                      <a:pt x="527" y="266"/>
                    </a:lnTo>
                    <a:lnTo>
                      <a:pt x="528" y="266"/>
                    </a:lnTo>
                    <a:lnTo>
                      <a:pt x="528" y="264"/>
                    </a:lnTo>
                    <a:lnTo>
                      <a:pt x="530" y="264"/>
                    </a:lnTo>
                    <a:lnTo>
                      <a:pt x="531" y="264"/>
                    </a:lnTo>
                    <a:lnTo>
                      <a:pt x="532" y="263"/>
                    </a:lnTo>
                    <a:lnTo>
                      <a:pt x="534" y="263"/>
                    </a:lnTo>
                    <a:lnTo>
                      <a:pt x="534" y="262"/>
                    </a:lnTo>
                    <a:lnTo>
                      <a:pt x="535" y="262"/>
                    </a:lnTo>
                    <a:lnTo>
                      <a:pt x="536" y="261"/>
                    </a:lnTo>
                    <a:lnTo>
                      <a:pt x="538" y="261"/>
                    </a:lnTo>
                    <a:lnTo>
                      <a:pt x="539" y="259"/>
                    </a:lnTo>
                    <a:lnTo>
                      <a:pt x="540" y="259"/>
                    </a:lnTo>
                    <a:lnTo>
                      <a:pt x="542" y="258"/>
                    </a:lnTo>
                    <a:lnTo>
                      <a:pt x="543" y="257"/>
                    </a:lnTo>
                    <a:lnTo>
                      <a:pt x="546" y="257"/>
                    </a:lnTo>
                    <a:lnTo>
                      <a:pt x="547" y="255"/>
                    </a:lnTo>
                    <a:lnTo>
                      <a:pt x="548" y="254"/>
                    </a:lnTo>
                    <a:lnTo>
                      <a:pt x="551" y="253"/>
                    </a:lnTo>
                    <a:lnTo>
                      <a:pt x="552" y="253"/>
                    </a:lnTo>
                    <a:lnTo>
                      <a:pt x="553" y="251"/>
                    </a:lnTo>
                    <a:lnTo>
                      <a:pt x="556" y="250"/>
                    </a:lnTo>
                    <a:lnTo>
                      <a:pt x="557" y="250"/>
                    </a:lnTo>
                    <a:lnTo>
                      <a:pt x="559" y="249"/>
                    </a:lnTo>
                    <a:lnTo>
                      <a:pt x="560" y="247"/>
                    </a:lnTo>
                    <a:lnTo>
                      <a:pt x="561" y="247"/>
                    </a:lnTo>
                    <a:lnTo>
                      <a:pt x="563" y="246"/>
                    </a:lnTo>
                    <a:lnTo>
                      <a:pt x="564" y="245"/>
                    </a:lnTo>
                    <a:lnTo>
                      <a:pt x="565" y="245"/>
                    </a:lnTo>
                    <a:lnTo>
                      <a:pt x="567" y="245"/>
                    </a:lnTo>
                    <a:lnTo>
                      <a:pt x="567" y="243"/>
                    </a:lnTo>
                    <a:lnTo>
                      <a:pt x="568" y="243"/>
                    </a:lnTo>
                    <a:lnTo>
                      <a:pt x="569" y="242"/>
                    </a:lnTo>
                    <a:lnTo>
                      <a:pt x="571" y="242"/>
                    </a:lnTo>
                    <a:lnTo>
                      <a:pt x="572" y="241"/>
                    </a:lnTo>
                    <a:lnTo>
                      <a:pt x="573" y="239"/>
                    </a:lnTo>
                    <a:lnTo>
                      <a:pt x="575" y="239"/>
                    </a:lnTo>
                    <a:lnTo>
                      <a:pt x="575" y="238"/>
                    </a:lnTo>
                    <a:lnTo>
                      <a:pt x="576" y="238"/>
                    </a:lnTo>
                    <a:lnTo>
                      <a:pt x="577" y="237"/>
                    </a:lnTo>
                    <a:lnTo>
                      <a:pt x="579" y="237"/>
                    </a:lnTo>
                    <a:lnTo>
                      <a:pt x="580" y="235"/>
                    </a:lnTo>
                    <a:lnTo>
                      <a:pt x="581" y="235"/>
                    </a:lnTo>
                    <a:lnTo>
                      <a:pt x="581" y="234"/>
                    </a:lnTo>
                    <a:lnTo>
                      <a:pt x="583" y="234"/>
                    </a:lnTo>
                    <a:lnTo>
                      <a:pt x="585" y="233"/>
                    </a:lnTo>
                    <a:lnTo>
                      <a:pt x="587" y="231"/>
                    </a:lnTo>
                    <a:lnTo>
                      <a:pt x="588" y="230"/>
                    </a:lnTo>
                    <a:lnTo>
                      <a:pt x="589" y="230"/>
                    </a:lnTo>
                    <a:lnTo>
                      <a:pt x="591" y="229"/>
                    </a:lnTo>
                    <a:lnTo>
                      <a:pt x="592" y="227"/>
                    </a:lnTo>
                    <a:lnTo>
                      <a:pt x="593" y="227"/>
                    </a:lnTo>
                    <a:lnTo>
                      <a:pt x="593" y="226"/>
                    </a:lnTo>
                    <a:lnTo>
                      <a:pt x="595" y="226"/>
                    </a:lnTo>
                    <a:lnTo>
                      <a:pt x="596" y="225"/>
                    </a:lnTo>
                    <a:lnTo>
                      <a:pt x="597" y="225"/>
                    </a:lnTo>
                    <a:lnTo>
                      <a:pt x="597" y="223"/>
                    </a:lnTo>
                    <a:lnTo>
                      <a:pt x="599" y="223"/>
                    </a:lnTo>
                    <a:lnTo>
                      <a:pt x="600" y="223"/>
                    </a:lnTo>
                    <a:lnTo>
                      <a:pt x="600" y="222"/>
                    </a:lnTo>
                    <a:lnTo>
                      <a:pt x="601" y="222"/>
                    </a:lnTo>
                    <a:lnTo>
                      <a:pt x="603" y="221"/>
                    </a:lnTo>
                    <a:lnTo>
                      <a:pt x="604" y="221"/>
                    </a:lnTo>
                    <a:lnTo>
                      <a:pt x="604" y="219"/>
                    </a:lnTo>
                    <a:lnTo>
                      <a:pt x="605" y="219"/>
                    </a:lnTo>
                    <a:lnTo>
                      <a:pt x="605" y="218"/>
                    </a:lnTo>
                    <a:lnTo>
                      <a:pt x="607" y="218"/>
                    </a:lnTo>
                    <a:lnTo>
                      <a:pt x="608" y="217"/>
                    </a:lnTo>
                    <a:lnTo>
                      <a:pt x="609" y="215"/>
                    </a:lnTo>
                    <a:lnTo>
                      <a:pt x="611" y="214"/>
                    </a:lnTo>
                    <a:lnTo>
                      <a:pt x="612" y="214"/>
                    </a:lnTo>
                    <a:lnTo>
                      <a:pt x="612" y="213"/>
                    </a:lnTo>
                    <a:lnTo>
                      <a:pt x="613" y="213"/>
                    </a:lnTo>
                    <a:lnTo>
                      <a:pt x="615" y="211"/>
                    </a:lnTo>
                    <a:lnTo>
                      <a:pt x="616" y="210"/>
                    </a:lnTo>
                    <a:lnTo>
                      <a:pt x="617" y="209"/>
                    </a:lnTo>
                    <a:lnTo>
                      <a:pt x="619" y="209"/>
                    </a:lnTo>
                    <a:lnTo>
                      <a:pt x="619" y="207"/>
                    </a:lnTo>
                    <a:lnTo>
                      <a:pt x="620" y="207"/>
                    </a:lnTo>
                    <a:lnTo>
                      <a:pt x="621" y="206"/>
                    </a:lnTo>
                    <a:lnTo>
                      <a:pt x="622" y="206"/>
                    </a:lnTo>
                    <a:lnTo>
                      <a:pt x="622" y="205"/>
                    </a:lnTo>
                    <a:lnTo>
                      <a:pt x="624" y="205"/>
                    </a:lnTo>
                    <a:lnTo>
                      <a:pt x="625" y="203"/>
                    </a:lnTo>
                    <a:lnTo>
                      <a:pt x="626" y="202"/>
                    </a:lnTo>
                    <a:lnTo>
                      <a:pt x="628" y="202"/>
                    </a:lnTo>
                    <a:lnTo>
                      <a:pt x="628" y="201"/>
                    </a:lnTo>
                    <a:lnTo>
                      <a:pt x="629" y="201"/>
                    </a:lnTo>
                    <a:lnTo>
                      <a:pt x="630" y="199"/>
                    </a:lnTo>
                    <a:lnTo>
                      <a:pt x="632" y="199"/>
                    </a:lnTo>
                    <a:lnTo>
                      <a:pt x="632" y="198"/>
                    </a:lnTo>
                    <a:lnTo>
                      <a:pt x="633" y="198"/>
                    </a:lnTo>
                    <a:lnTo>
                      <a:pt x="634" y="197"/>
                    </a:lnTo>
                    <a:lnTo>
                      <a:pt x="636" y="195"/>
                    </a:lnTo>
                    <a:lnTo>
                      <a:pt x="637" y="195"/>
                    </a:lnTo>
                    <a:lnTo>
                      <a:pt x="638" y="194"/>
                    </a:lnTo>
                    <a:lnTo>
                      <a:pt x="640" y="193"/>
                    </a:lnTo>
                    <a:lnTo>
                      <a:pt x="641" y="193"/>
                    </a:lnTo>
                    <a:lnTo>
                      <a:pt x="641" y="191"/>
                    </a:lnTo>
                    <a:lnTo>
                      <a:pt x="642" y="191"/>
                    </a:lnTo>
                    <a:lnTo>
                      <a:pt x="644" y="190"/>
                    </a:lnTo>
                    <a:lnTo>
                      <a:pt x="645" y="190"/>
                    </a:lnTo>
                    <a:lnTo>
                      <a:pt x="645" y="189"/>
                    </a:lnTo>
                    <a:lnTo>
                      <a:pt x="646" y="189"/>
                    </a:lnTo>
                    <a:lnTo>
                      <a:pt x="648" y="188"/>
                    </a:lnTo>
                    <a:lnTo>
                      <a:pt x="649" y="186"/>
                    </a:lnTo>
                    <a:lnTo>
                      <a:pt x="650" y="186"/>
                    </a:lnTo>
                    <a:lnTo>
                      <a:pt x="650" y="185"/>
                    </a:lnTo>
                    <a:lnTo>
                      <a:pt x="652" y="185"/>
                    </a:lnTo>
                    <a:lnTo>
                      <a:pt x="652" y="184"/>
                    </a:lnTo>
                    <a:lnTo>
                      <a:pt x="653" y="184"/>
                    </a:lnTo>
                    <a:lnTo>
                      <a:pt x="654" y="182"/>
                    </a:lnTo>
                    <a:lnTo>
                      <a:pt x="656" y="181"/>
                    </a:lnTo>
                    <a:lnTo>
                      <a:pt x="657" y="180"/>
                    </a:lnTo>
                    <a:lnTo>
                      <a:pt x="657" y="178"/>
                    </a:lnTo>
                    <a:lnTo>
                      <a:pt x="658" y="178"/>
                    </a:lnTo>
                    <a:lnTo>
                      <a:pt x="660" y="177"/>
                    </a:lnTo>
                    <a:lnTo>
                      <a:pt x="661" y="176"/>
                    </a:lnTo>
                    <a:lnTo>
                      <a:pt x="662" y="174"/>
                    </a:lnTo>
                    <a:lnTo>
                      <a:pt x="664" y="173"/>
                    </a:lnTo>
                    <a:lnTo>
                      <a:pt x="664" y="172"/>
                    </a:lnTo>
                    <a:lnTo>
                      <a:pt x="665" y="170"/>
                    </a:lnTo>
                    <a:lnTo>
                      <a:pt x="666" y="169"/>
                    </a:lnTo>
                    <a:lnTo>
                      <a:pt x="668" y="168"/>
                    </a:lnTo>
                    <a:lnTo>
                      <a:pt x="669" y="166"/>
                    </a:lnTo>
                    <a:lnTo>
                      <a:pt x="670" y="165"/>
                    </a:lnTo>
                    <a:lnTo>
                      <a:pt x="672" y="165"/>
                    </a:lnTo>
                    <a:lnTo>
                      <a:pt x="673" y="164"/>
                    </a:lnTo>
                    <a:lnTo>
                      <a:pt x="673" y="162"/>
                    </a:lnTo>
                    <a:lnTo>
                      <a:pt x="674" y="161"/>
                    </a:lnTo>
                    <a:lnTo>
                      <a:pt x="676" y="161"/>
                    </a:lnTo>
                    <a:lnTo>
                      <a:pt x="676" y="160"/>
                    </a:lnTo>
                    <a:lnTo>
                      <a:pt x="677" y="158"/>
                    </a:lnTo>
                    <a:lnTo>
                      <a:pt x="678" y="157"/>
                    </a:lnTo>
                    <a:lnTo>
                      <a:pt x="680" y="156"/>
                    </a:lnTo>
                    <a:lnTo>
                      <a:pt x="681" y="154"/>
                    </a:lnTo>
                    <a:lnTo>
                      <a:pt x="682" y="153"/>
                    </a:lnTo>
                    <a:lnTo>
                      <a:pt x="682" y="152"/>
                    </a:lnTo>
                    <a:lnTo>
                      <a:pt x="684" y="152"/>
                    </a:lnTo>
                    <a:lnTo>
                      <a:pt x="684" y="150"/>
                    </a:lnTo>
                    <a:lnTo>
                      <a:pt x="685" y="149"/>
                    </a:lnTo>
                    <a:lnTo>
                      <a:pt x="686" y="149"/>
                    </a:lnTo>
                    <a:lnTo>
                      <a:pt x="686" y="148"/>
                    </a:lnTo>
                    <a:lnTo>
                      <a:pt x="688" y="146"/>
                    </a:lnTo>
                    <a:lnTo>
                      <a:pt x="689" y="145"/>
                    </a:lnTo>
                    <a:lnTo>
                      <a:pt x="689" y="144"/>
                    </a:lnTo>
                    <a:lnTo>
                      <a:pt x="690" y="142"/>
                    </a:lnTo>
                    <a:lnTo>
                      <a:pt x="692" y="141"/>
                    </a:lnTo>
                    <a:lnTo>
                      <a:pt x="693" y="140"/>
                    </a:lnTo>
                    <a:lnTo>
                      <a:pt x="694" y="138"/>
                    </a:lnTo>
                    <a:lnTo>
                      <a:pt x="695" y="136"/>
                    </a:lnTo>
                    <a:lnTo>
                      <a:pt x="697" y="134"/>
                    </a:lnTo>
                    <a:lnTo>
                      <a:pt x="698" y="133"/>
                    </a:lnTo>
                    <a:lnTo>
                      <a:pt x="701" y="130"/>
                    </a:lnTo>
                    <a:lnTo>
                      <a:pt x="702" y="129"/>
                    </a:lnTo>
                    <a:lnTo>
                      <a:pt x="702" y="128"/>
                    </a:lnTo>
                    <a:lnTo>
                      <a:pt x="703" y="126"/>
                    </a:lnTo>
                    <a:lnTo>
                      <a:pt x="705" y="125"/>
                    </a:lnTo>
                    <a:lnTo>
                      <a:pt x="706" y="124"/>
                    </a:lnTo>
                    <a:lnTo>
                      <a:pt x="707" y="122"/>
                    </a:lnTo>
                    <a:lnTo>
                      <a:pt x="707" y="121"/>
                    </a:lnTo>
                    <a:lnTo>
                      <a:pt x="709" y="120"/>
                    </a:lnTo>
                    <a:lnTo>
                      <a:pt x="710" y="120"/>
                    </a:lnTo>
                    <a:lnTo>
                      <a:pt x="710" y="118"/>
                    </a:lnTo>
                    <a:lnTo>
                      <a:pt x="711" y="117"/>
                    </a:lnTo>
                    <a:lnTo>
                      <a:pt x="713" y="116"/>
                    </a:lnTo>
                    <a:lnTo>
                      <a:pt x="714" y="114"/>
                    </a:lnTo>
                    <a:lnTo>
                      <a:pt x="714" y="113"/>
                    </a:lnTo>
                    <a:lnTo>
                      <a:pt x="715" y="112"/>
                    </a:lnTo>
                    <a:lnTo>
                      <a:pt x="717" y="111"/>
                    </a:lnTo>
                    <a:lnTo>
                      <a:pt x="718" y="109"/>
                    </a:lnTo>
                    <a:lnTo>
                      <a:pt x="719" y="108"/>
                    </a:lnTo>
                    <a:lnTo>
                      <a:pt x="719" y="107"/>
                    </a:lnTo>
                    <a:lnTo>
                      <a:pt x="721" y="105"/>
                    </a:lnTo>
                    <a:lnTo>
                      <a:pt x="722" y="104"/>
                    </a:lnTo>
                    <a:lnTo>
                      <a:pt x="722" y="103"/>
                    </a:lnTo>
                    <a:lnTo>
                      <a:pt x="723" y="101"/>
                    </a:lnTo>
                    <a:lnTo>
                      <a:pt x="725" y="99"/>
                    </a:lnTo>
                    <a:lnTo>
                      <a:pt x="726" y="97"/>
                    </a:lnTo>
                    <a:lnTo>
                      <a:pt x="727" y="96"/>
                    </a:lnTo>
                    <a:lnTo>
                      <a:pt x="729" y="93"/>
                    </a:lnTo>
                    <a:lnTo>
                      <a:pt x="730" y="91"/>
                    </a:lnTo>
                    <a:lnTo>
                      <a:pt x="731" y="89"/>
                    </a:lnTo>
                    <a:lnTo>
                      <a:pt x="734" y="87"/>
                    </a:lnTo>
                    <a:lnTo>
                      <a:pt x="735" y="85"/>
                    </a:lnTo>
                    <a:lnTo>
                      <a:pt x="735" y="84"/>
                    </a:lnTo>
                    <a:lnTo>
                      <a:pt x="737" y="81"/>
                    </a:lnTo>
                    <a:lnTo>
                      <a:pt x="738" y="80"/>
                    </a:lnTo>
                    <a:lnTo>
                      <a:pt x="739" y="79"/>
                    </a:lnTo>
                    <a:lnTo>
                      <a:pt x="741" y="77"/>
                    </a:lnTo>
                    <a:lnTo>
                      <a:pt x="742" y="76"/>
                    </a:lnTo>
                    <a:lnTo>
                      <a:pt x="742" y="75"/>
                    </a:lnTo>
                    <a:lnTo>
                      <a:pt x="743" y="73"/>
                    </a:lnTo>
                    <a:lnTo>
                      <a:pt x="745" y="72"/>
                    </a:lnTo>
                    <a:lnTo>
                      <a:pt x="746" y="71"/>
                    </a:lnTo>
                    <a:lnTo>
                      <a:pt x="746" y="69"/>
                    </a:lnTo>
                    <a:lnTo>
                      <a:pt x="747" y="68"/>
                    </a:lnTo>
                    <a:lnTo>
                      <a:pt x="749" y="67"/>
                    </a:lnTo>
                    <a:lnTo>
                      <a:pt x="749" y="65"/>
                    </a:lnTo>
                    <a:lnTo>
                      <a:pt x="750" y="64"/>
                    </a:lnTo>
                    <a:lnTo>
                      <a:pt x="751" y="63"/>
                    </a:lnTo>
                    <a:lnTo>
                      <a:pt x="753" y="61"/>
                    </a:lnTo>
                    <a:lnTo>
                      <a:pt x="754" y="60"/>
                    </a:lnTo>
                    <a:lnTo>
                      <a:pt x="754" y="59"/>
                    </a:lnTo>
                    <a:lnTo>
                      <a:pt x="755" y="57"/>
                    </a:lnTo>
                    <a:lnTo>
                      <a:pt x="757" y="55"/>
                    </a:lnTo>
                    <a:lnTo>
                      <a:pt x="758" y="53"/>
                    </a:lnTo>
                    <a:lnTo>
                      <a:pt x="759" y="52"/>
                    </a:lnTo>
                    <a:lnTo>
                      <a:pt x="761" y="51"/>
                    </a:lnTo>
                    <a:lnTo>
                      <a:pt x="762" y="48"/>
                    </a:lnTo>
                    <a:lnTo>
                      <a:pt x="763" y="47"/>
                    </a:lnTo>
                    <a:lnTo>
                      <a:pt x="765" y="44"/>
                    </a:lnTo>
                    <a:lnTo>
                      <a:pt x="766" y="41"/>
                    </a:lnTo>
                    <a:lnTo>
                      <a:pt x="767" y="40"/>
                    </a:lnTo>
                    <a:lnTo>
                      <a:pt x="769" y="38"/>
                    </a:lnTo>
                    <a:lnTo>
                      <a:pt x="770" y="36"/>
                    </a:lnTo>
                    <a:lnTo>
                      <a:pt x="771" y="35"/>
                    </a:lnTo>
                    <a:lnTo>
                      <a:pt x="772" y="32"/>
                    </a:lnTo>
                    <a:lnTo>
                      <a:pt x="774" y="31"/>
                    </a:lnTo>
                    <a:lnTo>
                      <a:pt x="775" y="30"/>
                    </a:lnTo>
                    <a:lnTo>
                      <a:pt x="775" y="28"/>
                    </a:lnTo>
                    <a:lnTo>
                      <a:pt x="776" y="27"/>
                    </a:lnTo>
                    <a:lnTo>
                      <a:pt x="778" y="26"/>
                    </a:lnTo>
                    <a:lnTo>
                      <a:pt x="778" y="24"/>
                    </a:lnTo>
                    <a:lnTo>
                      <a:pt x="779" y="24"/>
                    </a:lnTo>
                    <a:lnTo>
                      <a:pt x="780" y="23"/>
                    </a:lnTo>
                    <a:lnTo>
                      <a:pt x="780" y="22"/>
                    </a:lnTo>
                    <a:lnTo>
                      <a:pt x="782" y="20"/>
                    </a:lnTo>
                    <a:lnTo>
                      <a:pt x="783" y="19"/>
                    </a:lnTo>
                    <a:lnTo>
                      <a:pt x="783" y="18"/>
                    </a:lnTo>
                    <a:lnTo>
                      <a:pt x="784" y="16"/>
                    </a:lnTo>
                    <a:lnTo>
                      <a:pt x="784" y="15"/>
                    </a:lnTo>
                    <a:lnTo>
                      <a:pt x="786" y="15"/>
                    </a:lnTo>
                    <a:lnTo>
                      <a:pt x="786" y="14"/>
                    </a:lnTo>
                    <a:lnTo>
                      <a:pt x="787" y="12"/>
                    </a:lnTo>
                    <a:lnTo>
                      <a:pt x="787" y="11"/>
                    </a:lnTo>
                    <a:lnTo>
                      <a:pt x="788" y="10"/>
                    </a:lnTo>
                    <a:lnTo>
                      <a:pt x="788" y="8"/>
                    </a:lnTo>
                    <a:lnTo>
                      <a:pt x="790" y="7"/>
                    </a:lnTo>
                    <a:lnTo>
                      <a:pt x="791" y="6"/>
                    </a:lnTo>
                    <a:lnTo>
                      <a:pt x="791" y="4"/>
                    </a:lnTo>
                    <a:lnTo>
                      <a:pt x="792" y="2"/>
                    </a:lnTo>
                    <a:lnTo>
                      <a:pt x="794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0960" name="Freeform 88">
                <a:extLst>
                  <a:ext uri="{FF2B5EF4-FFF2-40B4-BE49-F238E27FC236}">
                    <a16:creationId xmlns:a16="http://schemas.microsoft.com/office/drawing/2014/main" id="{197CBC63-0780-4F99-BA57-3D03E4209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505902"/>
                <a:ext cx="74612" cy="252412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0"/>
                    </a:moveTo>
                    <a:lnTo>
                      <a:pt x="3" y="4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7" y="13"/>
                    </a:lnTo>
                    <a:lnTo>
                      <a:pt x="9" y="16"/>
                    </a:lnTo>
                    <a:lnTo>
                      <a:pt x="11" y="19"/>
                    </a:lnTo>
                    <a:lnTo>
                      <a:pt x="12" y="20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9" y="33"/>
                    </a:lnTo>
                    <a:lnTo>
                      <a:pt x="20" y="35"/>
                    </a:lnTo>
                    <a:lnTo>
                      <a:pt x="20" y="36"/>
                    </a:lnTo>
                    <a:lnTo>
                      <a:pt x="21" y="37"/>
                    </a:lnTo>
                    <a:lnTo>
                      <a:pt x="21" y="39"/>
                    </a:lnTo>
                    <a:lnTo>
                      <a:pt x="23" y="40"/>
                    </a:lnTo>
                    <a:lnTo>
                      <a:pt x="23" y="41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4" y="45"/>
                    </a:lnTo>
                    <a:lnTo>
                      <a:pt x="25" y="47"/>
                    </a:lnTo>
                    <a:lnTo>
                      <a:pt x="25" y="48"/>
                    </a:lnTo>
                    <a:lnTo>
                      <a:pt x="27" y="49"/>
                    </a:lnTo>
                    <a:lnTo>
                      <a:pt x="27" y="51"/>
                    </a:lnTo>
                    <a:lnTo>
                      <a:pt x="28" y="52"/>
                    </a:lnTo>
                    <a:lnTo>
                      <a:pt x="28" y="53"/>
                    </a:lnTo>
                    <a:lnTo>
                      <a:pt x="29" y="55"/>
                    </a:lnTo>
                    <a:lnTo>
                      <a:pt x="29" y="57"/>
                    </a:lnTo>
                    <a:lnTo>
                      <a:pt x="31" y="58"/>
                    </a:lnTo>
                    <a:lnTo>
                      <a:pt x="31" y="60"/>
                    </a:lnTo>
                    <a:lnTo>
                      <a:pt x="32" y="62"/>
                    </a:lnTo>
                    <a:lnTo>
                      <a:pt x="32" y="64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5" y="70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7" y="74"/>
                    </a:lnTo>
                    <a:lnTo>
                      <a:pt x="37" y="76"/>
                    </a:lnTo>
                    <a:lnTo>
                      <a:pt x="37" y="77"/>
                    </a:lnTo>
                    <a:lnTo>
                      <a:pt x="39" y="78"/>
                    </a:lnTo>
                    <a:lnTo>
                      <a:pt x="39" y="80"/>
                    </a:lnTo>
                    <a:lnTo>
                      <a:pt x="40" y="81"/>
                    </a:lnTo>
                    <a:lnTo>
                      <a:pt x="40" y="82"/>
                    </a:lnTo>
                    <a:lnTo>
                      <a:pt x="41" y="84"/>
                    </a:lnTo>
                    <a:lnTo>
                      <a:pt x="41" y="85"/>
                    </a:lnTo>
                    <a:lnTo>
                      <a:pt x="41" y="86"/>
                    </a:lnTo>
                    <a:lnTo>
                      <a:pt x="42" y="88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4" y="93"/>
                    </a:lnTo>
                    <a:lnTo>
                      <a:pt x="44" y="94"/>
                    </a:lnTo>
                    <a:lnTo>
                      <a:pt x="45" y="96"/>
                    </a:lnTo>
                    <a:lnTo>
                      <a:pt x="45" y="98"/>
                    </a:lnTo>
                    <a:lnTo>
                      <a:pt x="46" y="100"/>
                    </a:lnTo>
                    <a:lnTo>
                      <a:pt x="48" y="102"/>
                    </a:lnTo>
                    <a:lnTo>
                      <a:pt x="48" y="105"/>
                    </a:lnTo>
                    <a:lnTo>
                      <a:pt x="49" y="106"/>
                    </a:lnTo>
                    <a:lnTo>
                      <a:pt x="49" y="109"/>
                    </a:lnTo>
                    <a:lnTo>
                      <a:pt x="50" y="110"/>
                    </a:lnTo>
                    <a:lnTo>
                      <a:pt x="52" y="112"/>
                    </a:lnTo>
                    <a:lnTo>
                      <a:pt x="52" y="113"/>
                    </a:lnTo>
                    <a:lnTo>
                      <a:pt x="52" y="116"/>
                    </a:lnTo>
                    <a:lnTo>
                      <a:pt x="53" y="117"/>
                    </a:lnTo>
                    <a:lnTo>
                      <a:pt x="53" y="118"/>
                    </a:lnTo>
                    <a:lnTo>
                      <a:pt x="54" y="120"/>
                    </a:lnTo>
                    <a:lnTo>
                      <a:pt x="54" y="121"/>
                    </a:lnTo>
                    <a:lnTo>
                      <a:pt x="54" y="122"/>
                    </a:lnTo>
                    <a:lnTo>
                      <a:pt x="56" y="122"/>
                    </a:lnTo>
                    <a:lnTo>
                      <a:pt x="56" y="124"/>
                    </a:lnTo>
                    <a:lnTo>
                      <a:pt x="56" y="125"/>
                    </a:lnTo>
                    <a:lnTo>
                      <a:pt x="57" y="126"/>
                    </a:lnTo>
                    <a:lnTo>
                      <a:pt x="57" y="128"/>
                    </a:lnTo>
                    <a:lnTo>
                      <a:pt x="57" y="129"/>
                    </a:lnTo>
                    <a:lnTo>
                      <a:pt x="57" y="130"/>
                    </a:lnTo>
                    <a:lnTo>
                      <a:pt x="58" y="131"/>
                    </a:lnTo>
                    <a:lnTo>
                      <a:pt x="58" y="133"/>
                    </a:lnTo>
                    <a:lnTo>
                      <a:pt x="60" y="134"/>
                    </a:lnTo>
                    <a:lnTo>
                      <a:pt x="60" y="135"/>
                    </a:lnTo>
                    <a:lnTo>
                      <a:pt x="60" y="137"/>
                    </a:lnTo>
                    <a:lnTo>
                      <a:pt x="61" y="139"/>
                    </a:lnTo>
                    <a:lnTo>
                      <a:pt x="61" y="141"/>
                    </a:lnTo>
                    <a:lnTo>
                      <a:pt x="61" y="142"/>
                    </a:lnTo>
                    <a:lnTo>
                      <a:pt x="62" y="143"/>
                    </a:lnTo>
                    <a:lnTo>
                      <a:pt x="62" y="146"/>
                    </a:lnTo>
                    <a:lnTo>
                      <a:pt x="64" y="147"/>
                    </a:lnTo>
                    <a:lnTo>
                      <a:pt x="64" y="150"/>
                    </a:lnTo>
                    <a:lnTo>
                      <a:pt x="65" y="153"/>
                    </a:lnTo>
                    <a:lnTo>
                      <a:pt x="65" y="154"/>
                    </a:lnTo>
                    <a:lnTo>
                      <a:pt x="66" y="157"/>
                    </a:lnTo>
                    <a:lnTo>
                      <a:pt x="66" y="158"/>
                    </a:lnTo>
                    <a:lnTo>
                      <a:pt x="68" y="159"/>
                    </a:lnTo>
                    <a:lnTo>
                      <a:pt x="68" y="162"/>
                    </a:lnTo>
                    <a:lnTo>
                      <a:pt x="68" y="163"/>
                    </a:lnTo>
                    <a:lnTo>
                      <a:pt x="69" y="165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0" y="170"/>
                    </a:lnTo>
                    <a:lnTo>
                      <a:pt x="70" y="171"/>
                    </a:lnTo>
                    <a:lnTo>
                      <a:pt x="70" y="173"/>
                    </a:lnTo>
                    <a:lnTo>
                      <a:pt x="72" y="173"/>
                    </a:lnTo>
                    <a:lnTo>
                      <a:pt x="72" y="174"/>
                    </a:lnTo>
                    <a:lnTo>
                      <a:pt x="72" y="175"/>
                    </a:lnTo>
                    <a:lnTo>
                      <a:pt x="72" y="177"/>
                    </a:lnTo>
                    <a:lnTo>
                      <a:pt x="73" y="178"/>
                    </a:lnTo>
                    <a:lnTo>
                      <a:pt x="73" y="179"/>
                    </a:lnTo>
                    <a:lnTo>
                      <a:pt x="73" y="181"/>
                    </a:lnTo>
                    <a:lnTo>
                      <a:pt x="74" y="182"/>
                    </a:lnTo>
                    <a:lnTo>
                      <a:pt x="74" y="183"/>
                    </a:lnTo>
                    <a:lnTo>
                      <a:pt x="74" y="185"/>
                    </a:lnTo>
                    <a:lnTo>
                      <a:pt x="76" y="186"/>
                    </a:lnTo>
                    <a:lnTo>
                      <a:pt x="76" y="187"/>
                    </a:lnTo>
                    <a:lnTo>
                      <a:pt x="76" y="189"/>
                    </a:lnTo>
                    <a:lnTo>
                      <a:pt x="77" y="190"/>
                    </a:lnTo>
                    <a:lnTo>
                      <a:pt x="77" y="193"/>
                    </a:lnTo>
                    <a:lnTo>
                      <a:pt x="78" y="194"/>
                    </a:lnTo>
                    <a:lnTo>
                      <a:pt x="78" y="197"/>
                    </a:lnTo>
                    <a:lnTo>
                      <a:pt x="78" y="198"/>
                    </a:lnTo>
                    <a:lnTo>
                      <a:pt x="80" y="201"/>
                    </a:lnTo>
                    <a:lnTo>
                      <a:pt x="80" y="203"/>
                    </a:lnTo>
                    <a:lnTo>
                      <a:pt x="81" y="205"/>
                    </a:lnTo>
                    <a:lnTo>
                      <a:pt x="81" y="206"/>
                    </a:lnTo>
                    <a:lnTo>
                      <a:pt x="82" y="208"/>
                    </a:lnTo>
                    <a:lnTo>
                      <a:pt x="82" y="210"/>
                    </a:lnTo>
                    <a:lnTo>
                      <a:pt x="82" y="211"/>
                    </a:lnTo>
                    <a:lnTo>
                      <a:pt x="84" y="212"/>
                    </a:lnTo>
                    <a:lnTo>
                      <a:pt x="84" y="214"/>
                    </a:lnTo>
                    <a:lnTo>
                      <a:pt x="84" y="215"/>
                    </a:lnTo>
                    <a:lnTo>
                      <a:pt x="85" y="216"/>
                    </a:lnTo>
                    <a:lnTo>
                      <a:pt x="85" y="218"/>
                    </a:lnTo>
                    <a:lnTo>
                      <a:pt x="85" y="219"/>
                    </a:lnTo>
                    <a:lnTo>
                      <a:pt x="85" y="220"/>
                    </a:lnTo>
                    <a:lnTo>
                      <a:pt x="86" y="222"/>
                    </a:lnTo>
                    <a:lnTo>
                      <a:pt x="86" y="223"/>
                    </a:lnTo>
                    <a:lnTo>
                      <a:pt x="86" y="224"/>
                    </a:lnTo>
                    <a:lnTo>
                      <a:pt x="86" y="226"/>
                    </a:lnTo>
                    <a:lnTo>
                      <a:pt x="86" y="227"/>
                    </a:lnTo>
                    <a:lnTo>
                      <a:pt x="86" y="228"/>
                    </a:lnTo>
                    <a:lnTo>
                      <a:pt x="86" y="230"/>
                    </a:lnTo>
                    <a:lnTo>
                      <a:pt x="88" y="231"/>
                    </a:lnTo>
                    <a:lnTo>
                      <a:pt x="88" y="232"/>
                    </a:lnTo>
                    <a:lnTo>
                      <a:pt x="88" y="234"/>
                    </a:lnTo>
                    <a:lnTo>
                      <a:pt x="88" y="235"/>
                    </a:lnTo>
                    <a:lnTo>
                      <a:pt x="88" y="236"/>
                    </a:lnTo>
                    <a:lnTo>
                      <a:pt x="88" y="238"/>
                    </a:lnTo>
                    <a:lnTo>
                      <a:pt x="88" y="239"/>
                    </a:lnTo>
                    <a:lnTo>
                      <a:pt x="88" y="242"/>
                    </a:lnTo>
                    <a:lnTo>
                      <a:pt x="88" y="243"/>
                    </a:lnTo>
                    <a:lnTo>
                      <a:pt x="88" y="246"/>
                    </a:lnTo>
                    <a:lnTo>
                      <a:pt x="89" y="247"/>
                    </a:lnTo>
                    <a:lnTo>
                      <a:pt x="89" y="248"/>
                    </a:lnTo>
                    <a:lnTo>
                      <a:pt x="89" y="250"/>
                    </a:lnTo>
                    <a:lnTo>
                      <a:pt x="89" y="251"/>
                    </a:lnTo>
                    <a:lnTo>
                      <a:pt x="89" y="252"/>
                    </a:lnTo>
                    <a:lnTo>
                      <a:pt x="89" y="254"/>
                    </a:lnTo>
                    <a:lnTo>
                      <a:pt x="89" y="255"/>
                    </a:lnTo>
                    <a:lnTo>
                      <a:pt x="89" y="256"/>
                    </a:lnTo>
                    <a:lnTo>
                      <a:pt x="89" y="258"/>
                    </a:lnTo>
                    <a:lnTo>
                      <a:pt x="89" y="259"/>
                    </a:lnTo>
                    <a:lnTo>
                      <a:pt x="89" y="260"/>
                    </a:lnTo>
                    <a:lnTo>
                      <a:pt x="90" y="260"/>
                    </a:lnTo>
                    <a:lnTo>
                      <a:pt x="90" y="262"/>
                    </a:lnTo>
                    <a:lnTo>
                      <a:pt x="90" y="263"/>
                    </a:lnTo>
                    <a:lnTo>
                      <a:pt x="90" y="264"/>
                    </a:lnTo>
                    <a:lnTo>
                      <a:pt x="90" y="266"/>
                    </a:lnTo>
                    <a:lnTo>
                      <a:pt x="90" y="267"/>
                    </a:lnTo>
                    <a:lnTo>
                      <a:pt x="90" y="268"/>
                    </a:lnTo>
                    <a:lnTo>
                      <a:pt x="90" y="270"/>
                    </a:lnTo>
                    <a:lnTo>
                      <a:pt x="92" y="270"/>
                    </a:lnTo>
                    <a:lnTo>
                      <a:pt x="92" y="271"/>
                    </a:lnTo>
                    <a:lnTo>
                      <a:pt x="92" y="272"/>
                    </a:lnTo>
                    <a:lnTo>
                      <a:pt x="92" y="274"/>
                    </a:lnTo>
                    <a:lnTo>
                      <a:pt x="92" y="275"/>
                    </a:lnTo>
                    <a:lnTo>
                      <a:pt x="92" y="276"/>
                    </a:lnTo>
                    <a:lnTo>
                      <a:pt x="93" y="278"/>
                    </a:lnTo>
                    <a:lnTo>
                      <a:pt x="93" y="279"/>
                    </a:lnTo>
                    <a:lnTo>
                      <a:pt x="93" y="280"/>
                    </a:lnTo>
                    <a:lnTo>
                      <a:pt x="93" y="281"/>
                    </a:lnTo>
                    <a:lnTo>
                      <a:pt x="93" y="283"/>
                    </a:lnTo>
                    <a:lnTo>
                      <a:pt x="94" y="284"/>
                    </a:lnTo>
                    <a:lnTo>
                      <a:pt x="94" y="285"/>
                    </a:lnTo>
                    <a:lnTo>
                      <a:pt x="94" y="287"/>
                    </a:lnTo>
                    <a:lnTo>
                      <a:pt x="94" y="288"/>
                    </a:lnTo>
                    <a:lnTo>
                      <a:pt x="94" y="289"/>
                    </a:lnTo>
                    <a:lnTo>
                      <a:pt x="94" y="291"/>
                    </a:lnTo>
                    <a:lnTo>
                      <a:pt x="94" y="292"/>
                    </a:lnTo>
                    <a:lnTo>
                      <a:pt x="94" y="293"/>
                    </a:lnTo>
                    <a:lnTo>
                      <a:pt x="94" y="295"/>
                    </a:lnTo>
                    <a:lnTo>
                      <a:pt x="94" y="296"/>
                    </a:lnTo>
                    <a:lnTo>
                      <a:pt x="94" y="297"/>
                    </a:lnTo>
                    <a:lnTo>
                      <a:pt x="94" y="299"/>
                    </a:lnTo>
                    <a:lnTo>
                      <a:pt x="94" y="300"/>
                    </a:lnTo>
                    <a:lnTo>
                      <a:pt x="94" y="303"/>
                    </a:lnTo>
                    <a:lnTo>
                      <a:pt x="94" y="304"/>
                    </a:lnTo>
                    <a:lnTo>
                      <a:pt x="94" y="305"/>
                    </a:lnTo>
                    <a:lnTo>
                      <a:pt x="93" y="308"/>
                    </a:lnTo>
                    <a:lnTo>
                      <a:pt x="93" y="309"/>
                    </a:lnTo>
                    <a:lnTo>
                      <a:pt x="93" y="312"/>
                    </a:lnTo>
                    <a:lnTo>
                      <a:pt x="93" y="315"/>
                    </a:lnTo>
                    <a:lnTo>
                      <a:pt x="93" y="317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0961" name="Freeform 89">
                <a:extLst>
                  <a:ext uri="{FF2B5EF4-FFF2-40B4-BE49-F238E27FC236}">
                    <a16:creationId xmlns:a16="http://schemas.microsoft.com/office/drawing/2014/main" id="{BA3EE92E-3241-46F8-892E-F0EA1CC6D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755138"/>
                <a:ext cx="74612" cy="252413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317"/>
                    </a:moveTo>
                    <a:lnTo>
                      <a:pt x="3" y="314"/>
                    </a:lnTo>
                    <a:lnTo>
                      <a:pt x="4" y="310"/>
                    </a:lnTo>
                    <a:lnTo>
                      <a:pt x="5" y="308"/>
                    </a:lnTo>
                    <a:lnTo>
                      <a:pt x="7" y="305"/>
                    </a:lnTo>
                    <a:lnTo>
                      <a:pt x="9" y="302"/>
                    </a:lnTo>
                    <a:lnTo>
                      <a:pt x="11" y="300"/>
                    </a:lnTo>
                    <a:lnTo>
                      <a:pt x="12" y="297"/>
                    </a:lnTo>
                    <a:lnTo>
                      <a:pt x="13" y="294"/>
                    </a:lnTo>
                    <a:lnTo>
                      <a:pt x="13" y="293"/>
                    </a:lnTo>
                    <a:lnTo>
                      <a:pt x="15" y="290"/>
                    </a:lnTo>
                    <a:lnTo>
                      <a:pt x="16" y="289"/>
                    </a:lnTo>
                    <a:lnTo>
                      <a:pt x="17" y="288"/>
                    </a:lnTo>
                    <a:lnTo>
                      <a:pt x="17" y="286"/>
                    </a:lnTo>
                    <a:lnTo>
                      <a:pt x="19" y="284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21" y="280"/>
                    </a:lnTo>
                    <a:lnTo>
                      <a:pt x="21" y="278"/>
                    </a:lnTo>
                    <a:lnTo>
                      <a:pt x="23" y="277"/>
                    </a:lnTo>
                    <a:lnTo>
                      <a:pt x="23" y="276"/>
                    </a:lnTo>
                    <a:lnTo>
                      <a:pt x="23" y="274"/>
                    </a:lnTo>
                    <a:lnTo>
                      <a:pt x="24" y="274"/>
                    </a:lnTo>
                    <a:lnTo>
                      <a:pt x="24" y="273"/>
                    </a:lnTo>
                    <a:lnTo>
                      <a:pt x="25" y="272"/>
                    </a:lnTo>
                    <a:lnTo>
                      <a:pt x="25" y="270"/>
                    </a:lnTo>
                    <a:lnTo>
                      <a:pt x="27" y="269"/>
                    </a:lnTo>
                    <a:lnTo>
                      <a:pt x="27" y="268"/>
                    </a:lnTo>
                    <a:lnTo>
                      <a:pt x="28" y="266"/>
                    </a:lnTo>
                    <a:lnTo>
                      <a:pt x="28" y="264"/>
                    </a:lnTo>
                    <a:lnTo>
                      <a:pt x="29" y="263"/>
                    </a:lnTo>
                    <a:lnTo>
                      <a:pt x="29" y="261"/>
                    </a:lnTo>
                    <a:lnTo>
                      <a:pt x="31" y="259"/>
                    </a:lnTo>
                    <a:lnTo>
                      <a:pt x="31" y="257"/>
                    </a:lnTo>
                    <a:lnTo>
                      <a:pt x="32" y="256"/>
                    </a:lnTo>
                    <a:lnTo>
                      <a:pt x="32" y="255"/>
                    </a:lnTo>
                    <a:lnTo>
                      <a:pt x="33" y="253"/>
                    </a:lnTo>
                    <a:lnTo>
                      <a:pt x="33" y="251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6" y="247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7" y="243"/>
                    </a:lnTo>
                    <a:lnTo>
                      <a:pt x="37" y="241"/>
                    </a:lnTo>
                    <a:lnTo>
                      <a:pt x="39" y="240"/>
                    </a:lnTo>
                    <a:lnTo>
                      <a:pt x="39" y="239"/>
                    </a:lnTo>
                    <a:lnTo>
                      <a:pt x="39" y="237"/>
                    </a:lnTo>
                    <a:lnTo>
                      <a:pt x="40" y="237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2" y="229"/>
                    </a:lnTo>
                    <a:lnTo>
                      <a:pt x="42" y="228"/>
                    </a:lnTo>
                    <a:lnTo>
                      <a:pt x="42" y="227"/>
                    </a:lnTo>
                    <a:lnTo>
                      <a:pt x="44" y="225"/>
                    </a:lnTo>
                    <a:lnTo>
                      <a:pt x="44" y="223"/>
                    </a:lnTo>
                    <a:lnTo>
                      <a:pt x="45" y="221"/>
                    </a:lnTo>
                    <a:lnTo>
                      <a:pt x="45" y="220"/>
                    </a:lnTo>
                    <a:lnTo>
                      <a:pt x="46" y="217"/>
                    </a:lnTo>
                    <a:lnTo>
                      <a:pt x="48" y="215"/>
                    </a:lnTo>
                    <a:lnTo>
                      <a:pt x="48" y="213"/>
                    </a:lnTo>
                    <a:lnTo>
                      <a:pt x="49" y="211"/>
                    </a:lnTo>
                    <a:lnTo>
                      <a:pt x="49" y="209"/>
                    </a:lnTo>
                    <a:lnTo>
                      <a:pt x="50" y="207"/>
                    </a:lnTo>
                    <a:lnTo>
                      <a:pt x="52" y="205"/>
                    </a:lnTo>
                    <a:lnTo>
                      <a:pt x="52" y="204"/>
                    </a:lnTo>
                    <a:lnTo>
                      <a:pt x="52" y="203"/>
                    </a:lnTo>
                    <a:lnTo>
                      <a:pt x="53" y="201"/>
                    </a:lnTo>
                    <a:lnTo>
                      <a:pt x="53" y="200"/>
                    </a:lnTo>
                    <a:lnTo>
                      <a:pt x="54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6" y="195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7" y="191"/>
                    </a:lnTo>
                    <a:lnTo>
                      <a:pt x="57" y="190"/>
                    </a:lnTo>
                    <a:lnTo>
                      <a:pt x="57" y="188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4"/>
                    </a:lnTo>
                    <a:lnTo>
                      <a:pt x="60" y="183"/>
                    </a:lnTo>
                    <a:lnTo>
                      <a:pt x="60" y="182"/>
                    </a:lnTo>
                    <a:lnTo>
                      <a:pt x="60" y="180"/>
                    </a:lnTo>
                    <a:lnTo>
                      <a:pt x="61" y="179"/>
                    </a:lnTo>
                    <a:lnTo>
                      <a:pt x="61" y="176"/>
                    </a:lnTo>
                    <a:lnTo>
                      <a:pt x="61" y="175"/>
                    </a:lnTo>
                    <a:lnTo>
                      <a:pt x="62" y="174"/>
                    </a:lnTo>
                    <a:lnTo>
                      <a:pt x="62" y="171"/>
                    </a:lnTo>
                    <a:lnTo>
                      <a:pt x="64" y="170"/>
                    </a:lnTo>
                    <a:lnTo>
                      <a:pt x="64" y="167"/>
                    </a:lnTo>
                    <a:lnTo>
                      <a:pt x="65" y="164"/>
                    </a:lnTo>
                    <a:lnTo>
                      <a:pt x="65" y="163"/>
                    </a:lnTo>
                    <a:lnTo>
                      <a:pt x="66" y="160"/>
                    </a:lnTo>
                    <a:lnTo>
                      <a:pt x="66" y="159"/>
                    </a:lnTo>
                    <a:lnTo>
                      <a:pt x="68" y="158"/>
                    </a:lnTo>
                    <a:lnTo>
                      <a:pt x="68" y="156"/>
                    </a:lnTo>
                    <a:lnTo>
                      <a:pt x="68" y="154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0" y="148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72" y="144"/>
                    </a:lnTo>
                    <a:lnTo>
                      <a:pt x="72" y="143"/>
                    </a:lnTo>
                    <a:lnTo>
                      <a:pt x="72" y="142"/>
                    </a:lnTo>
                    <a:lnTo>
                      <a:pt x="72" y="140"/>
                    </a:lnTo>
                    <a:lnTo>
                      <a:pt x="73" y="139"/>
                    </a:lnTo>
                    <a:lnTo>
                      <a:pt x="73" y="138"/>
                    </a:lnTo>
                    <a:lnTo>
                      <a:pt x="74" y="136"/>
                    </a:lnTo>
                    <a:lnTo>
                      <a:pt x="74" y="135"/>
                    </a:lnTo>
                    <a:lnTo>
                      <a:pt x="74" y="134"/>
                    </a:lnTo>
                    <a:lnTo>
                      <a:pt x="76" y="132"/>
                    </a:lnTo>
                    <a:lnTo>
                      <a:pt x="76" y="130"/>
                    </a:lnTo>
                    <a:lnTo>
                      <a:pt x="76" y="128"/>
                    </a:lnTo>
                    <a:lnTo>
                      <a:pt x="77" y="127"/>
                    </a:lnTo>
                    <a:lnTo>
                      <a:pt x="77" y="126"/>
                    </a:lnTo>
                    <a:lnTo>
                      <a:pt x="78" y="123"/>
                    </a:lnTo>
                    <a:lnTo>
                      <a:pt x="78" y="122"/>
                    </a:lnTo>
                    <a:lnTo>
                      <a:pt x="78" y="119"/>
                    </a:lnTo>
                    <a:lnTo>
                      <a:pt x="80" y="116"/>
                    </a:lnTo>
                    <a:lnTo>
                      <a:pt x="80" y="115"/>
                    </a:lnTo>
                    <a:lnTo>
                      <a:pt x="81" y="113"/>
                    </a:lnTo>
                    <a:lnTo>
                      <a:pt x="81" y="111"/>
                    </a:lnTo>
                    <a:lnTo>
                      <a:pt x="82" y="110"/>
                    </a:lnTo>
                    <a:lnTo>
                      <a:pt x="82" y="107"/>
                    </a:lnTo>
                    <a:lnTo>
                      <a:pt x="82" y="106"/>
                    </a:lnTo>
                    <a:lnTo>
                      <a:pt x="84" y="105"/>
                    </a:lnTo>
                    <a:lnTo>
                      <a:pt x="84" y="103"/>
                    </a:lnTo>
                    <a:lnTo>
                      <a:pt x="84" y="102"/>
                    </a:lnTo>
                    <a:lnTo>
                      <a:pt x="85" y="101"/>
                    </a:lnTo>
                    <a:lnTo>
                      <a:pt x="85" y="99"/>
                    </a:lnTo>
                    <a:lnTo>
                      <a:pt x="85" y="98"/>
                    </a:lnTo>
                    <a:lnTo>
                      <a:pt x="85" y="97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3"/>
                    </a:lnTo>
                    <a:lnTo>
                      <a:pt x="86" y="91"/>
                    </a:lnTo>
                    <a:lnTo>
                      <a:pt x="86" y="90"/>
                    </a:lnTo>
                    <a:lnTo>
                      <a:pt x="86" y="89"/>
                    </a:lnTo>
                    <a:lnTo>
                      <a:pt x="86" y="87"/>
                    </a:lnTo>
                    <a:lnTo>
                      <a:pt x="88" y="87"/>
                    </a:lnTo>
                    <a:lnTo>
                      <a:pt x="88" y="86"/>
                    </a:lnTo>
                    <a:lnTo>
                      <a:pt x="88" y="85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8" y="79"/>
                    </a:lnTo>
                    <a:lnTo>
                      <a:pt x="88" y="78"/>
                    </a:lnTo>
                    <a:lnTo>
                      <a:pt x="88" y="77"/>
                    </a:lnTo>
                    <a:lnTo>
                      <a:pt x="88" y="74"/>
                    </a:lnTo>
                    <a:lnTo>
                      <a:pt x="88" y="73"/>
                    </a:lnTo>
                    <a:lnTo>
                      <a:pt x="89" y="70"/>
                    </a:lnTo>
                    <a:lnTo>
                      <a:pt x="89" y="69"/>
                    </a:lnTo>
                    <a:lnTo>
                      <a:pt x="89" y="67"/>
                    </a:lnTo>
                    <a:lnTo>
                      <a:pt x="89" y="66"/>
                    </a:lnTo>
                    <a:lnTo>
                      <a:pt x="89" y="65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89" y="61"/>
                    </a:lnTo>
                    <a:lnTo>
                      <a:pt x="89" y="59"/>
                    </a:lnTo>
                    <a:lnTo>
                      <a:pt x="89" y="58"/>
                    </a:lnTo>
                    <a:lnTo>
                      <a:pt x="90" y="57"/>
                    </a:lnTo>
                    <a:lnTo>
                      <a:pt x="90" y="55"/>
                    </a:lnTo>
                    <a:lnTo>
                      <a:pt x="90" y="54"/>
                    </a:lnTo>
                    <a:lnTo>
                      <a:pt x="90" y="53"/>
                    </a:lnTo>
                    <a:lnTo>
                      <a:pt x="90" y="51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2" y="47"/>
                    </a:lnTo>
                    <a:lnTo>
                      <a:pt x="92" y="46"/>
                    </a:lnTo>
                    <a:lnTo>
                      <a:pt x="92" y="45"/>
                    </a:lnTo>
                    <a:lnTo>
                      <a:pt x="92" y="43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3" y="40"/>
                    </a:lnTo>
                    <a:lnTo>
                      <a:pt x="93" y="38"/>
                    </a:lnTo>
                    <a:lnTo>
                      <a:pt x="93" y="37"/>
                    </a:lnTo>
                    <a:lnTo>
                      <a:pt x="93" y="36"/>
                    </a:lnTo>
                    <a:lnTo>
                      <a:pt x="93" y="34"/>
                    </a:lnTo>
                    <a:lnTo>
                      <a:pt x="94" y="33"/>
                    </a:lnTo>
                    <a:lnTo>
                      <a:pt x="94" y="32"/>
                    </a:lnTo>
                    <a:lnTo>
                      <a:pt x="94" y="30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4" y="24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0"/>
                    </a:lnTo>
                    <a:lnTo>
                      <a:pt x="94" y="18"/>
                    </a:lnTo>
                    <a:lnTo>
                      <a:pt x="94" y="17"/>
                    </a:lnTo>
                    <a:lnTo>
                      <a:pt x="94" y="16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3" y="10"/>
                    </a:lnTo>
                    <a:lnTo>
                      <a:pt x="93" y="8"/>
                    </a:lnTo>
                    <a:lnTo>
                      <a:pt x="93" y="5"/>
                    </a:lnTo>
                    <a:lnTo>
                      <a:pt x="93" y="2"/>
                    </a:lnTo>
                    <a:lnTo>
                      <a:pt x="93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20914" name="Freeform 45">
              <a:extLst>
                <a:ext uri="{FF2B5EF4-FFF2-40B4-BE49-F238E27FC236}">
                  <a16:creationId xmlns:a16="http://schemas.microsoft.com/office/drawing/2014/main" id="{4C3E6935-1159-4F73-BAEA-F43270AE3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674" y="2957298"/>
              <a:ext cx="3699109" cy="2735272"/>
            </a:xfrm>
            <a:custGeom>
              <a:avLst/>
              <a:gdLst>
                <a:gd name="T0" fmla="*/ 1278345235 w 10704"/>
                <a:gd name="T1" fmla="*/ 0 h 21003"/>
                <a:gd name="T2" fmla="*/ 2388662 w 10704"/>
                <a:gd name="T3" fmla="*/ 1102418 h 21003"/>
                <a:gd name="T4" fmla="*/ 0 w 10704"/>
                <a:gd name="T5" fmla="*/ 356221155 h 21003"/>
                <a:gd name="T6" fmla="*/ 135430103 w 10704"/>
                <a:gd name="T7" fmla="*/ 356102383 h 210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04" h="21003">
                  <a:moveTo>
                    <a:pt x="10704" y="0"/>
                  </a:move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1134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915" name="Line 14">
              <a:extLst>
                <a:ext uri="{FF2B5EF4-FFF2-40B4-BE49-F238E27FC236}">
                  <a16:creationId xmlns:a16="http://schemas.microsoft.com/office/drawing/2014/main" id="{9FB1DBC4-01C4-4667-B211-E290A0EDDC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07413" y="5790467"/>
              <a:ext cx="580100" cy="31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916" name="TextBox 51">
              <a:extLst>
                <a:ext uri="{FF2B5EF4-FFF2-40B4-BE49-F238E27FC236}">
                  <a16:creationId xmlns:a16="http://schemas.microsoft.com/office/drawing/2014/main" id="{6F5A0A09-E670-4A96-83F9-17E9E32280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75820" y="599816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0917" name="TextBox 51">
              <a:extLst>
                <a:ext uri="{FF2B5EF4-FFF2-40B4-BE49-F238E27FC236}">
                  <a16:creationId xmlns:a16="http://schemas.microsoft.com/office/drawing/2014/main" id="{A028D68C-4295-48C5-9F2B-F181CFDEFE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9" y="588809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0918" name="TextBox 51">
              <a:extLst>
                <a:ext uri="{FF2B5EF4-FFF2-40B4-BE49-F238E27FC236}">
                  <a16:creationId xmlns:a16="http://schemas.microsoft.com/office/drawing/2014/main" id="{A1C31DEB-0EE6-424A-ADB5-82B3E2BD4E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3622" y="588809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20919" name="TextBox 51">
              <a:extLst>
                <a:ext uri="{FF2B5EF4-FFF2-40B4-BE49-F238E27FC236}">
                  <a16:creationId xmlns:a16="http://schemas.microsoft.com/office/drawing/2014/main" id="{AE199656-EB2F-48C2-B727-3A1784C1BC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353" y="530726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0920" name="TextBox 51">
              <a:extLst>
                <a:ext uri="{FF2B5EF4-FFF2-40B4-BE49-F238E27FC236}">
                  <a16:creationId xmlns:a16="http://schemas.microsoft.com/office/drawing/2014/main" id="{2C1A5CAB-EAFF-4347-AFB6-074A395644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9" y="4990627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20921" name="Freeform 48">
              <a:extLst>
                <a:ext uri="{FF2B5EF4-FFF2-40B4-BE49-F238E27FC236}">
                  <a16:creationId xmlns:a16="http://schemas.microsoft.com/office/drawing/2014/main" id="{6889F7C8-C098-45CB-970C-BAB4C6FAA8C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594887" y="2914643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922" name="Freeform 48">
              <a:extLst>
                <a:ext uri="{FF2B5EF4-FFF2-40B4-BE49-F238E27FC236}">
                  <a16:creationId xmlns:a16="http://schemas.microsoft.com/office/drawing/2014/main" id="{8DF3C29D-05B7-49B8-B1CA-B21A3FB5555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434954" y="2931576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923" name="Freeform 5">
              <a:extLst>
                <a:ext uri="{FF2B5EF4-FFF2-40B4-BE49-F238E27FC236}">
                  <a16:creationId xmlns:a16="http://schemas.microsoft.com/office/drawing/2014/main" id="{54D2415D-E788-4406-95FE-9BB8FD656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272" y="5755462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924" name="Freeform 7">
              <a:extLst>
                <a:ext uri="{FF2B5EF4-FFF2-40B4-BE49-F238E27FC236}">
                  <a16:creationId xmlns:a16="http://schemas.microsoft.com/office/drawing/2014/main" id="{60EFEB7B-1E80-4EA1-8863-13424E8BF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167" y="5867731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925" name="TextBox 51">
              <a:extLst>
                <a:ext uri="{FF2B5EF4-FFF2-40B4-BE49-F238E27FC236}">
                  <a16:creationId xmlns:a16="http://schemas.microsoft.com/office/drawing/2014/main" id="{64ABC935-8CBB-420C-AA63-E2E31F993C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9028" y="5486655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grpSp>
          <p:nvGrpSpPr>
            <p:cNvPr id="420926" name="Group 4">
              <a:extLst>
                <a:ext uri="{FF2B5EF4-FFF2-40B4-BE49-F238E27FC236}">
                  <a16:creationId xmlns:a16="http://schemas.microsoft.com/office/drawing/2014/main" id="{7F600C86-B0E3-4811-9E92-A20C108149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62243" y="1638205"/>
              <a:ext cx="3228751" cy="750888"/>
              <a:chOff x="5768352" y="3768775"/>
              <a:chExt cx="3229577" cy="750332"/>
            </a:xfrm>
          </p:grpSpPr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0F3F9387-5A6C-634E-AB0D-7596877CB5D8}"/>
                  </a:ext>
                </a:extLst>
              </p:cNvPr>
              <p:cNvCxnSpPr/>
              <p:nvPr/>
            </p:nvCxnSpPr>
            <p:spPr>
              <a:xfrm flipV="1">
                <a:off x="5768098" y="4206085"/>
                <a:ext cx="1980137" cy="15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A7CCA71A-D27B-0C45-8F23-B12E24CAC2CB}"/>
                  </a:ext>
                </a:extLst>
              </p:cNvPr>
              <p:cNvCxnSpPr/>
              <p:nvPr/>
            </p:nvCxnSpPr>
            <p:spPr>
              <a:xfrm>
                <a:off x="7749823" y="4064873"/>
                <a:ext cx="565300" cy="1586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317FA459-C799-F943-ADB9-6F200DE6B260}"/>
                  </a:ext>
                </a:extLst>
              </p:cNvPr>
              <p:cNvCxnSpPr/>
              <p:nvPr/>
            </p:nvCxnSpPr>
            <p:spPr>
              <a:xfrm>
                <a:off x="7745059" y="4345710"/>
                <a:ext cx="565300" cy="15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7C0C8E5A-7C3A-2848-99E6-6913928C38AA}"/>
                  </a:ext>
                </a:extLst>
              </p:cNvPr>
              <p:cNvCxnSpPr/>
              <p:nvPr/>
            </p:nvCxnSpPr>
            <p:spPr>
              <a:xfrm flipH="1" flipV="1">
                <a:off x="7749823" y="4061700"/>
                <a:ext cx="3176" cy="28401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0955" name="TextBox 93">
                <a:extLst>
                  <a:ext uri="{FF2B5EF4-FFF2-40B4-BE49-F238E27FC236}">
                    <a16:creationId xmlns:a16="http://schemas.microsoft.com/office/drawing/2014/main" id="{362CF015-2986-4AC8-8D20-5F897A338D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76877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20956" name="TextBox 6">
                <a:extLst>
                  <a:ext uri="{FF2B5EF4-FFF2-40B4-BE49-F238E27FC236}">
                    <a16:creationId xmlns:a16="http://schemas.microsoft.com/office/drawing/2014/main" id="{13E33686-465F-48B2-A5C4-993D12F4E39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149775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0957" name="Freeform 48">
                <a:extLst>
                  <a:ext uri="{FF2B5EF4-FFF2-40B4-BE49-F238E27FC236}">
                    <a16:creationId xmlns:a16="http://schemas.microsoft.com/office/drawing/2014/main" id="{8CEB7BCA-F29C-4783-89BF-901BC3E8EB4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08850" y="4183965"/>
                <a:ext cx="77241" cy="73098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20927" name="Group 88">
              <a:extLst>
                <a:ext uri="{FF2B5EF4-FFF2-40B4-BE49-F238E27FC236}">
                  <a16:creationId xmlns:a16="http://schemas.microsoft.com/office/drawing/2014/main" id="{2C402AD3-3ABB-4A2B-80A4-2ECEB16D51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53438" y="2428748"/>
              <a:ext cx="2803076" cy="749300"/>
              <a:chOff x="6194136" y="3853561"/>
              <a:chExt cx="2803793" cy="750332"/>
            </a:xfrm>
          </p:grpSpPr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51F3C954-C709-0848-A7C5-2A57D9BEDA77}"/>
                  </a:ext>
                </a:extLst>
              </p:cNvPr>
              <p:cNvCxnSpPr/>
              <p:nvPr/>
            </p:nvCxnSpPr>
            <p:spPr>
              <a:xfrm>
                <a:off x="6194803" y="4204544"/>
                <a:ext cx="1565690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FCEEF4DA-590A-D54B-A627-73F46DAE737D}"/>
                  </a:ext>
                </a:extLst>
              </p:cNvPr>
              <p:cNvCxnSpPr/>
              <p:nvPr/>
            </p:nvCxnSpPr>
            <p:spPr>
              <a:xfrm>
                <a:off x="7744614" y="4064622"/>
                <a:ext cx="565300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Straight Connector 99">
                <a:extLst>
                  <a:ext uri="{FF2B5EF4-FFF2-40B4-BE49-F238E27FC236}">
                    <a16:creationId xmlns:a16="http://schemas.microsoft.com/office/drawing/2014/main" id="{419E8209-D870-9348-ADA2-C91168FCC495}"/>
                  </a:ext>
                </a:extLst>
              </p:cNvPr>
              <p:cNvCxnSpPr/>
              <p:nvPr/>
            </p:nvCxnSpPr>
            <p:spPr>
              <a:xfrm>
                <a:off x="7739851" y="4339695"/>
                <a:ext cx="565300" cy="15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14FEE458-0A40-3D4A-B409-08B52D0A3158}"/>
                  </a:ext>
                </a:extLst>
              </p:cNvPr>
              <p:cNvCxnSpPr/>
              <p:nvPr/>
            </p:nvCxnSpPr>
            <p:spPr>
              <a:xfrm flipH="1" flipV="1">
                <a:off x="7749378" y="4056672"/>
                <a:ext cx="3176" cy="284614"/>
              </a:xfrm>
              <a:prstGeom prst="line">
                <a:avLst/>
              </a:prstGeom>
              <a:solidFill>
                <a:srgbClr val="00B050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0948" name="TextBox 93">
                <a:extLst>
                  <a:ext uri="{FF2B5EF4-FFF2-40B4-BE49-F238E27FC236}">
                    <a16:creationId xmlns:a16="http://schemas.microsoft.com/office/drawing/2014/main" id="{CB3E72D2-9427-43C0-B7EA-A5F8A932A8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853561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20949" name="TextBox 6">
                <a:extLst>
                  <a:ext uri="{FF2B5EF4-FFF2-40B4-BE49-F238E27FC236}">
                    <a16:creationId xmlns:a16="http://schemas.microsoft.com/office/drawing/2014/main" id="{672447D0-BF82-4298-9ECF-2921E14D8B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234561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0950" name="Freeform 48">
                <a:extLst>
                  <a:ext uri="{FF2B5EF4-FFF2-40B4-BE49-F238E27FC236}">
                    <a16:creationId xmlns:a16="http://schemas.microsoft.com/office/drawing/2014/main" id="{1BC5F222-228B-4FCE-9DA5-942EB751035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08850" y="4178383"/>
                <a:ext cx="77241" cy="73253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20928" name="Group 8">
              <a:extLst>
                <a:ext uri="{FF2B5EF4-FFF2-40B4-BE49-F238E27FC236}">
                  <a16:creationId xmlns:a16="http://schemas.microsoft.com/office/drawing/2014/main" id="{F6590EC2-B019-4A63-BEB9-E915604180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8227" y="3282987"/>
              <a:ext cx="1863862" cy="914400"/>
              <a:chOff x="7168853" y="823310"/>
              <a:chExt cx="1863684" cy="915796"/>
            </a:xfrm>
          </p:grpSpPr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71A4C4E3-3262-6C4B-8224-FC185F423403}"/>
                  </a:ext>
                </a:extLst>
              </p:cNvPr>
              <p:cNvCxnSpPr/>
              <p:nvPr/>
            </p:nvCxnSpPr>
            <p:spPr>
              <a:xfrm flipV="1">
                <a:off x="7169302" y="1288857"/>
                <a:ext cx="1122265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3708CCB2-1930-0646-9B02-BD3F52BB96D5}"/>
                  </a:ext>
                </a:extLst>
              </p:cNvPr>
              <p:cNvCxnSpPr/>
              <p:nvPr/>
            </p:nvCxnSpPr>
            <p:spPr>
              <a:xfrm>
                <a:off x="7750277" y="1024875"/>
                <a:ext cx="565101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37059691-796B-C945-B576-0823BC895A17}"/>
                  </a:ext>
                </a:extLst>
              </p:cNvPr>
              <p:cNvCxnSpPr/>
              <p:nvPr/>
            </p:nvCxnSpPr>
            <p:spPr>
              <a:xfrm>
                <a:off x="7745514" y="1521034"/>
                <a:ext cx="565101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Straight Connector 108">
                <a:extLst>
                  <a:ext uri="{FF2B5EF4-FFF2-40B4-BE49-F238E27FC236}">
                    <a16:creationId xmlns:a16="http://schemas.microsoft.com/office/drawing/2014/main" id="{79A05F22-A73E-644F-A46F-4EDD8763B57C}"/>
                  </a:ext>
                </a:extLst>
              </p:cNvPr>
              <p:cNvCxnSpPr/>
              <p:nvPr/>
            </p:nvCxnSpPr>
            <p:spPr>
              <a:xfrm flipH="1" flipV="1">
                <a:off x="7745514" y="1018514"/>
                <a:ext cx="3175" cy="505701"/>
              </a:xfrm>
              <a:prstGeom prst="line">
                <a:avLst/>
              </a:prstGeom>
              <a:solidFill>
                <a:srgbClr val="00B050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0940" name="TextBox 101">
                <a:extLst>
                  <a:ext uri="{FF2B5EF4-FFF2-40B4-BE49-F238E27FC236}">
                    <a16:creationId xmlns:a16="http://schemas.microsoft.com/office/drawing/2014/main" id="{1B9A9BB5-8BB6-436D-927C-B952B84E97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0792" y="108674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20941" name="TextBox 6">
                <a:extLst>
                  <a:ext uri="{FF2B5EF4-FFF2-40B4-BE49-F238E27FC236}">
                    <a16:creationId xmlns:a16="http://schemas.microsoft.com/office/drawing/2014/main" id="{56389260-79EF-4FC9-BC91-85EC49C124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16032" y="823310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0942" name="Freeform 48">
                <a:extLst>
                  <a:ext uri="{FF2B5EF4-FFF2-40B4-BE49-F238E27FC236}">
                    <a16:creationId xmlns:a16="http://schemas.microsoft.com/office/drawing/2014/main" id="{DC69B727-D3BE-4BCA-82B1-1BBAA142B24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10106" y="1261218"/>
                <a:ext cx="73145" cy="73264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0943" name="TextBox 107">
                <a:extLst>
                  <a:ext uri="{FF2B5EF4-FFF2-40B4-BE49-F238E27FC236}">
                    <a16:creationId xmlns:a16="http://schemas.microsoft.com/office/drawing/2014/main" id="{486C5760-556B-4109-AA05-65BB2430958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96438" y="1369774"/>
                <a:ext cx="736099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Done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sp>
          <p:nvSpPr>
            <p:cNvPr id="420929" name="Freeform 48">
              <a:extLst>
                <a:ext uri="{FF2B5EF4-FFF2-40B4-BE49-F238E27FC236}">
                  <a16:creationId xmlns:a16="http://schemas.microsoft.com/office/drawing/2014/main" id="{73F64123-0A99-41F4-889E-30482B79854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232937" y="2733668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930" name="Freeform 48">
              <a:extLst>
                <a:ext uri="{FF2B5EF4-FFF2-40B4-BE49-F238E27FC236}">
                  <a16:creationId xmlns:a16="http://schemas.microsoft.com/office/drawing/2014/main" id="{BEED498A-EA98-4150-B397-A50675E4E59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823362" y="2047868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931" name="TextBox 51">
              <a:extLst>
                <a:ext uri="{FF2B5EF4-FFF2-40B4-BE49-F238E27FC236}">
                  <a16:creationId xmlns:a16="http://schemas.microsoft.com/office/drawing/2014/main" id="{CC675BC7-0FB7-4814-9371-4CA886A634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4300" y="162108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20932" name="TextBox 51">
              <a:extLst>
                <a:ext uri="{FF2B5EF4-FFF2-40B4-BE49-F238E27FC236}">
                  <a16:creationId xmlns:a16="http://schemas.microsoft.com/office/drawing/2014/main" id="{BB716792-C694-4B1E-8B95-6CA009791B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2587" y="238993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0933" name="TextBox 51">
              <a:extLst>
                <a:ext uri="{FF2B5EF4-FFF2-40B4-BE49-F238E27FC236}">
                  <a16:creationId xmlns:a16="http://schemas.microsoft.com/office/drawing/2014/main" id="{3462E5DF-4564-4337-8297-30C4CF9FBE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0875" y="333344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0934" name="Freeform 45">
              <a:extLst>
                <a:ext uri="{FF2B5EF4-FFF2-40B4-BE49-F238E27FC236}">
                  <a16:creationId xmlns:a16="http://schemas.microsoft.com/office/drawing/2014/main" id="{506D35C9-24C2-4B5D-8EEA-2FE0E534C376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852089" y="2959411"/>
              <a:ext cx="4372447" cy="3609986"/>
            </a:xfrm>
            <a:custGeom>
              <a:avLst/>
              <a:gdLst>
                <a:gd name="T0" fmla="*/ 1541469344 w 10704"/>
                <a:gd name="T1" fmla="*/ 86678321 h 150349"/>
                <a:gd name="T2" fmla="*/ 1782751296 w 10704"/>
                <a:gd name="T3" fmla="*/ 86601655 h 150349"/>
                <a:gd name="T4" fmla="*/ 1786088637 w 10704"/>
                <a:gd name="T5" fmla="*/ 0 h 150349"/>
                <a:gd name="T6" fmla="*/ 3337340 w 10704"/>
                <a:gd name="T7" fmla="*/ 37481 h 150349"/>
                <a:gd name="T8" fmla="*/ 0 w 10704"/>
                <a:gd name="T9" fmla="*/ 12108528 h 150349"/>
                <a:gd name="T10" fmla="*/ 164025176 w 10704"/>
                <a:gd name="T11" fmla="*/ 12104494 h 1503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04" h="150349">
                  <a:moveTo>
                    <a:pt x="9238" y="150349"/>
                  </a:moveTo>
                  <a:lnTo>
                    <a:pt x="10684" y="150216"/>
                  </a:lnTo>
                  <a:cubicBezTo>
                    <a:pt x="10716" y="100026"/>
                    <a:pt x="10672" y="50190"/>
                    <a:pt x="10704" y="0"/>
                  </a:cubicBez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983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0935" name="Freeform 48">
              <a:extLst>
                <a:ext uri="{FF2B5EF4-FFF2-40B4-BE49-F238E27FC236}">
                  <a16:creationId xmlns:a16="http://schemas.microsoft.com/office/drawing/2014/main" id="{14C7ED1A-9017-499E-9576-738734D1915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186470" y="3716834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420867" name="Group 115">
            <a:extLst>
              <a:ext uri="{FF2B5EF4-FFF2-40B4-BE49-F238E27FC236}">
                <a16:creationId xmlns:a16="http://schemas.microsoft.com/office/drawing/2014/main" id="{4A9F1BCE-8DDC-4850-BDF4-17B027987DD6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58763" y="1071563"/>
            <a:ext cx="3546475" cy="1455737"/>
            <a:chOff x="27330" y="2051709"/>
            <a:chExt cx="2697218" cy="1108075"/>
          </a:xfrm>
        </p:grpSpPr>
        <p:pic>
          <p:nvPicPr>
            <p:cNvPr id="420868" name="Picture 119">
              <a:extLst>
                <a:ext uri="{FF2B5EF4-FFF2-40B4-BE49-F238E27FC236}">
                  <a16:creationId xmlns:a16="http://schemas.microsoft.com/office/drawing/2014/main" id="{8997E522-B10F-4094-BD49-E59FCED9BF9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330" y="2145256"/>
              <a:ext cx="2697218" cy="92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420869" name="Straight Connector 120">
              <a:extLst>
                <a:ext uri="{FF2B5EF4-FFF2-40B4-BE49-F238E27FC236}">
                  <a16:creationId xmlns:a16="http://schemas.microsoft.com/office/drawing/2014/main" id="{F5878826-5DF0-4856-B4C3-8A04C07E6EA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536948" y="2051709"/>
              <a:ext cx="7937" cy="1108075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889" name="Title 1">
            <a:extLst>
              <a:ext uri="{FF2B5EF4-FFF2-40B4-BE49-F238E27FC236}">
                <a16:creationId xmlns:a16="http://schemas.microsoft.com/office/drawing/2014/main" id="{D3AD2C52-56CD-4CEC-9F50-BD717004FF97}"/>
              </a:ext>
            </a:extLst>
          </p:cNvPr>
          <p:cNvSpPr txBox="1">
            <a:spLocks/>
          </p:cNvSpPr>
          <p:nvPr/>
        </p:nvSpPr>
        <p:spPr bwMode="auto">
          <a:xfrm>
            <a:off x="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How Does It Work?</a:t>
            </a:r>
          </a:p>
        </p:txBody>
      </p:sp>
      <p:grpSp>
        <p:nvGrpSpPr>
          <p:cNvPr id="421890" name="Group 3">
            <a:extLst>
              <a:ext uri="{FF2B5EF4-FFF2-40B4-BE49-F238E27FC236}">
                <a16:creationId xmlns:a16="http://schemas.microsoft.com/office/drawing/2014/main" id="{3E4C78C0-19B5-4842-9744-0C0DFA064B63}"/>
              </a:ext>
            </a:extLst>
          </p:cNvPr>
          <p:cNvGrpSpPr>
            <a:grpSpLocks/>
          </p:cNvGrpSpPr>
          <p:nvPr/>
        </p:nvGrpSpPr>
        <p:grpSpPr bwMode="auto">
          <a:xfrm>
            <a:off x="93663" y="1319213"/>
            <a:ext cx="8997950" cy="5249862"/>
            <a:chOff x="92960" y="1318445"/>
            <a:chExt cx="8998034" cy="5250952"/>
          </a:xfrm>
        </p:grpSpPr>
        <p:sp>
          <p:nvSpPr>
            <p:cNvPr id="421894" name="TextBox 51">
              <a:extLst>
                <a:ext uri="{FF2B5EF4-FFF2-40B4-BE49-F238E27FC236}">
                  <a16:creationId xmlns:a16="http://schemas.microsoft.com/office/drawing/2014/main" id="{20143A68-B4DE-4A7A-9A97-094F7B8D60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3160" y="5486655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1895" name="Line 14">
              <a:extLst>
                <a:ext uri="{FF2B5EF4-FFF2-40B4-BE49-F238E27FC236}">
                  <a16:creationId xmlns:a16="http://schemas.microsoft.com/office/drawing/2014/main" id="{77354360-4C13-47D8-813D-EBDCA8383E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9416" y="5920630"/>
              <a:ext cx="10703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1896" name="Line 14">
              <a:extLst>
                <a:ext uri="{FF2B5EF4-FFF2-40B4-BE49-F238E27FC236}">
                  <a16:creationId xmlns:a16="http://schemas.microsoft.com/office/drawing/2014/main" id="{A487B6A7-4D2A-4E5F-84E5-1750EECE2A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50" y="5937564"/>
              <a:ext cx="14246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1897" name="Rectangle 7">
              <a:extLst>
                <a:ext uri="{FF2B5EF4-FFF2-40B4-BE49-F238E27FC236}">
                  <a16:creationId xmlns:a16="http://schemas.microsoft.com/office/drawing/2014/main" id="{17B690D2-3304-47B0-A68B-5B36F2477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7960" y="5073446"/>
              <a:ext cx="1806575" cy="10302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898" name="Freeform 8">
              <a:extLst>
                <a:ext uri="{FF2B5EF4-FFF2-40B4-BE49-F238E27FC236}">
                  <a16:creationId xmlns:a16="http://schemas.microsoft.com/office/drawing/2014/main" id="{7F86F6F1-41E0-48A8-A2E3-56C597EFE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960" y="5302046"/>
              <a:ext cx="158750" cy="160338"/>
            </a:xfrm>
            <a:custGeom>
              <a:avLst/>
              <a:gdLst>
                <a:gd name="T0" fmla="*/ 0 w 202"/>
                <a:gd name="T1" fmla="*/ 630239 h 202"/>
                <a:gd name="T2" fmla="*/ 0 w 202"/>
                <a:gd name="T3" fmla="*/ 630239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1899" name="Rectangle 10">
              <a:extLst>
                <a:ext uri="{FF2B5EF4-FFF2-40B4-BE49-F238E27FC236}">
                  <a16:creationId xmlns:a16="http://schemas.microsoft.com/office/drawing/2014/main" id="{DC1EEBB9-EF46-415C-AECC-E6F175ECF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4323" y="5765596"/>
              <a:ext cx="65723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clear_n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900" name="Rectangle 11">
              <a:extLst>
                <a:ext uri="{FF2B5EF4-FFF2-40B4-BE49-F238E27FC236}">
                  <a16:creationId xmlns:a16="http://schemas.microsoft.com/office/drawing/2014/main" id="{C9DE7A59-01A4-46D8-BB61-3DF09DDDB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1010" y="5465559"/>
              <a:ext cx="1331912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2-bit up-counter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901" name="Line 14">
              <a:extLst>
                <a:ext uri="{FF2B5EF4-FFF2-40B4-BE49-F238E27FC236}">
                  <a16:creationId xmlns:a16="http://schemas.microsoft.com/office/drawing/2014/main" id="{2CB6FB92-571F-4767-B6BC-51DB99F287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48" y="5396934"/>
              <a:ext cx="4202381" cy="39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1902" name="Rectangle 17">
              <a:extLst>
                <a:ext uri="{FF2B5EF4-FFF2-40B4-BE49-F238E27FC236}">
                  <a16:creationId xmlns:a16="http://schemas.microsoft.com/office/drawing/2014/main" id="{3C32F498-A1BB-4061-B7E7-94F9C3C5F8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895" y="5791514"/>
              <a:ext cx="166712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903" name="Rectangle 18">
              <a:extLst>
                <a:ext uri="{FF2B5EF4-FFF2-40B4-BE49-F238E27FC236}">
                  <a16:creationId xmlns:a16="http://schemas.microsoft.com/office/drawing/2014/main" id="{E054C67D-BDF8-4A2D-9864-9DC40EC229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7935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904" name="Rectangle 19">
              <a:extLst>
                <a:ext uri="{FF2B5EF4-FFF2-40B4-BE49-F238E27FC236}">
                  <a16:creationId xmlns:a16="http://schemas.microsoft.com/office/drawing/2014/main" id="{D1D9A063-BD45-47E3-8FAB-E2E7FE8DA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6560" y="3084309"/>
              <a:ext cx="1806575" cy="107473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905" name="Rectangle 20">
              <a:extLst>
                <a:ext uri="{FF2B5EF4-FFF2-40B4-BE49-F238E27FC236}">
                  <a16:creationId xmlns:a16="http://schemas.microsoft.com/office/drawing/2014/main" id="{D72F73D6-39DD-4BE2-9C92-9AD4AC0C7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2398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906" name="Line 21">
              <a:extLst>
                <a:ext uri="{FF2B5EF4-FFF2-40B4-BE49-F238E27FC236}">
                  <a16:creationId xmlns:a16="http://schemas.microsoft.com/office/drawing/2014/main" id="{981AEFE7-E357-4A18-8555-EF9494376D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473545" y="1898087"/>
              <a:ext cx="2103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1907" name="Line 22">
              <a:extLst>
                <a:ext uri="{FF2B5EF4-FFF2-40B4-BE49-F238E27FC236}">
                  <a16:creationId xmlns:a16="http://schemas.microsoft.com/office/drawing/2014/main" id="{CBD8C012-F3A9-4248-A751-4C46531CD6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20235" y="1895799"/>
              <a:ext cx="3168" cy="11885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1908" name="Rectangle 23">
              <a:extLst>
                <a:ext uri="{FF2B5EF4-FFF2-40B4-BE49-F238E27FC236}">
                  <a16:creationId xmlns:a16="http://schemas.microsoft.com/office/drawing/2014/main" id="{F46CFDBB-30E9-4D07-BB63-5792514EDF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9598" y="3843134"/>
              <a:ext cx="2276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En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909" name="Rectangle 24">
              <a:extLst>
                <a:ext uri="{FF2B5EF4-FFF2-40B4-BE49-F238E27FC236}">
                  <a16:creationId xmlns:a16="http://schemas.microsoft.com/office/drawing/2014/main" id="{33F61ACC-DE40-412E-880F-A599A39835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7860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910" name="Rectangle 25">
              <a:extLst>
                <a:ext uri="{FF2B5EF4-FFF2-40B4-BE49-F238E27FC236}">
                  <a16:creationId xmlns:a16="http://schemas.microsoft.com/office/drawing/2014/main" id="{87053D02-4EBF-4974-AE83-E38830761C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6285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911" name="Rectangle 26">
              <a:extLst>
                <a:ext uri="{FF2B5EF4-FFF2-40B4-BE49-F238E27FC236}">
                  <a16:creationId xmlns:a16="http://schemas.microsoft.com/office/drawing/2014/main" id="{A98E1993-E6C4-437C-AEC1-90463897AC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2148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912" name="Rectangle 27">
              <a:extLst>
                <a:ext uri="{FF2B5EF4-FFF2-40B4-BE49-F238E27FC236}">
                  <a16:creationId xmlns:a16="http://schemas.microsoft.com/office/drawing/2014/main" id="{999CE0FA-6894-4E67-BB0C-0BF17A798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6610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913" name="Rectangle 28">
              <a:extLst>
                <a:ext uri="{FF2B5EF4-FFF2-40B4-BE49-F238E27FC236}">
                  <a16:creationId xmlns:a16="http://schemas.microsoft.com/office/drawing/2014/main" id="{70E77AC8-566D-496C-A36F-ED57BD455B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79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914" name="Rectangle 29">
              <a:extLst>
                <a:ext uri="{FF2B5EF4-FFF2-40B4-BE49-F238E27FC236}">
                  <a16:creationId xmlns:a16="http://schemas.microsoft.com/office/drawing/2014/main" id="{A6A81B66-D6FB-4503-AE7A-969A9F20A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522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915" name="Rectangle 30">
              <a:extLst>
                <a:ext uri="{FF2B5EF4-FFF2-40B4-BE49-F238E27FC236}">
                  <a16:creationId xmlns:a16="http://schemas.microsoft.com/office/drawing/2014/main" id="{FF06DBBF-17C7-4C4F-8052-A1243A3C70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3035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916" name="Rectangle 31">
              <a:extLst>
                <a:ext uri="{FF2B5EF4-FFF2-40B4-BE49-F238E27FC236}">
                  <a16:creationId xmlns:a16="http://schemas.microsoft.com/office/drawing/2014/main" id="{FAB573B0-13D5-4282-8FBE-56721CE8D1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3048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917" name="Rectangle 32">
              <a:extLst>
                <a:ext uri="{FF2B5EF4-FFF2-40B4-BE49-F238E27FC236}">
                  <a16:creationId xmlns:a16="http://schemas.microsoft.com/office/drawing/2014/main" id="{14982217-A5AC-4F41-9D29-B352BA125A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974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918" name="Line 33">
              <a:extLst>
                <a:ext uri="{FF2B5EF4-FFF2-40B4-BE49-F238E27FC236}">
                  <a16:creationId xmlns:a16="http://schemas.microsoft.com/office/drawing/2014/main" id="{E6D70E3D-77BA-4D08-B53E-A30E20C675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66219" y="1895799"/>
              <a:ext cx="1583" cy="11885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1919" name="Line 34">
              <a:extLst>
                <a:ext uri="{FF2B5EF4-FFF2-40B4-BE49-F238E27FC236}">
                  <a16:creationId xmlns:a16="http://schemas.microsoft.com/office/drawing/2014/main" id="{8999C6C6-00F9-4EB4-82ED-CB14DD96C1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862119" y="1898087"/>
              <a:ext cx="2465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1920" name="Rectangle 37">
              <a:extLst>
                <a:ext uri="{FF2B5EF4-FFF2-40B4-BE49-F238E27FC236}">
                  <a16:creationId xmlns:a16="http://schemas.microsoft.com/office/drawing/2014/main" id="{6BEB7ED2-082B-48A5-9684-6B4F062DD6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817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921" name="Rectangle 38">
              <a:extLst>
                <a:ext uri="{FF2B5EF4-FFF2-40B4-BE49-F238E27FC236}">
                  <a16:creationId xmlns:a16="http://schemas.microsoft.com/office/drawing/2014/main" id="{21529BAC-134B-4D7B-B1EC-566A04B10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1510" y="4657521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922" name="Rectangle 45">
              <a:extLst>
                <a:ext uri="{FF2B5EF4-FFF2-40B4-BE49-F238E27FC236}">
                  <a16:creationId xmlns:a16="http://schemas.microsoft.com/office/drawing/2014/main" id="{D74ABECF-31BC-4CB4-A6D6-E63195350B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6123" y="3519284"/>
              <a:ext cx="11938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2-to-4 decoder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923" name="Rectangle 46">
              <a:extLst>
                <a:ext uri="{FF2B5EF4-FFF2-40B4-BE49-F238E27FC236}">
                  <a16:creationId xmlns:a16="http://schemas.microsoft.com/office/drawing/2014/main" id="{E5E9DE85-5E15-45C6-8368-DAABAA6644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3735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924" name="Rectangle 47">
              <a:extLst>
                <a:ext uri="{FF2B5EF4-FFF2-40B4-BE49-F238E27FC236}">
                  <a16:creationId xmlns:a16="http://schemas.microsoft.com/office/drawing/2014/main" id="{DFAA7381-E0EF-4AEC-B673-9B364F7350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0898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925" name="Rectangle 48">
              <a:extLst>
                <a:ext uri="{FF2B5EF4-FFF2-40B4-BE49-F238E27FC236}">
                  <a16:creationId xmlns:a16="http://schemas.microsoft.com/office/drawing/2014/main" id="{5402A29F-F54F-4163-B7FF-B2FD8406F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8410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926" name="Rectangle 49">
              <a:extLst>
                <a:ext uri="{FF2B5EF4-FFF2-40B4-BE49-F238E27FC236}">
                  <a16:creationId xmlns:a16="http://schemas.microsoft.com/office/drawing/2014/main" id="{58AE7691-FDDA-4214-BBB4-11420100DC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5573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927" name="Rectangle 50">
              <a:extLst>
                <a:ext uri="{FF2B5EF4-FFF2-40B4-BE49-F238E27FC236}">
                  <a16:creationId xmlns:a16="http://schemas.microsoft.com/office/drawing/2014/main" id="{BA9DAAD6-772A-4333-9F72-C43F8AF17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60" y="5214195"/>
              <a:ext cx="55143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Clock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cxnSp>
          <p:nvCxnSpPr>
            <p:cNvPr id="421928" name="Straight Arrow Connector 2">
              <a:extLst>
                <a:ext uri="{FF2B5EF4-FFF2-40B4-BE49-F238E27FC236}">
                  <a16:creationId xmlns:a16="http://schemas.microsoft.com/office/drawing/2014/main" id="{F466A3EE-561A-422C-8870-C59609F159A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109145" y="4165226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1929" name="Straight Arrow Connector 52">
              <a:extLst>
                <a:ext uri="{FF2B5EF4-FFF2-40B4-BE49-F238E27FC236}">
                  <a16:creationId xmlns:a16="http://schemas.microsoft.com/office/drawing/2014/main" id="{D1A29B5E-22F8-46DD-965D-5CA82B5ECA4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38675" y="4169345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1930" name="Straight Arrow Connector 53">
              <a:extLst>
                <a:ext uri="{FF2B5EF4-FFF2-40B4-BE49-F238E27FC236}">
                  <a16:creationId xmlns:a16="http://schemas.microsoft.com/office/drawing/2014/main" id="{3ED529AC-B806-4557-9080-17640BE48DD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706475" y="4171404"/>
              <a:ext cx="0" cy="423475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21931" name="Freeform 5">
              <a:extLst>
                <a:ext uri="{FF2B5EF4-FFF2-40B4-BE49-F238E27FC236}">
                  <a16:creationId xmlns:a16="http://schemas.microsoft.com/office/drawing/2014/main" id="{DE8AF94C-A6F6-4F14-ABC0-2634A41DD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005" y="5772396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1932" name="Freeform 7">
              <a:extLst>
                <a:ext uri="{FF2B5EF4-FFF2-40B4-BE49-F238E27FC236}">
                  <a16:creationId xmlns:a16="http://schemas.microsoft.com/office/drawing/2014/main" id="{BFAB393E-608D-47E6-84BD-AA288F2E7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900" y="5884665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1933" name="TextBox 7">
              <a:extLst>
                <a:ext uri="{FF2B5EF4-FFF2-40B4-BE49-F238E27FC236}">
                  <a16:creationId xmlns:a16="http://schemas.microsoft.com/office/drawing/2014/main" id="{255B3914-159D-4F65-A2DF-7FA000727D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8312" y="4594022"/>
              <a:ext cx="874713" cy="461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21934" name="TextBox 7">
              <a:extLst>
                <a:ext uri="{FF2B5EF4-FFF2-40B4-BE49-F238E27FC236}">
                  <a16:creationId xmlns:a16="http://schemas.microsoft.com/office/drawing/2014/main" id="{5527FF3B-92FD-4329-B278-3B5EBB9C14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8566" y="1318445"/>
              <a:ext cx="199797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1935" name="TextBox 51">
              <a:extLst>
                <a:ext uri="{FF2B5EF4-FFF2-40B4-BE49-F238E27FC236}">
                  <a16:creationId xmlns:a16="http://schemas.microsoft.com/office/drawing/2014/main" id="{47AC1E27-61B5-4CBC-BB9B-C2917BDAAA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4287" y="541396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1936" name="AutoShape 57">
              <a:extLst>
                <a:ext uri="{FF2B5EF4-FFF2-40B4-BE49-F238E27FC236}">
                  <a16:creationId xmlns:a16="http://schemas.microsoft.com/office/drawing/2014/main" id="{10B6D6F0-5842-429D-8EEE-CEC4E529EE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501" y="5556352"/>
              <a:ext cx="554038" cy="47148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grpSp>
          <p:nvGrpSpPr>
            <p:cNvPr id="421937" name="Group 66">
              <a:extLst>
                <a:ext uri="{FF2B5EF4-FFF2-40B4-BE49-F238E27FC236}">
                  <a16:creationId xmlns:a16="http://schemas.microsoft.com/office/drawing/2014/main" id="{BDB34D4A-92F3-445C-B687-61E8D03B32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24676" y="5661598"/>
              <a:ext cx="636587" cy="501650"/>
              <a:chOff x="4164013" y="5505902"/>
              <a:chExt cx="636587" cy="501650"/>
            </a:xfrm>
          </p:grpSpPr>
          <p:sp>
            <p:nvSpPr>
              <p:cNvPr id="421982" name="Freeform 86">
                <a:extLst>
                  <a:ext uri="{FF2B5EF4-FFF2-40B4-BE49-F238E27FC236}">
                    <a16:creationId xmlns:a16="http://schemas.microsoft.com/office/drawing/2014/main" id="{FFD6DAB0-CF0A-466E-BE00-A8A5D9E34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505902"/>
                <a:ext cx="630237" cy="249237"/>
              </a:xfrm>
              <a:custGeom>
                <a:avLst/>
                <a:gdLst>
                  <a:gd name="T0" fmla="*/ 2147483646 w 794"/>
                  <a:gd name="T1" fmla="*/ 0 h 315"/>
                  <a:gd name="T2" fmla="*/ 2147483646 w 794"/>
                  <a:gd name="T3" fmla="*/ 0 h 315"/>
                  <a:gd name="T4" fmla="*/ 2147483646 w 794"/>
                  <a:gd name="T5" fmla="*/ 0 h 315"/>
                  <a:gd name="T6" fmla="*/ 2147483646 w 794"/>
                  <a:gd name="T7" fmla="*/ 0 h 315"/>
                  <a:gd name="T8" fmla="*/ 2147483646 w 794"/>
                  <a:gd name="T9" fmla="*/ 0 h 315"/>
                  <a:gd name="T10" fmla="*/ 2147483646 w 794"/>
                  <a:gd name="T11" fmla="*/ 0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0"/>
                    </a:moveTo>
                    <a:lnTo>
                      <a:pt x="31" y="0"/>
                    </a:lnTo>
                    <a:lnTo>
                      <a:pt x="60" y="0"/>
                    </a:lnTo>
                    <a:lnTo>
                      <a:pt x="86" y="0"/>
                    </a:lnTo>
                    <a:lnTo>
                      <a:pt x="110" y="0"/>
                    </a:lnTo>
                    <a:lnTo>
                      <a:pt x="134" y="0"/>
                    </a:lnTo>
                    <a:lnTo>
                      <a:pt x="155" y="0"/>
                    </a:lnTo>
                    <a:lnTo>
                      <a:pt x="175" y="0"/>
                    </a:lnTo>
                    <a:lnTo>
                      <a:pt x="194" y="0"/>
                    </a:lnTo>
                    <a:lnTo>
                      <a:pt x="211" y="0"/>
                    </a:lnTo>
                    <a:lnTo>
                      <a:pt x="227" y="0"/>
                    </a:lnTo>
                    <a:lnTo>
                      <a:pt x="240" y="0"/>
                    </a:lnTo>
                    <a:lnTo>
                      <a:pt x="254" y="0"/>
                    </a:lnTo>
                    <a:lnTo>
                      <a:pt x="265" y="0"/>
                    </a:lnTo>
                    <a:lnTo>
                      <a:pt x="276" y="0"/>
                    </a:lnTo>
                    <a:lnTo>
                      <a:pt x="287" y="0"/>
                    </a:lnTo>
                    <a:lnTo>
                      <a:pt x="296" y="0"/>
                    </a:lnTo>
                    <a:lnTo>
                      <a:pt x="303" y="0"/>
                    </a:lnTo>
                    <a:lnTo>
                      <a:pt x="311" y="0"/>
                    </a:lnTo>
                    <a:lnTo>
                      <a:pt x="317" y="0"/>
                    </a:lnTo>
                    <a:lnTo>
                      <a:pt x="323" y="0"/>
                    </a:lnTo>
                    <a:lnTo>
                      <a:pt x="328" y="0"/>
                    </a:lnTo>
                    <a:lnTo>
                      <a:pt x="332" y="0"/>
                    </a:lnTo>
                    <a:lnTo>
                      <a:pt x="336" y="1"/>
                    </a:lnTo>
                    <a:lnTo>
                      <a:pt x="338" y="1"/>
                    </a:lnTo>
                    <a:lnTo>
                      <a:pt x="342" y="1"/>
                    </a:lnTo>
                    <a:lnTo>
                      <a:pt x="345" y="1"/>
                    </a:lnTo>
                    <a:lnTo>
                      <a:pt x="348" y="1"/>
                    </a:lnTo>
                    <a:lnTo>
                      <a:pt x="349" y="1"/>
                    </a:lnTo>
                    <a:lnTo>
                      <a:pt x="352" y="1"/>
                    </a:lnTo>
                    <a:lnTo>
                      <a:pt x="353" y="1"/>
                    </a:lnTo>
                    <a:lnTo>
                      <a:pt x="356" y="1"/>
                    </a:lnTo>
                    <a:lnTo>
                      <a:pt x="358" y="1"/>
                    </a:lnTo>
                    <a:lnTo>
                      <a:pt x="360" y="1"/>
                    </a:lnTo>
                    <a:lnTo>
                      <a:pt x="362" y="3"/>
                    </a:lnTo>
                    <a:lnTo>
                      <a:pt x="364" y="3"/>
                    </a:lnTo>
                    <a:lnTo>
                      <a:pt x="366" y="3"/>
                    </a:lnTo>
                    <a:lnTo>
                      <a:pt x="368" y="3"/>
                    </a:lnTo>
                    <a:lnTo>
                      <a:pt x="369" y="3"/>
                    </a:lnTo>
                    <a:lnTo>
                      <a:pt x="370" y="3"/>
                    </a:lnTo>
                    <a:lnTo>
                      <a:pt x="372" y="3"/>
                    </a:lnTo>
                    <a:lnTo>
                      <a:pt x="374" y="3"/>
                    </a:lnTo>
                    <a:lnTo>
                      <a:pt x="376" y="3"/>
                    </a:lnTo>
                    <a:lnTo>
                      <a:pt x="377" y="3"/>
                    </a:lnTo>
                    <a:lnTo>
                      <a:pt x="378" y="3"/>
                    </a:lnTo>
                    <a:lnTo>
                      <a:pt x="380" y="4"/>
                    </a:lnTo>
                    <a:lnTo>
                      <a:pt x="381" y="4"/>
                    </a:lnTo>
                    <a:lnTo>
                      <a:pt x="382" y="4"/>
                    </a:lnTo>
                    <a:lnTo>
                      <a:pt x="384" y="4"/>
                    </a:lnTo>
                    <a:lnTo>
                      <a:pt x="385" y="4"/>
                    </a:lnTo>
                    <a:lnTo>
                      <a:pt x="386" y="4"/>
                    </a:lnTo>
                    <a:lnTo>
                      <a:pt x="388" y="4"/>
                    </a:lnTo>
                    <a:lnTo>
                      <a:pt x="389" y="4"/>
                    </a:lnTo>
                    <a:lnTo>
                      <a:pt x="390" y="4"/>
                    </a:lnTo>
                    <a:lnTo>
                      <a:pt x="392" y="5"/>
                    </a:lnTo>
                    <a:lnTo>
                      <a:pt x="393" y="5"/>
                    </a:lnTo>
                    <a:lnTo>
                      <a:pt x="394" y="5"/>
                    </a:lnTo>
                    <a:lnTo>
                      <a:pt x="396" y="5"/>
                    </a:lnTo>
                    <a:lnTo>
                      <a:pt x="398" y="5"/>
                    </a:lnTo>
                    <a:lnTo>
                      <a:pt x="400" y="5"/>
                    </a:lnTo>
                    <a:lnTo>
                      <a:pt x="401" y="7"/>
                    </a:lnTo>
                    <a:lnTo>
                      <a:pt x="403" y="7"/>
                    </a:lnTo>
                    <a:lnTo>
                      <a:pt x="405" y="7"/>
                    </a:lnTo>
                    <a:lnTo>
                      <a:pt x="407" y="7"/>
                    </a:lnTo>
                    <a:lnTo>
                      <a:pt x="409" y="8"/>
                    </a:lnTo>
                    <a:lnTo>
                      <a:pt x="411" y="8"/>
                    </a:lnTo>
                    <a:lnTo>
                      <a:pt x="413" y="8"/>
                    </a:lnTo>
                    <a:lnTo>
                      <a:pt x="414" y="8"/>
                    </a:lnTo>
                    <a:lnTo>
                      <a:pt x="417" y="8"/>
                    </a:lnTo>
                    <a:lnTo>
                      <a:pt x="418" y="8"/>
                    </a:lnTo>
                    <a:lnTo>
                      <a:pt x="419" y="9"/>
                    </a:lnTo>
                    <a:lnTo>
                      <a:pt x="421" y="9"/>
                    </a:lnTo>
                    <a:lnTo>
                      <a:pt x="422" y="9"/>
                    </a:lnTo>
                    <a:lnTo>
                      <a:pt x="423" y="9"/>
                    </a:lnTo>
                    <a:lnTo>
                      <a:pt x="425" y="9"/>
                    </a:lnTo>
                    <a:lnTo>
                      <a:pt x="426" y="9"/>
                    </a:lnTo>
                    <a:lnTo>
                      <a:pt x="426" y="11"/>
                    </a:lnTo>
                    <a:lnTo>
                      <a:pt x="427" y="11"/>
                    </a:lnTo>
                    <a:lnTo>
                      <a:pt x="429" y="11"/>
                    </a:lnTo>
                    <a:lnTo>
                      <a:pt x="430" y="11"/>
                    </a:lnTo>
                    <a:lnTo>
                      <a:pt x="431" y="11"/>
                    </a:lnTo>
                    <a:lnTo>
                      <a:pt x="433" y="12"/>
                    </a:lnTo>
                    <a:lnTo>
                      <a:pt x="434" y="12"/>
                    </a:lnTo>
                    <a:lnTo>
                      <a:pt x="435" y="12"/>
                    </a:lnTo>
                    <a:lnTo>
                      <a:pt x="437" y="13"/>
                    </a:lnTo>
                    <a:lnTo>
                      <a:pt x="438" y="13"/>
                    </a:lnTo>
                    <a:lnTo>
                      <a:pt x="439" y="13"/>
                    </a:lnTo>
                    <a:lnTo>
                      <a:pt x="441" y="15"/>
                    </a:lnTo>
                    <a:lnTo>
                      <a:pt x="443" y="15"/>
                    </a:lnTo>
                    <a:lnTo>
                      <a:pt x="445" y="15"/>
                    </a:lnTo>
                    <a:lnTo>
                      <a:pt x="446" y="16"/>
                    </a:lnTo>
                    <a:lnTo>
                      <a:pt x="449" y="16"/>
                    </a:lnTo>
                    <a:lnTo>
                      <a:pt x="450" y="17"/>
                    </a:lnTo>
                    <a:lnTo>
                      <a:pt x="453" y="17"/>
                    </a:lnTo>
                    <a:lnTo>
                      <a:pt x="455" y="19"/>
                    </a:lnTo>
                    <a:lnTo>
                      <a:pt x="458" y="19"/>
                    </a:lnTo>
                    <a:lnTo>
                      <a:pt x="459" y="20"/>
                    </a:lnTo>
                    <a:lnTo>
                      <a:pt x="462" y="20"/>
                    </a:lnTo>
                    <a:lnTo>
                      <a:pt x="465" y="21"/>
                    </a:lnTo>
                    <a:lnTo>
                      <a:pt x="466" y="21"/>
                    </a:lnTo>
                    <a:lnTo>
                      <a:pt x="467" y="23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4"/>
                    </a:lnTo>
                    <a:lnTo>
                      <a:pt x="474" y="24"/>
                    </a:lnTo>
                    <a:lnTo>
                      <a:pt x="475" y="25"/>
                    </a:lnTo>
                    <a:lnTo>
                      <a:pt x="476" y="25"/>
                    </a:lnTo>
                    <a:lnTo>
                      <a:pt x="478" y="25"/>
                    </a:lnTo>
                    <a:lnTo>
                      <a:pt x="479" y="27"/>
                    </a:lnTo>
                    <a:lnTo>
                      <a:pt x="480" y="27"/>
                    </a:lnTo>
                    <a:lnTo>
                      <a:pt x="482" y="27"/>
                    </a:lnTo>
                    <a:lnTo>
                      <a:pt x="482" y="28"/>
                    </a:lnTo>
                    <a:lnTo>
                      <a:pt x="483" y="28"/>
                    </a:lnTo>
                    <a:lnTo>
                      <a:pt x="484" y="29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31"/>
                    </a:lnTo>
                    <a:lnTo>
                      <a:pt x="490" y="31"/>
                    </a:lnTo>
                    <a:lnTo>
                      <a:pt x="491" y="32"/>
                    </a:lnTo>
                    <a:lnTo>
                      <a:pt x="492" y="32"/>
                    </a:lnTo>
                    <a:lnTo>
                      <a:pt x="494" y="33"/>
                    </a:lnTo>
                    <a:lnTo>
                      <a:pt x="495" y="33"/>
                    </a:lnTo>
                    <a:lnTo>
                      <a:pt x="498" y="35"/>
                    </a:lnTo>
                    <a:lnTo>
                      <a:pt x="499" y="36"/>
                    </a:lnTo>
                    <a:lnTo>
                      <a:pt x="500" y="36"/>
                    </a:lnTo>
                    <a:lnTo>
                      <a:pt x="503" y="37"/>
                    </a:lnTo>
                    <a:lnTo>
                      <a:pt x="504" y="39"/>
                    </a:lnTo>
                    <a:lnTo>
                      <a:pt x="507" y="40"/>
                    </a:lnTo>
                    <a:lnTo>
                      <a:pt x="508" y="40"/>
                    </a:lnTo>
                    <a:lnTo>
                      <a:pt x="511" y="41"/>
                    </a:lnTo>
                    <a:lnTo>
                      <a:pt x="512" y="43"/>
                    </a:lnTo>
                    <a:lnTo>
                      <a:pt x="514" y="43"/>
                    </a:lnTo>
                    <a:lnTo>
                      <a:pt x="516" y="44"/>
                    </a:lnTo>
                    <a:lnTo>
                      <a:pt x="518" y="44"/>
                    </a:lnTo>
                    <a:lnTo>
                      <a:pt x="519" y="45"/>
                    </a:lnTo>
                    <a:lnTo>
                      <a:pt x="520" y="45"/>
                    </a:lnTo>
                    <a:lnTo>
                      <a:pt x="522" y="47"/>
                    </a:lnTo>
                    <a:lnTo>
                      <a:pt x="523" y="47"/>
                    </a:lnTo>
                    <a:lnTo>
                      <a:pt x="523" y="48"/>
                    </a:lnTo>
                    <a:lnTo>
                      <a:pt x="524" y="48"/>
                    </a:lnTo>
                    <a:lnTo>
                      <a:pt x="526" y="49"/>
                    </a:lnTo>
                    <a:lnTo>
                      <a:pt x="527" y="49"/>
                    </a:lnTo>
                    <a:lnTo>
                      <a:pt x="528" y="51"/>
                    </a:lnTo>
                    <a:lnTo>
                      <a:pt x="530" y="51"/>
                    </a:lnTo>
                    <a:lnTo>
                      <a:pt x="531" y="52"/>
                    </a:lnTo>
                    <a:lnTo>
                      <a:pt x="532" y="52"/>
                    </a:lnTo>
                    <a:lnTo>
                      <a:pt x="534" y="53"/>
                    </a:lnTo>
                    <a:lnTo>
                      <a:pt x="535" y="55"/>
                    </a:lnTo>
                    <a:lnTo>
                      <a:pt x="536" y="55"/>
                    </a:lnTo>
                    <a:lnTo>
                      <a:pt x="538" y="56"/>
                    </a:lnTo>
                    <a:lnTo>
                      <a:pt x="539" y="56"/>
                    </a:lnTo>
                    <a:lnTo>
                      <a:pt x="540" y="57"/>
                    </a:lnTo>
                    <a:lnTo>
                      <a:pt x="542" y="57"/>
                    </a:lnTo>
                    <a:lnTo>
                      <a:pt x="543" y="58"/>
                    </a:lnTo>
                    <a:lnTo>
                      <a:pt x="546" y="60"/>
                    </a:lnTo>
                    <a:lnTo>
                      <a:pt x="547" y="60"/>
                    </a:lnTo>
                    <a:lnTo>
                      <a:pt x="548" y="61"/>
                    </a:lnTo>
                    <a:lnTo>
                      <a:pt x="551" y="62"/>
                    </a:lnTo>
                    <a:lnTo>
                      <a:pt x="552" y="64"/>
                    </a:lnTo>
                    <a:lnTo>
                      <a:pt x="553" y="65"/>
                    </a:lnTo>
                    <a:lnTo>
                      <a:pt x="556" y="65"/>
                    </a:lnTo>
                    <a:lnTo>
                      <a:pt x="557" y="66"/>
                    </a:lnTo>
                    <a:lnTo>
                      <a:pt x="559" y="66"/>
                    </a:lnTo>
                    <a:lnTo>
                      <a:pt x="560" y="68"/>
                    </a:lnTo>
                    <a:lnTo>
                      <a:pt x="561" y="69"/>
                    </a:lnTo>
                    <a:lnTo>
                      <a:pt x="563" y="69"/>
                    </a:lnTo>
                    <a:lnTo>
                      <a:pt x="564" y="70"/>
                    </a:lnTo>
                    <a:lnTo>
                      <a:pt x="565" y="70"/>
                    </a:lnTo>
                    <a:lnTo>
                      <a:pt x="567" y="72"/>
                    </a:lnTo>
                    <a:lnTo>
                      <a:pt x="568" y="73"/>
                    </a:lnTo>
                    <a:lnTo>
                      <a:pt x="569" y="73"/>
                    </a:lnTo>
                    <a:lnTo>
                      <a:pt x="571" y="74"/>
                    </a:lnTo>
                    <a:lnTo>
                      <a:pt x="572" y="74"/>
                    </a:lnTo>
                    <a:lnTo>
                      <a:pt x="572" y="76"/>
                    </a:lnTo>
                    <a:lnTo>
                      <a:pt x="573" y="76"/>
                    </a:lnTo>
                    <a:lnTo>
                      <a:pt x="575" y="76"/>
                    </a:lnTo>
                    <a:lnTo>
                      <a:pt x="575" y="77"/>
                    </a:lnTo>
                    <a:lnTo>
                      <a:pt x="576" y="77"/>
                    </a:lnTo>
                    <a:lnTo>
                      <a:pt x="577" y="78"/>
                    </a:lnTo>
                    <a:lnTo>
                      <a:pt x="579" y="78"/>
                    </a:lnTo>
                    <a:lnTo>
                      <a:pt x="580" y="80"/>
                    </a:lnTo>
                    <a:lnTo>
                      <a:pt x="581" y="80"/>
                    </a:lnTo>
                    <a:lnTo>
                      <a:pt x="581" y="81"/>
                    </a:lnTo>
                    <a:lnTo>
                      <a:pt x="583" y="82"/>
                    </a:lnTo>
                    <a:lnTo>
                      <a:pt x="585" y="82"/>
                    </a:lnTo>
                    <a:lnTo>
                      <a:pt x="587" y="84"/>
                    </a:lnTo>
                    <a:lnTo>
                      <a:pt x="588" y="85"/>
                    </a:lnTo>
                    <a:lnTo>
                      <a:pt x="589" y="86"/>
                    </a:lnTo>
                    <a:lnTo>
                      <a:pt x="591" y="86"/>
                    </a:lnTo>
                    <a:lnTo>
                      <a:pt x="592" y="88"/>
                    </a:lnTo>
                    <a:lnTo>
                      <a:pt x="593" y="88"/>
                    </a:lnTo>
                    <a:lnTo>
                      <a:pt x="593" y="89"/>
                    </a:lnTo>
                    <a:lnTo>
                      <a:pt x="595" y="89"/>
                    </a:lnTo>
                    <a:lnTo>
                      <a:pt x="596" y="90"/>
                    </a:lnTo>
                    <a:lnTo>
                      <a:pt x="597" y="90"/>
                    </a:lnTo>
                    <a:lnTo>
                      <a:pt x="597" y="92"/>
                    </a:lnTo>
                    <a:lnTo>
                      <a:pt x="599" y="92"/>
                    </a:lnTo>
                    <a:lnTo>
                      <a:pt x="600" y="93"/>
                    </a:lnTo>
                    <a:lnTo>
                      <a:pt x="601" y="93"/>
                    </a:lnTo>
                    <a:lnTo>
                      <a:pt x="601" y="94"/>
                    </a:lnTo>
                    <a:lnTo>
                      <a:pt x="603" y="94"/>
                    </a:lnTo>
                    <a:lnTo>
                      <a:pt x="604" y="96"/>
                    </a:lnTo>
                    <a:lnTo>
                      <a:pt x="605" y="97"/>
                    </a:lnTo>
                    <a:lnTo>
                      <a:pt x="607" y="97"/>
                    </a:lnTo>
                    <a:lnTo>
                      <a:pt x="607" y="98"/>
                    </a:lnTo>
                    <a:lnTo>
                      <a:pt x="608" y="98"/>
                    </a:lnTo>
                    <a:lnTo>
                      <a:pt x="609" y="100"/>
                    </a:lnTo>
                    <a:lnTo>
                      <a:pt x="611" y="101"/>
                    </a:lnTo>
                    <a:lnTo>
                      <a:pt x="612" y="101"/>
                    </a:lnTo>
                    <a:lnTo>
                      <a:pt x="612" y="102"/>
                    </a:lnTo>
                    <a:lnTo>
                      <a:pt x="613" y="102"/>
                    </a:lnTo>
                    <a:lnTo>
                      <a:pt x="615" y="104"/>
                    </a:lnTo>
                    <a:lnTo>
                      <a:pt x="616" y="105"/>
                    </a:lnTo>
                    <a:lnTo>
                      <a:pt x="617" y="106"/>
                    </a:lnTo>
                    <a:lnTo>
                      <a:pt x="619" y="106"/>
                    </a:lnTo>
                    <a:lnTo>
                      <a:pt x="619" y="108"/>
                    </a:lnTo>
                    <a:lnTo>
                      <a:pt x="620" y="108"/>
                    </a:lnTo>
                    <a:lnTo>
                      <a:pt x="621" y="109"/>
                    </a:lnTo>
                    <a:lnTo>
                      <a:pt x="622" y="110"/>
                    </a:lnTo>
                    <a:lnTo>
                      <a:pt x="624" y="110"/>
                    </a:lnTo>
                    <a:lnTo>
                      <a:pt x="624" y="112"/>
                    </a:lnTo>
                    <a:lnTo>
                      <a:pt x="625" y="112"/>
                    </a:lnTo>
                    <a:lnTo>
                      <a:pt x="625" y="113"/>
                    </a:lnTo>
                    <a:lnTo>
                      <a:pt x="626" y="113"/>
                    </a:lnTo>
                    <a:lnTo>
                      <a:pt x="628" y="114"/>
                    </a:lnTo>
                    <a:lnTo>
                      <a:pt x="629" y="114"/>
                    </a:lnTo>
                    <a:lnTo>
                      <a:pt x="629" y="116"/>
                    </a:lnTo>
                    <a:lnTo>
                      <a:pt x="630" y="116"/>
                    </a:lnTo>
                    <a:lnTo>
                      <a:pt x="632" y="117"/>
                    </a:lnTo>
                    <a:lnTo>
                      <a:pt x="633" y="118"/>
                    </a:lnTo>
                    <a:lnTo>
                      <a:pt x="634" y="118"/>
                    </a:lnTo>
                    <a:lnTo>
                      <a:pt x="634" y="120"/>
                    </a:lnTo>
                    <a:lnTo>
                      <a:pt x="636" y="120"/>
                    </a:lnTo>
                    <a:lnTo>
                      <a:pt x="637" y="121"/>
                    </a:lnTo>
                    <a:lnTo>
                      <a:pt x="638" y="121"/>
                    </a:lnTo>
                    <a:lnTo>
                      <a:pt x="640" y="122"/>
                    </a:lnTo>
                    <a:lnTo>
                      <a:pt x="641" y="124"/>
                    </a:lnTo>
                    <a:lnTo>
                      <a:pt x="642" y="125"/>
                    </a:lnTo>
                    <a:lnTo>
                      <a:pt x="644" y="125"/>
                    </a:lnTo>
                    <a:lnTo>
                      <a:pt x="645" y="126"/>
                    </a:lnTo>
                    <a:lnTo>
                      <a:pt x="646" y="128"/>
                    </a:lnTo>
                    <a:lnTo>
                      <a:pt x="648" y="128"/>
                    </a:lnTo>
                    <a:lnTo>
                      <a:pt x="648" y="129"/>
                    </a:lnTo>
                    <a:lnTo>
                      <a:pt x="649" y="129"/>
                    </a:lnTo>
                    <a:lnTo>
                      <a:pt x="650" y="130"/>
                    </a:lnTo>
                    <a:lnTo>
                      <a:pt x="652" y="131"/>
                    </a:lnTo>
                    <a:lnTo>
                      <a:pt x="653" y="131"/>
                    </a:lnTo>
                    <a:lnTo>
                      <a:pt x="653" y="133"/>
                    </a:lnTo>
                    <a:lnTo>
                      <a:pt x="654" y="133"/>
                    </a:lnTo>
                    <a:lnTo>
                      <a:pt x="654" y="134"/>
                    </a:lnTo>
                    <a:lnTo>
                      <a:pt x="656" y="134"/>
                    </a:lnTo>
                    <a:lnTo>
                      <a:pt x="656" y="135"/>
                    </a:lnTo>
                    <a:lnTo>
                      <a:pt x="657" y="135"/>
                    </a:lnTo>
                    <a:lnTo>
                      <a:pt x="657" y="137"/>
                    </a:lnTo>
                    <a:lnTo>
                      <a:pt x="658" y="138"/>
                    </a:lnTo>
                    <a:lnTo>
                      <a:pt x="660" y="138"/>
                    </a:lnTo>
                    <a:lnTo>
                      <a:pt x="660" y="139"/>
                    </a:lnTo>
                    <a:lnTo>
                      <a:pt x="661" y="141"/>
                    </a:lnTo>
                    <a:lnTo>
                      <a:pt x="662" y="141"/>
                    </a:lnTo>
                    <a:lnTo>
                      <a:pt x="664" y="142"/>
                    </a:lnTo>
                    <a:lnTo>
                      <a:pt x="664" y="143"/>
                    </a:lnTo>
                    <a:lnTo>
                      <a:pt x="665" y="145"/>
                    </a:lnTo>
                    <a:lnTo>
                      <a:pt x="666" y="146"/>
                    </a:lnTo>
                    <a:lnTo>
                      <a:pt x="668" y="147"/>
                    </a:lnTo>
                    <a:lnTo>
                      <a:pt x="669" y="149"/>
                    </a:lnTo>
                    <a:lnTo>
                      <a:pt x="670" y="150"/>
                    </a:lnTo>
                    <a:lnTo>
                      <a:pt x="672" y="151"/>
                    </a:lnTo>
                    <a:lnTo>
                      <a:pt x="673" y="153"/>
                    </a:lnTo>
                    <a:lnTo>
                      <a:pt x="674" y="154"/>
                    </a:lnTo>
                    <a:lnTo>
                      <a:pt x="676" y="155"/>
                    </a:lnTo>
                    <a:lnTo>
                      <a:pt x="677" y="157"/>
                    </a:lnTo>
                    <a:lnTo>
                      <a:pt x="677" y="158"/>
                    </a:lnTo>
                    <a:lnTo>
                      <a:pt x="678" y="158"/>
                    </a:lnTo>
                    <a:lnTo>
                      <a:pt x="680" y="159"/>
                    </a:lnTo>
                    <a:lnTo>
                      <a:pt x="680" y="161"/>
                    </a:lnTo>
                    <a:lnTo>
                      <a:pt x="681" y="161"/>
                    </a:lnTo>
                    <a:lnTo>
                      <a:pt x="681" y="162"/>
                    </a:lnTo>
                    <a:lnTo>
                      <a:pt x="682" y="162"/>
                    </a:lnTo>
                    <a:lnTo>
                      <a:pt x="682" y="163"/>
                    </a:lnTo>
                    <a:lnTo>
                      <a:pt x="684" y="165"/>
                    </a:lnTo>
                    <a:lnTo>
                      <a:pt x="685" y="166"/>
                    </a:lnTo>
                    <a:lnTo>
                      <a:pt x="686" y="167"/>
                    </a:lnTo>
                    <a:lnTo>
                      <a:pt x="686" y="169"/>
                    </a:lnTo>
                    <a:lnTo>
                      <a:pt x="688" y="169"/>
                    </a:lnTo>
                    <a:lnTo>
                      <a:pt x="689" y="170"/>
                    </a:lnTo>
                    <a:lnTo>
                      <a:pt x="689" y="171"/>
                    </a:lnTo>
                    <a:lnTo>
                      <a:pt x="690" y="173"/>
                    </a:lnTo>
                    <a:lnTo>
                      <a:pt x="692" y="174"/>
                    </a:lnTo>
                    <a:lnTo>
                      <a:pt x="693" y="175"/>
                    </a:lnTo>
                    <a:lnTo>
                      <a:pt x="694" y="178"/>
                    </a:lnTo>
                    <a:lnTo>
                      <a:pt x="695" y="179"/>
                    </a:lnTo>
                    <a:lnTo>
                      <a:pt x="697" y="181"/>
                    </a:lnTo>
                    <a:lnTo>
                      <a:pt x="698" y="183"/>
                    </a:lnTo>
                    <a:lnTo>
                      <a:pt x="701" y="185"/>
                    </a:lnTo>
                    <a:lnTo>
                      <a:pt x="702" y="186"/>
                    </a:lnTo>
                    <a:lnTo>
                      <a:pt x="702" y="187"/>
                    </a:lnTo>
                    <a:lnTo>
                      <a:pt x="703" y="189"/>
                    </a:lnTo>
                    <a:lnTo>
                      <a:pt x="705" y="190"/>
                    </a:lnTo>
                    <a:lnTo>
                      <a:pt x="706" y="191"/>
                    </a:lnTo>
                    <a:lnTo>
                      <a:pt x="707" y="193"/>
                    </a:lnTo>
                    <a:lnTo>
                      <a:pt x="707" y="194"/>
                    </a:lnTo>
                    <a:lnTo>
                      <a:pt x="709" y="195"/>
                    </a:lnTo>
                    <a:lnTo>
                      <a:pt x="710" y="197"/>
                    </a:lnTo>
                    <a:lnTo>
                      <a:pt x="710" y="198"/>
                    </a:lnTo>
                    <a:lnTo>
                      <a:pt x="711" y="198"/>
                    </a:lnTo>
                    <a:lnTo>
                      <a:pt x="713" y="199"/>
                    </a:lnTo>
                    <a:lnTo>
                      <a:pt x="713" y="201"/>
                    </a:lnTo>
                    <a:lnTo>
                      <a:pt x="714" y="202"/>
                    </a:lnTo>
                    <a:lnTo>
                      <a:pt x="715" y="203"/>
                    </a:lnTo>
                    <a:lnTo>
                      <a:pt x="717" y="205"/>
                    </a:lnTo>
                    <a:lnTo>
                      <a:pt x="717" y="206"/>
                    </a:lnTo>
                    <a:lnTo>
                      <a:pt x="718" y="207"/>
                    </a:lnTo>
                    <a:lnTo>
                      <a:pt x="719" y="208"/>
                    </a:lnTo>
                    <a:lnTo>
                      <a:pt x="721" y="210"/>
                    </a:lnTo>
                    <a:lnTo>
                      <a:pt x="722" y="212"/>
                    </a:lnTo>
                    <a:lnTo>
                      <a:pt x="722" y="214"/>
                    </a:lnTo>
                    <a:lnTo>
                      <a:pt x="723" y="215"/>
                    </a:lnTo>
                    <a:lnTo>
                      <a:pt x="725" y="216"/>
                    </a:lnTo>
                    <a:lnTo>
                      <a:pt x="726" y="218"/>
                    </a:lnTo>
                    <a:lnTo>
                      <a:pt x="727" y="220"/>
                    </a:lnTo>
                    <a:lnTo>
                      <a:pt x="729" y="222"/>
                    </a:lnTo>
                    <a:lnTo>
                      <a:pt x="730" y="224"/>
                    </a:lnTo>
                    <a:lnTo>
                      <a:pt x="731" y="226"/>
                    </a:lnTo>
                    <a:lnTo>
                      <a:pt x="734" y="228"/>
                    </a:lnTo>
                    <a:lnTo>
                      <a:pt x="735" y="230"/>
                    </a:lnTo>
                    <a:lnTo>
                      <a:pt x="735" y="232"/>
                    </a:lnTo>
                    <a:lnTo>
                      <a:pt x="737" y="234"/>
                    </a:lnTo>
                    <a:lnTo>
                      <a:pt x="738" y="235"/>
                    </a:lnTo>
                    <a:lnTo>
                      <a:pt x="739" y="236"/>
                    </a:lnTo>
                    <a:lnTo>
                      <a:pt x="741" y="238"/>
                    </a:lnTo>
                    <a:lnTo>
                      <a:pt x="742" y="239"/>
                    </a:lnTo>
                    <a:lnTo>
                      <a:pt x="742" y="240"/>
                    </a:lnTo>
                    <a:lnTo>
                      <a:pt x="743" y="242"/>
                    </a:lnTo>
                    <a:lnTo>
                      <a:pt x="745" y="243"/>
                    </a:lnTo>
                    <a:lnTo>
                      <a:pt x="745" y="244"/>
                    </a:lnTo>
                    <a:lnTo>
                      <a:pt x="746" y="246"/>
                    </a:lnTo>
                    <a:lnTo>
                      <a:pt x="746" y="247"/>
                    </a:lnTo>
                    <a:lnTo>
                      <a:pt x="747" y="247"/>
                    </a:lnTo>
                    <a:lnTo>
                      <a:pt x="749" y="248"/>
                    </a:lnTo>
                    <a:lnTo>
                      <a:pt x="749" y="250"/>
                    </a:lnTo>
                    <a:lnTo>
                      <a:pt x="750" y="251"/>
                    </a:lnTo>
                    <a:lnTo>
                      <a:pt x="750" y="252"/>
                    </a:lnTo>
                    <a:lnTo>
                      <a:pt x="751" y="254"/>
                    </a:lnTo>
                    <a:lnTo>
                      <a:pt x="753" y="255"/>
                    </a:lnTo>
                    <a:lnTo>
                      <a:pt x="754" y="256"/>
                    </a:lnTo>
                    <a:lnTo>
                      <a:pt x="754" y="258"/>
                    </a:lnTo>
                    <a:lnTo>
                      <a:pt x="755" y="259"/>
                    </a:lnTo>
                    <a:lnTo>
                      <a:pt x="757" y="260"/>
                    </a:lnTo>
                    <a:lnTo>
                      <a:pt x="758" y="262"/>
                    </a:lnTo>
                    <a:lnTo>
                      <a:pt x="759" y="263"/>
                    </a:lnTo>
                    <a:lnTo>
                      <a:pt x="761" y="266"/>
                    </a:lnTo>
                    <a:lnTo>
                      <a:pt x="762" y="267"/>
                    </a:lnTo>
                    <a:lnTo>
                      <a:pt x="763" y="270"/>
                    </a:lnTo>
                    <a:lnTo>
                      <a:pt x="765" y="271"/>
                    </a:lnTo>
                    <a:lnTo>
                      <a:pt x="766" y="274"/>
                    </a:lnTo>
                    <a:lnTo>
                      <a:pt x="767" y="276"/>
                    </a:lnTo>
                    <a:lnTo>
                      <a:pt x="769" y="278"/>
                    </a:lnTo>
                    <a:lnTo>
                      <a:pt x="770" y="279"/>
                    </a:lnTo>
                    <a:lnTo>
                      <a:pt x="771" y="281"/>
                    </a:lnTo>
                    <a:lnTo>
                      <a:pt x="772" y="283"/>
                    </a:lnTo>
                    <a:lnTo>
                      <a:pt x="774" y="284"/>
                    </a:lnTo>
                    <a:lnTo>
                      <a:pt x="775" y="285"/>
                    </a:lnTo>
                    <a:lnTo>
                      <a:pt x="775" y="287"/>
                    </a:lnTo>
                    <a:lnTo>
                      <a:pt x="776" y="288"/>
                    </a:lnTo>
                    <a:lnTo>
                      <a:pt x="778" y="289"/>
                    </a:lnTo>
                    <a:lnTo>
                      <a:pt x="778" y="291"/>
                    </a:lnTo>
                    <a:lnTo>
                      <a:pt x="779" y="292"/>
                    </a:lnTo>
                    <a:lnTo>
                      <a:pt x="780" y="293"/>
                    </a:lnTo>
                    <a:lnTo>
                      <a:pt x="782" y="295"/>
                    </a:lnTo>
                    <a:lnTo>
                      <a:pt x="782" y="296"/>
                    </a:lnTo>
                    <a:lnTo>
                      <a:pt x="783" y="297"/>
                    </a:lnTo>
                    <a:lnTo>
                      <a:pt x="784" y="299"/>
                    </a:lnTo>
                    <a:lnTo>
                      <a:pt x="784" y="300"/>
                    </a:lnTo>
                    <a:lnTo>
                      <a:pt x="786" y="301"/>
                    </a:lnTo>
                    <a:lnTo>
                      <a:pt x="786" y="303"/>
                    </a:lnTo>
                    <a:lnTo>
                      <a:pt x="787" y="304"/>
                    </a:lnTo>
                    <a:lnTo>
                      <a:pt x="788" y="305"/>
                    </a:lnTo>
                    <a:lnTo>
                      <a:pt x="788" y="307"/>
                    </a:lnTo>
                    <a:lnTo>
                      <a:pt x="790" y="309"/>
                    </a:lnTo>
                    <a:lnTo>
                      <a:pt x="791" y="311"/>
                    </a:lnTo>
                    <a:lnTo>
                      <a:pt x="791" y="312"/>
                    </a:lnTo>
                    <a:lnTo>
                      <a:pt x="792" y="313"/>
                    </a:lnTo>
                    <a:lnTo>
                      <a:pt x="794" y="315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1983" name="Freeform 87">
                <a:extLst>
                  <a:ext uri="{FF2B5EF4-FFF2-40B4-BE49-F238E27FC236}">
                    <a16:creationId xmlns:a16="http://schemas.microsoft.com/office/drawing/2014/main" id="{837301A8-6D8A-46F0-BCD6-F7DAAB3D3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758314"/>
                <a:ext cx="630237" cy="249238"/>
              </a:xfrm>
              <a:custGeom>
                <a:avLst/>
                <a:gdLst>
                  <a:gd name="T0" fmla="*/ 2147483646 w 794"/>
                  <a:gd name="T1" fmla="*/ 2147483646 h 315"/>
                  <a:gd name="T2" fmla="*/ 2147483646 w 794"/>
                  <a:gd name="T3" fmla="*/ 2147483646 h 315"/>
                  <a:gd name="T4" fmla="*/ 2147483646 w 794"/>
                  <a:gd name="T5" fmla="*/ 2147483646 h 315"/>
                  <a:gd name="T6" fmla="*/ 2147483646 w 794"/>
                  <a:gd name="T7" fmla="*/ 2147483646 h 315"/>
                  <a:gd name="T8" fmla="*/ 2147483646 w 794"/>
                  <a:gd name="T9" fmla="*/ 2147483646 h 315"/>
                  <a:gd name="T10" fmla="*/ 2147483646 w 794"/>
                  <a:gd name="T11" fmla="*/ 2147483646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315"/>
                    </a:moveTo>
                    <a:lnTo>
                      <a:pt x="31" y="315"/>
                    </a:lnTo>
                    <a:lnTo>
                      <a:pt x="60" y="315"/>
                    </a:lnTo>
                    <a:lnTo>
                      <a:pt x="86" y="315"/>
                    </a:lnTo>
                    <a:lnTo>
                      <a:pt x="110" y="315"/>
                    </a:lnTo>
                    <a:lnTo>
                      <a:pt x="134" y="315"/>
                    </a:lnTo>
                    <a:lnTo>
                      <a:pt x="155" y="315"/>
                    </a:lnTo>
                    <a:lnTo>
                      <a:pt x="175" y="315"/>
                    </a:lnTo>
                    <a:lnTo>
                      <a:pt x="194" y="315"/>
                    </a:lnTo>
                    <a:lnTo>
                      <a:pt x="211" y="315"/>
                    </a:lnTo>
                    <a:lnTo>
                      <a:pt x="227" y="315"/>
                    </a:lnTo>
                    <a:lnTo>
                      <a:pt x="240" y="315"/>
                    </a:lnTo>
                    <a:lnTo>
                      <a:pt x="254" y="315"/>
                    </a:lnTo>
                    <a:lnTo>
                      <a:pt x="265" y="315"/>
                    </a:lnTo>
                    <a:lnTo>
                      <a:pt x="276" y="315"/>
                    </a:lnTo>
                    <a:lnTo>
                      <a:pt x="287" y="315"/>
                    </a:lnTo>
                    <a:lnTo>
                      <a:pt x="296" y="315"/>
                    </a:lnTo>
                    <a:lnTo>
                      <a:pt x="303" y="315"/>
                    </a:lnTo>
                    <a:lnTo>
                      <a:pt x="311" y="315"/>
                    </a:lnTo>
                    <a:lnTo>
                      <a:pt x="317" y="315"/>
                    </a:lnTo>
                    <a:lnTo>
                      <a:pt x="323" y="315"/>
                    </a:lnTo>
                    <a:lnTo>
                      <a:pt x="328" y="315"/>
                    </a:lnTo>
                    <a:lnTo>
                      <a:pt x="332" y="315"/>
                    </a:lnTo>
                    <a:lnTo>
                      <a:pt x="336" y="315"/>
                    </a:lnTo>
                    <a:lnTo>
                      <a:pt x="338" y="315"/>
                    </a:lnTo>
                    <a:lnTo>
                      <a:pt x="342" y="315"/>
                    </a:lnTo>
                    <a:lnTo>
                      <a:pt x="345" y="315"/>
                    </a:lnTo>
                    <a:lnTo>
                      <a:pt x="348" y="315"/>
                    </a:lnTo>
                    <a:lnTo>
                      <a:pt x="349" y="314"/>
                    </a:lnTo>
                    <a:lnTo>
                      <a:pt x="352" y="314"/>
                    </a:lnTo>
                    <a:lnTo>
                      <a:pt x="353" y="314"/>
                    </a:lnTo>
                    <a:lnTo>
                      <a:pt x="356" y="314"/>
                    </a:lnTo>
                    <a:lnTo>
                      <a:pt x="358" y="314"/>
                    </a:lnTo>
                    <a:lnTo>
                      <a:pt x="360" y="314"/>
                    </a:lnTo>
                    <a:lnTo>
                      <a:pt x="362" y="314"/>
                    </a:lnTo>
                    <a:lnTo>
                      <a:pt x="364" y="314"/>
                    </a:lnTo>
                    <a:lnTo>
                      <a:pt x="366" y="314"/>
                    </a:lnTo>
                    <a:lnTo>
                      <a:pt x="368" y="314"/>
                    </a:lnTo>
                    <a:lnTo>
                      <a:pt x="369" y="314"/>
                    </a:lnTo>
                    <a:lnTo>
                      <a:pt x="370" y="312"/>
                    </a:lnTo>
                    <a:lnTo>
                      <a:pt x="372" y="312"/>
                    </a:lnTo>
                    <a:lnTo>
                      <a:pt x="374" y="312"/>
                    </a:lnTo>
                    <a:lnTo>
                      <a:pt x="376" y="312"/>
                    </a:lnTo>
                    <a:lnTo>
                      <a:pt x="377" y="312"/>
                    </a:lnTo>
                    <a:lnTo>
                      <a:pt x="378" y="312"/>
                    </a:lnTo>
                    <a:lnTo>
                      <a:pt x="380" y="312"/>
                    </a:lnTo>
                    <a:lnTo>
                      <a:pt x="381" y="312"/>
                    </a:lnTo>
                    <a:lnTo>
                      <a:pt x="382" y="312"/>
                    </a:lnTo>
                    <a:lnTo>
                      <a:pt x="384" y="312"/>
                    </a:lnTo>
                    <a:lnTo>
                      <a:pt x="385" y="311"/>
                    </a:lnTo>
                    <a:lnTo>
                      <a:pt x="386" y="311"/>
                    </a:lnTo>
                    <a:lnTo>
                      <a:pt x="388" y="311"/>
                    </a:lnTo>
                    <a:lnTo>
                      <a:pt x="389" y="311"/>
                    </a:lnTo>
                    <a:lnTo>
                      <a:pt x="390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4" y="311"/>
                    </a:lnTo>
                    <a:lnTo>
                      <a:pt x="396" y="310"/>
                    </a:lnTo>
                    <a:lnTo>
                      <a:pt x="398" y="310"/>
                    </a:lnTo>
                    <a:lnTo>
                      <a:pt x="400" y="310"/>
                    </a:lnTo>
                    <a:lnTo>
                      <a:pt x="401" y="310"/>
                    </a:lnTo>
                    <a:lnTo>
                      <a:pt x="403" y="310"/>
                    </a:lnTo>
                    <a:lnTo>
                      <a:pt x="405" y="308"/>
                    </a:lnTo>
                    <a:lnTo>
                      <a:pt x="407" y="308"/>
                    </a:lnTo>
                    <a:lnTo>
                      <a:pt x="409" y="308"/>
                    </a:lnTo>
                    <a:lnTo>
                      <a:pt x="411" y="308"/>
                    </a:lnTo>
                    <a:lnTo>
                      <a:pt x="413" y="307"/>
                    </a:lnTo>
                    <a:lnTo>
                      <a:pt x="414" y="307"/>
                    </a:lnTo>
                    <a:lnTo>
                      <a:pt x="417" y="307"/>
                    </a:lnTo>
                    <a:lnTo>
                      <a:pt x="418" y="307"/>
                    </a:lnTo>
                    <a:lnTo>
                      <a:pt x="419" y="307"/>
                    </a:lnTo>
                    <a:lnTo>
                      <a:pt x="421" y="307"/>
                    </a:lnTo>
                    <a:lnTo>
                      <a:pt x="422" y="306"/>
                    </a:lnTo>
                    <a:lnTo>
                      <a:pt x="423" y="306"/>
                    </a:lnTo>
                    <a:lnTo>
                      <a:pt x="425" y="306"/>
                    </a:lnTo>
                    <a:lnTo>
                      <a:pt x="426" y="306"/>
                    </a:lnTo>
                    <a:lnTo>
                      <a:pt x="427" y="306"/>
                    </a:lnTo>
                    <a:lnTo>
                      <a:pt x="429" y="304"/>
                    </a:lnTo>
                    <a:lnTo>
                      <a:pt x="430" y="304"/>
                    </a:lnTo>
                    <a:lnTo>
                      <a:pt x="431" y="304"/>
                    </a:lnTo>
                    <a:lnTo>
                      <a:pt x="433" y="304"/>
                    </a:lnTo>
                    <a:lnTo>
                      <a:pt x="434" y="303"/>
                    </a:lnTo>
                    <a:lnTo>
                      <a:pt x="435" y="303"/>
                    </a:lnTo>
                    <a:lnTo>
                      <a:pt x="437" y="303"/>
                    </a:lnTo>
                    <a:lnTo>
                      <a:pt x="438" y="303"/>
                    </a:lnTo>
                    <a:lnTo>
                      <a:pt x="439" y="302"/>
                    </a:lnTo>
                    <a:lnTo>
                      <a:pt x="441" y="302"/>
                    </a:lnTo>
                    <a:lnTo>
                      <a:pt x="443" y="300"/>
                    </a:lnTo>
                    <a:lnTo>
                      <a:pt x="445" y="300"/>
                    </a:lnTo>
                    <a:lnTo>
                      <a:pt x="446" y="300"/>
                    </a:lnTo>
                    <a:lnTo>
                      <a:pt x="449" y="299"/>
                    </a:lnTo>
                    <a:lnTo>
                      <a:pt x="450" y="299"/>
                    </a:lnTo>
                    <a:lnTo>
                      <a:pt x="453" y="298"/>
                    </a:lnTo>
                    <a:lnTo>
                      <a:pt x="455" y="296"/>
                    </a:lnTo>
                    <a:lnTo>
                      <a:pt x="458" y="296"/>
                    </a:lnTo>
                    <a:lnTo>
                      <a:pt x="459" y="295"/>
                    </a:lnTo>
                    <a:lnTo>
                      <a:pt x="462" y="295"/>
                    </a:lnTo>
                    <a:lnTo>
                      <a:pt x="465" y="294"/>
                    </a:lnTo>
                    <a:lnTo>
                      <a:pt x="466" y="294"/>
                    </a:lnTo>
                    <a:lnTo>
                      <a:pt x="467" y="294"/>
                    </a:lnTo>
                    <a:lnTo>
                      <a:pt x="470" y="292"/>
                    </a:lnTo>
                    <a:lnTo>
                      <a:pt x="471" y="292"/>
                    </a:lnTo>
                    <a:lnTo>
                      <a:pt x="473" y="291"/>
                    </a:lnTo>
                    <a:lnTo>
                      <a:pt x="474" y="291"/>
                    </a:lnTo>
                    <a:lnTo>
                      <a:pt x="475" y="291"/>
                    </a:lnTo>
                    <a:lnTo>
                      <a:pt x="476" y="290"/>
                    </a:lnTo>
                    <a:lnTo>
                      <a:pt x="478" y="290"/>
                    </a:lnTo>
                    <a:lnTo>
                      <a:pt x="479" y="290"/>
                    </a:lnTo>
                    <a:lnTo>
                      <a:pt x="480" y="288"/>
                    </a:lnTo>
                    <a:lnTo>
                      <a:pt x="482" y="288"/>
                    </a:lnTo>
                    <a:lnTo>
                      <a:pt x="483" y="287"/>
                    </a:lnTo>
                    <a:lnTo>
                      <a:pt x="484" y="287"/>
                    </a:lnTo>
                    <a:lnTo>
                      <a:pt x="486" y="286"/>
                    </a:lnTo>
                    <a:lnTo>
                      <a:pt x="487" y="286"/>
                    </a:lnTo>
                    <a:lnTo>
                      <a:pt x="488" y="286"/>
                    </a:lnTo>
                    <a:lnTo>
                      <a:pt x="490" y="284"/>
                    </a:lnTo>
                    <a:lnTo>
                      <a:pt x="491" y="284"/>
                    </a:lnTo>
                    <a:lnTo>
                      <a:pt x="492" y="283"/>
                    </a:lnTo>
                    <a:lnTo>
                      <a:pt x="494" y="283"/>
                    </a:lnTo>
                    <a:lnTo>
                      <a:pt x="495" y="282"/>
                    </a:lnTo>
                    <a:lnTo>
                      <a:pt x="498" y="280"/>
                    </a:lnTo>
                    <a:lnTo>
                      <a:pt x="499" y="280"/>
                    </a:lnTo>
                    <a:lnTo>
                      <a:pt x="500" y="279"/>
                    </a:lnTo>
                    <a:lnTo>
                      <a:pt x="503" y="278"/>
                    </a:lnTo>
                    <a:lnTo>
                      <a:pt x="504" y="276"/>
                    </a:lnTo>
                    <a:lnTo>
                      <a:pt x="507" y="276"/>
                    </a:lnTo>
                    <a:lnTo>
                      <a:pt x="508" y="275"/>
                    </a:lnTo>
                    <a:lnTo>
                      <a:pt x="511" y="274"/>
                    </a:lnTo>
                    <a:lnTo>
                      <a:pt x="512" y="274"/>
                    </a:lnTo>
                    <a:lnTo>
                      <a:pt x="514" y="272"/>
                    </a:lnTo>
                    <a:lnTo>
                      <a:pt x="516" y="271"/>
                    </a:lnTo>
                    <a:lnTo>
                      <a:pt x="518" y="271"/>
                    </a:lnTo>
                    <a:lnTo>
                      <a:pt x="519" y="270"/>
                    </a:lnTo>
                    <a:lnTo>
                      <a:pt x="520" y="270"/>
                    </a:lnTo>
                    <a:lnTo>
                      <a:pt x="522" y="268"/>
                    </a:lnTo>
                    <a:lnTo>
                      <a:pt x="523" y="268"/>
                    </a:lnTo>
                    <a:lnTo>
                      <a:pt x="524" y="267"/>
                    </a:lnTo>
                    <a:lnTo>
                      <a:pt x="526" y="267"/>
                    </a:lnTo>
                    <a:lnTo>
                      <a:pt x="527" y="266"/>
                    </a:lnTo>
                    <a:lnTo>
                      <a:pt x="528" y="266"/>
                    </a:lnTo>
                    <a:lnTo>
                      <a:pt x="528" y="264"/>
                    </a:lnTo>
                    <a:lnTo>
                      <a:pt x="530" y="264"/>
                    </a:lnTo>
                    <a:lnTo>
                      <a:pt x="531" y="264"/>
                    </a:lnTo>
                    <a:lnTo>
                      <a:pt x="532" y="263"/>
                    </a:lnTo>
                    <a:lnTo>
                      <a:pt x="534" y="263"/>
                    </a:lnTo>
                    <a:lnTo>
                      <a:pt x="534" y="262"/>
                    </a:lnTo>
                    <a:lnTo>
                      <a:pt x="535" y="262"/>
                    </a:lnTo>
                    <a:lnTo>
                      <a:pt x="536" y="261"/>
                    </a:lnTo>
                    <a:lnTo>
                      <a:pt x="538" y="261"/>
                    </a:lnTo>
                    <a:lnTo>
                      <a:pt x="539" y="259"/>
                    </a:lnTo>
                    <a:lnTo>
                      <a:pt x="540" y="259"/>
                    </a:lnTo>
                    <a:lnTo>
                      <a:pt x="542" y="258"/>
                    </a:lnTo>
                    <a:lnTo>
                      <a:pt x="543" y="257"/>
                    </a:lnTo>
                    <a:lnTo>
                      <a:pt x="546" y="257"/>
                    </a:lnTo>
                    <a:lnTo>
                      <a:pt x="547" y="255"/>
                    </a:lnTo>
                    <a:lnTo>
                      <a:pt x="548" y="254"/>
                    </a:lnTo>
                    <a:lnTo>
                      <a:pt x="551" y="253"/>
                    </a:lnTo>
                    <a:lnTo>
                      <a:pt x="552" y="253"/>
                    </a:lnTo>
                    <a:lnTo>
                      <a:pt x="553" y="251"/>
                    </a:lnTo>
                    <a:lnTo>
                      <a:pt x="556" y="250"/>
                    </a:lnTo>
                    <a:lnTo>
                      <a:pt x="557" y="250"/>
                    </a:lnTo>
                    <a:lnTo>
                      <a:pt x="559" y="249"/>
                    </a:lnTo>
                    <a:lnTo>
                      <a:pt x="560" y="247"/>
                    </a:lnTo>
                    <a:lnTo>
                      <a:pt x="561" y="247"/>
                    </a:lnTo>
                    <a:lnTo>
                      <a:pt x="563" y="246"/>
                    </a:lnTo>
                    <a:lnTo>
                      <a:pt x="564" y="245"/>
                    </a:lnTo>
                    <a:lnTo>
                      <a:pt x="565" y="245"/>
                    </a:lnTo>
                    <a:lnTo>
                      <a:pt x="567" y="245"/>
                    </a:lnTo>
                    <a:lnTo>
                      <a:pt x="567" y="243"/>
                    </a:lnTo>
                    <a:lnTo>
                      <a:pt x="568" y="243"/>
                    </a:lnTo>
                    <a:lnTo>
                      <a:pt x="569" y="242"/>
                    </a:lnTo>
                    <a:lnTo>
                      <a:pt x="571" y="242"/>
                    </a:lnTo>
                    <a:lnTo>
                      <a:pt x="572" y="241"/>
                    </a:lnTo>
                    <a:lnTo>
                      <a:pt x="573" y="239"/>
                    </a:lnTo>
                    <a:lnTo>
                      <a:pt x="575" y="239"/>
                    </a:lnTo>
                    <a:lnTo>
                      <a:pt x="575" y="238"/>
                    </a:lnTo>
                    <a:lnTo>
                      <a:pt x="576" y="238"/>
                    </a:lnTo>
                    <a:lnTo>
                      <a:pt x="577" y="237"/>
                    </a:lnTo>
                    <a:lnTo>
                      <a:pt x="579" y="237"/>
                    </a:lnTo>
                    <a:lnTo>
                      <a:pt x="580" y="235"/>
                    </a:lnTo>
                    <a:lnTo>
                      <a:pt x="581" y="235"/>
                    </a:lnTo>
                    <a:lnTo>
                      <a:pt x="581" y="234"/>
                    </a:lnTo>
                    <a:lnTo>
                      <a:pt x="583" y="234"/>
                    </a:lnTo>
                    <a:lnTo>
                      <a:pt x="585" y="233"/>
                    </a:lnTo>
                    <a:lnTo>
                      <a:pt x="587" y="231"/>
                    </a:lnTo>
                    <a:lnTo>
                      <a:pt x="588" y="230"/>
                    </a:lnTo>
                    <a:lnTo>
                      <a:pt x="589" y="230"/>
                    </a:lnTo>
                    <a:lnTo>
                      <a:pt x="591" y="229"/>
                    </a:lnTo>
                    <a:lnTo>
                      <a:pt x="592" y="227"/>
                    </a:lnTo>
                    <a:lnTo>
                      <a:pt x="593" y="227"/>
                    </a:lnTo>
                    <a:lnTo>
                      <a:pt x="593" y="226"/>
                    </a:lnTo>
                    <a:lnTo>
                      <a:pt x="595" y="226"/>
                    </a:lnTo>
                    <a:lnTo>
                      <a:pt x="596" y="225"/>
                    </a:lnTo>
                    <a:lnTo>
                      <a:pt x="597" y="225"/>
                    </a:lnTo>
                    <a:lnTo>
                      <a:pt x="597" y="223"/>
                    </a:lnTo>
                    <a:lnTo>
                      <a:pt x="599" y="223"/>
                    </a:lnTo>
                    <a:lnTo>
                      <a:pt x="600" y="223"/>
                    </a:lnTo>
                    <a:lnTo>
                      <a:pt x="600" y="222"/>
                    </a:lnTo>
                    <a:lnTo>
                      <a:pt x="601" y="222"/>
                    </a:lnTo>
                    <a:lnTo>
                      <a:pt x="603" y="221"/>
                    </a:lnTo>
                    <a:lnTo>
                      <a:pt x="604" y="221"/>
                    </a:lnTo>
                    <a:lnTo>
                      <a:pt x="604" y="219"/>
                    </a:lnTo>
                    <a:lnTo>
                      <a:pt x="605" y="219"/>
                    </a:lnTo>
                    <a:lnTo>
                      <a:pt x="605" y="218"/>
                    </a:lnTo>
                    <a:lnTo>
                      <a:pt x="607" y="218"/>
                    </a:lnTo>
                    <a:lnTo>
                      <a:pt x="608" y="217"/>
                    </a:lnTo>
                    <a:lnTo>
                      <a:pt x="609" y="215"/>
                    </a:lnTo>
                    <a:lnTo>
                      <a:pt x="611" y="214"/>
                    </a:lnTo>
                    <a:lnTo>
                      <a:pt x="612" y="214"/>
                    </a:lnTo>
                    <a:lnTo>
                      <a:pt x="612" y="213"/>
                    </a:lnTo>
                    <a:lnTo>
                      <a:pt x="613" y="213"/>
                    </a:lnTo>
                    <a:lnTo>
                      <a:pt x="615" y="211"/>
                    </a:lnTo>
                    <a:lnTo>
                      <a:pt x="616" y="210"/>
                    </a:lnTo>
                    <a:lnTo>
                      <a:pt x="617" y="209"/>
                    </a:lnTo>
                    <a:lnTo>
                      <a:pt x="619" y="209"/>
                    </a:lnTo>
                    <a:lnTo>
                      <a:pt x="619" y="207"/>
                    </a:lnTo>
                    <a:lnTo>
                      <a:pt x="620" y="207"/>
                    </a:lnTo>
                    <a:lnTo>
                      <a:pt x="621" y="206"/>
                    </a:lnTo>
                    <a:lnTo>
                      <a:pt x="622" y="206"/>
                    </a:lnTo>
                    <a:lnTo>
                      <a:pt x="622" y="205"/>
                    </a:lnTo>
                    <a:lnTo>
                      <a:pt x="624" y="205"/>
                    </a:lnTo>
                    <a:lnTo>
                      <a:pt x="625" y="203"/>
                    </a:lnTo>
                    <a:lnTo>
                      <a:pt x="626" y="202"/>
                    </a:lnTo>
                    <a:lnTo>
                      <a:pt x="628" y="202"/>
                    </a:lnTo>
                    <a:lnTo>
                      <a:pt x="628" y="201"/>
                    </a:lnTo>
                    <a:lnTo>
                      <a:pt x="629" y="201"/>
                    </a:lnTo>
                    <a:lnTo>
                      <a:pt x="630" y="199"/>
                    </a:lnTo>
                    <a:lnTo>
                      <a:pt x="632" y="199"/>
                    </a:lnTo>
                    <a:lnTo>
                      <a:pt x="632" y="198"/>
                    </a:lnTo>
                    <a:lnTo>
                      <a:pt x="633" y="198"/>
                    </a:lnTo>
                    <a:lnTo>
                      <a:pt x="634" y="197"/>
                    </a:lnTo>
                    <a:lnTo>
                      <a:pt x="636" y="195"/>
                    </a:lnTo>
                    <a:lnTo>
                      <a:pt x="637" y="195"/>
                    </a:lnTo>
                    <a:lnTo>
                      <a:pt x="638" y="194"/>
                    </a:lnTo>
                    <a:lnTo>
                      <a:pt x="640" y="193"/>
                    </a:lnTo>
                    <a:lnTo>
                      <a:pt x="641" y="193"/>
                    </a:lnTo>
                    <a:lnTo>
                      <a:pt x="641" y="191"/>
                    </a:lnTo>
                    <a:lnTo>
                      <a:pt x="642" y="191"/>
                    </a:lnTo>
                    <a:lnTo>
                      <a:pt x="644" y="190"/>
                    </a:lnTo>
                    <a:lnTo>
                      <a:pt x="645" y="190"/>
                    </a:lnTo>
                    <a:lnTo>
                      <a:pt x="645" y="189"/>
                    </a:lnTo>
                    <a:lnTo>
                      <a:pt x="646" y="189"/>
                    </a:lnTo>
                    <a:lnTo>
                      <a:pt x="648" y="188"/>
                    </a:lnTo>
                    <a:lnTo>
                      <a:pt x="649" y="186"/>
                    </a:lnTo>
                    <a:lnTo>
                      <a:pt x="650" y="186"/>
                    </a:lnTo>
                    <a:lnTo>
                      <a:pt x="650" y="185"/>
                    </a:lnTo>
                    <a:lnTo>
                      <a:pt x="652" y="185"/>
                    </a:lnTo>
                    <a:lnTo>
                      <a:pt x="652" y="184"/>
                    </a:lnTo>
                    <a:lnTo>
                      <a:pt x="653" y="184"/>
                    </a:lnTo>
                    <a:lnTo>
                      <a:pt x="654" y="182"/>
                    </a:lnTo>
                    <a:lnTo>
                      <a:pt x="656" y="181"/>
                    </a:lnTo>
                    <a:lnTo>
                      <a:pt x="657" y="180"/>
                    </a:lnTo>
                    <a:lnTo>
                      <a:pt x="657" y="178"/>
                    </a:lnTo>
                    <a:lnTo>
                      <a:pt x="658" y="178"/>
                    </a:lnTo>
                    <a:lnTo>
                      <a:pt x="660" y="177"/>
                    </a:lnTo>
                    <a:lnTo>
                      <a:pt x="661" y="176"/>
                    </a:lnTo>
                    <a:lnTo>
                      <a:pt x="662" y="174"/>
                    </a:lnTo>
                    <a:lnTo>
                      <a:pt x="664" y="173"/>
                    </a:lnTo>
                    <a:lnTo>
                      <a:pt x="664" y="172"/>
                    </a:lnTo>
                    <a:lnTo>
                      <a:pt x="665" y="170"/>
                    </a:lnTo>
                    <a:lnTo>
                      <a:pt x="666" y="169"/>
                    </a:lnTo>
                    <a:lnTo>
                      <a:pt x="668" y="168"/>
                    </a:lnTo>
                    <a:lnTo>
                      <a:pt x="669" y="166"/>
                    </a:lnTo>
                    <a:lnTo>
                      <a:pt x="670" y="165"/>
                    </a:lnTo>
                    <a:lnTo>
                      <a:pt x="672" y="165"/>
                    </a:lnTo>
                    <a:lnTo>
                      <a:pt x="673" y="164"/>
                    </a:lnTo>
                    <a:lnTo>
                      <a:pt x="673" y="162"/>
                    </a:lnTo>
                    <a:lnTo>
                      <a:pt x="674" y="161"/>
                    </a:lnTo>
                    <a:lnTo>
                      <a:pt x="676" y="161"/>
                    </a:lnTo>
                    <a:lnTo>
                      <a:pt x="676" y="160"/>
                    </a:lnTo>
                    <a:lnTo>
                      <a:pt x="677" y="158"/>
                    </a:lnTo>
                    <a:lnTo>
                      <a:pt x="678" y="157"/>
                    </a:lnTo>
                    <a:lnTo>
                      <a:pt x="680" y="156"/>
                    </a:lnTo>
                    <a:lnTo>
                      <a:pt x="681" y="154"/>
                    </a:lnTo>
                    <a:lnTo>
                      <a:pt x="682" y="153"/>
                    </a:lnTo>
                    <a:lnTo>
                      <a:pt x="682" y="152"/>
                    </a:lnTo>
                    <a:lnTo>
                      <a:pt x="684" y="152"/>
                    </a:lnTo>
                    <a:lnTo>
                      <a:pt x="684" y="150"/>
                    </a:lnTo>
                    <a:lnTo>
                      <a:pt x="685" y="149"/>
                    </a:lnTo>
                    <a:lnTo>
                      <a:pt x="686" y="149"/>
                    </a:lnTo>
                    <a:lnTo>
                      <a:pt x="686" y="148"/>
                    </a:lnTo>
                    <a:lnTo>
                      <a:pt x="688" y="146"/>
                    </a:lnTo>
                    <a:lnTo>
                      <a:pt x="689" y="145"/>
                    </a:lnTo>
                    <a:lnTo>
                      <a:pt x="689" y="144"/>
                    </a:lnTo>
                    <a:lnTo>
                      <a:pt x="690" y="142"/>
                    </a:lnTo>
                    <a:lnTo>
                      <a:pt x="692" y="141"/>
                    </a:lnTo>
                    <a:lnTo>
                      <a:pt x="693" y="140"/>
                    </a:lnTo>
                    <a:lnTo>
                      <a:pt x="694" y="138"/>
                    </a:lnTo>
                    <a:lnTo>
                      <a:pt x="695" y="136"/>
                    </a:lnTo>
                    <a:lnTo>
                      <a:pt x="697" y="134"/>
                    </a:lnTo>
                    <a:lnTo>
                      <a:pt x="698" y="133"/>
                    </a:lnTo>
                    <a:lnTo>
                      <a:pt x="701" y="130"/>
                    </a:lnTo>
                    <a:lnTo>
                      <a:pt x="702" y="129"/>
                    </a:lnTo>
                    <a:lnTo>
                      <a:pt x="702" y="128"/>
                    </a:lnTo>
                    <a:lnTo>
                      <a:pt x="703" y="126"/>
                    </a:lnTo>
                    <a:lnTo>
                      <a:pt x="705" y="125"/>
                    </a:lnTo>
                    <a:lnTo>
                      <a:pt x="706" y="124"/>
                    </a:lnTo>
                    <a:lnTo>
                      <a:pt x="707" y="122"/>
                    </a:lnTo>
                    <a:lnTo>
                      <a:pt x="707" y="121"/>
                    </a:lnTo>
                    <a:lnTo>
                      <a:pt x="709" y="120"/>
                    </a:lnTo>
                    <a:lnTo>
                      <a:pt x="710" y="120"/>
                    </a:lnTo>
                    <a:lnTo>
                      <a:pt x="710" y="118"/>
                    </a:lnTo>
                    <a:lnTo>
                      <a:pt x="711" y="117"/>
                    </a:lnTo>
                    <a:lnTo>
                      <a:pt x="713" y="116"/>
                    </a:lnTo>
                    <a:lnTo>
                      <a:pt x="714" y="114"/>
                    </a:lnTo>
                    <a:lnTo>
                      <a:pt x="714" y="113"/>
                    </a:lnTo>
                    <a:lnTo>
                      <a:pt x="715" y="112"/>
                    </a:lnTo>
                    <a:lnTo>
                      <a:pt x="717" y="111"/>
                    </a:lnTo>
                    <a:lnTo>
                      <a:pt x="718" y="109"/>
                    </a:lnTo>
                    <a:lnTo>
                      <a:pt x="719" y="108"/>
                    </a:lnTo>
                    <a:lnTo>
                      <a:pt x="719" y="107"/>
                    </a:lnTo>
                    <a:lnTo>
                      <a:pt x="721" y="105"/>
                    </a:lnTo>
                    <a:lnTo>
                      <a:pt x="722" y="104"/>
                    </a:lnTo>
                    <a:lnTo>
                      <a:pt x="722" y="103"/>
                    </a:lnTo>
                    <a:lnTo>
                      <a:pt x="723" y="101"/>
                    </a:lnTo>
                    <a:lnTo>
                      <a:pt x="725" y="99"/>
                    </a:lnTo>
                    <a:lnTo>
                      <a:pt x="726" y="97"/>
                    </a:lnTo>
                    <a:lnTo>
                      <a:pt x="727" y="96"/>
                    </a:lnTo>
                    <a:lnTo>
                      <a:pt x="729" y="93"/>
                    </a:lnTo>
                    <a:lnTo>
                      <a:pt x="730" y="91"/>
                    </a:lnTo>
                    <a:lnTo>
                      <a:pt x="731" y="89"/>
                    </a:lnTo>
                    <a:lnTo>
                      <a:pt x="734" y="87"/>
                    </a:lnTo>
                    <a:lnTo>
                      <a:pt x="735" y="85"/>
                    </a:lnTo>
                    <a:lnTo>
                      <a:pt x="735" y="84"/>
                    </a:lnTo>
                    <a:lnTo>
                      <a:pt x="737" y="81"/>
                    </a:lnTo>
                    <a:lnTo>
                      <a:pt x="738" y="80"/>
                    </a:lnTo>
                    <a:lnTo>
                      <a:pt x="739" y="79"/>
                    </a:lnTo>
                    <a:lnTo>
                      <a:pt x="741" y="77"/>
                    </a:lnTo>
                    <a:lnTo>
                      <a:pt x="742" y="76"/>
                    </a:lnTo>
                    <a:lnTo>
                      <a:pt x="742" y="75"/>
                    </a:lnTo>
                    <a:lnTo>
                      <a:pt x="743" y="73"/>
                    </a:lnTo>
                    <a:lnTo>
                      <a:pt x="745" y="72"/>
                    </a:lnTo>
                    <a:lnTo>
                      <a:pt x="746" y="71"/>
                    </a:lnTo>
                    <a:lnTo>
                      <a:pt x="746" y="69"/>
                    </a:lnTo>
                    <a:lnTo>
                      <a:pt x="747" y="68"/>
                    </a:lnTo>
                    <a:lnTo>
                      <a:pt x="749" y="67"/>
                    </a:lnTo>
                    <a:lnTo>
                      <a:pt x="749" y="65"/>
                    </a:lnTo>
                    <a:lnTo>
                      <a:pt x="750" y="64"/>
                    </a:lnTo>
                    <a:lnTo>
                      <a:pt x="751" y="63"/>
                    </a:lnTo>
                    <a:lnTo>
                      <a:pt x="753" y="61"/>
                    </a:lnTo>
                    <a:lnTo>
                      <a:pt x="754" y="60"/>
                    </a:lnTo>
                    <a:lnTo>
                      <a:pt x="754" y="59"/>
                    </a:lnTo>
                    <a:lnTo>
                      <a:pt x="755" y="57"/>
                    </a:lnTo>
                    <a:lnTo>
                      <a:pt x="757" y="55"/>
                    </a:lnTo>
                    <a:lnTo>
                      <a:pt x="758" y="53"/>
                    </a:lnTo>
                    <a:lnTo>
                      <a:pt x="759" y="52"/>
                    </a:lnTo>
                    <a:lnTo>
                      <a:pt x="761" y="51"/>
                    </a:lnTo>
                    <a:lnTo>
                      <a:pt x="762" y="48"/>
                    </a:lnTo>
                    <a:lnTo>
                      <a:pt x="763" y="47"/>
                    </a:lnTo>
                    <a:lnTo>
                      <a:pt x="765" y="44"/>
                    </a:lnTo>
                    <a:lnTo>
                      <a:pt x="766" y="41"/>
                    </a:lnTo>
                    <a:lnTo>
                      <a:pt x="767" y="40"/>
                    </a:lnTo>
                    <a:lnTo>
                      <a:pt x="769" y="38"/>
                    </a:lnTo>
                    <a:lnTo>
                      <a:pt x="770" y="36"/>
                    </a:lnTo>
                    <a:lnTo>
                      <a:pt x="771" y="35"/>
                    </a:lnTo>
                    <a:lnTo>
                      <a:pt x="772" y="32"/>
                    </a:lnTo>
                    <a:lnTo>
                      <a:pt x="774" y="31"/>
                    </a:lnTo>
                    <a:lnTo>
                      <a:pt x="775" y="30"/>
                    </a:lnTo>
                    <a:lnTo>
                      <a:pt x="775" y="28"/>
                    </a:lnTo>
                    <a:lnTo>
                      <a:pt x="776" y="27"/>
                    </a:lnTo>
                    <a:lnTo>
                      <a:pt x="778" y="26"/>
                    </a:lnTo>
                    <a:lnTo>
                      <a:pt x="778" y="24"/>
                    </a:lnTo>
                    <a:lnTo>
                      <a:pt x="779" y="24"/>
                    </a:lnTo>
                    <a:lnTo>
                      <a:pt x="780" y="23"/>
                    </a:lnTo>
                    <a:lnTo>
                      <a:pt x="780" y="22"/>
                    </a:lnTo>
                    <a:lnTo>
                      <a:pt x="782" y="20"/>
                    </a:lnTo>
                    <a:lnTo>
                      <a:pt x="783" y="19"/>
                    </a:lnTo>
                    <a:lnTo>
                      <a:pt x="783" y="18"/>
                    </a:lnTo>
                    <a:lnTo>
                      <a:pt x="784" y="16"/>
                    </a:lnTo>
                    <a:lnTo>
                      <a:pt x="784" y="15"/>
                    </a:lnTo>
                    <a:lnTo>
                      <a:pt x="786" y="15"/>
                    </a:lnTo>
                    <a:lnTo>
                      <a:pt x="786" y="14"/>
                    </a:lnTo>
                    <a:lnTo>
                      <a:pt x="787" y="12"/>
                    </a:lnTo>
                    <a:lnTo>
                      <a:pt x="787" y="11"/>
                    </a:lnTo>
                    <a:lnTo>
                      <a:pt x="788" y="10"/>
                    </a:lnTo>
                    <a:lnTo>
                      <a:pt x="788" y="8"/>
                    </a:lnTo>
                    <a:lnTo>
                      <a:pt x="790" y="7"/>
                    </a:lnTo>
                    <a:lnTo>
                      <a:pt x="791" y="6"/>
                    </a:lnTo>
                    <a:lnTo>
                      <a:pt x="791" y="4"/>
                    </a:lnTo>
                    <a:lnTo>
                      <a:pt x="792" y="2"/>
                    </a:lnTo>
                    <a:lnTo>
                      <a:pt x="794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1984" name="Freeform 88">
                <a:extLst>
                  <a:ext uri="{FF2B5EF4-FFF2-40B4-BE49-F238E27FC236}">
                    <a16:creationId xmlns:a16="http://schemas.microsoft.com/office/drawing/2014/main" id="{D5DF3DED-2FE0-4250-9B93-EA2BFCC1B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505902"/>
                <a:ext cx="74612" cy="252412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0"/>
                    </a:moveTo>
                    <a:lnTo>
                      <a:pt x="3" y="4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7" y="13"/>
                    </a:lnTo>
                    <a:lnTo>
                      <a:pt x="9" y="16"/>
                    </a:lnTo>
                    <a:lnTo>
                      <a:pt x="11" y="19"/>
                    </a:lnTo>
                    <a:lnTo>
                      <a:pt x="12" y="20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9" y="33"/>
                    </a:lnTo>
                    <a:lnTo>
                      <a:pt x="20" y="35"/>
                    </a:lnTo>
                    <a:lnTo>
                      <a:pt x="20" y="36"/>
                    </a:lnTo>
                    <a:lnTo>
                      <a:pt x="21" y="37"/>
                    </a:lnTo>
                    <a:lnTo>
                      <a:pt x="21" y="39"/>
                    </a:lnTo>
                    <a:lnTo>
                      <a:pt x="23" y="40"/>
                    </a:lnTo>
                    <a:lnTo>
                      <a:pt x="23" y="41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4" y="45"/>
                    </a:lnTo>
                    <a:lnTo>
                      <a:pt x="25" y="47"/>
                    </a:lnTo>
                    <a:lnTo>
                      <a:pt x="25" y="48"/>
                    </a:lnTo>
                    <a:lnTo>
                      <a:pt x="27" y="49"/>
                    </a:lnTo>
                    <a:lnTo>
                      <a:pt x="27" y="51"/>
                    </a:lnTo>
                    <a:lnTo>
                      <a:pt x="28" y="52"/>
                    </a:lnTo>
                    <a:lnTo>
                      <a:pt x="28" y="53"/>
                    </a:lnTo>
                    <a:lnTo>
                      <a:pt x="29" y="55"/>
                    </a:lnTo>
                    <a:lnTo>
                      <a:pt x="29" y="57"/>
                    </a:lnTo>
                    <a:lnTo>
                      <a:pt x="31" y="58"/>
                    </a:lnTo>
                    <a:lnTo>
                      <a:pt x="31" y="60"/>
                    </a:lnTo>
                    <a:lnTo>
                      <a:pt x="32" y="62"/>
                    </a:lnTo>
                    <a:lnTo>
                      <a:pt x="32" y="64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5" y="70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7" y="74"/>
                    </a:lnTo>
                    <a:lnTo>
                      <a:pt x="37" y="76"/>
                    </a:lnTo>
                    <a:lnTo>
                      <a:pt x="37" y="77"/>
                    </a:lnTo>
                    <a:lnTo>
                      <a:pt x="39" y="78"/>
                    </a:lnTo>
                    <a:lnTo>
                      <a:pt x="39" y="80"/>
                    </a:lnTo>
                    <a:lnTo>
                      <a:pt x="40" y="81"/>
                    </a:lnTo>
                    <a:lnTo>
                      <a:pt x="40" y="82"/>
                    </a:lnTo>
                    <a:lnTo>
                      <a:pt x="41" y="84"/>
                    </a:lnTo>
                    <a:lnTo>
                      <a:pt x="41" y="85"/>
                    </a:lnTo>
                    <a:lnTo>
                      <a:pt x="41" y="86"/>
                    </a:lnTo>
                    <a:lnTo>
                      <a:pt x="42" y="88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4" y="93"/>
                    </a:lnTo>
                    <a:lnTo>
                      <a:pt x="44" y="94"/>
                    </a:lnTo>
                    <a:lnTo>
                      <a:pt x="45" y="96"/>
                    </a:lnTo>
                    <a:lnTo>
                      <a:pt x="45" y="98"/>
                    </a:lnTo>
                    <a:lnTo>
                      <a:pt x="46" y="100"/>
                    </a:lnTo>
                    <a:lnTo>
                      <a:pt x="48" y="102"/>
                    </a:lnTo>
                    <a:lnTo>
                      <a:pt x="48" y="105"/>
                    </a:lnTo>
                    <a:lnTo>
                      <a:pt x="49" y="106"/>
                    </a:lnTo>
                    <a:lnTo>
                      <a:pt x="49" y="109"/>
                    </a:lnTo>
                    <a:lnTo>
                      <a:pt x="50" y="110"/>
                    </a:lnTo>
                    <a:lnTo>
                      <a:pt x="52" y="112"/>
                    </a:lnTo>
                    <a:lnTo>
                      <a:pt x="52" y="113"/>
                    </a:lnTo>
                    <a:lnTo>
                      <a:pt x="52" y="116"/>
                    </a:lnTo>
                    <a:lnTo>
                      <a:pt x="53" y="117"/>
                    </a:lnTo>
                    <a:lnTo>
                      <a:pt x="53" y="118"/>
                    </a:lnTo>
                    <a:lnTo>
                      <a:pt x="54" y="120"/>
                    </a:lnTo>
                    <a:lnTo>
                      <a:pt x="54" y="121"/>
                    </a:lnTo>
                    <a:lnTo>
                      <a:pt x="54" y="122"/>
                    </a:lnTo>
                    <a:lnTo>
                      <a:pt x="56" y="122"/>
                    </a:lnTo>
                    <a:lnTo>
                      <a:pt x="56" y="124"/>
                    </a:lnTo>
                    <a:lnTo>
                      <a:pt x="56" y="125"/>
                    </a:lnTo>
                    <a:lnTo>
                      <a:pt x="57" y="126"/>
                    </a:lnTo>
                    <a:lnTo>
                      <a:pt x="57" y="128"/>
                    </a:lnTo>
                    <a:lnTo>
                      <a:pt x="57" y="129"/>
                    </a:lnTo>
                    <a:lnTo>
                      <a:pt x="57" y="130"/>
                    </a:lnTo>
                    <a:lnTo>
                      <a:pt x="58" y="131"/>
                    </a:lnTo>
                    <a:lnTo>
                      <a:pt x="58" y="133"/>
                    </a:lnTo>
                    <a:lnTo>
                      <a:pt x="60" y="134"/>
                    </a:lnTo>
                    <a:lnTo>
                      <a:pt x="60" y="135"/>
                    </a:lnTo>
                    <a:lnTo>
                      <a:pt x="60" y="137"/>
                    </a:lnTo>
                    <a:lnTo>
                      <a:pt x="61" y="139"/>
                    </a:lnTo>
                    <a:lnTo>
                      <a:pt x="61" y="141"/>
                    </a:lnTo>
                    <a:lnTo>
                      <a:pt x="61" y="142"/>
                    </a:lnTo>
                    <a:lnTo>
                      <a:pt x="62" y="143"/>
                    </a:lnTo>
                    <a:lnTo>
                      <a:pt x="62" y="146"/>
                    </a:lnTo>
                    <a:lnTo>
                      <a:pt x="64" y="147"/>
                    </a:lnTo>
                    <a:lnTo>
                      <a:pt x="64" y="150"/>
                    </a:lnTo>
                    <a:lnTo>
                      <a:pt x="65" y="153"/>
                    </a:lnTo>
                    <a:lnTo>
                      <a:pt x="65" y="154"/>
                    </a:lnTo>
                    <a:lnTo>
                      <a:pt x="66" y="157"/>
                    </a:lnTo>
                    <a:lnTo>
                      <a:pt x="66" y="158"/>
                    </a:lnTo>
                    <a:lnTo>
                      <a:pt x="68" y="159"/>
                    </a:lnTo>
                    <a:lnTo>
                      <a:pt x="68" y="162"/>
                    </a:lnTo>
                    <a:lnTo>
                      <a:pt x="68" y="163"/>
                    </a:lnTo>
                    <a:lnTo>
                      <a:pt x="69" y="165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0" y="170"/>
                    </a:lnTo>
                    <a:lnTo>
                      <a:pt x="70" y="171"/>
                    </a:lnTo>
                    <a:lnTo>
                      <a:pt x="70" y="173"/>
                    </a:lnTo>
                    <a:lnTo>
                      <a:pt x="72" y="173"/>
                    </a:lnTo>
                    <a:lnTo>
                      <a:pt x="72" y="174"/>
                    </a:lnTo>
                    <a:lnTo>
                      <a:pt x="72" y="175"/>
                    </a:lnTo>
                    <a:lnTo>
                      <a:pt x="72" y="177"/>
                    </a:lnTo>
                    <a:lnTo>
                      <a:pt x="73" y="178"/>
                    </a:lnTo>
                    <a:lnTo>
                      <a:pt x="73" y="179"/>
                    </a:lnTo>
                    <a:lnTo>
                      <a:pt x="73" y="181"/>
                    </a:lnTo>
                    <a:lnTo>
                      <a:pt x="74" y="182"/>
                    </a:lnTo>
                    <a:lnTo>
                      <a:pt x="74" y="183"/>
                    </a:lnTo>
                    <a:lnTo>
                      <a:pt x="74" y="185"/>
                    </a:lnTo>
                    <a:lnTo>
                      <a:pt x="76" y="186"/>
                    </a:lnTo>
                    <a:lnTo>
                      <a:pt x="76" y="187"/>
                    </a:lnTo>
                    <a:lnTo>
                      <a:pt x="76" y="189"/>
                    </a:lnTo>
                    <a:lnTo>
                      <a:pt x="77" y="190"/>
                    </a:lnTo>
                    <a:lnTo>
                      <a:pt x="77" y="193"/>
                    </a:lnTo>
                    <a:lnTo>
                      <a:pt x="78" y="194"/>
                    </a:lnTo>
                    <a:lnTo>
                      <a:pt x="78" y="197"/>
                    </a:lnTo>
                    <a:lnTo>
                      <a:pt x="78" y="198"/>
                    </a:lnTo>
                    <a:lnTo>
                      <a:pt x="80" y="201"/>
                    </a:lnTo>
                    <a:lnTo>
                      <a:pt x="80" y="203"/>
                    </a:lnTo>
                    <a:lnTo>
                      <a:pt x="81" y="205"/>
                    </a:lnTo>
                    <a:lnTo>
                      <a:pt x="81" y="206"/>
                    </a:lnTo>
                    <a:lnTo>
                      <a:pt x="82" y="208"/>
                    </a:lnTo>
                    <a:lnTo>
                      <a:pt x="82" y="210"/>
                    </a:lnTo>
                    <a:lnTo>
                      <a:pt x="82" y="211"/>
                    </a:lnTo>
                    <a:lnTo>
                      <a:pt x="84" y="212"/>
                    </a:lnTo>
                    <a:lnTo>
                      <a:pt x="84" y="214"/>
                    </a:lnTo>
                    <a:lnTo>
                      <a:pt x="84" y="215"/>
                    </a:lnTo>
                    <a:lnTo>
                      <a:pt x="85" y="216"/>
                    </a:lnTo>
                    <a:lnTo>
                      <a:pt x="85" y="218"/>
                    </a:lnTo>
                    <a:lnTo>
                      <a:pt x="85" y="219"/>
                    </a:lnTo>
                    <a:lnTo>
                      <a:pt x="85" y="220"/>
                    </a:lnTo>
                    <a:lnTo>
                      <a:pt x="86" y="222"/>
                    </a:lnTo>
                    <a:lnTo>
                      <a:pt x="86" y="223"/>
                    </a:lnTo>
                    <a:lnTo>
                      <a:pt x="86" y="224"/>
                    </a:lnTo>
                    <a:lnTo>
                      <a:pt x="86" y="226"/>
                    </a:lnTo>
                    <a:lnTo>
                      <a:pt x="86" y="227"/>
                    </a:lnTo>
                    <a:lnTo>
                      <a:pt x="86" y="228"/>
                    </a:lnTo>
                    <a:lnTo>
                      <a:pt x="86" y="230"/>
                    </a:lnTo>
                    <a:lnTo>
                      <a:pt x="88" y="231"/>
                    </a:lnTo>
                    <a:lnTo>
                      <a:pt x="88" y="232"/>
                    </a:lnTo>
                    <a:lnTo>
                      <a:pt x="88" y="234"/>
                    </a:lnTo>
                    <a:lnTo>
                      <a:pt x="88" y="235"/>
                    </a:lnTo>
                    <a:lnTo>
                      <a:pt x="88" y="236"/>
                    </a:lnTo>
                    <a:lnTo>
                      <a:pt x="88" y="238"/>
                    </a:lnTo>
                    <a:lnTo>
                      <a:pt x="88" y="239"/>
                    </a:lnTo>
                    <a:lnTo>
                      <a:pt x="88" y="242"/>
                    </a:lnTo>
                    <a:lnTo>
                      <a:pt x="88" y="243"/>
                    </a:lnTo>
                    <a:lnTo>
                      <a:pt x="88" y="246"/>
                    </a:lnTo>
                    <a:lnTo>
                      <a:pt x="89" y="247"/>
                    </a:lnTo>
                    <a:lnTo>
                      <a:pt x="89" y="248"/>
                    </a:lnTo>
                    <a:lnTo>
                      <a:pt x="89" y="250"/>
                    </a:lnTo>
                    <a:lnTo>
                      <a:pt x="89" y="251"/>
                    </a:lnTo>
                    <a:lnTo>
                      <a:pt x="89" y="252"/>
                    </a:lnTo>
                    <a:lnTo>
                      <a:pt x="89" y="254"/>
                    </a:lnTo>
                    <a:lnTo>
                      <a:pt x="89" y="255"/>
                    </a:lnTo>
                    <a:lnTo>
                      <a:pt x="89" y="256"/>
                    </a:lnTo>
                    <a:lnTo>
                      <a:pt x="89" y="258"/>
                    </a:lnTo>
                    <a:lnTo>
                      <a:pt x="89" y="259"/>
                    </a:lnTo>
                    <a:lnTo>
                      <a:pt x="89" y="260"/>
                    </a:lnTo>
                    <a:lnTo>
                      <a:pt x="90" y="260"/>
                    </a:lnTo>
                    <a:lnTo>
                      <a:pt x="90" y="262"/>
                    </a:lnTo>
                    <a:lnTo>
                      <a:pt x="90" y="263"/>
                    </a:lnTo>
                    <a:lnTo>
                      <a:pt x="90" y="264"/>
                    </a:lnTo>
                    <a:lnTo>
                      <a:pt x="90" y="266"/>
                    </a:lnTo>
                    <a:lnTo>
                      <a:pt x="90" y="267"/>
                    </a:lnTo>
                    <a:lnTo>
                      <a:pt x="90" y="268"/>
                    </a:lnTo>
                    <a:lnTo>
                      <a:pt x="90" y="270"/>
                    </a:lnTo>
                    <a:lnTo>
                      <a:pt x="92" y="270"/>
                    </a:lnTo>
                    <a:lnTo>
                      <a:pt x="92" y="271"/>
                    </a:lnTo>
                    <a:lnTo>
                      <a:pt x="92" y="272"/>
                    </a:lnTo>
                    <a:lnTo>
                      <a:pt x="92" y="274"/>
                    </a:lnTo>
                    <a:lnTo>
                      <a:pt x="92" y="275"/>
                    </a:lnTo>
                    <a:lnTo>
                      <a:pt x="92" y="276"/>
                    </a:lnTo>
                    <a:lnTo>
                      <a:pt x="93" y="278"/>
                    </a:lnTo>
                    <a:lnTo>
                      <a:pt x="93" y="279"/>
                    </a:lnTo>
                    <a:lnTo>
                      <a:pt x="93" y="280"/>
                    </a:lnTo>
                    <a:lnTo>
                      <a:pt x="93" y="281"/>
                    </a:lnTo>
                    <a:lnTo>
                      <a:pt x="93" y="283"/>
                    </a:lnTo>
                    <a:lnTo>
                      <a:pt x="94" y="284"/>
                    </a:lnTo>
                    <a:lnTo>
                      <a:pt x="94" y="285"/>
                    </a:lnTo>
                    <a:lnTo>
                      <a:pt x="94" y="287"/>
                    </a:lnTo>
                    <a:lnTo>
                      <a:pt x="94" y="288"/>
                    </a:lnTo>
                    <a:lnTo>
                      <a:pt x="94" y="289"/>
                    </a:lnTo>
                    <a:lnTo>
                      <a:pt x="94" y="291"/>
                    </a:lnTo>
                    <a:lnTo>
                      <a:pt x="94" y="292"/>
                    </a:lnTo>
                    <a:lnTo>
                      <a:pt x="94" y="293"/>
                    </a:lnTo>
                    <a:lnTo>
                      <a:pt x="94" y="295"/>
                    </a:lnTo>
                    <a:lnTo>
                      <a:pt x="94" y="296"/>
                    </a:lnTo>
                    <a:lnTo>
                      <a:pt x="94" y="297"/>
                    </a:lnTo>
                    <a:lnTo>
                      <a:pt x="94" y="299"/>
                    </a:lnTo>
                    <a:lnTo>
                      <a:pt x="94" y="300"/>
                    </a:lnTo>
                    <a:lnTo>
                      <a:pt x="94" y="303"/>
                    </a:lnTo>
                    <a:lnTo>
                      <a:pt x="94" y="304"/>
                    </a:lnTo>
                    <a:lnTo>
                      <a:pt x="94" y="305"/>
                    </a:lnTo>
                    <a:lnTo>
                      <a:pt x="93" y="308"/>
                    </a:lnTo>
                    <a:lnTo>
                      <a:pt x="93" y="309"/>
                    </a:lnTo>
                    <a:lnTo>
                      <a:pt x="93" y="312"/>
                    </a:lnTo>
                    <a:lnTo>
                      <a:pt x="93" y="315"/>
                    </a:lnTo>
                    <a:lnTo>
                      <a:pt x="93" y="317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1985" name="Freeform 89">
                <a:extLst>
                  <a:ext uri="{FF2B5EF4-FFF2-40B4-BE49-F238E27FC236}">
                    <a16:creationId xmlns:a16="http://schemas.microsoft.com/office/drawing/2014/main" id="{184FDB70-EEE1-4202-B827-89B69F698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755138"/>
                <a:ext cx="74612" cy="252413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317"/>
                    </a:moveTo>
                    <a:lnTo>
                      <a:pt x="3" y="314"/>
                    </a:lnTo>
                    <a:lnTo>
                      <a:pt x="4" y="310"/>
                    </a:lnTo>
                    <a:lnTo>
                      <a:pt x="5" y="308"/>
                    </a:lnTo>
                    <a:lnTo>
                      <a:pt x="7" y="305"/>
                    </a:lnTo>
                    <a:lnTo>
                      <a:pt x="9" y="302"/>
                    </a:lnTo>
                    <a:lnTo>
                      <a:pt x="11" y="300"/>
                    </a:lnTo>
                    <a:lnTo>
                      <a:pt x="12" y="297"/>
                    </a:lnTo>
                    <a:lnTo>
                      <a:pt x="13" y="294"/>
                    </a:lnTo>
                    <a:lnTo>
                      <a:pt x="13" y="293"/>
                    </a:lnTo>
                    <a:lnTo>
                      <a:pt x="15" y="290"/>
                    </a:lnTo>
                    <a:lnTo>
                      <a:pt x="16" y="289"/>
                    </a:lnTo>
                    <a:lnTo>
                      <a:pt x="17" y="288"/>
                    </a:lnTo>
                    <a:lnTo>
                      <a:pt x="17" y="286"/>
                    </a:lnTo>
                    <a:lnTo>
                      <a:pt x="19" y="284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21" y="280"/>
                    </a:lnTo>
                    <a:lnTo>
                      <a:pt x="21" y="278"/>
                    </a:lnTo>
                    <a:lnTo>
                      <a:pt x="23" y="277"/>
                    </a:lnTo>
                    <a:lnTo>
                      <a:pt x="23" y="276"/>
                    </a:lnTo>
                    <a:lnTo>
                      <a:pt x="23" y="274"/>
                    </a:lnTo>
                    <a:lnTo>
                      <a:pt x="24" y="274"/>
                    </a:lnTo>
                    <a:lnTo>
                      <a:pt x="24" y="273"/>
                    </a:lnTo>
                    <a:lnTo>
                      <a:pt x="25" y="272"/>
                    </a:lnTo>
                    <a:lnTo>
                      <a:pt x="25" y="270"/>
                    </a:lnTo>
                    <a:lnTo>
                      <a:pt x="27" y="269"/>
                    </a:lnTo>
                    <a:lnTo>
                      <a:pt x="27" y="268"/>
                    </a:lnTo>
                    <a:lnTo>
                      <a:pt x="28" y="266"/>
                    </a:lnTo>
                    <a:lnTo>
                      <a:pt x="28" y="264"/>
                    </a:lnTo>
                    <a:lnTo>
                      <a:pt x="29" y="263"/>
                    </a:lnTo>
                    <a:lnTo>
                      <a:pt x="29" y="261"/>
                    </a:lnTo>
                    <a:lnTo>
                      <a:pt x="31" y="259"/>
                    </a:lnTo>
                    <a:lnTo>
                      <a:pt x="31" y="257"/>
                    </a:lnTo>
                    <a:lnTo>
                      <a:pt x="32" y="256"/>
                    </a:lnTo>
                    <a:lnTo>
                      <a:pt x="32" y="255"/>
                    </a:lnTo>
                    <a:lnTo>
                      <a:pt x="33" y="253"/>
                    </a:lnTo>
                    <a:lnTo>
                      <a:pt x="33" y="251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6" y="247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7" y="243"/>
                    </a:lnTo>
                    <a:lnTo>
                      <a:pt x="37" y="241"/>
                    </a:lnTo>
                    <a:lnTo>
                      <a:pt x="39" y="240"/>
                    </a:lnTo>
                    <a:lnTo>
                      <a:pt x="39" y="239"/>
                    </a:lnTo>
                    <a:lnTo>
                      <a:pt x="39" y="237"/>
                    </a:lnTo>
                    <a:lnTo>
                      <a:pt x="40" y="237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2" y="229"/>
                    </a:lnTo>
                    <a:lnTo>
                      <a:pt x="42" y="228"/>
                    </a:lnTo>
                    <a:lnTo>
                      <a:pt x="42" y="227"/>
                    </a:lnTo>
                    <a:lnTo>
                      <a:pt x="44" y="225"/>
                    </a:lnTo>
                    <a:lnTo>
                      <a:pt x="44" y="223"/>
                    </a:lnTo>
                    <a:lnTo>
                      <a:pt x="45" y="221"/>
                    </a:lnTo>
                    <a:lnTo>
                      <a:pt x="45" y="220"/>
                    </a:lnTo>
                    <a:lnTo>
                      <a:pt x="46" y="217"/>
                    </a:lnTo>
                    <a:lnTo>
                      <a:pt x="48" y="215"/>
                    </a:lnTo>
                    <a:lnTo>
                      <a:pt x="48" y="213"/>
                    </a:lnTo>
                    <a:lnTo>
                      <a:pt x="49" y="211"/>
                    </a:lnTo>
                    <a:lnTo>
                      <a:pt x="49" y="209"/>
                    </a:lnTo>
                    <a:lnTo>
                      <a:pt x="50" y="207"/>
                    </a:lnTo>
                    <a:lnTo>
                      <a:pt x="52" y="205"/>
                    </a:lnTo>
                    <a:lnTo>
                      <a:pt x="52" y="204"/>
                    </a:lnTo>
                    <a:lnTo>
                      <a:pt x="52" y="203"/>
                    </a:lnTo>
                    <a:lnTo>
                      <a:pt x="53" y="201"/>
                    </a:lnTo>
                    <a:lnTo>
                      <a:pt x="53" y="200"/>
                    </a:lnTo>
                    <a:lnTo>
                      <a:pt x="54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6" y="195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7" y="191"/>
                    </a:lnTo>
                    <a:lnTo>
                      <a:pt x="57" y="190"/>
                    </a:lnTo>
                    <a:lnTo>
                      <a:pt x="57" y="188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4"/>
                    </a:lnTo>
                    <a:lnTo>
                      <a:pt x="60" y="183"/>
                    </a:lnTo>
                    <a:lnTo>
                      <a:pt x="60" y="182"/>
                    </a:lnTo>
                    <a:lnTo>
                      <a:pt x="60" y="180"/>
                    </a:lnTo>
                    <a:lnTo>
                      <a:pt x="61" y="179"/>
                    </a:lnTo>
                    <a:lnTo>
                      <a:pt x="61" y="176"/>
                    </a:lnTo>
                    <a:lnTo>
                      <a:pt x="61" y="175"/>
                    </a:lnTo>
                    <a:lnTo>
                      <a:pt x="62" y="174"/>
                    </a:lnTo>
                    <a:lnTo>
                      <a:pt x="62" y="171"/>
                    </a:lnTo>
                    <a:lnTo>
                      <a:pt x="64" y="170"/>
                    </a:lnTo>
                    <a:lnTo>
                      <a:pt x="64" y="167"/>
                    </a:lnTo>
                    <a:lnTo>
                      <a:pt x="65" y="164"/>
                    </a:lnTo>
                    <a:lnTo>
                      <a:pt x="65" y="163"/>
                    </a:lnTo>
                    <a:lnTo>
                      <a:pt x="66" y="160"/>
                    </a:lnTo>
                    <a:lnTo>
                      <a:pt x="66" y="159"/>
                    </a:lnTo>
                    <a:lnTo>
                      <a:pt x="68" y="158"/>
                    </a:lnTo>
                    <a:lnTo>
                      <a:pt x="68" y="156"/>
                    </a:lnTo>
                    <a:lnTo>
                      <a:pt x="68" y="154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0" y="148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72" y="144"/>
                    </a:lnTo>
                    <a:lnTo>
                      <a:pt x="72" y="143"/>
                    </a:lnTo>
                    <a:lnTo>
                      <a:pt x="72" y="142"/>
                    </a:lnTo>
                    <a:lnTo>
                      <a:pt x="72" y="140"/>
                    </a:lnTo>
                    <a:lnTo>
                      <a:pt x="73" y="139"/>
                    </a:lnTo>
                    <a:lnTo>
                      <a:pt x="73" y="138"/>
                    </a:lnTo>
                    <a:lnTo>
                      <a:pt x="74" y="136"/>
                    </a:lnTo>
                    <a:lnTo>
                      <a:pt x="74" y="135"/>
                    </a:lnTo>
                    <a:lnTo>
                      <a:pt x="74" y="134"/>
                    </a:lnTo>
                    <a:lnTo>
                      <a:pt x="76" y="132"/>
                    </a:lnTo>
                    <a:lnTo>
                      <a:pt x="76" y="130"/>
                    </a:lnTo>
                    <a:lnTo>
                      <a:pt x="76" y="128"/>
                    </a:lnTo>
                    <a:lnTo>
                      <a:pt x="77" y="127"/>
                    </a:lnTo>
                    <a:lnTo>
                      <a:pt x="77" y="126"/>
                    </a:lnTo>
                    <a:lnTo>
                      <a:pt x="78" y="123"/>
                    </a:lnTo>
                    <a:lnTo>
                      <a:pt x="78" y="122"/>
                    </a:lnTo>
                    <a:lnTo>
                      <a:pt x="78" y="119"/>
                    </a:lnTo>
                    <a:lnTo>
                      <a:pt x="80" y="116"/>
                    </a:lnTo>
                    <a:lnTo>
                      <a:pt x="80" y="115"/>
                    </a:lnTo>
                    <a:lnTo>
                      <a:pt x="81" y="113"/>
                    </a:lnTo>
                    <a:lnTo>
                      <a:pt x="81" y="111"/>
                    </a:lnTo>
                    <a:lnTo>
                      <a:pt x="82" y="110"/>
                    </a:lnTo>
                    <a:lnTo>
                      <a:pt x="82" y="107"/>
                    </a:lnTo>
                    <a:lnTo>
                      <a:pt x="82" y="106"/>
                    </a:lnTo>
                    <a:lnTo>
                      <a:pt x="84" y="105"/>
                    </a:lnTo>
                    <a:lnTo>
                      <a:pt x="84" y="103"/>
                    </a:lnTo>
                    <a:lnTo>
                      <a:pt x="84" y="102"/>
                    </a:lnTo>
                    <a:lnTo>
                      <a:pt x="85" y="101"/>
                    </a:lnTo>
                    <a:lnTo>
                      <a:pt x="85" y="99"/>
                    </a:lnTo>
                    <a:lnTo>
                      <a:pt x="85" y="98"/>
                    </a:lnTo>
                    <a:lnTo>
                      <a:pt x="85" y="97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3"/>
                    </a:lnTo>
                    <a:lnTo>
                      <a:pt x="86" y="91"/>
                    </a:lnTo>
                    <a:lnTo>
                      <a:pt x="86" y="90"/>
                    </a:lnTo>
                    <a:lnTo>
                      <a:pt x="86" y="89"/>
                    </a:lnTo>
                    <a:lnTo>
                      <a:pt x="86" y="87"/>
                    </a:lnTo>
                    <a:lnTo>
                      <a:pt x="88" y="87"/>
                    </a:lnTo>
                    <a:lnTo>
                      <a:pt x="88" y="86"/>
                    </a:lnTo>
                    <a:lnTo>
                      <a:pt x="88" y="85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8" y="79"/>
                    </a:lnTo>
                    <a:lnTo>
                      <a:pt x="88" y="78"/>
                    </a:lnTo>
                    <a:lnTo>
                      <a:pt x="88" y="77"/>
                    </a:lnTo>
                    <a:lnTo>
                      <a:pt x="88" y="74"/>
                    </a:lnTo>
                    <a:lnTo>
                      <a:pt x="88" y="73"/>
                    </a:lnTo>
                    <a:lnTo>
                      <a:pt x="89" y="70"/>
                    </a:lnTo>
                    <a:lnTo>
                      <a:pt x="89" y="69"/>
                    </a:lnTo>
                    <a:lnTo>
                      <a:pt x="89" y="67"/>
                    </a:lnTo>
                    <a:lnTo>
                      <a:pt x="89" y="66"/>
                    </a:lnTo>
                    <a:lnTo>
                      <a:pt x="89" y="65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89" y="61"/>
                    </a:lnTo>
                    <a:lnTo>
                      <a:pt x="89" y="59"/>
                    </a:lnTo>
                    <a:lnTo>
                      <a:pt x="89" y="58"/>
                    </a:lnTo>
                    <a:lnTo>
                      <a:pt x="90" y="57"/>
                    </a:lnTo>
                    <a:lnTo>
                      <a:pt x="90" y="55"/>
                    </a:lnTo>
                    <a:lnTo>
                      <a:pt x="90" y="54"/>
                    </a:lnTo>
                    <a:lnTo>
                      <a:pt x="90" y="53"/>
                    </a:lnTo>
                    <a:lnTo>
                      <a:pt x="90" y="51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2" y="47"/>
                    </a:lnTo>
                    <a:lnTo>
                      <a:pt x="92" y="46"/>
                    </a:lnTo>
                    <a:lnTo>
                      <a:pt x="92" y="45"/>
                    </a:lnTo>
                    <a:lnTo>
                      <a:pt x="92" y="43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3" y="40"/>
                    </a:lnTo>
                    <a:lnTo>
                      <a:pt x="93" y="38"/>
                    </a:lnTo>
                    <a:lnTo>
                      <a:pt x="93" y="37"/>
                    </a:lnTo>
                    <a:lnTo>
                      <a:pt x="93" y="36"/>
                    </a:lnTo>
                    <a:lnTo>
                      <a:pt x="93" y="34"/>
                    </a:lnTo>
                    <a:lnTo>
                      <a:pt x="94" y="33"/>
                    </a:lnTo>
                    <a:lnTo>
                      <a:pt x="94" y="32"/>
                    </a:lnTo>
                    <a:lnTo>
                      <a:pt x="94" y="30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4" y="24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0"/>
                    </a:lnTo>
                    <a:lnTo>
                      <a:pt x="94" y="18"/>
                    </a:lnTo>
                    <a:lnTo>
                      <a:pt x="94" y="17"/>
                    </a:lnTo>
                    <a:lnTo>
                      <a:pt x="94" y="16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3" y="10"/>
                    </a:lnTo>
                    <a:lnTo>
                      <a:pt x="93" y="8"/>
                    </a:lnTo>
                    <a:lnTo>
                      <a:pt x="93" y="5"/>
                    </a:lnTo>
                    <a:lnTo>
                      <a:pt x="93" y="2"/>
                    </a:lnTo>
                    <a:lnTo>
                      <a:pt x="93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21938" name="Freeform 45">
              <a:extLst>
                <a:ext uri="{FF2B5EF4-FFF2-40B4-BE49-F238E27FC236}">
                  <a16:creationId xmlns:a16="http://schemas.microsoft.com/office/drawing/2014/main" id="{4A51ED98-5440-41B3-A6C0-D9AE5BAD6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674" y="2957298"/>
              <a:ext cx="3699109" cy="2735272"/>
            </a:xfrm>
            <a:custGeom>
              <a:avLst/>
              <a:gdLst>
                <a:gd name="T0" fmla="*/ 1278345235 w 10704"/>
                <a:gd name="T1" fmla="*/ 0 h 21003"/>
                <a:gd name="T2" fmla="*/ 2388662 w 10704"/>
                <a:gd name="T3" fmla="*/ 1102418 h 21003"/>
                <a:gd name="T4" fmla="*/ 0 w 10704"/>
                <a:gd name="T5" fmla="*/ 356221155 h 21003"/>
                <a:gd name="T6" fmla="*/ 135430103 w 10704"/>
                <a:gd name="T7" fmla="*/ 356102383 h 210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04" h="21003">
                  <a:moveTo>
                    <a:pt x="10704" y="0"/>
                  </a:move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1134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1939" name="Line 14">
              <a:extLst>
                <a:ext uri="{FF2B5EF4-FFF2-40B4-BE49-F238E27FC236}">
                  <a16:creationId xmlns:a16="http://schemas.microsoft.com/office/drawing/2014/main" id="{B87B9612-C5D7-461B-9A23-B4F3516155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07413" y="5790467"/>
              <a:ext cx="580100" cy="31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1940" name="TextBox 51">
              <a:extLst>
                <a:ext uri="{FF2B5EF4-FFF2-40B4-BE49-F238E27FC236}">
                  <a16:creationId xmlns:a16="http://schemas.microsoft.com/office/drawing/2014/main" id="{41509881-E232-44E1-8EDD-76C25C198C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75820" y="599816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1941" name="TextBox 51">
              <a:extLst>
                <a:ext uri="{FF2B5EF4-FFF2-40B4-BE49-F238E27FC236}">
                  <a16:creationId xmlns:a16="http://schemas.microsoft.com/office/drawing/2014/main" id="{8705D902-29CE-4941-879A-0B5F120B2F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9" y="588809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1942" name="TextBox 51">
              <a:extLst>
                <a:ext uri="{FF2B5EF4-FFF2-40B4-BE49-F238E27FC236}">
                  <a16:creationId xmlns:a16="http://schemas.microsoft.com/office/drawing/2014/main" id="{BE5363BA-99A9-459E-A51F-E4FF9F1450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3622" y="588809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21943" name="TextBox 51">
              <a:extLst>
                <a:ext uri="{FF2B5EF4-FFF2-40B4-BE49-F238E27FC236}">
                  <a16:creationId xmlns:a16="http://schemas.microsoft.com/office/drawing/2014/main" id="{78C0F73C-E4A1-4C3B-9EB0-E6CBA5D25C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353" y="530726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1944" name="TextBox 51">
              <a:extLst>
                <a:ext uri="{FF2B5EF4-FFF2-40B4-BE49-F238E27FC236}">
                  <a16:creationId xmlns:a16="http://schemas.microsoft.com/office/drawing/2014/main" id="{6651980C-316F-421B-935C-B0CA8301E9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9" y="4990627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1945" name="Freeform 48">
              <a:extLst>
                <a:ext uri="{FF2B5EF4-FFF2-40B4-BE49-F238E27FC236}">
                  <a16:creationId xmlns:a16="http://schemas.microsoft.com/office/drawing/2014/main" id="{D7269023-FF8A-4693-A83A-B513E760999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594887" y="2914643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1946" name="Freeform 48">
              <a:extLst>
                <a:ext uri="{FF2B5EF4-FFF2-40B4-BE49-F238E27FC236}">
                  <a16:creationId xmlns:a16="http://schemas.microsoft.com/office/drawing/2014/main" id="{F485CB89-2A75-4D3B-8DDD-1F902A29164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434954" y="2931576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1947" name="Freeform 5">
              <a:extLst>
                <a:ext uri="{FF2B5EF4-FFF2-40B4-BE49-F238E27FC236}">
                  <a16:creationId xmlns:a16="http://schemas.microsoft.com/office/drawing/2014/main" id="{00213DA2-93ED-4488-B891-E7519F613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272" y="5755462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1948" name="Freeform 7">
              <a:extLst>
                <a:ext uri="{FF2B5EF4-FFF2-40B4-BE49-F238E27FC236}">
                  <a16:creationId xmlns:a16="http://schemas.microsoft.com/office/drawing/2014/main" id="{73E2C205-3EAC-45AB-8535-0C7706D43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167" y="5867731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1949" name="TextBox 51">
              <a:extLst>
                <a:ext uri="{FF2B5EF4-FFF2-40B4-BE49-F238E27FC236}">
                  <a16:creationId xmlns:a16="http://schemas.microsoft.com/office/drawing/2014/main" id="{B61C9A47-6A2B-4BC0-8F64-A5BF97EB7C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9028" y="5486655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grpSp>
          <p:nvGrpSpPr>
            <p:cNvPr id="421950" name="Group 4">
              <a:extLst>
                <a:ext uri="{FF2B5EF4-FFF2-40B4-BE49-F238E27FC236}">
                  <a16:creationId xmlns:a16="http://schemas.microsoft.com/office/drawing/2014/main" id="{EDB33B89-54CA-4E23-9559-B3107FD0AA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62243" y="1638205"/>
              <a:ext cx="3228751" cy="750888"/>
              <a:chOff x="5768352" y="3768775"/>
              <a:chExt cx="3229577" cy="750332"/>
            </a:xfrm>
          </p:grpSpPr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F5E32F02-B45A-EE41-95CF-1D899D765EA1}"/>
                  </a:ext>
                </a:extLst>
              </p:cNvPr>
              <p:cNvCxnSpPr/>
              <p:nvPr/>
            </p:nvCxnSpPr>
            <p:spPr>
              <a:xfrm flipV="1">
                <a:off x="5768098" y="4206085"/>
                <a:ext cx="1980137" cy="15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65016A74-BE47-0347-8D14-8C582E31A5BA}"/>
                  </a:ext>
                </a:extLst>
              </p:cNvPr>
              <p:cNvCxnSpPr/>
              <p:nvPr/>
            </p:nvCxnSpPr>
            <p:spPr>
              <a:xfrm>
                <a:off x="7749823" y="4064873"/>
                <a:ext cx="565300" cy="1586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C3CDAE5C-675E-2948-B17D-0E771572C675}"/>
                  </a:ext>
                </a:extLst>
              </p:cNvPr>
              <p:cNvCxnSpPr/>
              <p:nvPr/>
            </p:nvCxnSpPr>
            <p:spPr>
              <a:xfrm>
                <a:off x="7745059" y="4345710"/>
                <a:ext cx="565300" cy="15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24C10F45-A27E-7449-94C8-86C3DCFCFA21}"/>
                  </a:ext>
                </a:extLst>
              </p:cNvPr>
              <p:cNvCxnSpPr/>
              <p:nvPr/>
            </p:nvCxnSpPr>
            <p:spPr>
              <a:xfrm flipH="1" flipV="1">
                <a:off x="7749823" y="4061700"/>
                <a:ext cx="3176" cy="28401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1979" name="TextBox 93">
                <a:extLst>
                  <a:ext uri="{FF2B5EF4-FFF2-40B4-BE49-F238E27FC236}">
                    <a16:creationId xmlns:a16="http://schemas.microsoft.com/office/drawing/2014/main" id="{4F0CC7D8-3089-4773-A384-213402695E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76877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21980" name="TextBox 6">
                <a:extLst>
                  <a:ext uri="{FF2B5EF4-FFF2-40B4-BE49-F238E27FC236}">
                    <a16:creationId xmlns:a16="http://schemas.microsoft.com/office/drawing/2014/main" id="{2DE288F4-E999-4C17-8453-DCC7F55E9B7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149775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1981" name="Freeform 48">
                <a:extLst>
                  <a:ext uri="{FF2B5EF4-FFF2-40B4-BE49-F238E27FC236}">
                    <a16:creationId xmlns:a16="http://schemas.microsoft.com/office/drawing/2014/main" id="{07790861-BFB9-456C-B7F7-0829AC5755C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08850" y="4183965"/>
                <a:ext cx="77241" cy="73098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21951" name="Group 88">
              <a:extLst>
                <a:ext uri="{FF2B5EF4-FFF2-40B4-BE49-F238E27FC236}">
                  <a16:creationId xmlns:a16="http://schemas.microsoft.com/office/drawing/2014/main" id="{A8E17EAF-2ACD-4001-8564-7691C4C1D2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53438" y="2428748"/>
              <a:ext cx="2803076" cy="749300"/>
              <a:chOff x="6194136" y="3853561"/>
              <a:chExt cx="2803793" cy="750332"/>
            </a:xfrm>
          </p:grpSpPr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7BA27CE9-0C6F-A54A-AD28-167AFCC540A4}"/>
                  </a:ext>
                </a:extLst>
              </p:cNvPr>
              <p:cNvCxnSpPr/>
              <p:nvPr/>
            </p:nvCxnSpPr>
            <p:spPr>
              <a:xfrm>
                <a:off x="6194803" y="4204544"/>
                <a:ext cx="1565690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00CD46EA-F0DC-6247-ADF5-CA25EBC779EB}"/>
                  </a:ext>
                </a:extLst>
              </p:cNvPr>
              <p:cNvCxnSpPr/>
              <p:nvPr/>
            </p:nvCxnSpPr>
            <p:spPr>
              <a:xfrm>
                <a:off x="7744614" y="4064622"/>
                <a:ext cx="565300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Straight Connector 99">
                <a:extLst>
                  <a:ext uri="{FF2B5EF4-FFF2-40B4-BE49-F238E27FC236}">
                    <a16:creationId xmlns:a16="http://schemas.microsoft.com/office/drawing/2014/main" id="{627E55A4-2E3B-E44E-86AC-278803622691}"/>
                  </a:ext>
                </a:extLst>
              </p:cNvPr>
              <p:cNvCxnSpPr/>
              <p:nvPr/>
            </p:nvCxnSpPr>
            <p:spPr>
              <a:xfrm>
                <a:off x="7739851" y="4339695"/>
                <a:ext cx="565300" cy="15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D0659DD5-4C88-464E-A975-628716CA24C7}"/>
                  </a:ext>
                </a:extLst>
              </p:cNvPr>
              <p:cNvCxnSpPr/>
              <p:nvPr/>
            </p:nvCxnSpPr>
            <p:spPr>
              <a:xfrm flipH="1" flipV="1">
                <a:off x="7749378" y="4056672"/>
                <a:ext cx="3176" cy="284614"/>
              </a:xfrm>
              <a:prstGeom prst="line">
                <a:avLst/>
              </a:prstGeom>
              <a:solidFill>
                <a:srgbClr val="00B050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1972" name="TextBox 93">
                <a:extLst>
                  <a:ext uri="{FF2B5EF4-FFF2-40B4-BE49-F238E27FC236}">
                    <a16:creationId xmlns:a16="http://schemas.microsoft.com/office/drawing/2014/main" id="{A7285AC7-E89C-4EA1-9942-5F86976FEB1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853561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21973" name="TextBox 6">
                <a:extLst>
                  <a:ext uri="{FF2B5EF4-FFF2-40B4-BE49-F238E27FC236}">
                    <a16:creationId xmlns:a16="http://schemas.microsoft.com/office/drawing/2014/main" id="{C56B5EEA-CAFB-4996-9F6C-708FF61D26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234561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1974" name="Freeform 48">
                <a:extLst>
                  <a:ext uri="{FF2B5EF4-FFF2-40B4-BE49-F238E27FC236}">
                    <a16:creationId xmlns:a16="http://schemas.microsoft.com/office/drawing/2014/main" id="{AFEE80E7-B6FE-4724-BDB2-5EB36300BD6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08850" y="4178383"/>
                <a:ext cx="77241" cy="73253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21952" name="Group 8">
              <a:extLst>
                <a:ext uri="{FF2B5EF4-FFF2-40B4-BE49-F238E27FC236}">
                  <a16:creationId xmlns:a16="http://schemas.microsoft.com/office/drawing/2014/main" id="{31A13EC0-62E7-45C7-B50F-B941088947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8227" y="3282987"/>
              <a:ext cx="1863862" cy="914400"/>
              <a:chOff x="7168853" y="823310"/>
              <a:chExt cx="1863684" cy="915796"/>
            </a:xfrm>
          </p:grpSpPr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5A62CDAE-32EE-0F47-B742-72C8A412ECE5}"/>
                  </a:ext>
                </a:extLst>
              </p:cNvPr>
              <p:cNvCxnSpPr/>
              <p:nvPr/>
            </p:nvCxnSpPr>
            <p:spPr>
              <a:xfrm flipV="1">
                <a:off x="7169302" y="1288857"/>
                <a:ext cx="1122265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B8A32C17-DFE8-A14F-924F-3ACF3A130CEA}"/>
                  </a:ext>
                </a:extLst>
              </p:cNvPr>
              <p:cNvCxnSpPr/>
              <p:nvPr/>
            </p:nvCxnSpPr>
            <p:spPr>
              <a:xfrm>
                <a:off x="7750277" y="1024875"/>
                <a:ext cx="565101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05B28B70-2F19-EC49-97D7-A4FA754EE128}"/>
                  </a:ext>
                </a:extLst>
              </p:cNvPr>
              <p:cNvCxnSpPr/>
              <p:nvPr/>
            </p:nvCxnSpPr>
            <p:spPr>
              <a:xfrm>
                <a:off x="7745514" y="1521034"/>
                <a:ext cx="565101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Straight Connector 108">
                <a:extLst>
                  <a:ext uri="{FF2B5EF4-FFF2-40B4-BE49-F238E27FC236}">
                    <a16:creationId xmlns:a16="http://schemas.microsoft.com/office/drawing/2014/main" id="{795651F1-7935-2F4A-AEAB-2D00D4CB42FA}"/>
                  </a:ext>
                </a:extLst>
              </p:cNvPr>
              <p:cNvCxnSpPr/>
              <p:nvPr/>
            </p:nvCxnSpPr>
            <p:spPr>
              <a:xfrm flipH="1" flipV="1">
                <a:off x="7745514" y="1018514"/>
                <a:ext cx="3175" cy="505701"/>
              </a:xfrm>
              <a:prstGeom prst="line">
                <a:avLst/>
              </a:prstGeom>
              <a:solidFill>
                <a:srgbClr val="00B050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1964" name="TextBox 101">
                <a:extLst>
                  <a:ext uri="{FF2B5EF4-FFF2-40B4-BE49-F238E27FC236}">
                    <a16:creationId xmlns:a16="http://schemas.microsoft.com/office/drawing/2014/main" id="{88CC312D-024B-4098-A14E-A1276698EF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0792" y="108674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21965" name="TextBox 6">
                <a:extLst>
                  <a:ext uri="{FF2B5EF4-FFF2-40B4-BE49-F238E27FC236}">
                    <a16:creationId xmlns:a16="http://schemas.microsoft.com/office/drawing/2014/main" id="{1D6F0272-48BC-4BBA-AF5A-0B6D600D45C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16032" y="823310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1966" name="Freeform 48">
                <a:extLst>
                  <a:ext uri="{FF2B5EF4-FFF2-40B4-BE49-F238E27FC236}">
                    <a16:creationId xmlns:a16="http://schemas.microsoft.com/office/drawing/2014/main" id="{CFB3C040-F96E-4BAD-9FFC-E6CC707276F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10106" y="1261218"/>
                <a:ext cx="73145" cy="73264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1967" name="TextBox 107">
                <a:extLst>
                  <a:ext uri="{FF2B5EF4-FFF2-40B4-BE49-F238E27FC236}">
                    <a16:creationId xmlns:a16="http://schemas.microsoft.com/office/drawing/2014/main" id="{BF54125A-94C5-4E92-979F-A24378B708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96438" y="1369774"/>
                <a:ext cx="736099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Done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sp>
          <p:nvSpPr>
            <p:cNvPr id="421953" name="Freeform 48">
              <a:extLst>
                <a:ext uri="{FF2B5EF4-FFF2-40B4-BE49-F238E27FC236}">
                  <a16:creationId xmlns:a16="http://schemas.microsoft.com/office/drawing/2014/main" id="{B9836442-A87B-408E-BBB3-5F3BD3AF05C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232937" y="2733668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1954" name="Freeform 48">
              <a:extLst>
                <a:ext uri="{FF2B5EF4-FFF2-40B4-BE49-F238E27FC236}">
                  <a16:creationId xmlns:a16="http://schemas.microsoft.com/office/drawing/2014/main" id="{58678725-11C3-497F-83AA-D977CAD6AA7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823362" y="2047868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1955" name="TextBox 51">
              <a:extLst>
                <a:ext uri="{FF2B5EF4-FFF2-40B4-BE49-F238E27FC236}">
                  <a16:creationId xmlns:a16="http://schemas.microsoft.com/office/drawing/2014/main" id="{B35BE619-D361-4AB7-987A-A7F2CFF39A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4300" y="162108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21956" name="TextBox 51">
              <a:extLst>
                <a:ext uri="{FF2B5EF4-FFF2-40B4-BE49-F238E27FC236}">
                  <a16:creationId xmlns:a16="http://schemas.microsoft.com/office/drawing/2014/main" id="{842ED80A-0C30-42C8-9A20-72B1872FDD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2587" y="238993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1957" name="TextBox 51">
              <a:extLst>
                <a:ext uri="{FF2B5EF4-FFF2-40B4-BE49-F238E27FC236}">
                  <a16:creationId xmlns:a16="http://schemas.microsoft.com/office/drawing/2014/main" id="{9CECE5C5-63A1-4A12-8E3E-DFF947A52A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0875" y="333344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1958" name="Freeform 45">
              <a:extLst>
                <a:ext uri="{FF2B5EF4-FFF2-40B4-BE49-F238E27FC236}">
                  <a16:creationId xmlns:a16="http://schemas.microsoft.com/office/drawing/2014/main" id="{8E285955-25FF-40D8-AB53-10F6B9DEED2B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852089" y="2959411"/>
              <a:ext cx="4372447" cy="3609986"/>
            </a:xfrm>
            <a:custGeom>
              <a:avLst/>
              <a:gdLst>
                <a:gd name="T0" fmla="*/ 1541469344 w 10704"/>
                <a:gd name="T1" fmla="*/ 86678321 h 150349"/>
                <a:gd name="T2" fmla="*/ 1782751296 w 10704"/>
                <a:gd name="T3" fmla="*/ 86601655 h 150349"/>
                <a:gd name="T4" fmla="*/ 1786088637 w 10704"/>
                <a:gd name="T5" fmla="*/ 0 h 150349"/>
                <a:gd name="T6" fmla="*/ 3337340 w 10704"/>
                <a:gd name="T7" fmla="*/ 37481 h 150349"/>
                <a:gd name="T8" fmla="*/ 0 w 10704"/>
                <a:gd name="T9" fmla="*/ 12108528 h 150349"/>
                <a:gd name="T10" fmla="*/ 164025176 w 10704"/>
                <a:gd name="T11" fmla="*/ 12104494 h 1503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04" h="150349">
                  <a:moveTo>
                    <a:pt x="9238" y="150349"/>
                  </a:moveTo>
                  <a:lnTo>
                    <a:pt x="10684" y="150216"/>
                  </a:lnTo>
                  <a:cubicBezTo>
                    <a:pt x="10716" y="100026"/>
                    <a:pt x="10672" y="50190"/>
                    <a:pt x="10704" y="0"/>
                  </a:cubicBez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983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1959" name="Freeform 48">
              <a:extLst>
                <a:ext uri="{FF2B5EF4-FFF2-40B4-BE49-F238E27FC236}">
                  <a16:creationId xmlns:a16="http://schemas.microsoft.com/office/drawing/2014/main" id="{92C43A00-7D2E-49F1-A030-B3271942CC1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186470" y="3716834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421891" name="Group 115">
            <a:extLst>
              <a:ext uri="{FF2B5EF4-FFF2-40B4-BE49-F238E27FC236}">
                <a16:creationId xmlns:a16="http://schemas.microsoft.com/office/drawing/2014/main" id="{7D3FC21B-73FC-479A-AD68-DFDC64056C18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58763" y="1071563"/>
            <a:ext cx="3546475" cy="1455737"/>
            <a:chOff x="27330" y="2051709"/>
            <a:chExt cx="2697218" cy="1108075"/>
          </a:xfrm>
        </p:grpSpPr>
        <p:pic>
          <p:nvPicPr>
            <p:cNvPr id="421892" name="Picture 119">
              <a:extLst>
                <a:ext uri="{FF2B5EF4-FFF2-40B4-BE49-F238E27FC236}">
                  <a16:creationId xmlns:a16="http://schemas.microsoft.com/office/drawing/2014/main" id="{BBAB5A91-1449-4D49-8472-FB34A9F4DD6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330" y="2145256"/>
              <a:ext cx="2697218" cy="92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421893" name="Straight Connector 120">
              <a:extLst>
                <a:ext uri="{FF2B5EF4-FFF2-40B4-BE49-F238E27FC236}">
                  <a16:creationId xmlns:a16="http://schemas.microsoft.com/office/drawing/2014/main" id="{DF9BCE33-38F4-410A-BB50-8C143E2EEFB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685450" y="2051709"/>
              <a:ext cx="7937" cy="1108075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2913" name="Title 1">
            <a:extLst>
              <a:ext uri="{FF2B5EF4-FFF2-40B4-BE49-F238E27FC236}">
                <a16:creationId xmlns:a16="http://schemas.microsoft.com/office/drawing/2014/main" id="{F7EFAC8E-5AE3-40D4-8D9D-078CA7AEA9E3}"/>
              </a:ext>
            </a:extLst>
          </p:cNvPr>
          <p:cNvSpPr txBox="1">
            <a:spLocks/>
          </p:cNvSpPr>
          <p:nvPr/>
        </p:nvSpPr>
        <p:spPr bwMode="auto">
          <a:xfrm>
            <a:off x="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How Does It Work?</a:t>
            </a:r>
          </a:p>
        </p:txBody>
      </p:sp>
      <p:grpSp>
        <p:nvGrpSpPr>
          <p:cNvPr id="422914" name="Group 3">
            <a:extLst>
              <a:ext uri="{FF2B5EF4-FFF2-40B4-BE49-F238E27FC236}">
                <a16:creationId xmlns:a16="http://schemas.microsoft.com/office/drawing/2014/main" id="{6EB7D3B7-CDE9-4F9F-93DC-9E3524752F95}"/>
              </a:ext>
            </a:extLst>
          </p:cNvPr>
          <p:cNvGrpSpPr>
            <a:grpSpLocks/>
          </p:cNvGrpSpPr>
          <p:nvPr/>
        </p:nvGrpSpPr>
        <p:grpSpPr bwMode="auto">
          <a:xfrm>
            <a:off x="93663" y="1319213"/>
            <a:ext cx="8997950" cy="5249862"/>
            <a:chOff x="92960" y="1318445"/>
            <a:chExt cx="8998034" cy="5250952"/>
          </a:xfrm>
        </p:grpSpPr>
        <p:sp>
          <p:nvSpPr>
            <p:cNvPr id="422918" name="TextBox 51">
              <a:extLst>
                <a:ext uri="{FF2B5EF4-FFF2-40B4-BE49-F238E27FC236}">
                  <a16:creationId xmlns:a16="http://schemas.microsoft.com/office/drawing/2014/main" id="{08C4BAE1-1EFD-4301-8803-12860DCF27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3160" y="5486655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2919" name="Line 14">
              <a:extLst>
                <a:ext uri="{FF2B5EF4-FFF2-40B4-BE49-F238E27FC236}">
                  <a16:creationId xmlns:a16="http://schemas.microsoft.com/office/drawing/2014/main" id="{783F2123-7CF6-42E2-A028-A5D7D19B94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9416" y="5920630"/>
              <a:ext cx="10703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2920" name="Line 14">
              <a:extLst>
                <a:ext uri="{FF2B5EF4-FFF2-40B4-BE49-F238E27FC236}">
                  <a16:creationId xmlns:a16="http://schemas.microsoft.com/office/drawing/2014/main" id="{F86CE930-AAE0-4EA9-B8FF-887843FA21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50" y="5937564"/>
              <a:ext cx="14246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2921" name="Rectangle 7">
              <a:extLst>
                <a:ext uri="{FF2B5EF4-FFF2-40B4-BE49-F238E27FC236}">
                  <a16:creationId xmlns:a16="http://schemas.microsoft.com/office/drawing/2014/main" id="{88FE4784-5FF0-4421-A724-D32C9092FA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7960" y="5073446"/>
              <a:ext cx="1806575" cy="10302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922" name="Freeform 8">
              <a:extLst>
                <a:ext uri="{FF2B5EF4-FFF2-40B4-BE49-F238E27FC236}">
                  <a16:creationId xmlns:a16="http://schemas.microsoft.com/office/drawing/2014/main" id="{3CE6CDF9-A67A-4FBF-870F-45EE34801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960" y="5302046"/>
              <a:ext cx="158750" cy="160338"/>
            </a:xfrm>
            <a:custGeom>
              <a:avLst/>
              <a:gdLst>
                <a:gd name="T0" fmla="*/ 0 w 202"/>
                <a:gd name="T1" fmla="*/ 630239 h 202"/>
                <a:gd name="T2" fmla="*/ 0 w 202"/>
                <a:gd name="T3" fmla="*/ 630239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2923" name="Rectangle 10">
              <a:extLst>
                <a:ext uri="{FF2B5EF4-FFF2-40B4-BE49-F238E27FC236}">
                  <a16:creationId xmlns:a16="http://schemas.microsoft.com/office/drawing/2014/main" id="{BE7B7520-94E3-4A03-A07E-00A45E7588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4323" y="5765596"/>
              <a:ext cx="65723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clear_n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924" name="Rectangle 11">
              <a:extLst>
                <a:ext uri="{FF2B5EF4-FFF2-40B4-BE49-F238E27FC236}">
                  <a16:creationId xmlns:a16="http://schemas.microsoft.com/office/drawing/2014/main" id="{8E3AB5AC-2E62-46E0-80FE-5CF805DF0D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1010" y="5465559"/>
              <a:ext cx="1331912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2-bit up-counter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925" name="Line 14">
              <a:extLst>
                <a:ext uri="{FF2B5EF4-FFF2-40B4-BE49-F238E27FC236}">
                  <a16:creationId xmlns:a16="http://schemas.microsoft.com/office/drawing/2014/main" id="{9BD3BBC0-5D60-4B0F-8808-3C77142B0A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48" y="5396934"/>
              <a:ext cx="4202381" cy="39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2926" name="Rectangle 17">
              <a:extLst>
                <a:ext uri="{FF2B5EF4-FFF2-40B4-BE49-F238E27FC236}">
                  <a16:creationId xmlns:a16="http://schemas.microsoft.com/office/drawing/2014/main" id="{7FD4F866-7DE2-4AF3-861F-ADF66D3AC3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895" y="5791514"/>
              <a:ext cx="166712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927" name="Rectangle 18">
              <a:extLst>
                <a:ext uri="{FF2B5EF4-FFF2-40B4-BE49-F238E27FC236}">
                  <a16:creationId xmlns:a16="http://schemas.microsoft.com/office/drawing/2014/main" id="{4DC53393-884A-4BCE-88AC-684CBF785D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7935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928" name="Rectangle 19">
              <a:extLst>
                <a:ext uri="{FF2B5EF4-FFF2-40B4-BE49-F238E27FC236}">
                  <a16:creationId xmlns:a16="http://schemas.microsoft.com/office/drawing/2014/main" id="{FD2167BE-D721-4D68-A62A-6889D5BBA0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6560" y="3084309"/>
              <a:ext cx="1806575" cy="107473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929" name="Rectangle 20">
              <a:extLst>
                <a:ext uri="{FF2B5EF4-FFF2-40B4-BE49-F238E27FC236}">
                  <a16:creationId xmlns:a16="http://schemas.microsoft.com/office/drawing/2014/main" id="{0BA981F4-17A6-4E10-A70E-8E0DCB1AA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2398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930" name="Line 21">
              <a:extLst>
                <a:ext uri="{FF2B5EF4-FFF2-40B4-BE49-F238E27FC236}">
                  <a16:creationId xmlns:a16="http://schemas.microsoft.com/office/drawing/2014/main" id="{7B2689CF-2D8A-4D68-8B89-572D61E277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473545" y="1898087"/>
              <a:ext cx="2103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2931" name="Line 22">
              <a:extLst>
                <a:ext uri="{FF2B5EF4-FFF2-40B4-BE49-F238E27FC236}">
                  <a16:creationId xmlns:a16="http://schemas.microsoft.com/office/drawing/2014/main" id="{6BA78899-5BFF-40CB-921A-D78765D1FE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20235" y="1895799"/>
              <a:ext cx="3168" cy="11885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2932" name="Rectangle 23">
              <a:extLst>
                <a:ext uri="{FF2B5EF4-FFF2-40B4-BE49-F238E27FC236}">
                  <a16:creationId xmlns:a16="http://schemas.microsoft.com/office/drawing/2014/main" id="{B95854B6-A67C-4A86-A371-F84D5EECA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9598" y="3843134"/>
              <a:ext cx="2276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En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933" name="Rectangle 24">
              <a:extLst>
                <a:ext uri="{FF2B5EF4-FFF2-40B4-BE49-F238E27FC236}">
                  <a16:creationId xmlns:a16="http://schemas.microsoft.com/office/drawing/2014/main" id="{9948F782-5C3B-4E45-9AA1-8363AB0DC3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7860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934" name="Rectangle 25">
              <a:extLst>
                <a:ext uri="{FF2B5EF4-FFF2-40B4-BE49-F238E27FC236}">
                  <a16:creationId xmlns:a16="http://schemas.microsoft.com/office/drawing/2014/main" id="{2ECA8839-0438-4341-AEB5-2FC506C14B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6285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935" name="Rectangle 26">
              <a:extLst>
                <a:ext uri="{FF2B5EF4-FFF2-40B4-BE49-F238E27FC236}">
                  <a16:creationId xmlns:a16="http://schemas.microsoft.com/office/drawing/2014/main" id="{065F3FBA-42FB-4E4E-ACC3-59F3F2F3A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2148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936" name="Rectangle 27">
              <a:extLst>
                <a:ext uri="{FF2B5EF4-FFF2-40B4-BE49-F238E27FC236}">
                  <a16:creationId xmlns:a16="http://schemas.microsoft.com/office/drawing/2014/main" id="{D0C4AB2A-DA12-44ED-B94D-A12A0C687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6610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937" name="Rectangle 28">
              <a:extLst>
                <a:ext uri="{FF2B5EF4-FFF2-40B4-BE49-F238E27FC236}">
                  <a16:creationId xmlns:a16="http://schemas.microsoft.com/office/drawing/2014/main" id="{F35A1DCD-D159-4330-B0C2-7C502834E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79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938" name="Rectangle 29">
              <a:extLst>
                <a:ext uri="{FF2B5EF4-FFF2-40B4-BE49-F238E27FC236}">
                  <a16:creationId xmlns:a16="http://schemas.microsoft.com/office/drawing/2014/main" id="{33201A66-1793-4648-A702-280901C8E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522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939" name="Rectangle 30">
              <a:extLst>
                <a:ext uri="{FF2B5EF4-FFF2-40B4-BE49-F238E27FC236}">
                  <a16:creationId xmlns:a16="http://schemas.microsoft.com/office/drawing/2014/main" id="{2FF0D33F-88A4-4053-9D2D-F18DEE72A3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3035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940" name="Rectangle 31">
              <a:extLst>
                <a:ext uri="{FF2B5EF4-FFF2-40B4-BE49-F238E27FC236}">
                  <a16:creationId xmlns:a16="http://schemas.microsoft.com/office/drawing/2014/main" id="{D3D0D75B-2B72-4971-AFB1-D87919C03C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3048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941" name="Rectangle 32">
              <a:extLst>
                <a:ext uri="{FF2B5EF4-FFF2-40B4-BE49-F238E27FC236}">
                  <a16:creationId xmlns:a16="http://schemas.microsoft.com/office/drawing/2014/main" id="{93771BCA-E7D7-49CC-8A6F-2A4DFCDAFD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974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942" name="Line 33">
              <a:extLst>
                <a:ext uri="{FF2B5EF4-FFF2-40B4-BE49-F238E27FC236}">
                  <a16:creationId xmlns:a16="http://schemas.microsoft.com/office/drawing/2014/main" id="{D56E0446-3AE8-4F66-BAB0-CEFDE90359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66219" y="1895799"/>
              <a:ext cx="1583" cy="11885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2943" name="Line 34">
              <a:extLst>
                <a:ext uri="{FF2B5EF4-FFF2-40B4-BE49-F238E27FC236}">
                  <a16:creationId xmlns:a16="http://schemas.microsoft.com/office/drawing/2014/main" id="{4D05BCE6-33D7-4486-A306-DD299642C4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862119" y="1898087"/>
              <a:ext cx="2465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2944" name="Rectangle 37">
              <a:extLst>
                <a:ext uri="{FF2B5EF4-FFF2-40B4-BE49-F238E27FC236}">
                  <a16:creationId xmlns:a16="http://schemas.microsoft.com/office/drawing/2014/main" id="{42CFD4F5-67AE-42ED-81EB-136046CF96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817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945" name="Rectangle 38">
              <a:extLst>
                <a:ext uri="{FF2B5EF4-FFF2-40B4-BE49-F238E27FC236}">
                  <a16:creationId xmlns:a16="http://schemas.microsoft.com/office/drawing/2014/main" id="{EC0A993E-5F42-4C19-BE01-DAC7B41126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1510" y="4657521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946" name="Rectangle 45">
              <a:extLst>
                <a:ext uri="{FF2B5EF4-FFF2-40B4-BE49-F238E27FC236}">
                  <a16:creationId xmlns:a16="http://schemas.microsoft.com/office/drawing/2014/main" id="{EB4FEF17-DCFF-49AC-B70E-08AC8F979B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6123" y="3519284"/>
              <a:ext cx="11938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2-to-4 decoder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947" name="Rectangle 46">
              <a:extLst>
                <a:ext uri="{FF2B5EF4-FFF2-40B4-BE49-F238E27FC236}">
                  <a16:creationId xmlns:a16="http://schemas.microsoft.com/office/drawing/2014/main" id="{CFEAA9BA-0A7D-4C39-9AAF-73CCEFEE7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3735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948" name="Rectangle 47">
              <a:extLst>
                <a:ext uri="{FF2B5EF4-FFF2-40B4-BE49-F238E27FC236}">
                  <a16:creationId xmlns:a16="http://schemas.microsoft.com/office/drawing/2014/main" id="{CFDA02CF-C035-44EB-ACF4-9792A79F8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0898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949" name="Rectangle 48">
              <a:extLst>
                <a:ext uri="{FF2B5EF4-FFF2-40B4-BE49-F238E27FC236}">
                  <a16:creationId xmlns:a16="http://schemas.microsoft.com/office/drawing/2014/main" id="{303962CE-3236-47CD-90CF-339A80517C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8410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950" name="Rectangle 49">
              <a:extLst>
                <a:ext uri="{FF2B5EF4-FFF2-40B4-BE49-F238E27FC236}">
                  <a16:creationId xmlns:a16="http://schemas.microsoft.com/office/drawing/2014/main" id="{289956AE-B84D-45BF-9837-A5D0B4D81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5573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951" name="Rectangle 50">
              <a:extLst>
                <a:ext uri="{FF2B5EF4-FFF2-40B4-BE49-F238E27FC236}">
                  <a16:creationId xmlns:a16="http://schemas.microsoft.com/office/drawing/2014/main" id="{3B353324-AA6D-4751-A70F-610C26429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60" y="5214195"/>
              <a:ext cx="55143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Clock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cxnSp>
          <p:nvCxnSpPr>
            <p:cNvPr id="422952" name="Straight Arrow Connector 2">
              <a:extLst>
                <a:ext uri="{FF2B5EF4-FFF2-40B4-BE49-F238E27FC236}">
                  <a16:creationId xmlns:a16="http://schemas.microsoft.com/office/drawing/2014/main" id="{EE02262C-EC1B-40D2-ACA5-9971F4BA790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109145" y="4165226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2953" name="Straight Arrow Connector 52">
              <a:extLst>
                <a:ext uri="{FF2B5EF4-FFF2-40B4-BE49-F238E27FC236}">
                  <a16:creationId xmlns:a16="http://schemas.microsoft.com/office/drawing/2014/main" id="{38174948-F66B-44DB-B303-EF0D80527C6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38675" y="4169345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2954" name="Straight Arrow Connector 53">
              <a:extLst>
                <a:ext uri="{FF2B5EF4-FFF2-40B4-BE49-F238E27FC236}">
                  <a16:creationId xmlns:a16="http://schemas.microsoft.com/office/drawing/2014/main" id="{F48081E7-EB8B-44A5-B9D2-8188C0D7126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706475" y="4171404"/>
              <a:ext cx="0" cy="423475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22955" name="Freeform 5">
              <a:extLst>
                <a:ext uri="{FF2B5EF4-FFF2-40B4-BE49-F238E27FC236}">
                  <a16:creationId xmlns:a16="http://schemas.microsoft.com/office/drawing/2014/main" id="{2AC0E929-BA77-4972-9E5C-6B84AA1F5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005" y="5772396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2956" name="Freeform 7">
              <a:extLst>
                <a:ext uri="{FF2B5EF4-FFF2-40B4-BE49-F238E27FC236}">
                  <a16:creationId xmlns:a16="http://schemas.microsoft.com/office/drawing/2014/main" id="{397E4591-A99F-48B5-8C52-98931E528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900" y="5884665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2957" name="TextBox 7">
              <a:extLst>
                <a:ext uri="{FF2B5EF4-FFF2-40B4-BE49-F238E27FC236}">
                  <a16:creationId xmlns:a16="http://schemas.microsoft.com/office/drawing/2014/main" id="{5CB61420-A05F-43BB-924C-E22C6CD3EE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8312" y="4594022"/>
              <a:ext cx="874713" cy="461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2958" name="TextBox 7">
              <a:extLst>
                <a:ext uri="{FF2B5EF4-FFF2-40B4-BE49-F238E27FC236}">
                  <a16:creationId xmlns:a16="http://schemas.microsoft.com/office/drawing/2014/main" id="{F9EA2B68-853F-4551-8A9E-31989A4EB9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8566" y="1318445"/>
              <a:ext cx="199797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2959" name="TextBox 51">
              <a:extLst>
                <a:ext uri="{FF2B5EF4-FFF2-40B4-BE49-F238E27FC236}">
                  <a16:creationId xmlns:a16="http://schemas.microsoft.com/office/drawing/2014/main" id="{06C4A654-E606-407E-8A9D-CE745B47D7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4287" y="541396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2960" name="AutoShape 57">
              <a:extLst>
                <a:ext uri="{FF2B5EF4-FFF2-40B4-BE49-F238E27FC236}">
                  <a16:creationId xmlns:a16="http://schemas.microsoft.com/office/drawing/2014/main" id="{8EC8D086-6A9E-43A8-B959-678305252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501" y="5556352"/>
              <a:ext cx="554038" cy="47148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grpSp>
          <p:nvGrpSpPr>
            <p:cNvPr id="422961" name="Group 66">
              <a:extLst>
                <a:ext uri="{FF2B5EF4-FFF2-40B4-BE49-F238E27FC236}">
                  <a16:creationId xmlns:a16="http://schemas.microsoft.com/office/drawing/2014/main" id="{16E0876F-AE75-4230-A3D7-CD11CB8928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24676" y="5661598"/>
              <a:ext cx="636587" cy="501650"/>
              <a:chOff x="4164013" y="5505902"/>
              <a:chExt cx="636587" cy="501650"/>
            </a:xfrm>
          </p:grpSpPr>
          <p:sp>
            <p:nvSpPr>
              <p:cNvPr id="423006" name="Freeform 86">
                <a:extLst>
                  <a:ext uri="{FF2B5EF4-FFF2-40B4-BE49-F238E27FC236}">
                    <a16:creationId xmlns:a16="http://schemas.microsoft.com/office/drawing/2014/main" id="{24BD722E-810B-4770-BC62-56AE9D403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505902"/>
                <a:ext cx="630237" cy="249237"/>
              </a:xfrm>
              <a:custGeom>
                <a:avLst/>
                <a:gdLst>
                  <a:gd name="T0" fmla="*/ 2147483646 w 794"/>
                  <a:gd name="T1" fmla="*/ 0 h 315"/>
                  <a:gd name="T2" fmla="*/ 2147483646 w 794"/>
                  <a:gd name="T3" fmla="*/ 0 h 315"/>
                  <a:gd name="T4" fmla="*/ 2147483646 w 794"/>
                  <a:gd name="T5" fmla="*/ 0 h 315"/>
                  <a:gd name="T6" fmla="*/ 2147483646 w 794"/>
                  <a:gd name="T7" fmla="*/ 0 h 315"/>
                  <a:gd name="T8" fmla="*/ 2147483646 w 794"/>
                  <a:gd name="T9" fmla="*/ 0 h 315"/>
                  <a:gd name="T10" fmla="*/ 2147483646 w 794"/>
                  <a:gd name="T11" fmla="*/ 0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0"/>
                    </a:moveTo>
                    <a:lnTo>
                      <a:pt x="31" y="0"/>
                    </a:lnTo>
                    <a:lnTo>
                      <a:pt x="60" y="0"/>
                    </a:lnTo>
                    <a:lnTo>
                      <a:pt x="86" y="0"/>
                    </a:lnTo>
                    <a:lnTo>
                      <a:pt x="110" y="0"/>
                    </a:lnTo>
                    <a:lnTo>
                      <a:pt x="134" y="0"/>
                    </a:lnTo>
                    <a:lnTo>
                      <a:pt x="155" y="0"/>
                    </a:lnTo>
                    <a:lnTo>
                      <a:pt x="175" y="0"/>
                    </a:lnTo>
                    <a:lnTo>
                      <a:pt x="194" y="0"/>
                    </a:lnTo>
                    <a:lnTo>
                      <a:pt x="211" y="0"/>
                    </a:lnTo>
                    <a:lnTo>
                      <a:pt x="227" y="0"/>
                    </a:lnTo>
                    <a:lnTo>
                      <a:pt x="240" y="0"/>
                    </a:lnTo>
                    <a:lnTo>
                      <a:pt x="254" y="0"/>
                    </a:lnTo>
                    <a:lnTo>
                      <a:pt x="265" y="0"/>
                    </a:lnTo>
                    <a:lnTo>
                      <a:pt x="276" y="0"/>
                    </a:lnTo>
                    <a:lnTo>
                      <a:pt x="287" y="0"/>
                    </a:lnTo>
                    <a:lnTo>
                      <a:pt x="296" y="0"/>
                    </a:lnTo>
                    <a:lnTo>
                      <a:pt x="303" y="0"/>
                    </a:lnTo>
                    <a:lnTo>
                      <a:pt x="311" y="0"/>
                    </a:lnTo>
                    <a:lnTo>
                      <a:pt x="317" y="0"/>
                    </a:lnTo>
                    <a:lnTo>
                      <a:pt x="323" y="0"/>
                    </a:lnTo>
                    <a:lnTo>
                      <a:pt x="328" y="0"/>
                    </a:lnTo>
                    <a:lnTo>
                      <a:pt x="332" y="0"/>
                    </a:lnTo>
                    <a:lnTo>
                      <a:pt x="336" y="1"/>
                    </a:lnTo>
                    <a:lnTo>
                      <a:pt x="338" y="1"/>
                    </a:lnTo>
                    <a:lnTo>
                      <a:pt x="342" y="1"/>
                    </a:lnTo>
                    <a:lnTo>
                      <a:pt x="345" y="1"/>
                    </a:lnTo>
                    <a:lnTo>
                      <a:pt x="348" y="1"/>
                    </a:lnTo>
                    <a:lnTo>
                      <a:pt x="349" y="1"/>
                    </a:lnTo>
                    <a:lnTo>
                      <a:pt x="352" y="1"/>
                    </a:lnTo>
                    <a:lnTo>
                      <a:pt x="353" y="1"/>
                    </a:lnTo>
                    <a:lnTo>
                      <a:pt x="356" y="1"/>
                    </a:lnTo>
                    <a:lnTo>
                      <a:pt x="358" y="1"/>
                    </a:lnTo>
                    <a:lnTo>
                      <a:pt x="360" y="1"/>
                    </a:lnTo>
                    <a:lnTo>
                      <a:pt x="362" y="3"/>
                    </a:lnTo>
                    <a:lnTo>
                      <a:pt x="364" y="3"/>
                    </a:lnTo>
                    <a:lnTo>
                      <a:pt x="366" y="3"/>
                    </a:lnTo>
                    <a:lnTo>
                      <a:pt x="368" y="3"/>
                    </a:lnTo>
                    <a:lnTo>
                      <a:pt x="369" y="3"/>
                    </a:lnTo>
                    <a:lnTo>
                      <a:pt x="370" y="3"/>
                    </a:lnTo>
                    <a:lnTo>
                      <a:pt x="372" y="3"/>
                    </a:lnTo>
                    <a:lnTo>
                      <a:pt x="374" y="3"/>
                    </a:lnTo>
                    <a:lnTo>
                      <a:pt x="376" y="3"/>
                    </a:lnTo>
                    <a:lnTo>
                      <a:pt x="377" y="3"/>
                    </a:lnTo>
                    <a:lnTo>
                      <a:pt x="378" y="3"/>
                    </a:lnTo>
                    <a:lnTo>
                      <a:pt x="380" y="4"/>
                    </a:lnTo>
                    <a:lnTo>
                      <a:pt x="381" y="4"/>
                    </a:lnTo>
                    <a:lnTo>
                      <a:pt x="382" y="4"/>
                    </a:lnTo>
                    <a:lnTo>
                      <a:pt x="384" y="4"/>
                    </a:lnTo>
                    <a:lnTo>
                      <a:pt x="385" y="4"/>
                    </a:lnTo>
                    <a:lnTo>
                      <a:pt x="386" y="4"/>
                    </a:lnTo>
                    <a:lnTo>
                      <a:pt x="388" y="4"/>
                    </a:lnTo>
                    <a:lnTo>
                      <a:pt x="389" y="4"/>
                    </a:lnTo>
                    <a:lnTo>
                      <a:pt x="390" y="4"/>
                    </a:lnTo>
                    <a:lnTo>
                      <a:pt x="392" y="5"/>
                    </a:lnTo>
                    <a:lnTo>
                      <a:pt x="393" y="5"/>
                    </a:lnTo>
                    <a:lnTo>
                      <a:pt x="394" y="5"/>
                    </a:lnTo>
                    <a:lnTo>
                      <a:pt x="396" y="5"/>
                    </a:lnTo>
                    <a:lnTo>
                      <a:pt x="398" y="5"/>
                    </a:lnTo>
                    <a:lnTo>
                      <a:pt x="400" y="5"/>
                    </a:lnTo>
                    <a:lnTo>
                      <a:pt x="401" y="7"/>
                    </a:lnTo>
                    <a:lnTo>
                      <a:pt x="403" y="7"/>
                    </a:lnTo>
                    <a:lnTo>
                      <a:pt x="405" y="7"/>
                    </a:lnTo>
                    <a:lnTo>
                      <a:pt x="407" y="7"/>
                    </a:lnTo>
                    <a:lnTo>
                      <a:pt x="409" y="8"/>
                    </a:lnTo>
                    <a:lnTo>
                      <a:pt x="411" y="8"/>
                    </a:lnTo>
                    <a:lnTo>
                      <a:pt x="413" y="8"/>
                    </a:lnTo>
                    <a:lnTo>
                      <a:pt x="414" y="8"/>
                    </a:lnTo>
                    <a:lnTo>
                      <a:pt x="417" y="8"/>
                    </a:lnTo>
                    <a:lnTo>
                      <a:pt x="418" y="8"/>
                    </a:lnTo>
                    <a:lnTo>
                      <a:pt x="419" y="9"/>
                    </a:lnTo>
                    <a:lnTo>
                      <a:pt x="421" y="9"/>
                    </a:lnTo>
                    <a:lnTo>
                      <a:pt x="422" y="9"/>
                    </a:lnTo>
                    <a:lnTo>
                      <a:pt x="423" y="9"/>
                    </a:lnTo>
                    <a:lnTo>
                      <a:pt x="425" y="9"/>
                    </a:lnTo>
                    <a:lnTo>
                      <a:pt x="426" y="9"/>
                    </a:lnTo>
                    <a:lnTo>
                      <a:pt x="426" y="11"/>
                    </a:lnTo>
                    <a:lnTo>
                      <a:pt x="427" y="11"/>
                    </a:lnTo>
                    <a:lnTo>
                      <a:pt x="429" y="11"/>
                    </a:lnTo>
                    <a:lnTo>
                      <a:pt x="430" y="11"/>
                    </a:lnTo>
                    <a:lnTo>
                      <a:pt x="431" y="11"/>
                    </a:lnTo>
                    <a:lnTo>
                      <a:pt x="433" y="12"/>
                    </a:lnTo>
                    <a:lnTo>
                      <a:pt x="434" y="12"/>
                    </a:lnTo>
                    <a:lnTo>
                      <a:pt x="435" y="12"/>
                    </a:lnTo>
                    <a:lnTo>
                      <a:pt x="437" y="13"/>
                    </a:lnTo>
                    <a:lnTo>
                      <a:pt x="438" y="13"/>
                    </a:lnTo>
                    <a:lnTo>
                      <a:pt x="439" y="13"/>
                    </a:lnTo>
                    <a:lnTo>
                      <a:pt x="441" y="15"/>
                    </a:lnTo>
                    <a:lnTo>
                      <a:pt x="443" y="15"/>
                    </a:lnTo>
                    <a:lnTo>
                      <a:pt x="445" y="15"/>
                    </a:lnTo>
                    <a:lnTo>
                      <a:pt x="446" y="16"/>
                    </a:lnTo>
                    <a:lnTo>
                      <a:pt x="449" y="16"/>
                    </a:lnTo>
                    <a:lnTo>
                      <a:pt x="450" y="17"/>
                    </a:lnTo>
                    <a:lnTo>
                      <a:pt x="453" y="17"/>
                    </a:lnTo>
                    <a:lnTo>
                      <a:pt x="455" y="19"/>
                    </a:lnTo>
                    <a:lnTo>
                      <a:pt x="458" y="19"/>
                    </a:lnTo>
                    <a:lnTo>
                      <a:pt x="459" y="20"/>
                    </a:lnTo>
                    <a:lnTo>
                      <a:pt x="462" y="20"/>
                    </a:lnTo>
                    <a:lnTo>
                      <a:pt x="465" y="21"/>
                    </a:lnTo>
                    <a:lnTo>
                      <a:pt x="466" y="21"/>
                    </a:lnTo>
                    <a:lnTo>
                      <a:pt x="467" y="23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4"/>
                    </a:lnTo>
                    <a:lnTo>
                      <a:pt x="474" y="24"/>
                    </a:lnTo>
                    <a:lnTo>
                      <a:pt x="475" y="25"/>
                    </a:lnTo>
                    <a:lnTo>
                      <a:pt x="476" y="25"/>
                    </a:lnTo>
                    <a:lnTo>
                      <a:pt x="478" y="25"/>
                    </a:lnTo>
                    <a:lnTo>
                      <a:pt x="479" y="27"/>
                    </a:lnTo>
                    <a:lnTo>
                      <a:pt x="480" y="27"/>
                    </a:lnTo>
                    <a:lnTo>
                      <a:pt x="482" y="27"/>
                    </a:lnTo>
                    <a:lnTo>
                      <a:pt x="482" y="28"/>
                    </a:lnTo>
                    <a:lnTo>
                      <a:pt x="483" y="28"/>
                    </a:lnTo>
                    <a:lnTo>
                      <a:pt x="484" y="29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31"/>
                    </a:lnTo>
                    <a:lnTo>
                      <a:pt x="490" y="31"/>
                    </a:lnTo>
                    <a:lnTo>
                      <a:pt x="491" y="32"/>
                    </a:lnTo>
                    <a:lnTo>
                      <a:pt x="492" y="32"/>
                    </a:lnTo>
                    <a:lnTo>
                      <a:pt x="494" y="33"/>
                    </a:lnTo>
                    <a:lnTo>
                      <a:pt x="495" y="33"/>
                    </a:lnTo>
                    <a:lnTo>
                      <a:pt x="498" y="35"/>
                    </a:lnTo>
                    <a:lnTo>
                      <a:pt x="499" y="36"/>
                    </a:lnTo>
                    <a:lnTo>
                      <a:pt x="500" y="36"/>
                    </a:lnTo>
                    <a:lnTo>
                      <a:pt x="503" y="37"/>
                    </a:lnTo>
                    <a:lnTo>
                      <a:pt x="504" y="39"/>
                    </a:lnTo>
                    <a:lnTo>
                      <a:pt x="507" y="40"/>
                    </a:lnTo>
                    <a:lnTo>
                      <a:pt x="508" y="40"/>
                    </a:lnTo>
                    <a:lnTo>
                      <a:pt x="511" y="41"/>
                    </a:lnTo>
                    <a:lnTo>
                      <a:pt x="512" y="43"/>
                    </a:lnTo>
                    <a:lnTo>
                      <a:pt x="514" y="43"/>
                    </a:lnTo>
                    <a:lnTo>
                      <a:pt x="516" y="44"/>
                    </a:lnTo>
                    <a:lnTo>
                      <a:pt x="518" y="44"/>
                    </a:lnTo>
                    <a:lnTo>
                      <a:pt x="519" y="45"/>
                    </a:lnTo>
                    <a:lnTo>
                      <a:pt x="520" y="45"/>
                    </a:lnTo>
                    <a:lnTo>
                      <a:pt x="522" y="47"/>
                    </a:lnTo>
                    <a:lnTo>
                      <a:pt x="523" y="47"/>
                    </a:lnTo>
                    <a:lnTo>
                      <a:pt x="523" y="48"/>
                    </a:lnTo>
                    <a:lnTo>
                      <a:pt x="524" y="48"/>
                    </a:lnTo>
                    <a:lnTo>
                      <a:pt x="526" y="49"/>
                    </a:lnTo>
                    <a:lnTo>
                      <a:pt x="527" y="49"/>
                    </a:lnTo>
                    <a:lnTo>
                      <a:pt x="528" y="51"/>
                    </a:lnTo>
                    <a:lnTo>
                      <a:pt x="530" y="51"/>
                    </a:lnTo>
                    <a:lnTo>
                      <a:pt x="531" y="52"/>
                    </a:lnTo>
                    <a:lnTo>
                      <a:pt x="532" y="52"/>
                    </a:lnTo>
                    <a:lnTo>
                      <a:pt x="534" y="53"/>
                    </a:lnTo>
                    <a:lnTo>
                      <a:pt x="535" y="55"/>
                    </a:lnTo>
                    <a:lnTo>
                      <a:pt x="536" y="55"/>
                    </a:lnTo>
                    <a:lnTo>
                      <a:pt x="538" y="56"/>
                    </a:lnTo>
                    <a:lnTo>
                      <a:pt x="539" y="56"/>
                    </a:lnTo>
                    <a:lnTo>
                      <a:pt x="540" y="57"/>
                    </a:lnTo>
                    <a:lnTo>
                      <a:pt x="542" y="57"/>
                    </a:lnTo>
                    <a:lnTo>
                      <a:pt x="543" y="58"/>
                    </a:lnTo>
                    <a:lnTo>
                      <a:pt x="546" y="60"/>
                    </a:lnTo>
                    <a:lnTo>
                      <a:pt x="547" y="60"/>
                    </a:lnTo>
                    <a:lnTo>
                      <a:pt x="548" y="61"/>
                    </a:lnTo>
                    <a:lnTo>
                      <a:pt x="551" y="62"/>
                    </a:lnTo>
                    <a:lnTo>
                      <a:pt x="552" y="64"/>
                    </a:lnTo>
                    <a:lnTo>
                      <a:pt x="553" y="65"/>
                    </a:lnTo>
                    <a:lnTo>
                      <a:pt x="556" y="65"/>
                    </a:lnTo>
                    <a:lnTo>
                      <a:pt x="557" y="66"/>
                    </a:lnTo>
                    <a:lnTo>
                      <a:pt x="559" y="66"/>
                    </a:lnTo>
                    <a:lnTo>
                      <a:pt x="560" y="68"/>
                    </a:lnTo>
                    <a:lnTo>
                      <a:pt x="561" y="69"/>
                    </a:lnTo>
                    <a:lnTo>
                      <a:pt x="563" y="69"/>
                    </a:lnTo>
                    <a:lnTo>
                      <a:pt x="564" y="70"/>
                    </a:lnTo>
                    <a:lnTo>
                      <a:pt x="565" y="70"/>
                    </a:lnTo>
                    <a:lnTo>
                      <a:pt x="567" y="72"/>
                    </a:lnTo>
                    <a:lnTo>
                      <a:pt x="568" y="73"/>
                    </a:lnTo>
                    <a:lnTo>
                      <a:pt x="569" y="73"/>
                    </a:lnTo>
                    <a:lnTo>
                      <a:pt x="571" y="74"/>
                    </a:lnTo>
                    <a:lnTo>
                      <a:pt x="572" y="74"/>
                    </a:lnTo>
                    <a:lnTo>
                      <a:pt x="572" y="76"/>
                    </a:lnTo>
                    <a:lnTo>
                      <a:pt x="573" y="76"/>
                    </a:lnTo>
                    <a:lnTo>
                      <a:pt x="575" y="76"/>
                    </a:lnTo>
                    <a:lnTo>
                      <a:pt x="575" y="77"/>
                    </a:lnTo>
                    <a:lnTo>
                      <a:pt x="576" y="77"/>
                    </a:lnTo>
                    <a:lnTo>
                      <a:pt x="577" y="78"/>
                    </a:lnTo>
                    <a:lnTo>
                      <a:pt x="579" y="78"/>
                    </a:lnTo>
                    <a:lnTo>
                      <a:pt x="580" y="80"/>
                    </a:lnTo>
                    <a:lnTo>
                      <a:pt x="581" y="80"/>
                    </a:lnTo>
                    <a:lnTo>
                      <a:pt x="581" y="81"/>
                    </a:lnTo>
                    <a:lnTo>
                      <a:pt x="583" y="82"/>
                    </a:lnTo>
                    <a:lnTo>
                      <a:pt x="585" y="82"/>
                    </a:lnTo>
                    <a:lnTo>
                      <a:pt x="587" y="84"/>
                    </a:lnTo>
                    <a:lnTo>
                      <a:pt x="588" y="85"/>
                    </a:lnTo>
                    <a:lnTo>
                      <a:pt x="589" y="86"/>
                    </a:lnTo>
                    <a:lnTo>
                      <a:pt x="591" y="86"/>
                    </a:lnTo>
                    <a:lnTo>
                      <a:pt x="592" y="88"/>
                    </a:lnTo>
                    <a:lnTo>
                      <a:pt x="593" y="88"/>
                    </a:lnTo>
                    <a:lnTo>
                      <a:pt x="593" y="89"/>
                    </a:lnTo>
                    <a:lnTo>
                      <a:pt x="595" y="89"/>
                    </a:lnTo>
                    <a:lnTo>
                      <a:pt x="596" y="90"/>
                    </a:lnTo>
                    <a:lnTo>
                      <a:pt x="597" y="90"/>
                    </a:lnTo>
                    <a:lnTo>
                      <a:pt x="597" y="92"/>
                    </a:lnTo>
                    <a:lnTo>
                      <a:pt x="599" y="92"/>
                    </a:lnTo>
                    <a:lnTo>
                      <a:pt x="600" y="93"/>
                    </a:lnTo>
                    <a:lnTo>
                      <a:pt x="601" y="93"/>
                    </a:lnTo>
                    <a:lnTo>
                      <a:pt x="601" y="94"/>
                    </a:lnTo>
                    <a:lnTo>
                      <a:pt x="603" y="94"/>
                    </a:lnTo>
                    <a:lnTo>
                      <a:pt x="604" y="96"/>
                    </a:lnTo>
                    <a:lnTo>
                      <a:pt x="605" y="97"/>
                    </a:lnTo>
                    <a:lnTo>
                      <a:pt x="607" y="97"/>
                    </a:lnTo>
                    <a:lnTo>
                      <a:pt x="607" y="98"/>
                    </a:lnTo>
                    <a:lnTo>
                      <a:pt x="608" y="98"/>
                    </a:lnTo>
                    <a:lnTo>
                      <a:pt x="609" y="100"/>
                    </a:lnTo>
                    <a:lnTo>
                      <a:pt x="611" y="101"/>
                    </a:lnTo>
                    <a:lnTo>
                      <a:pt x="612" y="101"/>
                    </a:lnTo>
                    <a:lnTo>
                      <a:pt x="612" y="102"/>
                    </a:lnTo>
                    <a:lnTo>
                      <a:pt x="613" y="102"/>
                    </a:lnTo>
                    <a:lnTo>
                      <a:pt x="615" y="104"/>
                    </a:lnTo>
                    <a:lnTo>
                      <a:pt x="616" y="105"/>
                    </a:lnTo>
                    <a:lnTo>
                      <a:pt x="617" y="106"/>
                    </a:lnTo>
                    <a:lnTo>
                      <a:pt x="619" y="106"/>
                    </a:lnTo>
                    <a:lnTo>
                      <a:pt x="619" y="108"/>
                    </a:lnTo>
                    <a:lnTo>
                      <a:pt x="620" y="108"/>
                    </a:lnTo>
                    <a:lnTo>
                      <a:pt x="621" y="109"/>
                    </a:lnTo>
                    <a:lnTo>
                      <a:pt x="622" y="110"/>
                    </a:lnTo>
                    <a:lnTo>
                      <a:pt x="624" y="110"/>
                    </a:lnTo>
                    <a:lnTo>
                      <a:pt x="624" y="112"/>
                    </a:lnTo>
                    <a:lnTo>
                      <a:pt x="625" y="112"/>
                    </a:lnTo>
                    <a:lnTo>
                      <a:pt x="625" y="113"/>
                    </a:lnTo>
                    <a:lnTo>
                      <a:pt x="626" y="113"/>
                    </a:lnTo>
                    <a:lnTo>
                      <a:pt x="628" y="114"/>
                    </a:lnTo>
                    <a:lnTo>
                      <a:pt x="629" y="114"/>
                    </a:lnTo>
                    <a:lnTo>
                      <a:pt x="629" y="116"/>
                    </a:lnTo>
                    <a:lnTo>
                      <a:pt x="630" y="116"/>
                    </a:lnTo>
                    <a:lnTo>
                      <a:pt x="632" y="117"/>
                    </a:lnTo>
                    <a:lnTo>
                      <a:pt x="633" y="118"/>
                    </a:lnTo>
                    <a:lnTo>
                      <a:pt x="634" y="118"/>
                    </a:lnTo>
                    <a:lnTo>
                      <a:pt x="634" y="120"/>
                    </a:lnTo>
                    <a:lnTo>
                      <a:pt x="636" y="120"/>
                    </a:lnTo>
                    <a:lnTo>
                      <a:pt x="637" y="121"/>
                    </a:lnTo>
                    <a:lnTo>
                      <a:pt x="638" y="121"/>
                    </a:lnTo>
                    <a:lnTo>
                      <a:pt x="640" y="122"/>
                    </a:lnTo>
                    <a:lnTo>
                      <a:pt x="641" y="124"/>
                    </a:lnTo>
                    <a:lnTo>
                      <a:pt x="642" y="125"/>
                    </a:lnTo>
                    <a:lnTo>
                      <a:pt x="644" y="125"/>
                    </a:lnTo>
                    <a:lnTo>
                      <a:pt x="645" y="126"/>
                    </a:lnTo>
                    <a:lnTo>
                      <a:pt x="646" y="128"/>
                    </a:lnTo>
                    <a:lnTo>
                      <a:pt x="648" y="128"/>
                    </a:lnTo>
                    <a:lnTo>
                      <a:pt x="648" y="129"/>
                    </a:lnTo>
                    <a:lnTo>
                      <a:pt x="649" y="129"/>
                    </a:lnTo>
                    <a:lnTo>
                      <a:pt x="650" y="130"/>
                    </a:lnTo>
                    <a:lnTo>
                      <a:pt x="652" y="131"/>
                    </a:lnTo>
                    <a:lnTo>
                      <a:pt x="653" y="131"/>
                    </a:lnTo>
                    <a:lnTo>
                      <a:pt x="653" y="133"/>
                    </a:lnTo>
                    <a:lnTo>
                      <a:pt x="654" y="133"/>
                    </a:lnTo>
                    <a:lnTo>
                      <a:pt x="654" y="134"/>
                    </a:lnTo>
                    <a:lnTo>
                      <a:pt x="656" y="134"/>
                    </a:lnTo>
                    <a:lnTo>
                      <a:pt x="656" y="135"/>
                    </a:lnTo>
                    <a:lnTo>
                      <a:pt x="657" y="135"/>
                    </a:lnTo>
                    <a:lnTo>
                      <a:pt x="657" y="137"/>
                    </a:lnTo>
                    <a:lnTo>
                      <a:pt x="658" y="138"/>
                    </a:lnTo>
                    <a:lnTo>
                      <a:pt x="660" y="138"/>
                    </a:lnTo>
                    <a:lnTo>
                      <a:pt x="660" y="139"/>
                    </a:lnTo>
                    <a:lnTo>
                      <a:pt x="661" y="141"/>
                    </a:lnTo>
                    <a:lnTo>
                      <a:pt x="662" y="141"/>
                    </a:lnTo>
                    <a:lnTo>
                      <a:pt x="664" y="142"/>
                    </a:lnTo>
                    <a:lnTo>
                      <a:pt x="664" y="143"/>
                    </a:lnTo>
                    <a:lnTo>
                      <a:pt x="665" y="145"/>
                    </a:lnTo>
                    <a:lnTo>
                      <a:pt x="666" y="146"/>
                    </a:lnTo>
                    <a:lnTo>
                      <a:pt x="668" y="147"/>
                    </a:lnTo>
                    <a:lnTo>
                      <a:pt x="669" y="149"/>
                    </a:lnTo>
                    <a:lnTo>
                      <a:pt x="670" y="150"/>
                    </a:lnTo>
                    <a:lnTo>
                      <a:pt x="672" y="151"/>
                    </a:lnTo>
                    <a:lnTo>
                      <a:pt x="673" y="153"/>
                    </a:lnTo>
                    <a:lnTo>
                      <a:pt x="674" y="154"/>
                    </a:lnTo>
                    <a:lnTo>
                      <a:pt x="676" y="155"/>
                    </a:lnTo>
                    <a:lnTo>
                      <a:pt x="677" y="157"/>
                    </a:lnTo>
                    <a:lnTo>
                      <a:pt x="677" y="158"/>
                    </a:lnTo>
                    <a:lnTo>
                      <a:pt x="678" y="158"/>
                    </a:lnTo>
                    <a:lnTo>
                      <a:pt x="680" y="159"/>
                    </a:lnTo>
                    <a:lnTo>
                      <a:pt x="680" y="161"/>
                    </a:lnTo>
                    <a:lnTo>
                      <a:pt x="681" y="161"/>
                    </a:lnTo>
                    <a:lnTo>
                      <a:pt x="681" y="162"/>
                    </a:lnTo>
                    <a:lnTo>
                      <a:pt x="682" y="162"/>
                    </a:lnTo>
                    <a:lnTo>
                      <a:pt x="682" y="163"/>
                    </a:lnTo>
                    <a:lnTo>
                      <a:pt x="684" y="165"/>
                    </a:lnTo>
                    <a:lnTo>
                      <a:pt x="685" y="166"/>
                    </a:lnTo>
                    <a:lnTo>
                      <a:pt x="686" y="167"/>
                    </a:lnTo>
                    <a:lnTo>
                      <a:pt x="686" y="169"/>
                    </a:lnTo>
                    <a:lnTo>
                      <a:pt x="688" y="169"/>
                    </a:lnTo>
                    <a:lnTo>
                      <a:pt x="689" y="170"/>
                    </a:lnTo>
                    <a:lnTo>
                      <a:pt x="689" y="171"/>
                    </a:lnTo>
                    <a:lnTo>
                      <a:pt x="690" y="173"/>
                    </a:lnTo>
                    <a:lnTo>
                      <a:pt x="692" y="174"/>
                    </a:lnTo>
                    <a:lnTo>
                      <a:pt x="693" y="175"/>
                    </a:lnTo>
                    <a:lnTo>
                      <a:pt x="694" y="178"/>
                    </a:lnTo>
                    <a:lnTo>
                      <a:pt x="695" y="179"/>
                    </a:lnTo>
                    <a:lnTo>
                      <a:pt x="697" y="181"/>
                    </a:lnTo>
                    <a:lnTo>
                      <a:pt x="698" y="183"/>
                    </a:lnTo>
                    <a:lnTo>
                      <a:pt x="701" y="185"/>
                    </a:lnTo>
                    <a:lnTo>
                      <a:pt x="702" y="186"/>
                    </a:lnTo>
                    <a:lnTo>
                      <a:pt x="702" y="187"/>
                    </a:lnTo>
                    <a:lnTo>
                      <a:pt x="703" y="189"/>
                    </a:lnTo>
                    <a:lnTo>
                      <a:pt x="705" y="190"/>
                    </a:lnTo>
                    <a:lnTo>
                      <a:pt x="706" y="191"/>
                    </a:lnTo>
                    <a:lnTo>
                      <a:pt x="707" y="193"/>
                    </a:lnTo>
                    <a:lnTo>
                      <a:pt x="707" y="194"/>
                    </a:lnTo>
                    <a:lnTo>
                      <a:pt x="709" y="195"/>
                    </a:lnTo>
                    <a:lnTo>
                      <a:pt x="710" y="197"/>
                    </a:lnTo>
                    <a:lnTo>
                      <a:pt x="710" y="198"/>
                    </a:lnTo>
                    <a:lnTo>
                      <a:pt x="711" y="198"/>
                    </a:lnTo>
                    <a:lnTo>
                      <a:pt x="713" y="199"/>
                    </a:lnTo>
                    <a:lnTo>
                      <a:pt x="713" y="201"/>
                    </a:lnTo>
                    <a:lnTo>
                      <a:pt x="714" y="202"/>
                    </a:lnTo>
                    <a:lnTo>
                      <a:pt x="715" y="203"/>
                    </a:lnTo>
                    <a:lnTo>
                      <a:pt x="717" y="205"/>
                    </a:lnTo>
                    <a:lnTo>
                      <a:pt x="717" y="206"/>
                    </a:lnTo>
                    <a:lnTo>
                      <a:pt x="718" y="207"/>
                    </a:lnTo>
                    <a:lnTo>
                      <a:pt x="719" y="208"/>
                    </a:lnTo>
                    <a:lnTo>
                      <a:pt x="721" y="210"/>
                    </a:lnTo>
                    <a:lnTo>
                      <a:pt x="722" y="212"/>
                    </a:lnTo>
                    <a:lnTo>
                      <a:pt x="722" y="214"/>
                    </a:lnTo>
                    <a:lnTo>
                      <a:pt x="723" y="215"/>
                    </a:lnTo>
                    <a:lnTo>
                      <a:pt x="725" y="216"/>
                    </a:lnTo>
                    <a:lnTo>
                      <a:pt x="726" y="218"/>
                    </a:lnTo>
                    <a:lnTo>
                      <a:pt x="727" y="220"/>
                    </a:lnTo>
                    <a:lnTo>
                      <a:pt x="729" y="222"/>
                    </a:lnTo>
                    <a:lnTo>
                      <a:pt x="730" y="224"/>
                    </a:lnTo>
                    <a:lnTo>
                      <a:pt x="731" y="226"/>
                    </a:lnTo>
                    <a:lnTo>
                      <a:pt x="734" y="228"/>
                    </a:lnTo>
                    <a:lnTo>
                      <a:pt x="735" y="230"/>
                    </a:lnTo>
                    <a:lnTo>
                      <a:pt x="735" y="232"/>
                    </a:lnTo>
                    <a:lnTo>
                      <a:pt x="737" y="234"/>
                    </a:lnTo>
                    <a:lnTo>
                      <a:pt x="738" y="235"/>
                    </a:lnTo>
                    <a:lnTo>
                      <a:pt x="739" y="236"/>
                    </a:lnTo>
                    <a:lnTo>
                      <a:pt x="741" y="238"/>
                    </a:lnTo>
                    <a:lnTo>
                      <a:pt x="742" y="239"/>
                    </a:lnTo>
                    <a:lnTo>
                      <a:pt x="742" y="240"/>
                    </a:lnTo>
                    <a:lnTo>
                      <a:pt x="743" y="242"/>
                    </a:lnTo>
                    <a:lnTo>
                      <a:pt x="745" y="243"/>
                    </a:lnTo>
                    <a:lnTo>
                      <a:pt x="745" y="244"/>
                    </a:lnTo>
                    <a:lnTo>
                      <a:pt x="746" y="246"/>
                    </a:lnTo>
                    <a:lnTo>
                      <a:pt x="746" y="247"/>
                    </a:lnTo>
                    <a:lnTo>
                      <a:pt x="747" y="247"/>
                    </a:lnTo>
                    <a:lnTo>
                      <a:pt x="749" y="248"/>
                    </a:lnTo>
                    <a:lnTo>
                      <a:pt x="749" y="250"/>
                    </a:lnTo>
                    <a:lnTo>
                      <a:pt x="750" y="251"/>
                    </a:lnTo>
                    <a:lnTo>
                      <a:pt x="750" y="252"/>
                    </a:lnTo>
                    <a:lnTo>
                      <a:pt x="751" y="254"/>
                    </a:lnTo>
                    <a:lnTo>
                      <a:pt x="753" y="255"/>
                    </a:lnTo>
                    <a:lnTo>
                      <a:pt x="754" y="256"/>
                    </a:lnTo>
                    <a:lnTo>
                      <a:pt x="754" y="258"/>
                    </a:lnTo>
                    <a:lnTo>
                      <a:pt x="755" y="259"/>
                    </a:lnTo>
                    <a:lnTo>
                      <a:pt x="757" y="260"/>
                    </a:lnTo>
                    <a:lnTo>
                      <a:pt x="758" y="262"/>
                    </a:lnTo>
                    <a:lnTo>
                      <a:pt x="759" y="263"/>
                    </a:lnTo>
                    <a:lnTo>
                      <a:pt x="761" y="266"/>
                    </a:lnTo>
                    <a:lnTo>
                      <a:pt x="762" y="267"/>
                    </a:lnTo>
                    <a:lnTo>
                      <a:pt x="763" y="270"/>
                    </a:lnTo>
                    <a:lnTo>
                      <a:pt x="765" y="271"/>
                    </a:lnTo>
                    <a:lnTo>
                      <a:pt x="766" y="274"/>
                    </a:lnTo>
                    <a:lnTo>
                      <a:pt x="767" y="276"/>
                    </a:lnTo>
                    <a:lnTo>
                      <a:pt x="769" y="278"/>
                    </a:lnTo>
                    <a:lnTo>
                      <a:pt x="770" y="279"/>
                    </a:lnTo>
                    <a:lnTo>
                      <a:pt x="771" y="281"/>
                    </a:lnTo>
                    <a:lnTo>
                      <a:pt x="772" y="283"/>
                    </a:lnTo>
                    <a:lnTo>
                      <a:pt x="774" y="284"/>
                    </a:lnTo>
                    <a:lnTo>
                      <a:pt x="775" y="285"/>
                    </a:lnTo>
                    <a:lnTo>
                      <a:pt x="775" y="287"/>
                    </a:lnTo>
                    <a:lnTo>
                      <a:pt x="776" y="288"/>
                    </a:lnTo>
                    <a:lnTo>
                      <a:pt x="778" y="289"/>
                    </a:lnTo>
                    <a:lnTo>
                      <a:pt x="778" y="291"/>
                    </a:lnTo>
                    <a:lnTo>
                      <a:pt x="779" y="292"/>
                    </a:lnTo>
                    <a:lnTo>
                      <a:pt x="780" y="293"/>
                    </a:lnTo>
                    <a:lnTo>
                      <a:pt x="782" y="295"/>
                    </a:lnTo>
                    <a:lnTo>
                      <a:pt x="782" y="296"/>
                    </a:lnTo>
                    <a:lnTo>
                      <a:pt x="783" y="297"/>
                    </a:lnTo>
                    <a:lnTo>
                      <a:pt x="784" y="299"/>
                    </a:lnTo>
                    <a:lnTo>
                      <a:pt x="784" y="300"/>
                    </a:lnTo>
                    <a:lnTo>
                      <a:pt x="786" y="301"/>
                    </a:lnTo>
                    <a:lnTo>
                      <a:pt x="786" y="303"/>
                    </a:lnTo>
                    <a:lnTo>
                      <a:pt x="787" y="304"/>
                    </a:lnTo>
                    <a:lnTo>
                      <a:pt x="788" y="305"/>
                    </a:lnTo>
                    <a:lnTo>
                      <a:pt x="788" y="307"/>
                    </a:lnTo>
                    <a:lnTo>
                      <a:pt x="790" y="309"/>
                    </a:lnTo>
                    <a:lnTo>
                      <a:pt x="791" y="311"/>
                    </a:lnTo>
                    <a:lnTo>
                      <a:pt x="791" y="312"/>
                    </a:lnTo>
                    <a:lnTo>
                      <a:pt x="792" y="313"/>
                    </a:lnTo>
                    <a:lnTo>
                      <a:pt x="794" y="315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3007" name="Freeform 87">
                <a:extLst>
                  <a:ext uri="{FF2B5EF4-FFF2-40B4-BE49-F238E27FC236}">
                    <a16:creationId xmlns:a16="http://schemas.microsoft.com/office/drawing/2014/main" id="{730D4915-4270-44A5-BB69-B6D8B0DDE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758314"/>
                <a:ext cx="630237" cy="249238"/>
              </a:xfrm>
              <a:custGeom>
                <a:avLst/>
                <a:gdLst>
                  <a:gd name="T0" fmla="*/ 2147483646 w 794"/>
                  <a:gd name="T1" fmla="*/ 2147483646 h 315"/>
                  <a:gd name="T2" fmla="*/ 2147483646 w 794"/>
                  <a:gd name="T3" fmla="*/ 2147483646 h 315"/>
                  <a:gd name="T4" fmla="*/ 2147483646 w 794"/>
                  <a:gd name="T5" fmla="*/ 2147483646 h 315"/>
                  <a:gd name="T6" fmla="*/ 2147483646 w 794"/>
                  <a:gd name="T7" fmla="*/ 2147483646 h 315"/>
                  <a:gd name="T8" fmla="*/ 2147483646 w 794"/>
                  <a:gd name="T9" fmla="*/ 2147483646 h 315"/>
                  <a:gd name="T10" fmla="*/ 2147483646 w 794"/>
                  <a:gd name="T11" fmla="*/ 2147483646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315"/>
                    </a:moveTo>
                    <a:lnTo>
                      <a:pt x="31" y="315"/>
                    </a:lnTo>
                    <a:lnTo>
                      <a:pt x="60" y="315"/>
                    </a:lnTo>
                    <a:lnTo>
                      <a:pt x="86" y="315"/>
                    </a:lnTo>
                    <a:lnTo>
                      <a:pt x="110" y="315"/>
                    </a:lnTo>
                    <a:lnTo>
                      <a:pt x="134" y="315"/>
                    </a:lnTo>
                    <a:lnTo>
                      <a:pt x="155" y="315"/>
                    </a:lnTo>
                    <a:lnTo>
                      <a:pt x="175" y="315"/>
                    </a:lnTo>
                    <a:lnTo>
                      <a:pt x="194" y="315"/>
                    </a:lnTo>
                    <a:lnTo>
                      <a:pt x="211" y="315"/>
                    </a:lnTo>
                    <a:lnTo>
                      <a:pt x="227" y="315"/>
                    </a:lnTo>
                    <a:lnTo>
                      <a:pt x="240" y="315"/>
                    </a:lnTo>
                    <a:lnTo>
                      <a:pt x="254" y="315"/>
                    </a:lnTo>
                    <a:lnTo>
                      <a:pt x="265" y="315"/>
                    </a:lnTo>
                    <a:lnTo>
                      <a:pt x="276" y="315"/>
                    </a:lnTo>
                    <a:lnTo>
                      <a:pt x="287" y="315"/>
                    </a:lnTo>
                    <a:lnTo>
                      <a:pt x="296" y="315"/>
                    </a:lnTo>
                    <a:lnTo>
                      <a:pt x="303" y="315"/>
                    </a:lnTo>
                    <a:lnTo>
                      <a:pt x="311" y="315"/>
                    </a:lnTo>
                    <a:lnTo>
                      <a:pt x="317" y="315"/>
                    </a:lnTo>
                    <a:lnTo>
                      <a:pt x="323" y="315"/>
                    </a:lnTo>
                    <a:lnTo>
                      <a:pt x="328" y="315"/>
                    </a:lnTo>
                    <a:lnTo>
                      <a:pt x="332" y="315"/>
                    </a:lnTo>
                    <a:lnTo>
                      <a:pt x="336" y="315"/>
                    </a:lnTo>
                    <a:lnTo>
                      <a:pt x="338" y="315"/>
                    </a:lnTo>
                    <a:lnTo>
                      <a:pt x="342" y="315"/>
                    </a:lnTo>
                    <a:lnTo>
                      <a:pt x="345" y="315"/>
                    </a:lnTo>
                    <a:lnTo>
                      <a:pt x="348" y="315"/>
                    </a:lnTo>
                    <a:lnTo>
                      <a:pt x="349" y="314"/>
                    </a:lnTo>
                    <a:lnTo>
                      <a:pt x="352" y="314"/>
                    </a:lnTo>
                    <a:lnTo>
                      <a:pt x="353" y="314"/>
                    </a:lnTo>
                    <a:lnTo>
                      <a:pt x="356" y="314"/>
                    </a:lnTo>
                    <a:lnTo>
                      <a:pt x="358" y="314"/>
                    </a:lnTo>
                    <a:lnTo>
                      <a:pt x="360" y="314"/>
                    </a:lnTo>
                    <a:lnTo>
                      <a:pt x="362" y="314"/>
                    </a:lnTo>
                    <a:lnTo>
                      <a:pt x="364" y="314"/>
                    </a:lnTo>
                    <a:lnTo>
                      <a:pt x="366" y="314"/>
                    </a:lnTo>
                    <a:lnTo>
                      <a:pt x="368" y="314"/>
                    </a:lnTo>
                    <a:lnTo>
                      <a:pt x="369" y="314"/>
                    </a:lnTo>
                    <a:lnTo>
                      <a:pt x="370" y="312"/>
                    </a:lnTo>
                    <a:lnTo>
                      <a:pt x="372" y="312"/>
                    </a:lnTo>
                    <a:lnTo>
                      <a:pt x="374" y="312"/>
                    </a:lnTo>
                    <a:lnTo>
                      <a:pt x="376" y="312"/>
                    </a:lnTo>
                    <a:lnTo>
                      <a:pt x="377" y="312"/>
                    </a:lnTo>
                    <a:lnTo>
                      <a:pt x="378" y="312"/>
                    </a:lnTo>
                    <a:lnTo>
                      <a:pt x="380" y="312"/>
                    </a:lnTo>
                    <a:lnTo>
                      <a:pt x="381" y="312"/>
                    </a:lnTo>
                    <a:lnTo>
                      <a:pt x="382" y="312"/>
                    </a:lnTo>
                    <a:lnTo>
                      <a:pt x="384" y="312"/>
                    </a:lnTo>
                    <a:lnTo>
                      <a:pt x="385" y="311"/>
                    </a:lnTo>
                    <a:lnTo>
                      <a:pt x="386" y="311"/>
                    </a:lnTo>
                    <a:lnTo>
                      <a:pt x="388" y="311"/>
                    </a:lnTo>
                    <a:lnTo>
                      <a:pt x="389" y="311"/>
                    </a:lnTo>
                    <a:lnTo>
                      <a:pt x="390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4" y="311"/>
                    </a:lnTo>
                    <a:lnTo>
                      <a:pt x="396" y="310"/>
                    </a:lnTo>
                    <a:lnTo>
                      <a:pt x="398" y="310"/>
                    </a:lnTo>
                    <a:lnTo>
                      <a:pt x="400" y="310"/>
                    </a:lnTo>
                    <a:lnTo>
                      <a:pt x="401" y="310"/>
                    </a:lnTo>
                    <a:lnTo>
                      <a:pt x="403" y="310"/>
                    </a:lnTo>
                    <a:lnTo>
                      <a:pt x="405" y="308"/>
                    </a:lnTo>
                    <a:lnTo>
                      <a:pt x="407" y="308"/>
                    </a:lnTo>
                    <a:lnTo>
                      <a:pt x="409" y="308"/>
                    </a:lnTo>
                    <a:lnTo>
                      <a:pt x="411" y="308"/>
                    </a:lnTo>
                    <a:lnTo>
                      <a:pt x="413" y="307"/>
                    </a:lnTo>
                    <a:lnTo>
                      <a:pt x="414" y="307"/>
                    </a:lnTo>
                    <a:lnTo>
                      <a:pt x="417" y="307"/>
                    </a:lnTo>
                    <a:lnTo>
                      <a:pt x="418" y="307"/>
                    </a:lnTo>
                    <a:lnTo>
                      <a:pt x="419" y="307"/>
                    </a:lnTo>
                    <a:lnTo>
                      <a:pt x="421" y="307"/>
                    </a:lnTo>
                    <a:lnTo>
                      <a:pt x="422" y="306"/>
                    </a:lnTo>
                    <a:lnTo>
                      <a:pt x="423" y="306"/>
                    </a:lnTo>
                    <a:lnTo>
                      <a:pt x="425" y="306"/>
                    </a:lnTo>
                    <a:lnTo>
                      <a:pt x="426" y="306"/>
                    </a:lnTo>
                    <a:lnTo>
                      <a:pt x="427" y="306"/>
                    </a:lnTo>
                    <a:lnTo>
                      <a:pt x="429" y="304"/>
                    </a:lnTo>
                    <a:lnTo>
                      <a:pt x="430" y="304"/>
                    </a:lnTo>
                    <a:lnTo>
                      <a:pt x="431" y="304"/>
                    </a:lnTo>
                    <a:lnTo>
                      <a:pt x="433" y="304"/>
                    </a:lnTo>
                    <a:lnTo>
                      <a:pt x="434" y="303"/>
                    </a:lnTo>
                    <a:lnTo>
                      <a:pt x="435" y="303"/>
                    </a:lnTo>
                    <a:lnTo>
                      <a:pt x="437" y="303"/>
                    </a:lnTo>
                    <a:lnTo>
                      <a:pt x="438" y="303"/>
                    </a:lnTo>
                    <a:lnTo>
                      <a:pt x="439" y="302"/>
                    </a:lnTo>
                    <a:lnTo>
                      <a:pt x="441" y="302"/>
                    </a:lnTo>
                    <a:lnTo>
                      <a:pt x="443" y="300"/>
                    </a:lnTo>
                    <a:lnTo>
                      <a:pt x="445" y="300"/>
                    </a:lnTo>
                    <a:lnTo>
                      <a:pt x="446" y="300"/>
                    </a:lnTo>
                    <a:lnTo>
                      <a:pt x="449" y="299"/>
                    </a:lnTo>
                    <a:lnTo>
                      <a:pt x="450" y="299"/>
                    </a:lnTo>
                    <a:lnTo>
                      <a:pt x="453" y="298"/>
                    </a:lnTo>
                    <a:lnTo>
                      <a:pt x="455" y="296"/>
                    </a:lnTo>
                    <a:lnTo>
                      <a:pt x="458" y="296"/>
                    </a:lnTo>
                    <a:lnTo>
                      <a:pt x="459" y="295"/>
                    </a:lnTo>
                    <a:lnTo>
                      <a:pt x="462" y="295"/>
                    </a:lnTo>
                    <a:lnTo>
                      <a:pt x="465" y="294"/>
                    </a:lnTo>
                    <a:lnTo>
                      <a:pt x="466" y="294"/>
                    </a:lnTo>
                    <a:lnTo>
                      <a:pt x="467" y="294"/>
                    </a:lnTo>
                    <a:lnTo>
                      <a:pt x="470" y="292"/>
                    </a:lnTo>
                    <a:lnTo>
                      <a:pt x="471" y="292"/>
                    </a:lnTo>
                    <a:lnTo>
                      <a:pt x="473" y="291"/>
                    </a:lnTo>
                    <a:lnTo>
                      <a:pt x="474" y="291"/>
                    </a:lnTo>
                    <a:lnTo>
                      <a:pt x="475" y="291"/>
                    </a:lnTo>
                    <a:lnTo>
                      <a:pt x="476" y="290"/>
                    </a:lnTo>
                    <a:lnTo>
                      <a:pt x="478" y="290"/>
                    </a:lnTo>
                    <a:lnTo>
                      <a:pt x="479" y="290"/>
                    </a:lnTo>
                    <a:lnTo>
                      <a:pt x="480" y="288"/>
                    </a:lnTo>
                    <a:lnTo>
                      <a:pt x="482" y="288"/>
                    </a:lnTo>
                    <a:lnTo>
                      <a:pt x="483" y="287"/>
                    </a:lnTo>
                    <a:lnTo>
                      <a:pt x="484" y="287"/>
                    </a:lnTo>
                    <a:lnTo>
                      <a:pt x="486" y="286"/>
                    </a:lnTo>
                    <a:lnTo>
                      <a:pt x="487" y="286"/>
                    </a:lnTo>
                    <a:lnTo>
                      <a:pt x="488" y="286"/>
                    </a:lnTo>
                    <a:lnTo>
                      <a:pt x="490" y="284"/>
                    </a:lnTo>
                    <a:lnTo>
                      <a:pt x="491" y="284"/>
                    </a:lnTo>
                    <a:lnTo>
                      <a:pt x="492" y="283"/>
                    </a:lnTo>
                    <a:lnTo>
                      <a:pt x="494" y="283"/>
                    </a:lnTo>
                    <a:lnTo>
                      <a:pt x="495" y="282"/>
                    </a:lnTo>
                    <a:lnTo>
                      <a:pt x="498" y="280"/>
                    </a:lnTo>
                    <a:lnTo>
                      <a:pt x="499" y="280"/>
                    </a:lnTo>
                    <a:lnTo>
                      <a:pt x="500" y="279"/>
                    </a:lnTo>
                    <a:lnTo>
                      <a:pt x="503" y="278"/>
                    </a:lnTo>
                    <a:lnTo>
                      <a:pt x="504" y="276"/>
                    </a:lnTo>
                    <a:lnTo>
                      <a:pt x="507" y="276"/>
                    </a:lnTo>
                    <a:lnTo>
                      <a:pt x="508" y="275"/>
                    </a:lnTo>
                    <a:lnTo>
                      <a:pt x="511" y="274"/>
                    </a:lnTo>
                    <a:lnTo>
                      <a:pt x="512" y="274"/>
                    </a:lnTo>
                    <a:lnTo>
                      <a:pt x="514" y="272"/>
                    </a:lnTo>
                    <a:lnTo>
                      <a:pt x="516" y="271"/>
                    </a:lnTo>
                    <a:lnTo>
                      <a:pt x="518" y="271"/>
                    </a:lnTo>
                    <a:lnTo>
                      <a:pt x="519" y="270"/>
                    </a:lnTo>
                    <a:lnTo>
                      <a:pt x="520" y="270"/>
                    </a:lnTo>
                    <a:lnTo>
                      <a:pt x="522" y="268"/>
                    </a:lnTo>
                    <a:lnTo>
                      <a:pt x="523" y="268"/>
                    </a:lnTo>
                    <a:lnTo>
                      <a:pt x="524" y="267"/>
                    </a:lnTo>
                    <a:lnTo>
                      <a:pt x="526" y="267"/>
                    </a:lnTo>
                    <a:lnTo>
                      <a:pt x="527" y="266"/>
                    </a:lnTo>
                    <a:lnTo>
                      <a:pt x="528" y="266"/>
                    </a:lnTo>
                    <a:lnTo>
                      <a:pt x="528" y="264"/>
                    </a:lnTo>
                    <a:lnTo>
                      <a:pt x="530" y="264"/>
                    </a:lnTo>
                    <a:lnTo>
                      <a:pt x="531" y="264"/>
                    </a:lnTo>
                    <a:lnTo>
                      <a:pt x="532" y="263"/>
                    </a:lnTo>
                    <a:lnTo>
                      <a:pt x="534" y="263"/>
                    </a:lnTo>
                    <a:lnTo>
                      <a:pt x="534" y="262"/>
                    </a:lnTo>
                    <a:lnTo>
                      <a:pt x="535" y="262"/>
                    </a:lnTo>
                    <a:lnTo>
                      <a:pt x="536" y="261"/>
                    </a:lnTo>
                    <a:lnTo>
                      <a:pt x="538" y="261"/>
                    </a:lnTo>
                    <a:lnTo>
                      <a:pt x="539" y="259"/>
                    </a:lnTo>
                    <a:lnTo>
                      <a:pt x="540" y="259"/>
                    </a:lnTo>
                    <a:lnTo>
                      <a:pt x="542" y="258"/>
                    </a:lnTo>
                    <a:lnTo>
                      <a:pt x="543" y="257"/>
                    </a:lnTo>
                    <a:lnTo>
                      <a:pt x="546" y="257"/>
                    </a:lnTo>
                    <a:lnTo>
                      <a:pt x="547" y="255"/>
                    </a:lnTo>
                    <a:lnTo>
                      <a:pt x="548" y="254"/>
                    </a:lnTo>
                    <a:lnTo>
                      <a:pt x="551" y="253"/>
                    </a:lnTo>
                    <a:lnTo>
                      <a:pt x="552" y="253"/>
                    </a:lnTo>
                    <a:lnTo>
                      <a:pt x="553" y="251"/>
                    </a:lnTo>
                    <a:lnTo>
                      <a:pt x="556" y="250"/>
                    </a:lnTo>
                    <a:lnTo>
                      <a:pt x="557" y="250"/>
                    </a:lnTo>
                    <a:lnTo>
                      <a:pt x="559" y="249"/>
                    </a:lnTo>
                    <a:lnTo>
                      <a:pt x="560" y="247"/>
                    </a:lnTo>
                    <a:lnTo>
                      <a:pt x="561" y="247"/>
                    </a:lnTo>
                    <a:lnTo>
                      <a:pt x="563" y="246"/>
                    </a:lnTo>
                    <a:lnTo>
                      <a:pt x="564" y="245"/>
                    </a:lnTo>
                    <a:lnTo>
                      <a:pt x="565" y="245"/>
                    </a:lnTo>
                    <a:lnTo>
                      <a:pt x="567" y="245"/>
                    </a:lnTo>
                    <a:lnTo>
                      <a:pt x="567" y="243"/>
                    </a:lnTo>
                    <a:lnTo>
                      <a:pt x="568" y="243"/>
                    </a:lnTo>
                    <a:lnTo>
                      <a:pt x="569" y="242"/>
                    </a:lnTo>
                    <a:lnTo>
                      <a:pt x="571" y="242"/>
                    </a:lnTo>
                    <a:lnTo>
                      <a:pt x="572" y="241"/>
                    </a:lnTo>
                    <a:lnTo>
                      <a:pt x="573" y="239"/>
                    </a:lnTo>
                    <a:lnTo>
                      <a:pt x="575" y="239"/>
                    </a:lnTo>
                    <a:lnTo>
                      <a:pt x="575" y="238"/>
                    </a:lnTo>
                    <a:lnTo>
                      <a:pt x="576" y="238"/>
                    </a:lnTo>
                    <a:lnTo>
                      <a:pt x="577" y="237"/>
                    </a:lnTo>
                    <a:lnTo>
                      <a:pt x="579" y="237"/>
                    </a:lnTo>
                    <a:lnTo>
                      <a:pt x="580" y="235"/>
                    </a:lnTo>
                    <a:lnTo>
                      <a:pt x="581" y="235"/>
                    </a:lnTo>
                    <a:lnTo>
                      <a:pt x="581" y="234"/>
                    </a:lnTo>
                    <a:lnTo>
                      <a:pt x="583" y="234"/>
                    </a:lnTo>
                    <a:lnTo>
                      <a:pt x="585" y="233"/>
                    </a:lnTo>
                    <a:lnTo>
                      <a:pt x="587" y="231"/>
                    </a:lnTo>
                    <a:lnTo>
                      <a:pt x="588" y="230"/>
                    </a:lnTo>
                    <a:lnTo>
                      <a:pt x="589" y="230"/>
                    </a:lnTo>
                    <a:lnTo>
                      <a:pt x="591" y="229"/>
                    </a:lnTo>
                    <a:lnTo>
                      <a:pt x="592" y="227"/>
                    </a:lnTo>
                    <a:lnTo>
                      <a:pt x="593" y="227"/>
                    </a:lnTo>
                    <a:lnTo>
                      <a:pt x="593" y="226"/>
                    </a:lnTo>
                    <a:lnTo>
                      <a:pt x="595" y="226"/>
                    </a:lnTo>
                    <a:lnTo>
                      <a:pt x="596" y="225"/>
                    </a:lnTo>
                    <a:lnTo>
                      <a:pt x="597" y="225"/>
                    </a:lnTo>
                    <a:lnTo>
                      <a:pt x="597" y="223"/>
                    </a:lnTo>
                    <a:lnTo>
                      <a:pt x="599" y="223"/>
                    </a:lnTo>
                    <a:lnTo>
                      <a:pt x="600" y="223"/>
                    </a:lnTo>
                    <a:lnTo>
                      <a:pt x="600" y="222"/>
                    </a:lnTo>
                    <a:lnTo>
                      <a:pt x="601" y="222"/>
                    </a:lnTo>
                    <a:lnTo>
                      <a:pt x="603" y="221"/>
                    </a:lnTo>
                    <a:lnTo>
                      <a:pt x="604" y="221"/>
                    </a:lnTo>
                    <a:lnTo>
                      <a:pt x="604" y="219"/>
                    </a:lnTo>
                    <a:lnTo>
                      <a:pt x="605" y="219"/>
                    </a:lnTo>
                    <a:lnTo>
                      <a:pt x="605" y="218"/>
                    </a:lnTo>
                    <a:lnTo>
                      <a:pt x="607" y="218"/>
                    </a:lnTo>
                    <a:lnTo>
                      <a:pt x="608" y="217"/>
                    </a:lnTo>
                    <a:lnTo>
                      <a:pt x="609" y="215"/>
                    </a:lnTo>
                    <a:lnTo>
                      <a:pt x="611" y="214"/>
                    </a:lnTo>
                    <a:lnTo>
                      <a:pt x="612" y="214"/>
                    </a:lnTo>
                    <a:lnTo>
                      <a:pt x="612" y="213"/>
                    </a:lnTo>
                    <a:lnTo>
                      <a:pt x="613" y="213"/>
                    </a:lnTo>
                    <a:lnTo>
                      <a:pt x="615" y="211"/>
                    </a:lnTo>
                    <a:lnTo>
                      <a:pt x="616" y="210"/>
                    </a:lnTo>
                    <a:lnTo>
                      <a:pt x="617" y="209"/>
                    </a:lnTo>
                    <a:lnTo>
                      <a:pt x="619" y="209"/>
                    </a:lnTo>
                    <a:lnTo>
                      <a:pt x="619" y="207"/>
                    </a:lnTo>
                    <a:lnTo>
                      <a:pt x="620" y="207"/>
                    </a:lnTo>
                    <a:lnTo>
                      <a:pt x="621" y="206"/>
                    </a:lnTo>
                    <a:lnTo>
                      <a:pt x="622" y="206"/>
                    </a:lnTo>
                    <a:lnTo>
                      <a:pt x="622" y="205"/>
                    </a:lnTo>
                    <a:lnTo>
                      <a:pt x="624" y="205"/>
                    </a:lnTo>
                    <a:lnTo>
                      <a:pt x="625" y="203"/>
                    </a:lnTo>
                    <a:lnTo>
                      <a:pt x="626" y="202"/>
                    </a:lnTo>
                    <a:lnTo>
                      <a:pt x="628" y="202"/>
                    </a:lnTo>
                    <a:lnTo>
                      <a:pt x="628" y="201"/>
                    </a:lnTo>
                    <a:lnTo>
                      <a:pt x="629" y="201"/>
                    </a:lnTo>
                    <a:lnTo>
                      <a:pt x="630" y="199"/>
                    </a:lnTo>
                    <a:lnTo>
                      <a:pt x="632" y="199"/>
                    </a:lnTo>
                    <a:lnTo>
                      <a:pt x="632" y="198"/>
                    </a:lnTo>
                    <a:lnTo>
                      <a:pt x="633" y="198"/>
                    </a:lnTo>
                    <a:lnTo>
                      <a:pt x="634" y="197"/>
                    </a:lnTo>
                    <a:lnTo>
                      <a:pt x="636" y="195"/>
                    </a:lnTo>
                    <a:lnTo>
                      <a:pt x="637" y="195"/>
                    </a:lnTo>
                    <a:lnTo>
                      <a:pt x="638" y="194"/>
                    </a:lnTo>
                    <a:lnTo>
                      <a:pt x="640" y="193"/>
                    </a:lnTo>
                    <a:lnTo>
                      <a:pt x="641" y="193"/>
                    </a:lnTo>
                    <a:lnTo>
                      <a:pt x="641" y="191"/>
                    </a:lnTo>
                    <a:lnTo>
                      <a:pt x="642" y="191"/>
                    </a:lnTo>
                    <a:lnTo>
                      <a:pt x="644" y="190"/>
                    </a:lnTo>
                    <a:lnTo>
                      <a:pt x="645" y="190"/>
                    </a:lnTo>
                    <a:lnTo>
                      <a:pt x="645" y="189"/>
                    </a:lnTo>
                    <a:lnTo>
                      <a:pt x="646" y="189"/>
                    </a:lnTo>
                    <a:lnTo>
                      <a:pt x="648" y="188"/>
                    </a:lnTo>
                    <a:lnTo>
                      <a:pt x="649" y="186"/>
                    </a:lnTo>
                    <a:lnTo>
                      <a:pt x="650" y="186"/>
                    </a:lnTo>
                    <a:lnTo>
                      <a:pt x="650" y="185"/>
                    </a:lnTo>
                    <a:lnTo>
                      <a:pt x="652" y="185"/>
                    </a:lnTo>
                    <a:lnTo>
                      <a:pt x="652" y="184"/>
                    </a:lnTo>
                    <a:lnTo>
                      <a:pt x="653" y="184"/>
                    </a:lnTo>
                    <a:lnTo>
                      <a:pt x="654" y="182"/>
                    </a:lnTo>
                    <a:lnTo>
                      <a:pt x="656" y="181"/>
                    </a:lnTo>
                    <a:lnTo>
                      <a:pt x="657" y="180"/>
                    </a:lnTo>
                    <a:lnTo>
                      <a:pt x="657" y="178"/>
                    </a:lnTo>
                    <a:lnTo>
                      <a:pt x="658" y="178"/>
                    </a:lnTo>
                    <a:lnTo>
                      <a:pt x="660" y="177"/>
                    </a:lnTo>
                    <a:lnTo>
                      <a:pt x="661" y="176"/>
                    </a:lnTo>
                    <a:lnTo>
                      <a:pt x="662" y="174"/>
                    </a:lnTo>
                    <a:lnTo>
                      <a:pt x="664" y="173"/>
                    </a:lnTo>
                    <a:lnTo>
                      <a:pt x="664" y="172"/>
                    </a:lnTo>
                    <a:lnTo>
                      <a:pt x="665" y="170"/>
                    </a:lnTo>
                    <a:lnTo>
                      <a:pt x="666" y="169"/>
                    </a:lnTo>
                    <a:lnTo>
                      <a:pt x="668" y="168"/>
                    </a:lnTo>
                    <a:lnTo>
                      <a:pt x="669" y="166"/>
                    </a:lnTo>
                    <a:lnTo>
                      <a:pt x="670" y="165"/>
                    </a:lnTo>
                    <a:lnTo>
                      <a:pt x="672" y="165"/>
                    </a:lnTo>
                    <a:lnTo>
                      <a:pt x="673" y="164"/>
                    </a:lnTo>
                    <a:lnTo>
                      <a:pt x="673" y="162"/>
                    </a:lnTo>
                    <a:lnTo>
                      <a:pt x="674" y="161"/>
                    </a:lnTo>
                    <a:lnTo>
                      <a:pt x="676" y="161"/>
                    </a:lnTo>
                    <a:lnTo>
                      <a:pt x="676" y="160"/>
                    </a:lnTo>
                    <a:lnTo>
                      <a:pt x="677" y="158"/>
                    </a:lnTo>
                    <a:lnTo>
                      <a:pt x="678" y="157"/>
                    </a:lnTo>
                    <a:lnTo>
                      <a:pt x="680" y="156"/>
                    </a:lnTo>
                    <a:lnTo>
                      <a:pt x="681" y="154"/>
                    </a:lnTo>
                    <a:lnTo>
                      <a:pt x="682" y="153"/>
                    </a:lnTo>
                    <a:lnTo>
                      <a:pt x="682" y="152"/>
                    </a:lnTo>
                    <a:lnTo>
                      <a:pt x="684" y="152"/>
                    </a:lnTo>
                    <a:lnTo>
                      <a:pt x="684" y="150"/>
                    </a:lnTo>
                    <a:lnTo>
                      <a:pt x="685" y="149"/>
                    </a:lnTo>
                    <a:lnTo>
                      <a:pt x="686" y="149"/>
                    </a:lnTo>
                    <a:lnTo>
                      <a:pt x="686" y="148"/>
                    </a:lnTo>
                    <a:lnTo>
                      <a:pt x="688" y="146"/>
                    </a:lnTo>
                    <a:lnTo>
                      <a:pt x="689" y="145"/>
                    </a:lnTo>
                    <a:lnTo>
                      <a:pt x="689" y="144"/>
                    </a:lnTo>
                    <a:lnTo>
                      <a:pt x="690" y="142"/>
                    </a:lnTo>
                    <a:lnTo>
                      <a:pt x="692" y="141"/>
                    </a:lnTo>
                    <a:lnTo>
                      <a:pt x="693" y="140"/>
                    </a:lnTo>
                    <a:lnTo>
                      <a:pt x="694" y="138"/>
                    </a:lnTo>
                    <a:lnTo>
                      <a:pt x="695" y="136"/>
                    </a:lnTo>
                    <a:lnTo>
                      <a:pt x="697" y="134"/>
                    </a:lnTo>
                    <a:lnTo>
                      <a:pt x="698" y="133"/>
                    </a:lnTo>
                    <a:lnTo>
                      <a:pt x="701" y="130"/>
                    </a:lnTo>
                    <a:lnTo>
                      <a:pt x="702" y="129"/>
                    </a:lnTo>
                    <a:lnTo>
                      <a:pt x="702" y="128"/>
                    </a:lnTo>
                    <a:lnTo>
                      <a:pt x="703" y="126"/>
                    </a:lnTo>
                    <a:lnTo>
                      <a:pt x="705" y="125"/>
                    </a:lnTo>
                    <a:lnTo>
                      <a:pt x="706" y="124"/>
                    </a:lnTo>
                    <a:lnTo>
                      <a:pt x="707" y="122"/>
                    </a:lnTo>
                    <a:lnTo>
                      <a:pt x="707" y="121"/>
                    </a:lnTo>
                    <a:lnTo>
                      <a:pt x="709" y="120"/>
                    </a:lnTo>
                    <a:lnTo>
                      <a:pt x="710" y="120"/>
                    </a:lnTo>
                    <a:lnTo>
                      <a:pt x="710" y="118"/>
                    </a:lnTo>
                    <a:lnTo>
                      <a:pt x="711" y="117"/>
                    </a:lnTo>
                    <a:lnTo>
                      <a:pt x="713" y="116"/>
                    </a:lnTo>
                    <a:lnTo>
                      <a:pt x="714" y="114"/>
                    </a:lnTo>
                    <a:lnTo>
                      <a:pt x="714" y="113"/>
                    </a:lnTo>
                    <a:lnTo>
                      <a:pt x="715" y="112"/>
                    </a:lnTo>
                    <a:lnTo>
                      <a:pt x="717" y="111"/>
                    </a:lnTo>
                    <a:lnTo>
                      <a:pt x="718" y="109"/>
                    </a:lnTo>
                    <a:lnTo>
                      <a:pt x="719" y="108"/>
                    </a:lnTo>
                    <a:lnTo>
                      <a:pt x="719" y="107"/>
                    </a:lnTo>
                    <a:lnTo>
                      <a:pt x="721" y="105"/>
                    </a:lnTo>
                    <a:lnTo>
                      <a:pt x="722" y="104"/>
                    </a:lnTo>
                    <a:lnTo>
                      <a:pt x="722" y="103"/>
                    </a:lnTo>
                    <a:lnTo>
                      <a:pt x="723" y="101"/>
                    </a:lnTo>
                    <a:lnTo>
                      <a:pt x="725" y="99"/>
                    </a:lnTo>
                    <a:lnTo>
                      <a:pt x="726" y="97"/>
                    </a:lnTo>
                    <a:lnTo>
                      <a:pt x="727" y="96"/>
                    </a:lnTo>
                    <a:lnTo>
                      <a:pt x="729" y="93"/>
                    </a:lnTo>
                    <a:lnTo>
                      <a:pt x="730" y="91"/>
                    </a:lnTo>
                    <a:lnTo>
                      <a:pt x="731" y="89"/>
                    </a:lnTo>
                    <a:lnTo>
                      <a:pt x="734" y="87"/>
                    </a:lnTo>
                    <a:lnTo>
                      <a:pt x="735" y="85"/>
                    </a:lnTo>
                    <a:lnTo>
                      <a:pt x="735" y="84"/>
                    </a:lnTo>
                    <a:lnTo>
                      <a:pt x="737" y="81"/>
                    </a:lnTo>
                    <a:lnTo>
                      <a:pt x="738" y="80"/>
                    </a:lnTo>
                    <a:lnTo>
                      <a:pt x="739" y="79"/>
                    </a:lnTo>
                    <a:lnTo>
                      <a:pt x="741" y="77"/>
                    </a:lnTo>
                    <a:lnTo>
                      <a:pt x="742" y="76"/>
                    </a:lnTo>
                    <a:lnTo>
                      <a:pt x="742" y="75"/>
                    </a:lnTo>
                    <a:lnTo>
                      <a:pt x="743" y="73"/>
                    </a:lnTo>
                    <a:lnTo>
                      <a:pt x="745" y="72"/>
                    </a:lnTo>
                    <a:lnTo>
                      <a:pt x="746" y="71"/>
                    </a:lnTo>
                    <a:lnTo>
                      <a:pt x="746" y="69"/>
                    </a:lnTo>
                    <a:lnTo>
                      <a:pt x="747" y="68"/>
                    </a:lnTo>
                    <a:lnTo>
                      <a:pt x="749" y="67"/>
                    </a:lnTo>
                    <a:lnTo>
                      <a:pt x="749" y="65"/>
                    </a:lnTo>
                    <a:lnTo>
                      <a:pt x="750" y="64"/>
                    </a:lnTo>
                    <a:lnTo>
                      <a:pt x="751" y="63"/>
                    </a:lnTo>
                    <a:lnTo>
                      <a:pt x="753" y="61"/>
                    </a:lnTo>
                    <a:lnTo>
                      <a:pt x="754" y="60"/>
                    </a:lnTo>
                    <a:lnTo>
                      <a:pt x="754" y="59"/>
                    </a:lnTo>
                    <a:lnTo>
                      <a:pt x="755" y="57"/>
                    </a:lnTo>
                    <a:lnTo>
                      <a:pt x="757" y="55"/>
                    </a:lnTo>
                    <a:lnTo>
                      <a:pt x="758" y="53"/>
                    </a:lnTo>
                    <a:lnTo>
                      <a:pt x="759" y="52"/>
                    </a:lnTo>
                    <a:lnTo>
                      <a:pt x="761" y="51"/>
                    </a:lnTo>
                    <a:lnTo>
                      <a:pt x="762" y="48"/>
                    </a:lnTo>
                    <a:lnTo>
                      <a:pt x="763" y="47"/>
                    </a:lnTo>
                    <a:lnTo>
                      <a:pt x="765" y="44"/>
                    </a:lnTo>
                    <a:lnTo>
                      <a:pt x="766" y="41"/>
                    </a:lnTo>
                    <a:lnTo>
                      <a:pt x="767" y="40"/>
                    </a:lnTo>
                    <a:lnTo>
                      <a:pt x="769" y="38"/>
                    </a:lnTo>
                    <a:lnTo>
                      <a:pt x="770" y="36"/>
                    </a:lnTo>
                    <a:lnTo>
                      <a:pt x="771" y="35"/>
                    </a:lnTo>
                    <a:lnTo>
                      <a:pt x="772" y="32"/>
                    </a:lnTo>
                    <a:lnTo>
                      <a:pt x="774" y="31"/>
                    </a:lnTo>
                    <a:lnTo>
                      <a:pt x="775" y="30"/>
                    </a:lnTo>
                    <a:lnTo>
                      <a:pt x="775" y="28"/>
                    </a:lnTo>
                    <a:lnTo>
                      <a:pt x="776" y="27"/>
                    </a:lnTo>
                    <a:lnTo>
                      <a:pt x="778" y="26"/>
                    </a:lnTo>
                    <a:lnTo>
                      <a:pt x="778" y="24"/>
                    </a:lnTo>
                    <a:lnTo>
                      <a:pt x="779" y="24"/>
                    </a:lnTo>
                    <a:lnTo>
                      <a:pt x="780" y="23"/>
                    </a:lnTo>
                    <a:lnTo>
                      <a:pt x="780" y="22"/>
                    </a:lnTo>
                    <a:lnTo>
                      <a:pt x="782" y="20"/>
                    </a:lnTo>
                    <a:lnTo>
                      <a:pt x="783" y="19"/>
                    </a:lnTo>
                    <a:lnTo>
                      <a:pt x="783" y="18"/>
                    </a:lnTo>
                    <a:lnTo>
                      <a:pt x="784" y="16"/>
                    </a:lnTo>
                    <a:lnTo>
                      <a:pt x="784" y="15"/>
                    </a:lnTo>
                    <a:lnTo>
                      <a:pt x="786" y="15"/>
                    </a:lnTo>
                    <a:lnTo>
                      <a:pt x="786" y="14"/>
                    </a:lnTo>
                    <a:lnTo>
                      <a:pt x="787" y="12"/>
                    </a:lnTo>
                    <a:lnTo>
                      <a:pt x="787" y="11"/>
                    </a:lnTo>
                    <a:lnTo>
                      <a:pt x="788" y="10"/>
                    </a:lnTo>
                    <a:lnTo>
                      <a:pt x="788" y="8"/>
                    </a:lnTo>
                    <a:lnTo>
                      <a:pt x="790" y="7"/>
                    </a:lnTo>
                    <a:lnTo>
                      <a:pt x="791" y="6"/>
                    </a:lnTo>
                    <a:lnTo>
                      <a:pt x="791" y="4"/>
                    </a:lnTo>
                    <a:lnTo>
                      <a:pt x="792" y="2"/>
                    </a:lnTo>
                    <a:lnTo>
                      <a:pt x="794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3008" name="Freeform 88">
                <a:extLst>
                  <a:ext uri="{FF2B5EF4-FFF2-40B4-BE49-F238E27FC236}">
                    <a16:creationId xmlns:a16="http://schemas.microsoft.com/office/drawing/2014/main" id="{1E0B929F-BF6A-4E25-9658-8875B0BB8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505902"/>
                <a:ext cx="74612" cy="252412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0"/>
                    </a:moveTo>
                    <a:lnTo>
                      <a:pt x="3" y="4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7" y="13"/>
                    </a:lnTo>
                    <a:lnTo>
                      <a:pt x="9" y="16"/>
                    </a:lnTo>
                    <a:lnTo>
                      <a:pt x="11" y="19"/>
                    </a:lnTo>
                    <a:lnTo>
                      <a:pt x="12" y="20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9" y="33"/>
                    </a:lnTo>
                    <a:lnTo>
                      <a:pt x="20" y="35"/>
                    </a:lnTo>
                    <a:lnTo>
                      <a:pt x="20" y="36"/>
                    </a:lnTo>
                    <a:lnTo>
                      <a:pt x="21" y="37"/>
                    </a:lnTo>
                    <a:lnTo>
                      <a:pt x="21" y="39"/>
                    </a:lnTo>
                    <a:lnTo>
                      <a:pt x="23" y="40"/>
                    </a:lnTo>
                    <a:lnTo>
                      <a:pt x="23" y="41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4" y="45"/>
                    </a:lnTo>
                    <a:lnTo>
                      <a:pt x="25" y="47"/>
                    </a:lnTo>
                    <a:lnTo>
                      <a:pt x="25" y="48"/>
                    </a:lnTo>
                    <a:lnTo>
                      <a:pt x="27" y="49"/>
                    </a:lnTo>
                    <a:lnTo>
                      <a:pt x="27" y="51"/>
                    </a:lnTo>
                    <a:lnTo>
                      <a:pt x="28" y="52"/>
                    </a:lnTo>
                    <a:lnTo>
                      <a:pt x="28" y="53"/>
                    </a:lnTo>
                    <a:lnTo>
                      <a:pt x="29" y="55"/>
                    </a:lnTo>
                    <a:lnTo>
                      <a:pt x="29" y="57"/>
                    </a:lnTo>
                    <a:lnTo>
                      <a:pt x="31" y="58"/>
                    </a:lnTo>
                    <a:lnTo>
                      <a:pt x="31" y="60"/>
                    </a:lnTo>
                    <a:lnTo>
                      <a:pt x="32" y="62"/>
                    </a:lnTo>
                    <a:lnTo>
                      <a:pt x="32" y="64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5" y="70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7" y="74"/>
                    </a:lnTo>
                    <a:lnTo>
                      <a:pt x="37" y="76"/>
                    </a:lnTo>
                    <a:lnTo>
                      <a:pt x="37" y="77"/>
                    </a:lnTo>
                    <a:lnTo>
                      <a:pt x="39" y="78"/>
                    </a:lnTo>
                    <a:lnTo>
                      <a:pt x="39" y="80"/>
                    </a:lnTo>
                    <a:lnTo>
                      <a:pt x="40" y="81"/>
                    </a:lnTo>
                    <a:lnTo>
                      <a:pt x="40" y="82"/>
                    </a:lnTo>
                    <a:lnTo>
                      <a:pt x="41" y="84"/>
                    </a:lnTo>
                    <a:lnTo>
                      <a:pt x="41" y="85"/>
                    </a:lnTo>
                    <a:lnTo>
                      <a:pt x="41" y="86"/>
                    </a:lnTo>
                    <a:lnTo>
                      <a:pt x="42" y="88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4" y="93"/>
                    </a:lnTo>
                    <a:lnTo>
                      <a:pt x="44" y="94"/>
                    </a:lnTo>
                    <a:lnTo>
                      <a:pt x="45" y="96"/>
                    </a:lnTo>
                    <a:lnTo>
                      <a:pt x="45" y="98"/>
                    </a:lnTo>
                    <a:lnTo>
                      <a:pt x="46" y="100"/>
                    </a:lnTo>
                    <a:lnTo>
                      <a:pt x="48" y="102"/>
                    </a:lnTo>
                    <a:lnTo>
                      <a:pt x="48" y="105"/>
                    </a:lnTo>
                    <a:lnTo>
                      <a:pt x="49" y="106"/>
                    </a:lnTo>
                    <a:lnTo>
                      <a:pt x="49" y="109"/>
                    </a:lnTo>
                    <a:lnTo>
                      <a:pt x="50" y="110"/>
                    </a:lnTo>
                    <a:lnTo>
                      <a:pt x="52" y="112"/>
                    </a:lnTo>
                    <a:lnTo>
                      <a:pt x="52" y="113"/>
                    </a:lnTo>
                    <a:lnTo>
                      <a:pt x="52" y="116"/>
                    </a:lnTo>
                    <a:lnTo>
                      <a:pt x="53" y="117"/>
                    </a:lnTo>
                    <a:lnTo>
                      <a:pt x="53" y="118"/>
                    </a:lnTo>
                    <a:lnTo>
                      <a:pt x="54" y="120"/>
                    </a:lnTo>
                    <a:lnTo>
                      <a:pt x="54" y="121"/>
                    </a:lnTo>
                    <a:lnTo>
                      <a:pt x="54" y="122"/>
                    </a:lnTo>
                    <a:lnTo>
                      <a:pt x="56" y="122"/>
                    </a:lnTo>
                    <a:lnTo>
                      <a:pt x="56" y="124"/>
                    </a:lnTo>
                    <a:lnTo>
                      <a:pt x="56" y="125"/>
                    </a:lnTo>
                    <a:lnTo>
                      <a:pt x="57" y="126"/>
                    </a:lnTo>
                    <a:lnTo>
                      <a:pt x="57" y="128"/>
                    </a:lnTo>
                    <a:lnTo>
                      <a:pt x="57" y="129"/>
                    </a:lnTo>
                    <a:lnTo>
                      <a:pt x="57" y="130"/>
                    </a:lnTo>
                    <a:lnTo>
                      <a:pt x="58" y="131"/>
                    </a:lnTo>
                    <a:lnTo>
                      <a:pt x="58" y="133"/>
                    </a:lnTo>
                    <a:lnTo>
                      <a:pt x="60" y="134"/>
                    </a:lnTo>
                    <a:lnTo>
                      <a:pt x="60" y="135"/>
                    </a:lnTo>
                    <a:lnTo>
                      <a:pt x="60" y="137"/>
                    </a:lnTo>
                    <a:lnTo>
                      <a:pt x="61" y="139"/>
                    </a:lnTo>
                    <a:lnTo>
                      <a:pt x="61" y="141"/>
                    </a:lnTo>
                    <a:lnTo>
                      <a:pt x="61" y="142"/>
                    </a:lnTo>
                    <a:lnTo>
                      <a:pt x="62" y="143"/>
                    </a:lnTo>
                    <a:lnTo>
                      <a:pt x="62" y="146"/>
                    </a:lnTo>
                    <a:lnTo>
                      <a:pt x="64" y="147"/>
                    </a:lnTo>
                    <a:lnTo>
                      <a:pt x="64" y="150"/>
                    </a:lnTo>
                    <a:lnTo>
                      <a:pt x="65" y="153"/>
                    </a:lnTo>
                    <a:lnTo>
                      <a:pt x="65" y="154"/>
                    </a:lnTo>
                    <a:lnTo>
                      <a:pt x="66" y="157"/>
                    </a:lnTo>
                    <a:lnTo>
                      <a:pt x="66" y="158"/>
                    </a:lnTo>
                    <a:lnTo>
                      <a:pt x="68" y="159"/>
                    </a:lnTo>
                    <a:lnTo>
                      <a:pt x="68" y="162"/>
                    </a:lnTo>
                    <a:lnTo>
                      <a:pt x="68" y="163"/>
                    </a:lnTo>
                    <a:lnTo>
                      <a:pt x="69" y="165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0" y="170"/>
                    </a:lnTo>
                    <a:lnTo>
                      <a:pt x="70" y="171"/>
                    </a:lnTo>
                    <a:lnTo>
                      <a:pt x="70" y="173"/>
                    </a:lnTo>
                    <a:lnTo>
                      <a:pt x="72" y="173"/>
                    </a:lnTo>
                    <a:lnTo>
                      <a:pt x="72" y="174"/>
                    </a:lnTo>
                    <a:lnTo>
                      <a:pt x="72" y="175"/>
                    </a:lnTo>
                    <a:lnTo>
                      <a:pt x="72" y="177"/>
                    </a:lnTo>
                    <a:lnTo>
                      <a:pt x="73" y="178"/>
                    </a:lnTo>
                    <a:lnTo>
                      <a:pt x="73" y="179"/>
                    </a:lnTo>
                    <a:lnTo>
                      <a:pt x="73" y="181"/>
                    </a:lnTo>
                    <a:lnTo>
                      <a:pt x="74" y="182"/>
                    </a:lnTo>
                    <a:lnTo>
                      <a:pt x="74" y="183"/>
                    </a:lnTo>
                    <a:lnTo>
                      <a:pt x="74" y="185"/>
                    </a:lnTo>
                    <a:lnTo>
                      <a:pt x="76" y="186"/>
                    </a:lnTo>
                    <a:lnTo>
                      <a:pt x="76" y="187"/>
                    </a:lnTo>
                    <a:lnTo>
                      <a:pt x="76" y="189"/>
                    </a:lnTo>
                    <a:lnTo>
                      <a:pt x="77" y="190"/>
                    </a:lnTo>
                    <a:lnTo>
                      <a:pt x="77" y="193"/>
                    </a:lnTo>
                    <a:lnTo>
                      <a:pt x="78" y="194"/>
                    </a:lnTo>
                    <a:lnTo>
                      <a:pt x="78" y="197"/>
                    </a:lnTo>
                    <a:lnTo>
                      <a:pt x="78" y="198"/>
                    </a:lnTo>
                    <a:lnTo>
                      <a:pt x="80" y="201"/>
                    </a:lnTo>
                    <a:lnTo>
                      <a:pt x="80" y="203"/>
                    </a:lnTo>
                    <a:lnTo>
                      <a:pt x="81" y="205"/>
                    </a:lnTo>
                    <a:lnTo>
                      <a:pt x="81" y="206"/>
                    </a:lnTo>
                    <a:lnTo>
                      <a:pt x="82" y="208"/>
                    </a:lnTo>
                    <a:lnTo>
                      <a:pt x="82" y="210"/>
                    </a:lnTo>
                    <a:lnTo>
                      <a:pt x="82" y="211"/>
                    </a:lnTo>
                    <a:lnTo>
                      <a:pt x="84" y="212"/>
                    </a:lnTo>
                    <a:lnTo>
                      <a:pt x="84" y="214"/>
                    </a:lnTo>
                    <a:lnTo>
                      <a:pt x="84" y="215"/>
                    </a:lnTo>
                    <a:lnTo>
                      <a:pt x="85" y="216"/>
                    </a:lnTo>
                    <a:lnTo>
                      <a:pt x="85" y="218"/>
                    </a:lnTo>
                    <a:lnTo>
                      <a:pt x="85" y="219"/>
                    </a:lnTo>
                    <a:lnTo>
                      <a:pt x="85" y="220"/>
                    </a:lnTo>
                    <a:lnTo>
                      <a:pt x="86" y="222"/>
                    </a:lnTo>
                    <a:lnTo>
                      <a:pt x="86" y="223"/>
                    </a:lnTo>
                    <a:lnTo>
                      <a:pt x="86" y="224"/>
                    </a:lnTo>
                    <a:lnTo>
                      <a:pt x="86" y="226"/>
                    </a:lnTo>
                    <a:lnTo>
                      <a:pt x="86" y="227"/>
                    </a:lnTo>
                    <a:lnTo>
                      <a:pt x="86" y="228"/>
                    </a:lnTo>
                    <a:lnTo>
                      <a:pt x="86" y="230"/>
                    </a:lnTo>
                    <a:lnTo>
                      <a:pt x="88" y="231"/>
                    </a:lnTo>
                    <a:lnTo>
                      <a:pt x="88" y="232"/>
                    </a:lnTo>
                    <a:lnTo>
                      <a:pt x="88" y="234"/>
                    </a:lnTo>
                    <a:lnTo>
                      <a:pt x="88" y="235"/>
                    </a:lnTo>
                    <a:lnTo>
                      <a:pt x="88" y="236"/>
                    </a:lnTo>
                    <a:lnTo>
                      <a:pt x="88" y="238"/>
                    </a:lnTo>
                    <a:lnTo>
                      <a:pt x="88" y="239"/>
                    </a:lnTo>
                    <a:lnTo>
                      <a:pt x="88" y="242"/>
                    </a:lnTo>
                    <a:lnTo>
                      <a:pt x="88" y="243"/>
                    </a:lnTo>
                    <a:lnTo>
                      <a:pt x="88" y="246"/>
                    </a:lnTo>
                    <a:lnTo>
                      <a:pt x="89" y="247"/>
                    </a:lnTo>
                    <a:lnTo>
                      <a:pt x="89" y="248"/>
                    </a:lnTo>
                    <a:lnTo>
                      <a:pt x="89" y="250"/>
                    </a:lnTo>
                    <a:lnTo>
                      <a:pt x="89" y="251"/>
                    </a:lnTo>
                    <a:lnTo>
                      <a:pt x="89" y="252"/>
                    </a:lnTo>
                    <a:lnTo>
                      <a:pt x="89" y="254"/>
                    </a:lnTo>
                    <a:lnTo>
                      <a:pt x="89" y="255"/>
                    </a:lnTo>
                    <a:lnTo>
                      <a:pt x="89" y="256"/>
                    </a:lnTo>
                    <a:lnTo>
                      <a:pt x="89" y="258"/>
                    </a:lnTo>
                    <a:lnTo>
                      <a:pt x="89" y="259"/>
                    </a:lnTo>
                    <a:lnTo>
                      <a:pt x="89" y="260"/>
                    </a:lnTo>
                    <a:lnTo>
                      <a:pt x="90" y="260"/>
                    </a:lnTo>
                    <a:lnTo>
                      <a:pt x="90" y="262"/>
                    </a:lnTo>
                    <a:lnTo>
                      <a:pt x="90" y="263"/>
                    </a:lnTo>
                    <a:lnTo>
                      <a:pt x="90" y="264"/>
                    </a:lnTo>
                    <a:lnTo>
                      <a:pt x="90" y="266"/>
                    </a:lnTo>
                    <a:lnTo>
                      <a:pt x="90" y="267"/>
                    </a:lnTo>
                    <a:lnTo>
                      <a:pt x="90" y="268"/>
                    </a:lnTo>
                    <a:lnTo>
                      <a:pt x="90" y="270"/>
                    </a:lnTo>
                    <a:lnTo>
                      <a:pt x="92" y="270"/>
                    </a:lnTo>
                    <a:lnTo>
                      <a:pt x="92" y="271"/>
                    </a:lnTo>
                    <a:lnTo>
                      <a:pt x="92" y="272"/>
                    </a:lnTo>
                    <a:lnTo>
                      <a:pt x="92" y="274"/>
                    </a:lnTo>
                    <a:lnTo>
                      <a:pt x="92" y="275"/>
                    </a:lnTo>
                    <a:lnTo>
                      <a:pt x="92" y="276"/>
                    </a:lnTo>
                    <a:lnTo>
                      <a:pt x="93" y="278"/>
                    </a:lnTo>
                    <a:lnTo>
                      <a:pt x="93" y="279"/>
                    </a:lnTo>
                    <a:lnTo>
                      <a:pt x="93" y="280"/>
                    </a:lnTo>
                    <a:lnTo>
                      <a:pt x="93" y="281"/>
                    </a:lnTo>
                    <a:lnTo>
                      <a:pt x="93" y="283"/>
                    </a:lnTo>
                    <a:lnTo>
                      <a:pt x="94" y="284"/>
                    </a:lnTo>
                    <a:lnTo>
                      <a:pt x="94" y="285"/>
                    </a:lnTo>
                    <a:lnTo>
                      <a:pt x="94" y="287"/>
                    </a:lnTo>
                    <a:lnTo>
                      <a:pt x="94" y="288"/>
                    </a:lnTo>
                    <a:lnTo>
                      <a:pt x="94" y="289"/>
                    </a:lnTo>
                    <a:lnTo>
                      <a:pt x="94" y="291"/>
                    </a:lnTo>
                    <a:lnTo>
                      <a:pt x="94" y="292"/>
                    </a:lnTo>
                    <a:lnTo>
                      <a:pt x="94" y="293"/>
                    </a:lnTo>
                    <a:lnTo>
                      <a:pt x="94" y="295"/>
                    </a:lnTo>
                    <a:lnTo>
                      <a:pt x="94" y="296"/>
                    </a:lnTo>
                    <a:lnTo>
                      <a:pt x="94" y="297"/>
                    </a:lnTo>
                    <a:lnTo>
                      <a:pt x="94" y="299"/>
                    </a:lnTo>
                    <a:lnTo>
                      <a:pt x="94" y="300"/>
                    </a:lnTo>
                    <a:lnTo>
                      <a:pt x="94" y="303"/>
                    </a:lnTo>
                    <a:lnTo>
                      <a:pt x="94" y="304"/>
                    </a:lnTo>
                    <a:lnTo>
                      <a:pt x="94" y="305"/>
                    </a:lnTo>
                    <a:lnTo>
                      <a:pt x="93" y="308"/>
                    </a:lnTo>
                    <a:lnTo>
                      <a:pt x="93" y="309"/>
                    </a:lnTo>
                    <a:lnTo>
                      <a:pt x="93" y="312"/>
                    </a:lnTo>
                    <a:lnTo>
                      <a:pt x="93" y="315"/>
                    </a:lnTo>
                    <a:lnTo>
                      <a:pt x="93" y="317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3009" name="Freeform 89">
                <a:extLst>
                  <a:ext uri="{FF2B5EF4-FFF2-40B4-BE49-F238E27FC236}">
                    <a16:creationId xmlns:a16="http://schemas.microsoft.com/office/drawing/2014/main" id="{1370B035-41F6-4EAD-9806-0BD716AB6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755138"/>
                <a:ext cx="74612" cy="252413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317"/>
                    </a:moveTo>
                    <a:lnTo>
                      <a:pt x="3" y="314"/>
                    </a:lnTo>
                    <a:lnTo>
                      <a:pt x="4" y="310"/>
                    </a:lnTo>
                    <a:lnTo>
                      <a:pt x="5" y="308"/>
                    </a:lnTo>
                    <a:lnTo>
                      <a:pt x="7" y="305"/>
                    </a:lnTo>
                    <a:lnTo>
                      <a:pt x="9" y="302"/>
                    </a:lnTo>
                    <a:lnTo>
                      <a:pt x="11" y="300"/>
                    </a:lnTo>
                    <a:lnTo>
                      <a:pt x="12" y="297"/>
                    </a:lnTo>
                    <a:lnTo>
                      <a:pt x="13" y="294"/>
                    </a:lnTo>
                    <a:lnTo>
                      <a:pt x="13" y="293"/>
                    </a:lnTo>
                    <a:lnTo>
                      <a:pt x="15" y="290"/>
                    </a:lnTo>
                    <a:lnTo>
                      <a:pt x="16" y="289"/>
                    </a:lnTo>
                    <a:lnTo>
                      <a:pt x="17" y="288"/>
                    </a:lnTo>
                    <a:lnTo>
                      <a:pt x="17" y="286"/>
                    </a:lnTo>
                    <a:lnTo>
                      <a:pt x="19" y="284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21" y="280"/>
                    </a:lnTo>
                    <a:lnTo>
                      <a:pt x="21" y="278"/>
                    </a:lnTo>
                    <a:lnTo>
                      <a:pt x="23" y="277"/>
                    </a:lnTo>
                    <a:lnTo>
                      <a:pt x="23" y="276"/>
                    </a:lnTo>
                    <a:lnTo>
                      <a:pt x="23" y="274"/>
                    </a:lnTo>
                    <a:lnTo>
                      <a:pt x="24" y="274"/>
                    </a:lnTo>
                    <a:lnTo>
                      <a:pt x="24" y="273"/>
                    </a:lnTo>
                    <a:lnTo>
                      <a:pt x="25" y="272"/>
                    </a:lnTo>
                    <a:lnTo>
                      <a:pt x="25" y="270"/>
                    </a:lnTo>
                    <a:lnTo>
                      <a:pt x="27" y="269"/>
                    </a:lnTo>
                    <a:lnTo>
                      <a:pt x="27" y="268"/>
                    </a:lnTo>
                    <a:lnTo>
                      <a:pt x="28" y="266"/>
                    </a:lnTo>
                    <a:lnTo>
                      <a:pt x="28" y="264"/>
                    </a:lnTo>
                    <a:lnTo>
                      <a:pt x="29" y="263"/>
                    </a:lnTo>
                    <a:lnTo>
                      <a:pt x="29" y="261"/>
                    </a:lnTo>
                    <a:lnTo>
                      <a:pt x="31" y="259"/>
                    </a:lnTo>
                    <a:lnTo>
                      <a:pt x="31" y="257"/>
                    </a:lnTo>
                    <a:lnTo>
                      <a:pt x="32" y="256"/>
                    </a:lnTo>
                    <a:lnTo>
                      <a:pt x="32" y="255"/>
                    </a:lnTo>
                    <a:lnTo>
                      <a:pt x="33" y="253"/>
                    </a:lnTo>
                    <a:lnTo>
                      <a:pt x="33" y="251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6" y="247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7" y="243"/>
                    </a:lnTo>
                    <a:lnTo>
                      <a:pt x="37" y="241"/>
                    </a:lnTo>
                    <a:lnTo>
                      <a:pt x="39" y="240"/>
                    </a:lnTo>
                    <a:lnTo>
                      <a:pt x="39" y="239"/>
                    </a:lnTo>
                    <a:lnTo>
                      <a:pt x="39" y="237"/>
                    </a:lnTo>
                    <a:lnTo>
                      <a:pt x="40" y="237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2" y="229"/>
                    </a:lnTo>
                    <a:lnTo>
                      <a:pt x="42" y="228"/>
                    </a:lnTo>
                    <a:lnTo>
                      <a:pt x="42" y="227"/>
                    </a:lnTo>
                    <a:lnTo>
                      <a:pt x="44" y="225"/>
                    </a:lnTo>
                    <a:lnTo>
                      <a:pt x="44" y="223"/>
                    </a:lnTo>
                    <a:lnTo>
                      <a:pt x="45" y="221"/>
                    </a:lnTo>
                    <a:lnTo>
                      <a:pt x="45" y="220"/>
                    </a:lnTo>
                    <a:lnTo>
                      <a:pt x="46" y="217"/>
                    </a:lnTo>
                    <a:lnTo>
                      <a:pt x="48" y="215"/>
                    </a:lnTo>
                    <a:lnTo>
                      <a:pt x="48" y="213"/>
                    </a:lnTo>
                    <a:lnTo>
                      <a:pt x="49" y="211"/>
                    </a:lnTo>
                    <a:lnTo>
                      <a:pt x="49" y="209"/>
                    </a:lnTo>
                    <a:lnTo>
                      <a:pt x="50" y="207"/>
                    </a:lnTo>
                    <a:lnTo>
                      <a:pt x="52" y="205"/>
                    </a:lnTo>
                    <a:lnTo>
                      <a:pt x="52" y="204"/>
                    </a:lnTo>
                    <a:lnTo>
                      <a:pt x="52" y="203"/>
                    </a:lnTo>
                    <a:lnTo>
                      <a:pt x="53" y="201"/>
                    </a:lnTo>
                    <a:lnTo>
                      <a:pt x="53" y="200"/>
                    </a:lnTo>
                    <a:lnTo>
                      <a:pt x="54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6" y="195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7" y="191"/>
                    </a:lnTo>
                    <a:lnTo>
                      <a:pt x="57" y="190"/>
                    </a:lnTo>
                    <a:lnTo>
                      <a:pt x="57" y="188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4"/>
                    </a:lnTo>
                    <a:lnTo>
                      <a:pt x="60" y="183"/>
                    </a:lnTo>
                    <a:lnTo>
                      <a:pt x="60" y="182"/>
                    </a:lnTo>
                    <a:lnTo>
                      <a:pt x="60" y="180"/>
                    </a:lnTo>
                    <a:lnTo>
                      <a:pt x="61" y="179"/>
                    </a:lnTo>
                    <a:lnTo>
                      <a:pt x="61" y="176"/>
                    </a:lnTo>
                    <a:lnTo>
                      <a:pt x="61" y="175"/>
                    </a:lnTo>
                    <a:lnTo>
                      <a:pt x="62" y="174"/>
                    </a:lnTo>
                    <a:lnTo>
                      <a:pt x="62" y="171"/>
                    </a:lnTo>
                    <a:lnTo>
                      <a:pt x="64" y="170"/>
                    </a:lnTo>
                    <a:lnTo>
                      <a:pt x="64" y="167"/>
                    </a:lnTo>
                    <a:lnTo>
                      <a:pt x="65" y="164"/>
                    </a:lnTo>
                    <a:lnTo>
                      <a:pt x="65" y="163"/>
                    </a:lnTo>
                    <a:lnTo>
                      <a:pt x="66" y="160"/>
                    </a:lnTo>
                    <a:lnTo>
                      <a:pt x="66" y="159"/>
                    </a:lnTo>
                    <a:lnTo>
                      <a:pt x="68" y="158"/>
                    </a:lnTo>
                    <a:lnTo>
                      <a:pt x="68" y="156"/>
                    </a:lnTo>
                    <a:lnTo>
                      <a:pt x="68" y="154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0" y="148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72" y="144"/>
                    </a:lnTo>
                    <a:lnTo>
                      <a:pt x="72" y="143"/>
                    </a:lnTo>
                    <a:lnTo>
                      <a:pt x="72" y="142"/>
                    </a:lnTo>
                    <a:lnTo>
                      <a:pt x="72" y="140"/>
                    </a:lnTo>
                    <a:lnTo>
                      <a:pt x="73" y="139"/>
                    </a:lnTo>
                    <a:lnTo>
                      <a:pt x="73" y="138"/>
                    </a:lnTo>
                    <a:lnTo>
                      <a:pt x="74" y="136"/>
                    </a:lnTo>
                    <a:lnTo>
                      <a:pt x="74" y="135"/>
                    </a:lnTo>
                    <a:lnTo>
                      <a:pt x="74" y="134"/>
                    </a:lnTo>
                    <a:lnTo>
                      <a:pt x="76" y="132"/>
                    </a:lnTo>
                    <a:lnTo>
                      <a:pt x="76" y="130"/>
                    </a:lnTo>
                    <a:lnTo>
                      <a:pt x="76" y="128"/>
                    </a:lnTo>
                    <a:lnTo>
                      <a:pt x="77" y="127"/>
                    </a:lnTo>
                    <a:lnTo>
                      <a:pt x="77" y="126"/>
                    </a:lnTo>
                    <a:lnTo>
                      <a:pt x="78" y="123"/>
                    </a:lnTo>
                    <a:lnTo>
                      <a:pt x="78" y="122"/>
                    </a:lnTo>
                    <a:lnTo>
                      <a:pt x="78" y="119"/>
                    </a:lnTo>
                    <a:lnTo>
                      <a:pt x="80" y="116"/>
                    </a:lnTo>
                    <a:lnTo>
                      <a:pt x="80" y="115"/>
                    </a:lnTo>
                    <a:lnTo>
                      <a:pt x="81" y="113"/>
                    </a:lnTo>
                    <a:lnTo>
                      <a:pt x="81" y="111"/>
                    </a:lnTo>
                    <a:lnTo>
                      <a:pt x="82" y="110"/>
                    </a:lnTo>
                    <a:lnTo>
                      <a:pt x="82" y="107"/>
                    </a:lnTo>
                    <a:lnTo>
                      <a:pt x="82" y="106"/>
                    </a:lnTo>
                    <a:lnTo>
                      <a:pt x="84" y="105"/>
                    </a:lnTo>
                    <a:lnTo>
                      <a:pt x="84" y="103"/>
                    </a:lnTo>
                    <a:lnTo>
                      <a:pt x="84" y="102"/>
                    </a:lnTo>
                    <a:lnTo>
                      <a:pt x="85" y="101"/>
                    </a:lnTo>
                    <a:lnTo>
                      <a:pt x="85" y="99"/>
                    </a:lnTo>
                    <a:lnTo>
                      <a:pt x="85" y="98"/>
                    </a:lnTo>
                    <a:lnTo>
                      <a:pt x="85" y="97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3"/>
                    </a:lnTo>
                    <a:lnTo>
                      <a:pt x="86" y="91"/>
                    </a:lnTo>
                    <a:lnTo>
                      <a:pt x="86" y="90"/>
                    </a:lnTo>
                    <a:lnTo>
                      <a:pt x="86" y="89"/>
                    </a:lnTo>
                    <a:lnTo>
                      <a:pt x="86" y="87"/>
                    </a:lnTo>
                    <a:lnTo>
                      <a:pt x="88" y="87"/>
                    </a:lnTo>
                    <a:lnTo>
                      <a:pt x="88" y="86"/>
                    </a:lnTo>
                    <a:lnTo>
                      <a:pt x="88" y="85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8" y="79"/>
                    </a:lnTo>
                    <a:lnTo>
                      <a:pt x="88" y="78"/>
                    </a:lnTo>
                    <a:lnTo>
                      <a:pt x="88" y="77"/>
                    </a:lnTo>
                    <a:lnTo>
                      <a:pt x="88" y="74"/>
                    </a:lnTo>
                    <a:lnTo>
                      <a:pt x="88" y="73"/>
                    </a:lnTo>
                    <a:lnTo>
                      <a:pt x="89" y="70"/>
                    </a:lnTo>
                    <a:lnTo>
                      <a:pt x="89" y="69"/>
                    </a:lnTo>
                    <a:lnTo>
                      <a:pt x="89" y="67"/>
                    </a:lnTo>
                    <a:lnTo>
                      <a:pt x="89" y="66"/>
                    </a:lnTo>
                    <a:lnTo>
                      <a:pt x="89" y="65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89" y="61"/>
                    </a:lnTo>
                    <a:lnTo>
                      <a:pt x="89" y="59"/>
                    </a:lnTo>
                    <a:lnTo>
                      <a:pt x="89" y="58"/>
                    </a:lnTo>
                    <a:lnTo>
                      <a:pt x="90" y="57"/>
                    </a:lnTo>
                    <a:lnTo>
                      <a:pt x="90" y="55"/>
                    </a:lnTo>
                    <a:lnTo>
                      <a:pt x="90" y="54"/>
                    </a:lnTo>
                    <a:lnTo>
                      <a:pt x="90" y="53"/>
                    </a:lnTo>
                    <a:lnTo>
                      <a:pt x="90" y="51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2" y="47"/>
                    </a:lnTo>
                    <a:lnTo>
                      <a:pt x="92" y="46"/>
                    </a:lnTo>
                    <a:lnTo>
                      <a:pt x="92" y="45"/>
                    </a:lnTo>
                    <a:lnTo>
                      <a:pt x="92" y="43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3" y="40"/>
                    </a:lnTo>
                    <a:lnTo>
                      <a:pt x="93" y="38"/>
                    </a:lnTo>
                    <a:lnTo>
                      <a:pt x="93" y="37"/>
                    </a:lnTo>
                    <a:lnTo>
                      <a:pt x="93" y="36"/>
                    </a:lnTo>
                    <a:lnTo>
                      <a:pt x="93" y="34"/>
                    </a:lnTo>
                    <a:lnTo>
                      <a:pt x="94" y="33"/>
                    </a:lnTo>
                    <a:lnTo>
                      <a:pt x="94" y="32"/>
                    </a:lnTo>
                    <a:lnTo>
                      <a:pt x="94" y="30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4" y="24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0"/>
                    </a:lnTo>
                    <a:lnTo>
                      <a:pt x="94" y="18"/>
                    </a:lnTo>
                    <a:lnTo>
                      <a:pt x="94" y="17"/>
                    </a:lnTo>
                    <a:lnTo>
                      <a:pt x="94" y="16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3" y="10"/>
                    </a:lnTo>
                    <a:lnTo>
                      <a:pt x="93" y="8"/>
                    </a:lnTo>
                    <a:lnTo>
                      <a:pt x="93" y="5"/>
                    </a:lnTo>
                    <a:lnTo>
                      <a:pt x="93" y="2"/>
                    </a:lnTo>
                    <a:lnTo>
                      <a:pt x="93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22962" name="Freeform 45">
              <a:extLst>
                <a:ext uri="{FF2B5EF4-FFF2-40B4-BE49-F238E27FC236}">
                  <a16:creationId xmlns:a16="http://schemas.microsoft.com/office/drawing/2014/main" id="{FF833F65-8904-4E3F-BBE8-FECE8D3F9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674" y="2957298"/>
              <a:ext cx="3699109" cy="2735272"/>
            </a:xfrm>
            <a:custGeom>
              <a:avLst/>
              <a:gdLst>
                <a:gd name="T0" fmla="*/ 1278345235 w 10704"/>
                <a:gd name="T1" fmla="*/ 0 h 21003"/>
                <a:gd name="T2" fmla="*/ 2388662 w 10704"/>
                <a:gd name="T3" fmla="*/ 1102418 h 21003"/>
                <a:gd name="T4" fmla="*/ 0 w 10704"/>
                <a:gd name="T5" fmla="*/ 356221155 h 21003"/>
                <a:gd name="T6" fmla="*/ 135430103 w 10704"/>
                <a:gd name="T7" fmla="*/ 356102383 h 210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04" h="21003">
                  <a:moveTo>
                    <a:pt x="10704" y="0"/>
                  </a:move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1134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2963" name="Line 14">
              <a:extLst>
                <a:ext uri="{FF2B5EF4-FFF2-40B4-BE49-F238E27FC236}">
                  <a16:creationId xmlns:a16="http://schemas.microsoft.com/office/drawing/2014/main" id="{C85F21E5-3EFC-4474-849C-CEDC1E37A8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07413" y="5790467"/>
              <a:ext cx="580100" cy="31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2964" name="TextBox 51">
              <a:extLst>
                <a:ext uri="{FF2B5EF4-FFF2-40B4-BE49-F238E27FC236}">
                  <a16:creationId xmlns:a16="http://schemas.microsoft.com/office/drawing/2014/main" id="{2D800B37-768B-4E45-9CFF-D6F5161E79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75820" y="599816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2965" name="TextBox 51">
              <a:extLst>
                <a:ext uri="{FF2B5EF4-FFF2-40B4-BE49-F238E27FC236}">
                  <a16:creationId xmlns:a16="http://schemas.microsoft.com/office/drawing/2014/main" id="{70567386-B6A3-4F66-AB2A-5D482A314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9" y="588809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2966" name="TextBox 51">
              <a:extLst>
                <a:ext uri="{FF2B5EF4-FFF2-40B4-BE49-F238E27FC236}">
                  <a16:creationId xmlns:a16="http://schemas.microsoft.com/office/drawing/2014/main" id="{E760546E-59D9-4955-9AE2-E269B29523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3622" y="588809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22967" name="TextBox 51">
              <a:extLst>
                <a:ext uri="{FF2B5EF4-FFF2-40B4-BE49-F238E27FC236}">
                  <a16:creationId xmlns:a16="http://schemas.microsoft.com/office/drawing/2014/main" id="{242896C5-7260-4796-B41B-F215BD1DF3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353" y="530726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2968" name="TextBox 51">
              <a:extLst>
                <a:ext uri="{FF2B5EF4-FFF2-40B4-BE49-F238E27FC236}">
                  <a16:creationId xmlns:a16="http://schemas.microsoft.com/office/drawing/2014/main" id="{8939F359-20C9-4663-8B93-9B4BC80A7E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9" y="4990627"/>
              <a:ext cx="77457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Wingdings" panose="05000000000000000000" pitchFamily="2" charset="2"/>
                  <a:ea typeface="ＭＳ Ｐゴシック" panose="020B0600070205080204" pitchFamily="34" charset="-128"/>
                  <a:cs typeface="Arial" panose="020B0604020202020204" pitchFamily="34" charset="0"/>
                  <a:sym typeface="Wingdings" panose="05000000000000000000" pitchFamily="2" charset="2"/>
                </a:rPr>
                <a:t>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22969" name="Freeform 48">
              <a:extLst>
                <a:ext uri="{FF2B5EF4-FFF2-40B4-BE49-F238E27FC236}">
                  <a16:creationId xmlns:a16="http://schemas.microsoft.com/office/drawing/2014/main" id="{4B8B9E78-5518-44C3-8D7A-E14BD1E3C01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594887" y="2914643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2970" name="Freeform 48">
              <a:extLst>
                <a:ext uri="{FF2B5EF4-FFF2-40B4-BE49-F238E27FC236}">
                  <a16:creationId xmlns:a16="http://schemas.microsoft.com/office/drawing/2014/main" id="{D74B30C7-36A7-4726-A806-B1F3EECE2DC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434954" y="2931576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2971" name="Freeform 5">
              <a:extLst>
                <a:ext uri="{FF2B5EF4-FFF2-40B4-BE49-F238E27FC236}">
                  <a16:creationId xmlns:a16="http://schemas.microsoft.com/office/drawing/2014/main" id="{D1C50C8E-8BB9-4EB0-9766-BC3DDB05A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272" y="5755462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2972" name="Freeform 7">
              <a:extLst>
                <a:ext uri="{FF2B5EF4-FFF2-40B4-BE49-F238E27FC236}">
                  <a16:creationId xmlns:a16="http://schemas.microsoft.com/office/drawing/2014/main" id="{EF90D93C-59C6-4120-A41C-694B27F90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167" y="5867731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2973" name="TextBox 51">
              <a:extLst>
                <a:ext uri="{FF2B5EF4-FFF2-40B4-BE49-F238E27FC236}">
                  <a16:creationId xmlns:a16="http://schemas.microsoft.com/office/drawing/2014/main" id="{342F0120-9647-44BD-A1A1-997B97023B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9028" y="5486655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grpSp>
          <p:nvGrpSpPr>
            <p:cNvPr id="422974" name="Group 4">
              <a:extLst>
                <a:ext uri="{FF2B5EF4-FFF2-40B4-BE49-F238E27FC236}">
                  <a16:creationId xmlns:a16="http://schemas.microsoft.com/office/drawing/2014/main" id="{B13A0DD9-8BF9-4E65-AF78-3922B6EEF1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62243" y="1638205"/>
              <a:ext cx="3228751" cy="750888"/>
              <a:chOff x="5768352" y="3768775"/>
              <a:chExt cx="3229577" cy="750332"/>
            </a:xfrm>
          </p:grpSpPr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002E8AAE-4415-DC4F-8209-7CBF78345A66}"/>
                  </a:ext>
                </a:extLst>
              </p:cNvPr>
              <p:cNvCxnSpPr/>
              <p:nvPr/>
            </p:nvCxnSpPr>
            <p:spPr>
              <a:xfrm flipV="1">
                <a:off x="5768098" y="4206085"/>
                <a:ext cx="1980137" cy="15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DA105ED2-613C-144B-BD4F-F5FF2BFCC24F}"/>
                  </a:ext>
                </a:extLst>
              </p:cNvPr>
              <p:cNvCxnSpPr/>
              <p:nvPr/>
            </p:nvCxnSpPr>
            <p:spPr>
              <a:xfrm>
                <a:off x="7749823" y="4064873"/>
                <a:ext cx="565300" cy="1586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CA35F121-4343-1D4F-9518-9A035339CAB9}"/>
                  </a:ext>
                </a:extLst>
              </p:cNvPr>
              <p:cNvCxnSpPr/>
              <p:nvPr/>
            </p:nvCxnSpPr>
            <p:spPr>
              <a:xfrm>
                <a:off x="7745059" y="4345710"/>
                <a:ext cx="565300" cy="15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FFE50107-0F23-0C4E-9678-1AD9E6C802A9}"/>
                  </a:ext>
                </a:extLst>
              </p:cNvPr>
              <p:cNvCxnSpPr/>
              <p:nvPr/>
            </p:nvCxnSpPr>
            <p:spPr>
              <a:xfrm flipH="1" flipV="1">
                <a:off x="7749823" y="4061700"/>
                <a:ext cx="3176" cy="28401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3003" name="TextBox 93">
                <a:extLst>
                  <a:ext uri="{FF2B5EF4-FFF2-40B4-BE49-F238E27FC236}">
                    <a16:creationId xmlns:a16="http://schemas.microsoft.com/office/drawing/2014/main" id="{15F84E69-B0E9-4662-BC4E-DDA51BAF61E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76877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23004" name="TextBox 6">
                <a:extLst>
                  <a:ext uri="{FF2B5EF4-FFF2-40B4-BE49-F238E27FC236}">
                    <a16:creationId xmlns:a16="http://schemas.microsoft.com/office/drawing/2014/main" id="{80464F86-1432-4B5F-B91E-38CBDEE88C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149775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3005" name="Freeform 48">
                <a:extLst>
                  <a:ext uri="{FF2B5EF4-FFF2-40B4-BE49-F238E27FC236}">
                    <a16:creationId xmlns:a16="http://schemas.microsoft.com/office/drawing/2014/main" id="{CF86BD54-A695-484A-856E-78F1E412D52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08850" y="4183965"/>
                <a:ext cx="77241" cy="73098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22975" name="Group 88">
              <a:extLst>
                <a:ext uri="{FF2B5EF4-FFF2-40B4-BE49-F238E27FC236}">
                  <a16:creationId xmlns:a16="http://schemas.microsoft.com/office/drawing/2014/main" id="{3598AC4E-36DF-47E3-BF35-BE4EB34008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53438" y="2428748"/>
              <a:ext cx="2803076" cy="749300"/>
              <a:chOff x="6194136" y="3853561"/>
              <a:chExt cx="2803793" cy="750332"/>
            </a:xfrm>
          </p:grpSpPr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2B940956-BC54-5E4B-93CC-3064EC72D687}"/>
                  </a:ext>
                </a:extLst>
              </p:cNvPr>
              <p:cNvCxnSpPr/>
              <p:nvPr/>
            </p:nvCxnSpPr>
            <p:spPr>
              <a:xfrm>
                <a:off x="6194803" y="4204544"/>
                <a:ext cx="1565690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D0B1AA6D-BC0E-8945-9ABA-E2AEE5D2B15D}"/>
                  </a:ext>
                </a:extLst>
              </p:cNvPr>
              <p:cNvCxnSpPr/>
              <p:nvPr/>
            </p:nvCxnSpPr>
            <p:spPr>
              <a:xfrm>
                <a:off x="7744614" y="4064622"/>
                <a:ext cx="565300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Straight Connector 99">
                <a:extLst>
                  <a:ext uri="{FF2B5EF4-FFF2-40B4-BE49-F238E27FC236}">
                    <a16:creationId xmlns:a16="http://schemas.microsoft.com/office/drawing/2014/main" id="{BC07DC31-AF92-C347-9A72-8E97F45250A3}"/>
                  </a:ext>
                </a:extLst>
              </p:cNvPr>
              <p:cNvCxnSpPr/>
              <p:nvPr/>
            </p:nvCxnSpPr>
            <p:spPr>
              <a:xfrm>
                <a:off x="7739851" y="4339695"/>
                <a:ext cx="565300" cy="15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844ACBCF-158D-C444-B09F-C97679532A88}"/>
                  </a:ext>
                </a:extLst>
              </p:cNvPr>
              <p:cNvCxnSpPr/>
              <p:nvPr/>
            </p:nvCxnSpPr>
            <p:spPr>
              <a:xfrm flipH="1" flipV="1">
                <a:off x="7749378" y="4056672"/>
                <a:ext cx="3176" cy="284614"/>
              </a:xfrm>
              <a:prstGeom prst="line">
                <a:avLst/>
              </a:prstGeom>
              <a:solidFill>
                <a:srgbClr val="00B050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2996" name="TextBox 93">
                <a:extLst>
                  <a:ext uri="{FF2B5EF4-FFF2-40B4-BE49-F238E27FC236}">
                    <a16:creationId xmlns:a16="http://schemas.microsoft.com/office/drawing/2014/main" id="{7E8D0AE0-0BAA-4AD1-A1C3-A129D90A57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853561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22997" name="TextBox 6">
                <a:extLst>
                  <a:ext uri="{FF2B5EF4-FFF2-40B4-BE49-F238E27FC236}">
                    <a16:creationId xmlns:a16="http://schemas.microsoft.com/office/drawing/2014/main" id="{97D8D0C7-7787-4DF4-B25C-AC71CC92ED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234561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2998" name="Freeform 48">
                <a:extLst>
                  <a:ext uri="{FF2B5EF4-FFF2-40B4-BE49-F238E27FC236}">
                    <a16:creationId xmlns:a16="http://schemas.microsoft.com/office/drawing/2014/main" id="{A714C91D-8BC7-4061-B55F-DD71DB8CDBC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08850" y="4178383"/>
                <a:ext cx="77241" cy="73253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22976" name="Group 8">
              <a:extLst>
                <a:ext uri="{FF2B5EF4-FFF2-40B4-BE49-F238E27FC236}">
                  <a16:creationId xmlns:a16="http://schemas.microsoft.com/office/drawing/2014/main" id="{172F85D6-48DB-4ECE-81A0-2FE618EECC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8227" y="3282987"/>
              <a:ext cx="1863862" cy="914400"/>
              <a:chOff x="7168853" y="823310"/>
              <a:chExt cx="1863684" cy="915796"/>
            </a:xfrm>
          </p:grpSpPr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0DC5C061-11AF-4A41-A730-1B5790B27A15}"/>
                  </a:ext>
                </a:extLst>
              </p:cNvPr>
              <p:cNvCxnSpPr/>
              <p:nvPr/>
            </p:nvCxnSpPr>
            <p:spPr>
              <a:xfrm flipV="1">
                <a:off x="7169302" y="1288857"/>
                <a:ext cx="1122265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547784BA-A39F-2444-93FF-3614DF854C01}"/>
                  </a:ext>
                </a:extLst>
              </p:cNvPr>
              <p:cNvCxnSpPr/>
              <p:nvPr/>
            </p:nvCxnSpPr>
            <p:spPr>
              <a:xfrm>
                <a:off x="7750277" y="1024875"/>
                <a:ext cx="565101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2F282415-19B7-0148-95EE-AEA791DC39EF}"/>
                  </a:ext>
                </a:extLst>
              </p:cNvPr>
              <p:cNvCxnSpPr/>
              <p:nvPr/>
            </p:nvCxnSpPr>
            <p:spPr>
              <a:xfrm>
                <a:off x="7745514" y="1521034"/>
                <a:ext cx="565101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Straight Connector 108">
                <a:extLst>
                  <a:ext uri="{FF2B5EF4-FFF2-40B4-BE49-F238E27FC236}">
                    <a16:creationId xmlns:a16="http://schemas.microsoft.com/office/drawing/2014/main" id="{39779BC7-6AE9-A548-AB0D-18DF7DE5E8FE}"/>
                  </a:ext>
                </a:extLst>
              </p:cNvPr>
              <p:cNvCxnSpPr/>
              <p:nvPr/>
            </p:nvCxnSpPr>
            <p:spPr>
              <a:xfrm flipH="1" flipV="1">
                <a:off x="7745514" y="1018514"/>
                <a:ext cx="3175" cy="505701"/>
              </a:xfrm>
              <a:prstGeom prst="line">
                <a:avLst/>
              </a:prstGeom>
              <a:solidFill>
                <a:srgbClr val="00B050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2988" name="TextBox 101">
                <a:extLst>
                  <a:ext uri="{FF2B5EF4-FFF2-40B4-BE49-F238E27FC236}">
                    <a16:creationId xmlns:a16="http://schemas.microsoft.com/office/drawing/2014/main" id="{BBF71C66-493A-4E89-8E56-2958606FC4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0792" y="108674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22989" name="TextBox 6">
                <a:extLst>
                  <a:ext uri="{FF2B5EF4-FFF2-40B4-BE49-F238E27FC236}">
                    <a16:creationId xmlns:a16="http://schemas.microsoft.com/office/drawing/2014/main" id="{E6E2D163-25BE-4892-AEE2-73765087E3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16032" y="823310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2990" name="Freeform 48">
                <a:extLst>
                  <a:ext uri="{FF2B5EF4-FFF2-40B4-BE49-F238E27FC236}">
                    <a16:creationId xmlns:a16="http://schemas.microsoft.com/office/drawing/2014/main" id="{A7ABBE07-A1AF-4B86-A3BD-BFBC5A7F8F7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10106" y="1261218"/>
                <a:ext cx="73145" cy="73264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2991" name="TextBox 107">
                <a:extLst>
                  <a:ext uri="{FF2B5EF4-FFF2-40B4-BE49-F238E27FC236}">
                    <a16:creationId xmlns:a16="http://schemas.microsoft.com/office/drawing/2014/main" id="{1C37924A-4B72-4948-801F-8DF4FBC9693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96438" y="1369774"/>
                <a:ext cx="736099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Done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sp>
          <p:nvSpPr>
            <p:cNvPr id="422977" name="Freeform 48">
              <a:extLst>
                <a:ext uri="{FF2B5EF4-FFF2-40B4-BE49-F238E27FC236}">
                  <a16:creationId xmlns:a16="http://schemas.microsoft.com/office/drawing/2014/main" id="{381B8232-8EA3-4933-A20B-39A89AFC47D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232937" y="2733668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2978" name="Freeform 48">
              <a:extLst>
                <a:ext uri="{FF2B5EF4-FFF2-40B4-BE49-F238E27FC236}">
                  <a16:creationId xmlns:a16="http://schemas.microsoft.com/office/drawing/2014/main" id="{26558DC7-0C7B-4FD5-A1C7-C6A7DFBF0B6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823362" y="2047868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2979" name="TextBox 51">
              <a:extLst>
                <a:ext uri="{FF2B5EF4-FFF2-40B4-BE49-F238E27FC236}">
                  <a16:creationId xmlns:a16="http://schemas.microsoft.com/office/drawing/2014/main" id="{86DAF9A6-900F-4210-A4B0-E87FDD9BD9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4300" y="162108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2980" name="TextBox 51">
              <a:extLst>
                <a:ext uri="{FF2B5EF4-FFF2-40B4-BE49-F238E27FC236}">
                  <a16:creationId xmlns:a16="http://schemas.microsoft.com/office/drawing/2014/main" id="{4EAC1BEC-3A5C-411A-A6FD-EF4DD760D2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2587" y="238993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22981" name="TextBox 51">
              <a:extLst>
                <a:ext uri="{FF2B5EF4-FFF2-40B4-BE49-F238E27FC236}">
                  <a16:creationId xmlns:a16="http://schemas.microsoft.com/office/drawing/2014/main" id="{45E828D6-0A38-4270-A15B-6983FD2138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0875" y="333344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2982" name="Freeform 45">
              <a:extLst>
                <a:ext uri="{FF2B5EF4-FFF2-40B4-BE49-F238E27FC236}">
                  <a16:creationId xmlns:a16="http://schemas.microsoft.com/office/drawing/2014/main" id="{01A85C5A-4A92-48D0-871C-A85DD3488A6B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852089" y="2959411"/>
              <a:ext cx="4372447" cy="3609986"/>
            </a:xfrm>
            <a:custGeom>
              <a:avLst/>
              <a:gdLst>
                <a:gd name="T0" fmla="*/ 1541469344 w 10704"/>
                <a:gd name="T1" fmla="*/ 86678321 h 150349"/>
                <a:gd name="T2" fmla="*/ 1782751296 w 10704"/>
                <a:gd name="T3" fmla="*/ 86601655 h 150349"/>
                <a:gd name="T4" fmla="*/ 1786088637 w 10704"/>
                <a:gd name="T5" fmla="*/ 0 h 150349"/>
                <a:gd name="T6" fmla="*/ 3337340 w 10704"/>
                <a:gd name="T7" fmla="*/ 37481 h 150349"/>
                <a:gd name="T8" fmla="*/ 0 w 10704"/>
                <a:gd name="T9" fmla="*/ 12108528 h 150349"/>
                <a:gd name="T10" fmla="*/ 164025176 w 10704"/>
                <a:gd name="T11" fmla="*/ 12104494 h 1503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04" h="150349">
                  <a:moveTo>
                    <a:pt x="9238" y="150349"/>
                  </a:moveTo>
                  <a:lnTo>
                    <a:pt x="10684" y="150216"/>
                  </a:lnTo>
                  <a:cubicBezTo>
                    <a:pt x="10716" y="100026"/>
                    <a:pt x="10672" y="50190"/>
                    <a:pt x="10704" y="0"/>
                  </a:cubicBez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983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2983" name="Freeform 48">
              <a:extLst>
                <a:ext uri="{FF2B5EF4-FFF2-40B4-BE49-F238E27FC236}">
                  <a16:creationId xmlns:a16="http://schemas.microsoft.com/office/drawing/2014/main" id="{CE5C305C-54D1-4786-880E-E78290D3882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186470" y="3716834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422915" name="Group 115">
            <a:extLst>
              <a:ext uri="{FF2B5EF4-FFF2-40B4-BE49-F238E27FC236}">
                <a16:creationId xmlns:a16="http://schemas.microsoft.com/office/drawing/2014/main" id="{18485590-2DB4-44E9-A2FB-977E89900F43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58763" y="1071563"/>
            <a:ext cx="3546475" cy="1455737"/>
            <a:chOff x="27330" y="2051709"/>
            <a:chExt cx="2697218" cy="1108075"/>
          </a:xfrm>
        </p:grpSpPr>
        <p:pic>
          <p:nvPicPr>
            <p:cNvPr id="422916" name="Picture 119">
              <a:extLst>
                <a:ext uri="{FF2B5EF4-FFF2-40B4-BE49-F238E27FC236}">
                  <a16:creationId xmlns:a16="http://schemas.microsoft.com/office/drawing/2014/main" id="{66546F52-E21E-4F11-8ACF-7C2134445E3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330" y="2145256"/>
              <a:ext cx="2697218" cy="92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422917" name="Straight Connector 120">
              <a:extLst>
                <a:ext uri="{FF2B5EF4-FFF2-40B4-BE49-F238E27FC236}">
                  <a16:creationId xmlns:a16="http://schemas.microsoft.com/office/drawing/2014/main" id="{5F0DF78C-0284-4854-9002-D6D36503BE6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763610" y="2051709"/>
              <a:ext cx="7937" cy="1108075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937" name="Title 1">
            <a:extLst>
              <a:ext uri="{FF2B5EF4-FFF2-40B4-BE49-F238E27FC236}">
                <a16:creationId xmlns:a16="http://schemas.microsoft.com/office/drawing/2014/main" id="{68D638F9-C9FE-4F04-ACE1-3B55EE747982}"/>
              </a:ext>
            </a:extLst>
          </p:cNvPr>
          <p:cNvSpPr txBox="1">
            <a:spLocks/>
          </p:cNvSpPr>
          <p:nvPr/>
        </p:nvSpPr>
        <p:spPr bwMode="auto">
          <a:xfrm>
            <a:off x="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How Does It Work?</a:t>
            </a:r>
          </a:p>
        </p:txBody>
      </p:sp>
      <p:grpSp>
        <p:nvGrpSpPr>
          <p:cNvPr id="423938" name="Group 3">
            <a:extLst>
              <a:ext uri="{FF2B5EF4-FFF2-40B4-BE49-F238E27FC236}">
                <a16:creationId xmlns:a16="http://schemas.microsoft.com/office/drawing/2014/main" id="{C9FE4FDC-D5A6-456F-BE3E-D963C477596E}"/>
              </a:ext>
            </a:extLst>
          </p:cNvPr>
          <p:cNvGrpSpPr>
            <a:grpSpLocks/>
          </p:cNvGrpSpPr>
          <p:nvPr/>
        </p:nvGrpSpPr>
        <p:grpSpPr bwMode="auto">
          <a:xfrm>
            <a:off x="93663" y="1319213"/>
            <a:ext cx="8997950" cy="5249862"/>
            <a:chOff x="92960" y="1318445"/>
            <a:chExt cx="8998034" cy="5250952"/>
          </a:xfrm>
        </p:grpSpPr>
        <p:sp>
          <p:nvSpPr>
            <p:cNvPr id="423942" name="TextBox 51">
              <a:extLst>
                <a:ext uri="{FF2B5EF4-FFF2-40B4-BE49-F238E27FC236}">
                  <a16:creationId xmlns:a16="http://schemas.microsoft.com/office/drawing/2014/main" id="{71C4BE06-337B-4C8D-82A4-BCD48E112E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3160" y="5486655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3943" name="Line 14">
              <a:extLst>
                <a:ext uri="{FF2B5EF4-FFF2-40B4-BE49-F238E27FC236}">
                  <a16:creationId xmlns:a16="http://schemas.microsoft.com/office/drawing/2014/main" id="{02456836-B053-47EE-AAE8-EF07F92AE4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9416" y="5920630"/>
              <a:ext cx="10703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3944" name="Line 14">
              <a:extLst>
                <a:ext uri="{FF2B5EF4-FFF2-40B4-BE49-F238E27FC236}">
                  <a16:creationId xmlns:a16="http://schemas.microsoft.com/office/drawing/2014/main" id="{E651A1CE-866E-4AAA-BE39-ED9BA602B1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50" y="5937564"/>
              <a:ext cx="14246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3945" name="Rectangle 7">
              <a:extLst>
                <a:ext uri="{FF2B5EF4-FFF2-40B4-BE49-F238E27FC236}">
                  <a16:creationId xmlns:a16="http://schemas.microsoft.com/office/drawing/2014/main" id="{0EDD66C6-F6FB-44B9-A5E9-FB670FF960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7960" y="5073446"/>
              <a:ext cx="1806575" cy="10302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946" name="Freeform 8">
              <a:extLst>
                <a:ext uri="{FF2B5EF4-FFF2-40B4-BE49-F238E27FC236}">
                  <a16:creationId xmlns:a16="http://schemas.microsoft.com/office/drawing/2014/main" id="{E62E07D7-6E21-401E-A682-1156EC4A9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960" y="5302046"/>
              <a:ext cx="158750" cy="160338"/>
            </a:xfrm>
            <a:custGeom>
              <a:avLst/>
              <a:gdLst>
                <a:gd name="T0" fmla="*/ 0 w 202"/>
                <a:gd name="T1" fmla="*/ 630239 h 202"/>
                <a:gd name="T2" fmla="*/ 0 w 202"/>
                <a:gd name="T3" fmla="*/ 630239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3947" name="Rectangle 10">
              <a:extLst>
                <a:ext uri="{FF2B5EF4-FFF2-40B4-BE49-F238E27FC236}">
                  <a16:creationId xmlns:a16="http://schemas.microsoft.com/office/drawing/2014/main" id="{4571B85D-EB87-426F-B92B-7DF6FED8EF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4323" y="5765596"/>
              <a:ext cx="65723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clear_n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948" name="Rectangle 11">
              <a:extLst>
                <a:ext uri="{FF2B5EF4-FFF2-40B4-BE49-F238E27FC236}">
                  <a16:creationId xmlns:a16="http://schemas.microsoft.com/office/drawing/2014/main" id="{4EA9557A-7F0A-45DE-9AB8-5D98ED2FE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1010" y="5465559"/>
              <a:ext cx="1331912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2-bit up-counter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949" name="Line 14">
              <a:extLst>
                <a:ext uri="{FF2B5EF4-FFF2-40B4-BE49-F238E27FC236}">
                  <a16:creationId xmlns:a16="http://schemas.microsoft.com/office/drawing/2014/main" id="{D13DCED5-4CBA-4DC3-8197-56F9788F34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48" y="5396934"/>
              <a:ext cx="4202381" cy="39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3950" name="Rectangle 17">
              <a:extLst>
                <a:ext uri="{FF2B5EF4-FFF2-40B4-BE49-F238E27FC236}">
                  <a16:creationId xmlns:a16="http://schemas.microsoft.com/office/drawing/2014/main" id="{E0B46A7B-AF48-483C-A658-C8908EBA7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895" y="5791514"/>
              <a:ext cx="166712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951" name="Rectangle 18">
              <a:extLst>
                <a:ext uri="{FF2B5EF4-FFF2-40B4-BE49-F238E27FC236}">
                  <a16:creationId xmlns:a16="http://schemas.microsoft.com/office/drawing/2014/main" id="{E309C2D4-561F-4DC1-A94C-E43D13D01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7935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952" name="Rectangle 19">
              <a:extLst>
                <a:ext uri="{FF2B5EF4-FFF2-40B4-BE49-F238E27FC236}">
                  <a16:creationId xmlns:a16="http://schemas.microsoft.com/office/drawing/2014/main" id="{F20ACD36-F7B1-418A-B376-C05603149B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6560" y="3084309"/>
              <a:ext cx="1806575" cy="107473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953" name="Rectangle 20">
              <a:extLst>
                <a:ext uri="{FF2B5EF4-FFF2-40B4-BE49-F238E27FC236}">
                  <a16:creationId xmlns:a16="http://schemas.microsoft.com/office/drawing/2014/main" id="{05CB4F5F-4886-4E0B-85AE-B9F60E5E2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2398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954" name="Line 21">
              <a:extLst>
                <a:ext uri="{FF2B5EF4-FFF2-40B4-BE49-F238E27FC236}">
                  <a16:creationId xmlns:a16="http://schemas.microsoft.com/office/drawing/2014/main" id="{26783044-CC55-4C40-858E-06B77A2CC2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473545" y="1898087"/>
              <a:ext cx="2103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3955" name="Line 22">
              <a:extLst>
                <a:ext uri="{FF2B5EF4-FFF2-40B4-BE49-F238E27FC236}">
                  <a16:creationId xmlns:a16="http://schemas.microsoft.com/office/drawing/2014/main" id="{F617DD8E-796E-4002-A9A3-8E4CE6C564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20235" y="1895799"/>
              <a:ext cx="3168" cy="11885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3956" name="Rectangle 23">
              <a:extLst>
                <a:ext uri="{FF2B5EF4-FFF2-40B4-BE49-F238E27FC236}">
                  <a16:creationId xmlns:a16="http://schemas.microsoft.com/office/drawing/2014/main" id="{7D6E0246-A52D-4AFD-A1A0-8D21A4D9F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9598" y="3843134"/>
              <a:ext cx="2276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En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957" name="Rectangle 24">
              <a:extLst>
                <a:ext uri="{FF2B5EF4-FFF2-40B4-BE49-F238E27FC236}">
                  <a16:creationId xmlns:a16="http://schemas.microsoft.com/office/drawing/2014/main" id="{6AE7F6EB-5123-47BC-9B86-1D789A3AA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7860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958" name="Rectangle 25">
              <a:extLst>
                <a:ext uri="{FF2B5EF4-FFF2-40B4-BE49-F238E27FC236}">
                  <a16:creationId xmlns:a16="http://schemas.microsoft.com/office/drawing/2014/main" id="{F9DAE618-FEC9-4FA1-B131-4C8D5AFD3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6285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959" name="Rectangle 26">
              <a:extLst>
                <a:ext uri="{FF2B5EF4-FFF2-40B4-BE49-F238E27FC236}">
                  <a16:creationId xmlns:a16="http://schemas.microsoft.com/office/drawing/2014/main" id="{1F2FF4AC-04CF-4FD8-86ED-0F93DE92C0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2148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960" name="Rectangle 27">
              <a:extLst>
                <a:ext uri="{FF2B5EF4-FFF2-40B4-BE49-F238E27FC236}">
                  <a16:creationId xmlns:a16="http://schemas.microsoft.com/office/drawing/2014/main" id="{2AE3D8C7-6718-42D1-9263-467CABE5F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6610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961" name="Rectangle 28">
              <a:extLst>
                <a:ext uri="{FF2B5EF4-FFF2-40B4-BE49-F238E27FC236}">
                  <a16:creationId xmlns:a16="http://schemas.microsoft.com/office/drawing/2014/main" id="{309645FD-6403-4EDA-B729-663A60713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79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962" name="Rectangle 29">
              <a:extLst>
                <a:ext uri="{FF2B5EF4-FFF2-40B4-BE49-F238E27FC236}">
                  <a16:creationId xmlns:a16="http://schemas.microsoft.com/office/drawing/2014/main" id="{436CAD28-8B1D-4E78-B922-450D10EED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522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963" name="Rectangle 30">
              <a:extLst>
                <a:ext uri="{FF2B5EF4-FFF2-40B4-BE49-F238E27FC236}">
                  <a16:creationId xmlns:a16="http://schemas.microsoft.com/office/drawing/2014/main" id="{2DCF11F3-1B39-48FF-B6D2-EFCA592EB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3035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964" name="Rectangle 31">
              <a:extLst>
                <a:ext uri="{FF2B5EF4-FFF2-40B4-BE49-F238E27FC236}">
                  <a16:creationId xmlns:a16="http://schemas.microsoft.com/office/drawing/2014/main" id="{AA19B86C-CA13-464F-B66B-3E4499D2B9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3048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965" name="Rectangle 32">
              <a:extLst>
                <a:ext uri="{FF2B5EF4-FFF2-40B4-BE49-F238E27FC236}">
                  <a16:creationId xmlns:a16="http://schemas.microsoft.com/office/drawing/2014/main" id="{A70A43D8-F46B-41FA-B9D4-C3DB9E18AB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974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966" name="Line 33">
              <a:extLst>
                <a:ext uri="{FF2B5EF4-FFF2-40B4-BE49-F238E27FC236}">
                  <a16:creationId xmlns:a16="http://schemas.microsoft.com/office/drawing/2014/main" id="{98030AB0-0FA1-4675-8CF8-699D5F19EC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66219" y="1895799"/>
              <a:ext cx="1583" cy="11885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3967" name="Line 34">
              <a:extLst>
                <a:ext uri="{FF2B5EF4-FFF2-40B4-BE49-F238E27FC236}">
                  <a16:creationId xmlns:a16="http://schemas.microsoft.com/office/drawing/2014/main" id="{87DDD4C0-9B45-47A0-B701-FD3E87EFA0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862119" y="1898087"/>
              <a:ext cx="2465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3968" name="Rectangle 37">
              <a:extLst>
                <a:ext uri="{FF2B5EF4-FFF2-40B4-BE49-F238E27FC236}">
                  <a16:creationId xmlns:a16="http://schemas.microsoft.com/office/drawing/2014/main" id="{B84D6E54-2F43-4519-B199-78945A1A47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817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969" name="Rectangle 38">
              <a:extLst>
                <a:ext uri="{FF2B5EF4-FFF2-40B4-BE49-F238E27FC236}">
                  <a16:creationId xmlns:a16="http://schemas.microsoft.com/office/drawing/2014/main" id="{5E7C7212-7CEC-4F78-B73C-4D6AD7F78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1510" y="4657521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970" name="Rectangle 45">
              <a:extLst>
                <a:ext uri="{FF2B5EF4-FFF2-40B4-BE49-F238E27FC236}">
                  <a16:creationId xmlns:a16="http://schemas.microsoft.com/office/drawing/2014/main" id="{FE5AD71B-2864-489C-AE8A-822883E791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6123" y="3519284"/>
              <a:ext cx="11938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2-to-4 decoder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971" name="Rectangle 46">
              <a:extLst>
                <a:ext uri="{FF2B5EF4-FFF2-40B4-BE49-F238E27FC236}">
                  <a16:creationId xmlns:a16="http://schemas.microsoft.com/office/drawing/2014/main" id="{DDAE774E-0571-4E3C-BE6A-82DE301AC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3735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972" name="Rectangle 47">
              <a:extLst>
                <a:ext uri="{FF2B5EF4-FFF2-40B4-BE49-F238E27FC236}">
                  <a16:creationId xmlns:a16="http://schemas.microsoft.com/office/drawing/2014/main" id="{B45FAE46-BB8E-4A51-B022-C5929722A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0898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973" name="Rectangle 48">
              <a:extLst>
                <a:ext uri="{FF2B5EF4-FFF2-40B4-BE49-F238E27FC236}">
                  <a16:creationId xmlns:a16="http://schemas.microsoft.com/office/drawing/2014/main" id="{124BF652-D14B-4132-BEE3-1915586FA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8410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974" name="Rectangle 49">
              <a:extLst>
                <a:ext uri="{FF2B5EF4-FFF2-40B4-BE49-F238E27FC236}">
                  <a16:creationId xmlns:a16="http://schemas.microsoft.com/office/drawing/2014/main" id="{440B5158-E4C6-413A-AFA0-65C6CA889A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5573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975" name="Rectangle 50">
              <a:extLst>
                <a:ext uri="{FF2B5EF4-FFF2-40B4-BE49-F238E27FC236}">
                  <a16:creationId xmlns:a16="http://schemas.microsoft.com/office/drawing/2014/main" id="{9753C651-6B82-4921-B6FB-2F8B466B26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60" y="5214195"/>
              <a:ext cx="55143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Clock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cxnSp>
          <p:nvCxnSpPr>
            <p:cNvPr id="423976" name="Straight Arrow Connector 2">
              <a:extLst>
                <a:ext uri="{FF2B5EF4-FFF2-40B4-BE49-F238E27FC236}">
                  <a16:creationId xmlns:a16="http://schemas.microsoft.com/office/drawing/2014/main" id="{409BA129-237C-4E13-A84B-4107D82DEBE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109145" y="4165226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3977" name="Straight Arrow Connector 52">
              <a:extLst>
                <a:ext uri="{FF2B5EF4-FFF2-40B4-BE49-F238E27FC236}">
                  <a16:creationId xmlns:a16="http://schemas.microsoft.com/office/drawing/2014/main" id="{DDCF7E85-BFDD-417A-979F-5DD47DBA6F2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38675" y="4169345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3978" name="Straight Arrow Connector 53">
              <a:extLst>
                <a:ext uri="{FF2B5EF4-FFF2-40B4-BE49-F238E27FC236}">
                  <a16:creationId xmlns:a16="http://schemas.microsoft.com/office/drawing/2014/main" id="{68C852DD-44F5-4508-B59A-4DF5208371E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706475" y="4171404"/>
              <a:ext cx="0" cy="423475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23979" name="Freeform 5">
              <a:extLst>
                <a:ext uri="{FF2B5EF4-FFF2-40B4-BE49-F238E27FC236}">
                  <a16:creationId xmlns:a16="http://schemas.microsoft.com/office/drawing/2014/main" id="{19EF3986-5ABB-4CE1-B1DC-46E5A6DDD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005" y="5772396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3980" name="Freeform 7">
              <a:extLst>
                <a:ext uri="{FF2B5EF4-FFF2-40B4-BE49-F238E27FC236}">
                  <a16:creationId xmlns:a16="http://schemas.microsoft.com/office/drawing/2014/main" id="{48BDA827-601A-42A4-9915-F292A0CFC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900" y="5884665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3981" name="TextBox 7">
              <a:extLst>
                <a:ext uri="{FF2B5EF4-FFF2-40B4-BE49-F238E27FC236}">
                  <a16:creationId xmlns:a16="http://schemas.microsoft.com/office/drawing/2014/main" id="{2E59557D-66DD-4563-9EB6-E1794C2414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8312" y="4594022"/>
              <a:ext cx="874713" cy="461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3982" name="TextBox 7">
              <a:extLst>
                <a:ext uri="{FF2B5EF4-FFF2-40B4-BE49-F238E27FC236}">
                  <a16:creationId xmlns:a16="http://schemas.microsoft.com/office/drawing/2014/main" id="{0A4AB93F-B718-47DF-93DD-2824207DC1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8566" y="1318445"/>
              <a:ext cx="199797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3983" name="TextBox 51">
              <a:extLst>
                <a:ext uri="{FF2B5EF4-FFF2-40B4-BE49-F238E27FC236}">
                  <a16:creationId xmlns:a16="http://schemas.microsoft.com/office/drawing/2014/main" id="{9D6FF644-3907-4E73-93A0-13793BB746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4287" y="541396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3984" name="AutoShape 57">
              <a:extLst>
                <a:ext uri="{FF2B5EF4-FFF2-40B4-BE49-F238E27FC236}">
                  <a16:creationId xmlns:a16="http://schemas.microsoft.com/office/drawing/2014/main" id="{0BDD38C0-88BB-4E94-ACBF-870C7E7A1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501" y="5556352"/>
              <a:ext cx="554038" cy="47148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grpSp>
          <p:nvGrpSpPr>
            <p:cNvPr id="423985" name="Group 66">
              <a:extLst>
                <a:ext uri="{FF2B5EF4-FFF2-40B4-BE49-F238E27FC236}">
                  <a16:creationId xmlns:a16="http://schemas.microsoft.com/office/drawing/2014/main" id="{CD887F10-B677-4D10-80AE-1C8E33C978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24676" y="5661598"/>
              <a:ext cx="636587" cy="501650"/>
              <a:chOff x="4164013" y="5505902"/>
              <a:chExt cx="636587" cy="501650"/>
            </a:xfrm>
          </p:grpSpPr>
          <p:sp>
            <p:nvSpPr>
              <p:cNvPr id="424030" name="Freeform 86">
                <a:extLst>
                  <a:ext uri="{FF2B5EF4-FFF2-40B4-BE49-F238E27FC236}">
                    <a16:creationId xmlns:a16="http://schemas.microsoft.com/office/drawing/2014/main" id="{7F93343B-640E-4EDB-BFFB-FCF799451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505902"/>
                <a:ext cx="630237" cy="249237"/>
              </a:xfrm>
              <a:custGeom>
                <a:avLst/>
                <a:gdLst>
                  <a:gd name="T0" fmla="*/ 2147483646 w 794"/>
                  <a:gd name="T1" fmla="*/ 0 h 315"/>
                  <a:gd name="T2" fmla="*/ 2147483646 w 794"/>
                  <a:gd name="T3" fmla="*/ 0 h 315"/>
                  <a:gd name="T4" fmla="*/ 2147483646 w 794"/>
                  <a:gd name="T5" fmla="*/ 0 h 315"/>
                  <a:gd name="T6" fmla="*/ 2147483646 w 794"/>
                  <a:gd name="T7" fmla="*/ 0 h 315"/>
                  <a:gd name="T8" fmla="*/ 2147483646 w 794"/>
                  <a:gd name="T9" fmla="*/ 0 h 315"/>
                  <a:gd name="T10" fmla="*/ 2147483646 w 794"/>
                  <a:gd name="T11" fmla="*/ 0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0"/>
                    </a:moveTo>
                    <a:lnTo>
                      <a:pt x="31" y="0"/>
                    </a:lnTo>
                    <a:lnTo>
                      <a:pt x="60" y="0"/>
                    </a:lnTo>
                    <a:lnTo>
                      <a:pt x="86" y="0"/>
                    </a:lnTo>
                    <a:lnTo>
                      <a:pt x="110" y="0"/>
                    </a:lnTo>
                    <a:lnTo>
                      <a:pt x="134" y="0"/>
                    </a:lnTo>
                    <a:lnTo>
                      <a:pt x="155" y="0"/>
                    </a:lnTo>
                    <a:lnTo>
                      <a:pt x="175" y="0"/>
                    </a:lnTo>
                    <a:lnTo>
                      <a:pt x="194" y="0"/>
                    </a:lnTo>
                    <a:lnTo>
                      <a:pt x="211" y="0"/>
                    </a:lnTo>
                    <a:lnTo>
                      <a:pt x="227" y="0"/>
                    </a:lnTo>
                    <a:lnTo>
                      <a:pt x="240" y="0"/>
                    </a:lnTo>
                    <a:lnTo>
                      <a:pt x="254" y="0"/>
                    </a:lnTo>
                    <a:lnTo>
                      <a:pt x="265" y="0"/>
                    </a:lnTo>
                    <a:lnTo>
                      <a:pt x="276" y="0"/>
                    </a:lnTo>
                    <a:lnTo>
                      <a:pt x="287" y="0"/>
                    </a:lnTo>
                    <a:lnTo>
                      <a:pt x="296" y="0"/>
                    </a:lnTo>
                    <a:lnTo>
                      <a:pt x="303" y="0"/>
                    </a:lnTo>
                    <a:lnTo>
                      <a:pt x="311" y="0"/>
                    </a:lnTo>
                    <a:lnTo>
                      <a:pt x="317" y="0"/>
                    </a:lnTo>
                    <a:lnTo>
                      <a:pt x="323" y="0"/>
                    </a:lnTo>
                    <a:lnTo>
                      <a:pt x="328" y="0"/>
                    </a:lnTo>
                    <a:lnTo>
                      <a:pt x="332" y="0"/>
                    </a:lnTo>
                    <a:lnTo>
                      <a:pt x="336" y="1"/>
                    </a:lnTo>
                    <a:lnTo>
                      <a:pt x="338" y="1"/>
                    </a:lnTo>
                    <a:lnTo>
                      <a:pt x="342" y="1"/>
                    </a:lnTo>
                    <a:lnTo>
                      <a:pt x="345" y="1"/>
                    </a:lnTo>
                    <a:lnTo>
                      <a:pt x="348" y="1"/>
                    </a:lnTo>
                    <a:lnTo>
                      <a:pt x="349" y="1"/>
                    </a:lnTo>
                    <a:lnTo>
                      <a:pt x="352" y="1"/>
                    </a:lnTo>
                    <a:lnTo>
                      <a:pt x="353" y="1"/>
                    </a:lnTo>
                    <a:lnTo>
                      <a:pt x="356" y="1"/>
                    </a:lnTo>
                    <a:lnTo>
                      <a:pt x="358" y="1"/>
                    </a:lnTo>
                    <a:lnTo>
                      <a:pt x="360" y="1"/>
                    </a:lnTo>
                    <a:lnTo>
                      <a:pt x="362" y="3"/>
                    </a:lnTo>
                    <a:lnTo>
                      <a:pt x="364" y="3"/>
                    </a:lnTo>
                    <a:lnTo>
                      <a:pt x="366" y="3"/>
                    </a:lnTo>
                    <a:lnTo>
                      <a:pt x="368" y="3"/>
                    </a:lnTo>
                    <a:lnTo>
                      <a:pt x="369" y="3"/>
                    </a:lnTo>
                    <a:lnTo>
                      <a:pt x="370" y="3"/>
                    </a:lnTo>
                    <a:lnTo>
                      <a:pt x="372" y="3"/>
                    </a:lnTo>
                    <a:lnTo>
                      <a:pt x="374" y="3"/>
                    </a:lnTo>
                    <a:lnTo>
                      <a:pt x="376" y="3"/>
                    </a:lnTo>
                    <a:lnTo>
                      <a:pt x="377" y="3"/>
                    </a:lnTo>
                    <a:lnTo>
                      <a:pt x="378" y="3"/>
                    </a:lnTo>
                    <a:lnTo>
                      <a:pt x="380" y="4"/>
                    </a:lnTo>
                    <a:lnTo>
                      <a:pt x="381" y="4"/>
                    </a:lnTo>
                    <a:lnTo>
                      <a:pt x="382" y="4"/>
                    </a:lnTo>
                    <a:lnTo>
                      <a:pt x="384" y="4"/>
                    </a:lnTo>
                    <a:lnTo>
                      <a:pt x="385" y="4"/>
                    </a:lnTo>
                    <a:lnTo>
                      <a:pt x="386" y="4"/>
                    </a:lnTo>
                    <a:lnTo>
                      <a:pt x="388" y="4"/>
                    </a:lnTo>
                    <a:lnTo>
                      <a:pt x="389" y="4"/>
                    </a:lnTo>
                    <a:lnTo>
                      <a:pt x="390" y="4"/>
                    </a:lnTo>
                    <a:lnTo>
                      <a:pt x="392" y="5"/>
                    </a:lnTo>
                    <a:lnTo>
                      <a:pt x="393" y="5"/>
                    </a:lnTo>
                    <a:lnTo>
                      <a:pt x="394" y="5"/>
                    </a:lnTo>
                    <a:lnTo>
                      <a:pt x="396" y="5"/>
                    </a:lnTo>
                    <a:lnTo>
                      <a:pt x="398" y="5"/>
                    </a:lnTo>
                    <a:lnTo>
                      <a:pt x="400" y="5"/>
                    </a:lnTo>
                    <a:lnTo>
                      <a:pt x="401" y="7"/>
                    </a:lnTo>
                    <a:lnTo>
                      <a:pt x="403" y="7"/>
                    </a:lnTo>
                    <a:lnTo>
                      <a:pt x="405" y="7"/>
                    </a:lnTo>
                    <a:lnTo>
                      <a:pt x="407" y="7"/>
                    </a:lnTo>
                    <a:lnTo>
                      <a:pt x="409" y="8"/>
                    </a:lnTo>
                    <a:lnTo>
                      <a:pt x="411" y="8"/>
                    </a:lnTo>
                    <a:lnTo>
                      <a:pt x="413" y="8"/>
                    </a:lnTo>
                    <a:lnTo>
                      <a:pt x="414" y="8"/>
                    </a:lnTo>
                    <a:lnTo>
                      <a:pt x="417" y="8"/>
                    </a:lnTo>
                    <a:lnTo>
                      <a:pt x="418" y="8"/>
                    </a:lnTo>
                    <a:lnTo>
                      <a:pt x="419" y="9"/>
                    </a:lnTo>
                    <a:lnTo>
                      <a:pt x="421" y="9"/>
                    </a:lnTo>
                    <a:lnTo>
                      <a:pt x="422" y="9"/>
                    </a:lnTo>
                    <a:lnTo>
                      <a:pt x="423" y="9"/>
                    </a:lnTo>
                    <a:lnTo>
                      <a:pt x="425" y="9"/>
                    </a:lnTo>
                    <a:lnTo>
                      <a:pt x="426" y="9"/>
                    </a:lnTo>
                    <a:lnTo>
                      <a:pt x="426" y="11"/>
                    </a:lnTo>
                    <a:lnTo>
                      <a:pt x="427" y="11"/>
                    </a:lnTo>
                    <a:lnTo>
                      <a:pt x="429" y="11"/>
                    </a:lnTo>
                    <a:lnTo>
                      <a:pt x="430" y="11"/>
                    </a:lnTo>
                    <a:lnTo>
                      <a:pt x="431" y="11"/>
                    </a:lnTo>
                    <a:lnTo>
                      <a:pt x="433" y="12"/>
                    </a:lnTo>
                    <a:lnTo>
                      <a:pt x="434" y="12"/>
                    </a:lnTo>
                    <a:lnTo>
                      <a:pt x="435" y="12"/>
                    </a:lnTo>
                    <a:lnTo>
                      <a:pt x="437" y="13"/>
                    </a:lnTo>
                    <a:lnTo>
                      <a:pt x="438" y="13"/>
                    </a:lnTo>
                    <a:lnTo>
                      <a:pt x="439" y="13"/>
                    </a:lnTo>
                    <a:lnTo>
                      <a:pt x="441" y="15"/>
                    </a:lnTo>
                    <a:lnTo>
                      <a:pt x="443" y="15"/>
                    </a:lnTo>
                    <a:lnTo>
                      <a:pt x="445" y="15"/>
                    </a:lnTo>
                    <a:lnTo>
                      <a:pt x="446" y="16"/>
                    </a:lnTo>
                    <a:lnTo>
                      <a:pt x="449" y="16"/>
                    </a:lnTo>
                    <a:lnTo>
                      <a:pt x="450" y="17"/>
                    </a:lnTo>
                    <a:lnTo>
                      <a:pt x="453" y="17"/>
                    </a:lnTo>
                    <a:lnTo>
                      <a:pt x="455" y="19"/>
                    </a:lnTo>
                    <a:lnTo>
                      <a:pt x="458" y="19"/>
                    </a:lnTo>
                    <a:lnTo>
                      <a:pt x="459" y="20"/>
                    </a:lnTo>
                    <a:lnTo>
                      <a:pt x="462" y="20"/>
                    </a:lnTo>
                    <a:lnTo>
                      <a:pt x="465" y="21"/>
                    </a:lnTo>
                    <a:lnTo>
                      <a:pt x="466" y="21"/>
                    </a:lnTo>
                    <a:lnTo>
                      <a:pt x="467" y="23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4"/>
                    </a:lnTo>
                    <a:lnTo>
                      <a:pt x="474" y="24"/>
                    </a:lnTo>
                    <a:lnTo>
                      <a:pt x="475" y="25"/>
                    </a:lnTo>
                    <a:lnTo>
                      <a:pt x="476" y="25"/>
                    </a:lnTo>
                    <a:lnTo>
                      <a:pt x="478" y="25"/>
                    </a:lnTo>
                    <a:lnTo>
                      <a:pt x="479" y="27"/>
                    </a:lnTo>
                    <a:lnTo>
                      <a:pt x="480" y="27"/>
                    </a:lnTo>
                    <a:lnTo>
                      <a:pt x="482" y="27"/>
                    </a:lnTo>
                    <a:lnTo>
                      <a:pt x="482" y="28"/>
                    </a:lnTo>
                    <a:lnTo>
                      <a:pt x="483" y="28"/>
                    </a:lnTo>
                    <a:lnTo>
                      <a:pt x="484" y="29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31"/>
                    </a:lnTo>
                    <a:lnTo>
                      <a:pt x="490" y="31"/>
                    </a:lnTo>
                    <a:lnTo>
                      <a:pt x="491" y="32"/>
                    </a:lnTo>
                    <a:lnTo>
                      <a:pt x="492" y="32"/>
                    </a:lnTo>
                    <a:lnTo>
                      <a:pt x="494" y="33"/>
                    </a:lnTo>
                    <a:lnTo>
                      <a:pt x="495" y="33"/>
                    </a:lnTo>
                    <a:lnTo>
                      <a:pt x="498" y="35"/>
                    </a:lnTo>
                    <a:lnTo>
                      <a:pt x="499" y="36"/>
                    </a:lnTo>
                    <a:lnTo>
                      <a:pt x="500" y="36"/>
                    </a:lnTo>
                    <a:lnTo>
                      <a:pt x="503" y="37"/>
                    </a:lnTo>
                    <a:lnTo>
                      <a:pt x="504" y="39"/>
                    </a:lnTo>
                    <a:lnTo>
                      <a:pt x="507" y="40"/>
                    </a:lnTo>
                    <a:lnTo>
                      <a:pt x="508" y="40"/>
                    </a:lnTo>
                    <a:lnTo>
                      <a:pt x="511" y="41"/>
                    </a:lnTo>
                    <a:lnTo>
                      <a:pt x="512" y="43"/>
                    </a:lnTo>
                    <a:lnTo>
                      <a:pt x="514" y="43"/>
                    </a:lnTo>
                    <a:lnTo>
                      <a:pt x="516" y="44"/>
                    </a:lnTo>
                    <a:lnTo>
                      <a:pt x="518" y="44"/>
                    </a:lnTo>
                    <a:lnTo>
                      <a:pt x="519" y="45"/>
                    </a:lnTo>
                    <a:lnTo>
                      <a:pt x="520" y="45"/>
                    </a:lnTo>
                    <a:lnTo>
                      <a:pt x="522" y="47"/>
                    </a:lnTo>
                    <a:lnTo>
                      <a:pt x="523" y="47"/>
                    </a:lnTo>
                    <a:lnTo>
                      <a:pt x="523" y="48"/>
                    </a:lnTo>
                    <a:lnTo>
                      <a:pt x="524" y="48"/>
                    </a:lnTo>
                    <a:lnTo>
                      <a:pt x="526" y="49"/>
                    </a:lnTo>
                    <a:lnTo>
                      <a:pt x="527" y="49"/>
                    </a:lnTo>
                    <a:lnTo>
                      <a:pt x="528" y="51"/>
                    </a:lnTo>
                    <a:lnTo>
                      <a:pt x="530" y="51"/>
                    </a:lnTo>
                    <a:lnTo>
                      <a:pt x="531" y="52"/>
                    </a:lnTo>
                    <a:lnTo>
                      <a:pt x="532" y="52"/>
                    </a:lnTo>
                    <a:lnTo>
                      <a:pt x="534" y="53"/>
                    </a:lnTo>
                    <a:lnTo>
                      <a:pt x="535" y="55"/>
                    </a:lnTo>
                    <a:lnTo>
                      <a:pt x="536" y="55"/>
                    </a:lnTo>
                    <a:lnTo>
                      <a:pt x="538" y="56"/>
                    </a:lnTo>
                    <a:lnTo>
                      <a:pt x="539" y="56"/>
                    </a:lnTo>
                    <a:lnTo>
                      <a:pt x="540" y="57"/>
                    </a:lnTo>
                    <a:lnTo>
                      <a:pt x="542" y="57"/>
                    </a:lnTo>
                    <a:lnTo>
                      <a:pt x="543" y="58"/>
                    </a:lnTo>
                    <a:lnTo>
                      <a:pt x="546" y="60"/>
                    </a:lnTo>
                    <a:lnTo>
                      <a:pt x="547" y="60"/>
                    </a:lnTo>
                    <a:lnTo>
                      <a:pt x="548" y="61"/>
                    </a:lnTo>
                    <a:lnTo>
                      <a:pt x="551" y="62"/>
                    </a:lnTo>
                    <a:lnTo>
                      <a:pt x="552" y="64"/>
                    </a:lnTo>
                    <a:lnTo>
                      <a:pt x="553" y="65"/>
                    </a:lnTo>
                    <a:lnTo>
                      <a:pt x="556" y="65"/>
                    </a:lnTo>
                    <a:lnTo>
                      <a:pt x="557" y="66"/>
                    </a:lnTo>
                    <a:lnTo>
                      <a:pt x="559" y="66"/>
                    </a:lnTo>
                    <a:lnTo>
                      <a:pt x="560" y="68"/>
                    </a:lnTo>
                    <a:lnTo>
                      <a:pt x="561" y="69"/>
                    </a:lnTo>
                    <a:lnTo>
                      <a:pt x="563" y="69"/>
                    </a:lnTo>
                    <a:lnTo>
                      <a:pt x="564" y="70"/>
                    </a:lnTo>
                    <a:lnTo>
                      <a:pt x="565" y="70"/>
                    </a:lnTo>
                    <a:lnTo>
                      <a:pt x="567" y="72"/>
                    </a:lnTo>
                    <a:lnTo>
                      <a:pt x="568" y="73"/>
                    </a:lnTo>
                    <a:lnTo>
                      <a:pt x="569" y="73"/>
                    </a:lnTo>
                    <a:lnTo>
                      <a:pt x="571" y="74"/>
                    </a:lnTo>
                    <a:lnTo>
                      <a:pt x="572" y="74"/>
                    </a:lnTo>
                    <a:lnTo>
                      <a:pt x="572" y="76"/>
                    </a:lnTo>
                    <a:lnTo>
                      <a:pt x="573" y="76"/>
                    </a:lnTo>
                    <a:lnTo>
                      <a:pt x="575" y="76"/>
                    </a:lnTo>
                    <a:lnTo>
                      <a:pt x="575" y="77"/>
                    </a:lnTo>
                    <a:lnTo>
                      <a:pt x="576" y="77"/>
                    </a:lnTo>
                    <a:lnTo>
                      <a:pt x="577" y="78"/>
                    </a:lnTo>
                    <a:lnTo>
                      <a:pt x="579" y="78"/>
                    </a:lnTo>
                    <a:lnTo>
                      <a:pt x="580" y="80"/>
                    </a:lnTo>
                    <a:lnTo>
                      <a:pt x="581" y="80"/>
                    </a:lnTo>
                    <a:lnTo>
                      <a:pt x="581" y="81"/>
                    </a:lnTo>
                    <a:lnTo>
                      <a:pt x="583" y="82"/>
                    </a:lnTo>
                    <a:lnTo>
                      <a:pt x="585" y="82"/>
                    </a:lnTo>
                    <a:lnTo>
                      <a:pt x="587" y="84"/>
                    </a:lnTo>
                    <a:lnTo>
                      <a:pt x="588" y="85"/>
                    </a:lnTo>
                    <a:lnTo>
                      <a:pt x="589" y="86"/>
                    </a:lnTo>
                    <a:lnTo>
                      <a:pt x="591" y="86"/>
                    </a:lnTo>
                    <a:lnTo>
                      <a:pt x="592" y="88"/>
                    </a:lnTo>
                    <a:lnTo>
                      <a:pt x="593" y="88"/>
                    </a:lnTo>
                    <a:lnTo>
                      <a:pt x="593" y="89"/>
                    </a:lnTo>
                    <a:lnTo>
                      <a:pt x="595" y="89"/>
                    </a:lnTo>
                    <a:lnTo>
                      <a:pt x="596" y="90"/>
                    </a:lnTo>
                    <a:lnTo>
                      <a:pt x="597" y="90"/>
                    </a:lnTo>
                    <a:lnTo>
                      <a:pt x="597" y="92"/>
                    </a:lnTo>
                    <a:lnTo>
                      <a:pt x="599" y="92"/>
                    </a:lnTo>
                    <a:lnTo>
                      <a:pt x="600" y="93"/>
                    </a:lnTo>
                    <a:lnTo>
                      <a:pt x="601" y="93"/>
                    </a:lnTo>
                    <a:lnTo>
                      <a:pt x="601" y="94"/>
                    </a:lnTo>
                    <a:lnTo>
                      <a:pt x="603" y="94"/>
                    </a:lnTo>
                    <a:lnTo>
                      <a:pt x="604" y="96"/>
                    </a:lnTo>
                    <a:lnTo>
                      <a:pt x="605" y="97"/>
                    </a:lnTo>
                    <a:lnTo>
                      <a:pt x="607" y="97"/>
                    </a:lnTo>
                    <a:lnTo>
                      <a:pt x="607" y="98"/>
                    </a:lnTo>
                    <a:lnTo>
                      <a:pt x="608" y="98"/>
                    </a:lnTo>
                    <a:lnTo>
                      <a:pt x="609" y="100"/>
                    </a:lnTo>
                    <a:lnTo>
                      <a:pt x="611" y="101"/>
                    </a:lnTo>
                    <a:lnTo>
                      <a:pt x="612" y="101"/>
                    </a:lnTo>
                    <a:lnTo>
                      <a:pt x="612" y="102"/>
                    </a:lnTo>
                    <a:lnTo>
                      <a:pt x="613" y="102"/>
                    </a:lnTo>
                    <a:lnTo>
                      <a:pt x="615" y="104"/>
                    </a:lnTo>
                    <a:lnTo>
                      <a:pt x="616" y="105"/>
                    </a:lnTo>
                    <a:lnTo>
                      <a:pt x="617" y="106"/>
                    </a:lnTo>
                    <a:lnTo>
                      <a:pt x="619" y="106"/>
                    </a:lnTo>
                    <a:lnTo>
                      <a:pt x="619" y="108"/>
                    </a:lnTo>
                    <a:lnTo>
                      <a:pt x="620" y="108"/>
                    </a:lnTo>
                    <a:lnTo>
                      <a:pt x="621" y="109"/>
                    </a:lnTo>
                    <a:lnTo>
                      <a:pt x="622" y="110"/>
                    </a:lnTo>
                    <a:lnTo>
                      <a:pt x="624" y="110"/>
                    </a:lnTo>
                    <a:lnTo>
                      <a:pt x="624" y="112"/>
                    </a:lnTo>
                    <a:lnTo>
                      <a:pt x="625" y="112"/>
                    </a:lnTo>
                    <a:lnTo>
                      <a:pt x="625" y="113"/>
                    </a:lnTo>
                    <a:lnTo>
                      <a:pt x="626" y="113"/>
                    </a:lnTo>
                    <a:lnTo>
                      <a:pt x="628" y="114"/>
                    </a:lnTo>
                    <a:lnTo>
                      <a:pt x="629" y="114"/>
                    </a:lnTo>
                    <a:lnTo>
                      <a:pt x="629" y="116"/>
                    </a:lnTo>
                    <a:lnTo>
                      <a:pt x="630" y="116"/>
                    </a:lnTo>
                    <a:lnTo>
                      <a:pt x="632" y="117"/>
                    </a:lnTo>
                    <a:lnTo>
                      <a:pt x="633" y="118"/>
                    </a:lnTo>
                    <a:lnTo>
                      <a:pt x="634" y="118"/>
                    </a:lnTo>
                    <a:lnTo>
                      <a:pt x="634" y="120"/>
                    </a:lnTo>
                    <a:lnTo>
                      <a:pt x="636" y="120"/>
                    </a:lnTo>
                    <a:lnTo>
                      <a:pt x="637" y="121"/>
                    </a:lnTo>
                    <a:lnTo>
                      <a:pt x="638" y="121"/>
                    </a:lnTo>
                    <a:lnTo>
                      <a:pt x="640" y="122"/>
                    </a:lnTo>
                    <a:lnTo>
                      <a:pt x="641" y="124"/>
                    </a:lnTo>
                    <a:lnTo>
                      <a:pt x="642" y="125"/>
                    </a:lnTo>
                    <a:lnTo>
                      <a:pt x="644" y="125"/>
                    </a:lnTo>
                    <a:lnTo>
                      <a:pt x="645" y="126"/>
                    </a:lnTo>
                    <a:lnTo>
                      <a:pt x="646" y="128"/>
                    </a:lnTo>
                    <a:lnTo>
                      <a:pt x="648" y="128"/>
                    </a:lnTo>
                    <a:lnTo>
                      <a:pt x="648" y="129"/>
                    </a:lnTo>
                    <a:lnTo>
                      <a:pt x="649" y="129"/>
                    </a:lnTo>
                    <a:lnTo>
                      <a:pt x="650" y="130"/>
                    </a:lnTo>
                    <a:lnTo>
                      <a:pt x="652" y="131"/>
                    </a:lnTo>
                    <a:lnTo>
                      <a:pt x="653" y="131"/>
                    </a:lnTo>
                    <a:lnTo>
                      <a:pt x="653" y="133"/>
                    </a:lnTo>
                    <a:lnTo>
                      <a:pt x="654" y="133"/>
                    </a:lnTo>
                    <a:lnTo>
                      <a:pt x="654" y="134"/>
                    </a:lnTo>
                    <a:lnTo>
                      <a:pt x="656" y="134"/>
                    </a:lnTo>
                    <a:lnTo>
                      <a:pt x="656" y="135"/>
                    </a:lnTo>
                    <a:lnTo>
                      <a:pt x="657" y="135"/>
                    </a:lnTo>
                    <a:lnTo>
                      <a:pt x="657" y="137"/>
                    </a:lnTo>
                    <a:lnTo>
                      <a:pt x="658" y="138"/>
                    </a:lnTo>
                    <a:lnTo>
                      <a:pt x="660" y="138"/>
                    </a:lnTo>
                    <a:lnTo>
                      <a:pt x="660" y="139"/>
                    </a:lnTo>
                    <a:lnTo>
                      <a:pt x="661" y="141"/>
                    </a:lnTo>
                    <a:lnTo>
                      <a:pt x="662" y="141"/>
                    </a:lnTo>
                    <a:lnTo>
                      <a:pt x="664" y="142"/>
                    </a:lnTo>
                    <a:lnTo>
                      <a:pt x="664" y="143"/>
                    </a:lnTo>
                    <a:lnTo>
                      <a:pt x="665" y="145"/>
                    </a:lnTo>
                    <a:lnTo>
                      <a:pt x="666" y="146"/>
                    </a:lnTo>
                    <a:lnTo>
                      <a:pt x="668" y="147"/>
                    </a:lnTo>
                    <a:lnTo>
                      <a:pt x="669" y="149"/>
                    </a:lnTo>
                    <a:lnTo>
                      <a:pt x="670" y="150"/>
                    </a:lnTo>
                    <a:lnTo>
                      <a:pt x="672" y="151"/>
                    </a:lnTo>
                    <a:lnTo>
                      <a:pt x="673" y="153"/>
                    </a:lnTo>
                    <a:lnTo>
                      <a:pt x="674" y="154"/>
                    </a:lnTo>
                    <a:lnTo>
                      <a:pt x="676" y="155"/>
                    </a:lnTo>
                    <a:lnTo>
                      <a:pt x="677" y="157"/>
                    </a:lnTo>
                    <a:lnTo>
                      <a:pt x="677" y="158"/>
                    </a:lnTo>
                    <a:lnTo>
                      <a:pt x="678" y="158"/>
                    </a:lnTo>
                    <a:lnTo>
                      <a:pt x="680" y="159"/>
                    </a:lnTo>
                    <a:lnTo>
                      <a:pt x="680" y="161"/>
                    </a:lnTo>
                    <a:lnTo>
                      <a:pt x="681" y="161"/>
                    </a:lnTo>
                    <a:lnTo>
                      <a:pt x="681" y="162"/>
                    </a:lnTo>
                    <a:lnTo>
                      <a:pt x="682" y="162"/>
                    </a:lnTo>
                    <a:lnTo>
                      <a:pt x="682" y="163"/>
                    </a:lnTo>
                    <a:lnTo>
                      <a:pt x="684" y="165"/>
                    </a:lnTo>
                    <a:lnTo>
                      <a:pt x="685" y="166"/>
                    </a:lnTo>
                    <a:lnTo>
                      <a:pt x="686" y="167"/>
                    </a:lnTo>
                    <a:lnTo>
                      <a:pt x="686" y="169"/>
                    </a:lnTo>
                    <a:lnTo>
                      <a:pt x="688" y="169"/>
                    </a:lnTo>
                    <a:lnTo>
                      <a:pt x="689" y="170"/>
                    </a:lnTo>
                    <a:lnTo>
                      <a:pt x="689" y="171"/>
                    </a:lnTo>
                    <a:lnTo>
                      <a:pt x="690" y="173"/>
                    </a:lnTo>
                    <a:lnTo>
                      <a:pt x="692" y="174"/>
                    </a:lnTo>
                    <a:lnTo>
                      <a:pt x="693" y="175"/>
                    </a:lnTo>
                    <a:lnTo>
                      <a:pt x="694" y="178"/>
                    </a:lnTo>
                    <a:lnTo>
                      <a:pt x="695" y="179"/>
                    </a:lnTo>
                    <a:lnTo>
                      <a:pt x="697" y="181"/>
                    </a:lnTo>
                    <a:lnTo>
                      <a:pt x="698" y="183"/>
                    </a:lnTo>
                    <a:lnTo>
                      <a:pt x="701" y="185"/>
                    </a:lnTo>
                    <a:lnTo>
                      <a:pt x="702" y="186"/>
                    </a:lnTo>
                    <a:lnTo>
                      <a:pt x="702" y="187"/>
                    </a:lnTo>
                    <a:lnTo>
                      <a:pt x="703" y="189"/>
                    </a:lnTo>
                    <a:lnTo>
                      <a:pt x="705" y="190"/>
                    </a:lnTo>
                    <a:lnTo>
                      <a:pt x="706" y="191"/>
                    </a:lnTo>
                    <a:lnTo>
                      <a:pt x="707" y="193"/>
                    </a:lnTo>
                    <a:lnTo>
                      <a:pt x="707" y="194"/>
                    </a:lnTo>
                    <a:lnTo>
                      <a:pt x="709" y="195"/>
                    </a:lnTo>
                    <a:lnTo>
                      <a:pt x="710" y="197"/>
                    </a:lnTo>
                    <a:lnTo>
                      <a:pt x="710" y="198"/>
                    </a:lnTo>
                    <a:lnTo>
                      <a:pt x="711" y="198"/>
                    </a:lnTo>
                    <a:lnTo>
                      <a:pt x="713" y="199"/>
                    </a:lnTo>
                    <a:lnTo>
                      <a:pt x="713" y="201"/>
                    </a:lnTo>
                    <a:lnTo>
                      <a:pt x="714" y="202"/>
                    </a:lnTo>
                    <a:lnTo>
                      <a:pt x="715" y="203"/>
                    </a:lnTo>
                    <a:lnTo>
                      <a:pt x="717" y="205"/>
                    </a:lnTo>
                    <a:lnTo>
                      <a:pt x="717" y="206"/>
                    </a:lnTo>
                    <a:lnTo>
                      <a:pt x="718" y="207"/>
                    </a:lnTo>
                    <a:lnTo>
                      <a:pt x="719" y="208"/>
                    </a:lnTo>
                    <a:lnTo>
                      <a:pt x="721" y="210"/>
                    </a:lnTo>
                    <a:lnTo>
                      <a:pt x="722" y="212"/>
                    </a:lnTo>
                    <a:lnTo>
                      <a:pt x="722" y="214"/>
                    </a:lnTo>
                    <a:lnTo>
                      <a:pt x="723" y="215"/>
                    </a:lnTo>
                    <a:lnTo>
                      <a:pt x="725" y="216"/>
                    </a:lnTo>
                    <a:lnTo>
                      <a:pt x="726" y="218"/>
                    </a:lnTo>
                    <a:lnTo>
                      <a:pt x="727" y="220"/>
                    </a:lnTo>
                    <a:lnTo>
                      <a:pt x="729" y="222"/>
                    </a:lnTo>
                    <a:lnTo>
                      <a:pt x="730" y="224"/>
                    </a:lnTo>
                    <a:lnTo>
                      <a:pt x="731" y="226"/>
                    </a:lnTo>
                    <a:lnTo>
                      <a:pt x="734" y="228"/>
                    </a:lnTo>
                    <a:lnTo>
                      <a:pt x="735" y="230"/>
                    </a:lnTo>
                    <a:lnTo>
                      <a:pt x="735" y="232"/>
                    </a:lnTo>
                    <a:lnTo>
                      <a:pt x="737" y="234"/>
                    </a:lnTo>
                    <a:lnTo>
                      <a:pt x="738" y="235"/>
                    </a:lnTo>
                    <a:lnTo>
                      <a:pt x="739" y="236"/>
                    </a:lnTo>
                    <a:lnTo>
                      <a:pt x="741" y="238"/>
                    </a:lnTo>
                    <a:lnTo>
                      <a:pt x="742" y="239"/>
                    </a:lnTo>
                    <a:lnTo>
                      <a:pt x="742" y="240"/>
                    </a:lnTo>
                    <a:lnTo>
                      <a:pt x="743" y="242"/>
                    </a:lnTo>
                    <a:lnTo>
                      <a:pt x="745" y="243"/>
                    </a:lnTo>
                    <a:lnTo>
                      <a:pt x="745" y="244"/>
                    </a:lnTo>
                    <a:lnTo>
                      <a:pt x="746" y="246"/>
                    </a:lnTo>
                    <a:lnTo>
                      <a:pt x="746" y="247"/>
                    </a:lnTo>
                    <a:lnTo>
                      <a:pt x="747" y="247"/>
                    </a:lnTo>
                    <a:lnTo>
                      <a:pt x="749" y="248"/>
                    </a:lnTo>
                    <a:lnTo>
                      <a:pt x="749" y="250"/>
                    </a:lnTo>
                    <a:lnTo>
                      <a:pt x="750" y="251"/>
                    </a:lnTo>
                    <a:lnTo>
                      <a:pt x="750" y="252"/>
                    </a:lnTo>
                    <a:lnTo>
                      <a:pt x="751" y="254"/>
                    </a:lnTo>
                    <a:lnTo>
                      <a:pt x="753" y="255"/>
                    </a:lnTo>
                    <a:lnTo>
                      <a:pt x="754" y="256"/>
                    </a:lnTo>
                    <a:lnTo>
                      <a:pt x="754" y="258"/>
                    </a:lnTo>
                    <a:lnTo>
                      <a:pt x="755" y="259"/>
                    </a:lnTo>
                    <a:lnTo>
                      <a:pt x="757" y="260"/>
                    </a:lnTo>
                    <a:lnTo>
                      <a:pt x="758" y="262"/>
                    </a:lnTo>
                    <a:lnTo>
                      <a:pt x="759" y="263"/>
                    </a:lnTo>
                    <a:lnTo>
                      <a:pt x="761" y="266"/>
                    </a:lnTo>
                    <a:lnTo>
                      <a:pt x="762" y="267"/>
                    </a:lnTo>
                    <a:lnTo>
                      <a:pt x="763" y="270"/>
                    </a:lnTo>
                    <a:lnTo>
                      <a:pt x="765" y="271"/>
                    </a:lnTo>
                    <a:lnTo>
                      <a:pt x="766" y="274"/>
                    </a:lnTo>
                    <a:lnTo>
                      <a:pt x="767" y="276"/>
                    </a:lnTo>
                    <a:lnTo>
                      <a:pt x="769" y="278"/>
                    </a:lnTo>
                    <a:lnTo>
                      <a:pt x="770" y="279"/>
                    </a:lnTo>
                    <a:lnTo>
                      <a:pt x="771" y="281"/>
                    </a:lnTo>
                    <a:lnTo>
                      <a:pt x="772" y="283"/>
                    </a:lnTo>
                    <a:lnTo>
                      <a:pt x="774" y="284"/>
                    </a:lnTo>
                    <a:lnTo>
                      <a:pt x="775" y="285"/>
                    </a:lnTo>
                    <a:lnTo>
                      <a:pt x="775" y="287"/>
                    </a:lnTo>
                    <a:lnTo>
                      <a:pt x="776" y="288"/>
                    </a:lnTo>
                    <a:lnTo>
                      <a:pt x="778" y="289"/>
                    </a:lnTo>
                    <a:lnTo>
                      <a:pt x="778" y="291"/>
                    </a:lnTo>
                    <a:lnTo>
                      <a:pt x="779" y="292"/>
                    </a:lnTo>
                    <a:lnTo>
                      <a:pt x="780" y="293"/>
                    </a:lnTo>
                    <a:lnTo>
                      <a:pt x="782" y="295"/>
                    </a:lnTo>
                    <a:lnTo>
                      <a:pt x="782" y="296"/>
                    </a:lnTo>
                    <a:lnTo>
                      <a:pt x="783" y="297"/>
                    </a:lnTo>
                    <a:lnTo>
                      <a:pt x="784" y="299"/>
                    </a:lnTo>
                    <a:lnTo>
                      <a:pt x="784" y="300"/>
                    </a:lnTo>
                    <a:lnTo>
                      <a:pt x="786" y="301"/>
                    </a:lnTo>
                    <a:lnTo>
                      <a:pt x="786" y="303"/>
                    </a:lnTo>
                    <a:lnTo>
                      <a:pt x="787" y="304"/>
                    </a:lnTo>
                    <a:lnTo>
                      <a:pt x="788" y="305"/>
                    </a:lnTo>
                    <a:lnTo>
                      <a:pt x="788" y="307"/>
                    </a:lnTo>
                    <a:lnTo>
                      <a:pt x="790" y="309"/>
                    </a:lnTo>
                    <a:lnTo>
                      <a:pt x="791" y="311"/>
                    </a:lnTo>
                    <a:lnTo>
                      <a:pt x="791" y="312"/>
                    </a:lnTo>
                    <a:lnTo>
                      <a:pt x="792" y="313"/>
                    </a:lnTo>
                    <a:lnTo>
                      <a:pt x="794" y="315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4031" name="Freeform 87">
                <a:extLst>
                  <a:ext uri="{FF2B5EF4-FFF2-40B4-BE49-F238E27FC236}">
                    <a16:creationId xmlns:a16="http://schemas.microsoft.com/office/drawing/2014/main" id="{517C62BB-A3B1-4005-978B-A4AFBC7E7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758314"/>
                <a:ext cx="630237" cy="249238"/>
              </a:xfrm>
              <a:custGeom>
                <a:avLst/>
                <a:gdLst>
                  <a:gd name="T0" fmla="*/ 2147483646 w 794"/>
                  <a:gd name="T1" fmla="*/ 2147483646 h 315"/>
                  <a:gd name="T2" fmla="*/ 2147483646 w 794"/>
                  <a:gd name="T3" fmla="*/ 2147483646 h 315"/>
                  <a:gd name="T4" fmla="*/ 2147483646 w 794"/>
                  <a:gd name="T5" fmla="*/ 2147483646 h 315"/>
                  <a:gd name="T6" fmla="*/ 2147483646 w 794"/>
                  <a:gd name="T7" fmla="*/ 2147483646 h 315"/>
                  <a:gd name="T8" fmla="*/ 2147483646 w 794"/>
                  <a:gd name="T9" fmla="*/ 2147483646 h 315"/>
                  <a:gd name="T10" fmla="*/ 2147483646 w 794"/>
                  <a:gd name="T11" fmla="*/ 2147483646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315"/>
                    </a:moveTo>
                    <a:lnTo>
                      <a:pt x="31" y="315"/>
                    </a:lnTo>
                    <a:lnTo>
                      <a:pt x="60" y="315"/>
                    </a:lnTo>
                    <a:lnTo>
                      <a:pt x="86" y="315"/>
                    </a:lnTo>
                    <a:lnTo>
                      <a:pt x="110" y="315"/>
                    </a:lnTo>
                    <a:lnTo>
                      <a:pt x="134" y="315"/>
                    </a:lnTo>
                    <a:lnTo>
                      <a:pt x="155" y="315"/>
                    </a:lnTo>
                    <a:lnTo>
                      <a:pt x="175" y="315"/>
                    </a:lnTo>
                    <a:lnTo>
                      <a:pt x="194" y="315"/>
                    </a:lnTo>
                    <a:lnTo>
                      <a:pt x="211" y="315"/>
                    </a:lnTo>
                    <a:lnTo>
                      <a:pt x="227" y="315"/>
                    </a:lnTo>
                    <a:lnTo>
                      <a:pt x="240" y="315"/>
                    </a:lnTo>
                    <a:lnTo>
                      <a:pt x="254" y="315"/>
                    </a:lnTo>
                    <a:lnTo>
                      <a:pt x="265" y="315"/>
                    </a:lnTo>
                    <a:lnTo>
                      <a:pt x="276" y="315"/>
                    </a:lnTo>
                    <a:lnTo>
                      <a:pt x="287" y="315"/>
                    </a:lnTo>
                    <a:lnTo>
                      <a:pt x="296" y="315"/>
                    </a:lnTo>
                    <a:lnTo>
                      <a:pt x="303" y="315"/>
                    </a:lnTo>
                    <a:lnTo>
                      <a:pt x="311" y="315"/>
                    </a:lnTo>
                    <a:lnTo>
                      <a:pt x="317" y="315"/>
                    </a:lnTo>
                    <a:lnTo>
                      <a:pt x="323" y="315"/>
                    </a:lnTo>
                    <a:lnTo>
                      <a:pt x="328" y="315"/>
                    </a:lnTo>
                    <a:lnTo>
                      <a:pt x="332" y="315"/>
                    </a:lnTo>
                    <a:lnTo>
                      <a:pt x="336" y="315"/>
                    </a:lnTo>
                    <a:lnTo>
                      <a:pt x="338" y="315"/>
                    </a:lnTo>
                    <a:lnTo>
                      <a:pt x="342" y="315"/>
                    </a:lnTo>
                    <a:lnTo>
                      <a:pt x="345" y="315"/>
                    </a:lnTo>
                    <a:lnTo>
                      <a:pt x="348" y="315"/>
                    </a:lnTo>
                    <a:lnTo>
                      <a:pt x="349" y="314"/>
                    </a:lnTo>
                    <a:lnTo>
                      <a:pt x="352" y="314"/>
                    </a:lnTo>
                    <a:lnTo>
                      <a:pt x="353" y="314"/>
                    </a:lnTo>
                    <a:lnTo>
                      <a:pt x="356" y="314"/>
                    </a:lnTo>
                    <a:lnTo>
                      <a:pt x="358" y="314"/>
                    </a:lnTo>
                    <a:lnTo>
                      <a:pt x="360" y="314"/>
                    </a:lnTo>
                    <a:lnTo>
                      <a:pt x="362" y="314"/>
                    </a:lnTo>
                    <a:lnTo>
                      <a:pt x="364" y="314"/>
                    </a:lnTo>
                    <a:lnTo>
                      <a:pt x="366" y="314"/>
                    </a:lnTo>
                    <a:lnTo>
                      <a:pt x="368" y="314"/>
                    </a:lnTo>
                    <a:lnTo>
                      <a:pt x="369" y="314"/>
                    </a:lnTo>
                    <a:lnTo>
                      <a:pt x="370" y="312"/>
                    </a:lnTo>
                    <a:lnTo>
                      <a:pt x="372" y="312"/>
                    </a:lnTo>
                    <a:lnTo>
                      <a:pt x="374" y="312"/>
                    </a:lnTo>
                    <a:lnTo>
                      <a:pt x="376" y="312"/>
                    </a:lnTo>
                    <a:lnTo>
                      <a:pt x="377" y="312"/>
                    </a:lnTo>
                    <a:lnTo>
                      <a:pt x="378" y="312"/>
                    </a:lnTo>
                    <a:lnTo>
                      <a:pt x="380" y="312"/>
                    </a:lnTo>
                    <a:lnTo>
                      <a:pt x="381" y="312"/>
                    </a:lnTo>
                    <a:lnTo>
                      <a:pt x="382" y="312"/>
                    </a:lnTo>
                    <a:lnTo>
                      <a:pt x="384" y="312"/>
                    </a:lnTo>
                    <a:lnTo>
                      <a:pt x="385" y="311"/>
                    </a:lnTo>
                    <a:lnTo>
                      <a:pt x="386" y="311"/>
                    </a:lnTo>
                    <a:lnTo>
                      <a:pt x="388" y="311"/>
                    </a:lnTo>
                    <a:lnTo>
                      <a:pt x="389" y="311"/>
                    </a:lnTo>
                    <a:lnTo>
                      <a:pt x="390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4" y="311"/>
                    </a:lnTo>
                    <a:lnTo>
                      <a:pt x="396" y="310"/>
                    </a:lnTo>
                    <a:lnTo>
                      <a:pt x="398" y="310"/>
                    </a:lnTo>
                    <a:lnTo>
                      <a:pt x="400" y="310"/>
                    </a:lnTo>
                    <a:lnTo>
                      <a:pt x="401" y="310"/>
                    </a:lnTo>
                    <a:lnTo>
                      <a:pt x="403" y="310"/>
                    </a:lnTo>
                    <a:lnTo>
                      <a:pt x="405" y="308"/>
                    </a:lnTo>
                    <a:lnTo>
                      <a:pt x="407" y="308"/>
                    </a:lnTo>
                    <a:lnTo>
                      <a:pt x="409" y="308"/>
                    </a:lnTo>
                    <a:lnTo>
                      <a:pt x="411" y="308"/>
                    </a:lnTo>
                    <a:lnTo>
                      <a:pt x="413" y="307"/>
                    </a:lnTo>
                    <a:lnTo>
                      <a:pt x="414" y="307"/>
                    </a:lnTo>
                    <a:lnTo>
                      <a:pt x="417" y="307"/>
                    </a:lnTo>
                    <a:lnTo>
                      <a:pt x="418" y="307"/>
                    </a:lnTo>
                    <a:lnTo>
                      <a:pt x="419" y="307"/>
                    </a:lnTo>
                    <a:lnTo>
                      <a:pt x="421" y="307"/>
                    </a:lnTo>
                    <a:lnTo>
                      <a:pt x="422" y="306"/>
                    </a:lnTo>
                    <a:lnTo>
                      <a:pt x="423" y="306"/>
                    </a:lnTo>
                    <a:lnTo>
                      <a:pt x="425" y="306"/>
                    </a:lnTo>
                    <a:lnTo>
                      <a:pt x="426" y="306"/>
                    </a:lnTo>
                    <a:lnTo>
                      <a:pt x="427" y="306"/>
                    </a:lnTo>
                    <a:lnTo>
                      <a:pt x="429" y="304"/>
                    </a:lnTo>
                    <a:lnTo>
                      <a:pt x="430" y="304"/>
                    </a:lnTo>
                    <a:lnTo>
                      <a:pt x="431" y="304"/>
                    </a:lnTo>
                    <a:lnTo>
                      <a:pt x="433" y="304"/>
                    </a:lnTo>
                    <a:lnTo>
                      <a:pt x="434" y="303"/>
                    </a:lnTo>
                    <a:lnTo>
                      <a:pt x="435" y="303"/>
                    </a:lnTo>
                    <a:lnTo>
                      <a:pt x="437" y="303"/>
                    </a:lnTo>
                    <a:lnTo>
                      <a:pt x="438" y="303"/>
                    </a:lnTo>
                    <a:lnTo>
                      <a:pt x="439" y="302"/>
                    </a:lnTo>
                    <a:lnTo>
                      <a:pt x="441" y="302"/>
                    </a:lnTo>
                    <a:lnTo>
                      <a:pt x="443" y="300"/>
                    </a:lnTo>
                    <a:lnTo>
                      <a:pt x="445" y="300"/>
                    </a:lnTo>
                    <a:lnTo>
                      <a:pt x="446" y="300"/>
                    </a:lnTo>
                    <a:lnTo>
                      <a:pt x="449" y="299"/>
                    </a:lnTo>
                    <a:lnTo>
                      <a:pt x="450" y="299"/>
                    </a:lnTo>
                    <a:lnTo>
                      <a:pt x="453" y="298"/>
                    </a:lnTo>
                    <a:lnTo>
                      <a:pt x="455" y="296"/>
                    </a:lnTo>
                    <a:lnTo>
                      <a:pt x="458" y="296"/>
                    </a:lnTo>
                    <a:lnTo>
                      <a:pt x="459" y="295"/>
                    </a:lnTo>
                    <a:lnTo>
                      <a:pt x="462" y="295"/>
                    </a:lnTo>
                    <a:lnTo>
                      <a:pt x="465" y="294"/>
                    </a:lnTo>
                    <a:lnTo>
                      <a:pt x="466" y="294"/>
                    </a:lnTo>
                    <a:lnTo>
                      <a:pt x="467" y="294"/>
                    </a:lnTo>
                    <a:lnTo>
                      <a:pt x="470" y="292"/>
                    </a:lnTo>
                    <a:lnTo>
                      <a:pt x="471" y="292"/>
                    </a:lnTo>
                    <a:lnTo>
                      <a:pt x="473" y="291"/>
                    </a:lnTo>
                    <a:lnTo>
                      <a:pt x="474" y="291"/>
                    </a:lnTo>
                    <a:lnTo>
                      <a:pt x="475" y="291"/>
                    </a:lnTo>
                    <a:lnTo>
                      <a:pt x="476" y="290"/>
                    </a:lnTo>
                    <a:lnTo>
                      <a:pt x="478" y="290"/>
                    </a:lnTo>
                    <a:lnTo>
                      <a:pt x="479" y="290"/>
                    </a:lnTo>
                    <a:lnTo>
                      <a:pt x="480" y="288"/>
                    </a:lnTo>
                    <a:lnTo>
                      <a:pt x="482" y="288"/>
                    </a:lnTo>
                    <a:lnTo>
                      <a:pt x="483" y="287"/>
                    </a:lnTo>
                    <a:lnTo>
                      <a:pt x="484" y="287"/>
                    </a:lnTo>
                    <a:lnTo>
                      <a:pt x="486" y="286"/>
                    </a:lnTo>
                    <a:lnTo>
                      <a:pt x="487" y="286"/>
                    </a:lnTo>
                    <a:lnTo>
                      <a:pt x="488" y="286"/>
                    </a:lnTo>
                    <a:lnTo>
                      <a:pt x="490" y="284"/>
                    </a:lnTo>
                    <a:lnTo>
                      <a:pt x="491" y="284"/>
                    </a:lnTo>
                    <a:lnTo>
                      <a:pt x="492" y="283"/>
                    </a:lnTo>
                    <a:lnTo>
                      <a:pt x="494" y="283"/>
                    </a:lnTo>
                    <a:lnTo>
                      <a:pt x="495" y="282"/>
                    </a:lnTo>
                    <a:lnTo>
                      <a:pt x="498" y="280"/>
                    </a:lnTo>
                    <a:lnTo>
                      <a:pt x="499" y="280"/>
                    </a:lnTo>
                    <a:lnTo>
                      <a:pt x="500" y="279"/>
                    </a:lnTo>
                    <a:lnTo>
                      <a:pt x="503" y="278"/>
                    </a:lnTo>
                    <a:lnTo>
                      <a:pt x="504" y="276"/>
                    </a:lnTo>
                    <a:lnTo>
                      <a:pt x="507" y="276"/>
                    </a:lnTo>
                    <a:lnTo>
                      <a:pt x="508" y="275"/>
                    </a:lnTo>
                    <a:lnTo>
                      <a:pt x="511" y="274"/>
                    </a:lnTo>
                    <a:lnTo>
                      <a:pt x="512" y="274"/>
                    </a:lnTo>
                    <a:lnTo>
                      <a:pt x="514" y="272"/>
                    </a:lnTo>
                    <a:lnTo>
                      <a:pt x="516" y="271"/>
                    </a:lnTo>
                    <a:lnTo>
                      <a:pt x="518" y="271"/>
                    </a:lnTo>
                    <a:lnTo>
                      <a:pt x="519" y="270"/>
                    </a:lnTo>
                    <a:lnTo>
                      <a:pt x="520" y="270"/>
                    </a:lnTo>
                    <a:lnTo>
                      <a:pt x="522" y="268"/>
                    </a:lnTo>
                    <a:lnTo>
                      <a:pt x="523" y="268"/>
                    </a:lnTo>
                    <a:lnTo>
                      <a:pt x="524" y="267"/>
                    </a:lnTo>
                    <a:lnTo>
                      <a:pt x="526" y="267"/>
                    </a:lnTo>
                    <a:lnTo>
                      <a:pt x="527" y="266"/>
                    </a:lnTo>
                    <a:lnTo>
                      <a:pt x="528" y="266"/>
                    </a:lnTo>
                    <a:lnTo>
                      <a:pt x="528" y="264"/>
                    </a:lnTo>
                    <a:lnTo>
                      <a:pt x="530" y="264"/>
                    </a:lnTo>
                    <a:lnTo>
                      <a:pt x="531" y="264"/>
                    </a:lnTo>
                    <a:lnTo>
                      <a:pt x="532" y="263"/>
                    </a:lnTo>
                    <a:lnTo>
                      <a:pt x="534" y="263"/>
                    </a:lnTo>
                    <a:lnTo>
                      <a:pt x="534" y="262"/>
                    </a:lnTo>
                    <a:lnTo>
                      <a:pt x="535" y="262"/>
                    </a:lnTo>
                    <a:lnTo>
                      <a:pt x="536" y="261"/>
                    </a:lnTo>
                    <a:lnTo>
                      <a:pt x="538" y="261"/>
                    </a:lnTo>
                    <a:lnTo>
                      <a:pt x="539" y="259"/>
                    </a:lnTo>
                    <a:lnTo>
                      <a:pt x="540" y="259"/>
                    </a:lnTo>
                    <a:lnTo>
                      <a:pt x="542" y="258"/>
                    </a:lnTo>
                    <a:lnTo>
                      <a:pt x="543" y="257"/>
                    </a:lnTo>
                    <a:lnTo>
                      <a:pt x="546" y="257"/>
                    </a:lnTo>
                    <a:lnTo>
                      <a:pt x="547" y="255"/>
                    </a:lnTo>
                    <a:lnTo>
                      <a:pt x="548" y="254"/>
                    </a:lnTo>
                    <a:lnTo>
                      <a:pt x="551" y="253"/>
                    </a:lnTo>
                    <a:lnTo>
                      <a:pt x="552" y="253"/>
                    </a:lnTo>
                    <a:lnTo>
                      <a:pt x="553" y="251"/>
                    </a:lnTo>
                    <a:lnTo>
                      <a:pt x="556" y="250"/>
                    </a:lnTo>
                    <a:lnTo>
                      <a:pt x="557" y="250"/>
                    </a:lnTo>
                    <a:lnTo>
                      <a:pt x="559" y="249"/>
                    </a:lnTo>
                    <a:lnTo>
                      <a:pt x="560" y="247"/>
                    </a:lnTo>
                    <a:lnTo>
                      <a:pt x="561" y="247"/>
                    </a:lnTo>
                    <a:lnTo>
                      <a:pt x="563" y="246"/>
                    </a:lnTo>
                    <a:lnTo>
                      <a:pt x="564" y="245"/>
                    </a:lnTo>
                    <a:lnTo>
                      <a:pt x="565" y="245"/>
                    </a:lnTo>
                    <a:lnTo>
                      <a:pt x="567" y="245"/>
                    </a:lnTo>
                    <a:lnTo>
                      <a:pt x="567" y="243"/>
                    </a:lnTo>
                    <a:lnTo>
                      <a:pt x="568" y="243"/>
                    </a:lnTo>
                    <a:lnTo>
                      <a:pt x="569" y="242"/>
                    </a:lnTo>
                    <a:lnTo>
                      <a:pt x="571" y="242"/>
                    </a:lnTo>
                    <a:lnTo>
                      <a:pt x="572" y="241"/>
                    </a:lnTo>
                    <a:lnTo>
                      <a:pt x="573" y="239"/>
                    </a:lnTo>
                    <a:lnTo>
                      <a:pt x="575" y="239"/>
                    </a:lnTo>
                    <a:lnTo>
                      <a:pt x="575" y="238"/>
                    </a:lnTo>
                    <a:lnTo>
                      <a:pt x="576" y="238"/>
                    </a:lnTo>
                    <a:lnTo>
                      <a:pt x="577" y="237"/>
                    </a:lnTo>
                    <a:lnTo>
                      <a:pt x="579" y="237"/>
                    </a:lnTo>
                    <a:lnTo>
                      <a:pt x="580" y="235"/>
                    </a:lnTo>
                    <a:lnTo>
                      <a:pt x="581" y="235"/>
                    </a:lnTo>
                    <a:lnTo>
                      <a:pt x="581" y="234"/>
                    </a:lnTo>
                    <a:lnTo>
                      <a:pt x="583" y="234"/>
                    </a:lnTo>
                    <a:lnTo>
                      <a:pt x="585" y="233"/>
                    </a:lnTo>
                    <a:lnTo>
                      <a:pt x="587" y="231"/>
                    </a:lnTo>
                    <a:lnTo>
                      <a:pt x="588" y="230"/>
                    </a:lnTo>
                    <a:lnTo>
                      <a:pt x="589" y="230"/>
                    </a:lnTo>
                    <a:lnTo>
                      <a:pt x="591" y="229"/>
                    </a:lnTo>
                    <a:lnTo>
                      <a:pt x="592" y="227"/>
                    </a:lnTo>
                    <a:lnTo>
                      <a:pt x="593" y="227"/>
                    </a:lnTo>
                    <a:lnTo>
                      <a:pt x="593" y="226"/>
                    </a:lnTo>
                    <a:lnTo>
                      <a:pt x="595" y="226"/>
                    </a:lnTo>
                    <a:lnTo>
                      <a:pt x="596" y="225"/>
                    </a:lnTo>
                    <a:lnTo>
                      <a:pt x="597" y="225"/>
                    </a:lnTo>
                    <a:lnTo>
                      <a:pt x="597" y="223"/>
                    </a:lnTo>
                    <a:lnTo>
                      <a:pt x="599" y="223"/>
                    </a:lnTo>
                    <a:lnTo>
                      <a:pt x="600" y="223"/>
                    </a:lnTo>
                    <a:lnTo>
                      <a:pt x="600" y="222"/>
                    </a:lnTo>
                    <a:lnTo>
                      <a:pt x="601" y="222"/>
                    </a:lnTo>
                    <a:lnTo>
                      <a:pt x="603" y="221"/>
                    </a:lnTo>
                    <a:lnTo>
                      <a:pt x="604" y="221"/>
                    </a:lnTo>
                    <a:lnTo>
                      <a:pt x="604" y="219"/>
                    </a:lnTo>
                    <a:lnTo>
                      <a:pt x="605" y="219"/>
                    </a:lnTo>
                    <a:lnTo>
                      <a:pt x="605" y="218"/>
                    </a:lnTo>
                    <a:lnTo>
                      <a:pt x="607" y="218"/>
                    </a:lnTo>
                    <a:lnTo>
                      <a:pt x="608" y="217"/>
                    </a:lnTo>
                    <a:lnTo>
                      <a:pt x="609" y="215"/>
                    </a:lnTo>
                    <a:lnTo>
                      <a:pt x="611" y="214"/>
                    </a:lnTo>
                    <a:lnTo>
                      <a:pt x="612" y="214"/>
                    </a:lnTo>
                    <a:lnTo>
                      <a:pt x="612" y="213"/>
                    </a:lnTo>
                    <a:lnTo>
                      <a:pt x="613" y="213"/>
                    </a:lnTo>
                    <a:lnTo>
                      <a:pt x="615" y="211"/>
                    </a:lnTo>
                    <a:lnTo>
                      <a:pt x="616" y="210"/>
                    </a:lnTo>
                    <a:lnTo>
                      <a:pt x="617" y="209"/>
                    </a:lnTo>
                    <a:lnTo>
                      <a:pt x="619" y="209"/>
                    </a:lnTo>
                    <a:lnTo>
                      <a:pt x="619" y="207"/>
                    </a:lnTo>
                    <a:lnTo>
                      <a:pt x="620" y="207"/>
                    </a:lnTo>
                    <a:lnTo>
                      <a:pt x="621" y="206"/>
                    </a:lnTo>
                    <a:lnTo>
                      <a:pt x="622" y="206"/>
                    </a:lnTo>
                    <a:lnTo>
                      <a:pt x="622" y="205"/>
                    </a:lnTo>
                    <a:lnTo>
                      <a:pt x="624" y="205"/>
                    </a:lnTo>
                    <a:lnTo>
                      <a:pt x="625" y="203"/>
                    </a:lnTo>
                    <a:lnTo>
                      <a:pt x="626" y="202"/>
                    </a:lnTo>
                    <a:lnTo>
                      <a:pt x="628" y="202"/>
                    </a:lnTo>
                    <a:lnTo>
                      <a:pt x="628" y="201"/>
                    </a:lnTo>
                    <a:lnTo>
                      <a:pt x="629" y="201"/>
                    </a:lnTo>
                    <a:lnTo>
                      <a:pt x="630" y="199"/>
                    </a:lnTo>
                    <a:lnTo>
                      <a:pt x="632" y="199"/>
                    </a:lnTo>
                    <a:lnTo>
                      <a:pt x="632" y="198"/>
                    </a:lnTo>
                    <a:lnTo>
                      <a:pt x="633" y="198"/>
                    </a:lnTo>
                    <a:lnTo>
                      <a:pt x="634" y="197"/>
                    </a:lnTo>
                    <a:lnTo>
                      <a:pt x="636" y="195"/>
                    </a:lnTo>
                    <a:lnTo>
                      <a:pt x="637" y="195"/>
                    </a:lnTo>
                    <a:lnTo>
                      <a:pt x="638" y="194"/>
                    </a:lnTo>
                    <a:lnTo>
                      <a:pt x="640" y="193"/>
                    </a:lnTo>
                    <a:lnTo>
                      <a:pt x="641" y="193"/>
                    </a:lnTo>
                    <a:lnTo>
                      <a:pt x="641" y="191"/>
                    </a:lnTo>
                    <a:lnTo>
                      <a:pt x="642" y="191"/>
                    </a:lnTo>
                    <a:lnTo>
                      <a:pt x="644" y="190"/>
                    </a:lnTo>
                    <a:lnTo>
                      <a:pt x="645" y="190"/>
                    </a:lnTo>
                    <a:lnTo>
                      <a:pt x="645" y="189"/>
                    </a:lnTo>
                    <a:lnTo>
                      <a:pt x="646" y="189"/>
                    </a:lnTo>
                    <a:lnTo>
                      <a:pt x="648" y="188"/>
                    </a:lnTo>
                    <a:lnTo>
                      <a:pt x="649" y="186"/>
                    </a:lnTo>
                    <a:lnTo>
                      <a:pt x="650" y="186"/>
                    </a:lnTo>
                    <a:lnTo>
                      <a:pt x="650" y="185"/>
                    </a:lnTo>
                    <a:lnTo>
                      <a:pt x="652" y="185"/>
                    </a:lnTo>
                    <a:lnTo>
                      <a:pt x="652" y="184"/>
                    </a:lnTo>
                    <a:lnTo>
                      <a:pt x="653" y="184"/>
                    </a:lnTo>
                    <a:lnTo>
                      <a:pt x="654" y="182"/>
                    </a:lnTo>
                    <a:lnTo>
                      <a:pt x="656" y="181"/>
                    </a:lnTo>
                    <a:lnTo>
                      <a:pt x="657" y="180"/>
                    </a:lnTo>
                    <a:lnTo>
                      <a:pt x="657" y="178"/>
                    </a:lnTo>
                    <a:lnTo>
                      <a:pt x="658" y="178"/>
                    </a:lnTo>
                    <a:lnTo>
                      <a:pt x="660" y="177"/>
                    </a:lnTo>
                    <a:lnTo>
                      <a:pt x="661" y="176"/>
                    </a:lnTo>
                    <a:lnTo>
                      <a:pt x="662" y="174"/>
                    </a:lnTo>
                    <a:lnTo>
                      <a:pt x="664" y="173"/>
                    </a:lnTo>
                    <a:lnTo>
                      <a:pt x="664" y="172"/>
                    </a:lnTo>
                    <a:lnTo>
                      <a:pt x="665" y="170"/>
                    </a:lnTo>
                    <a:lnTo>
                      <a:pt x="666" y="169"/>
                    </a:lnTo>
                    <a:lnTo>
                      <a:pt x="668" y="168"/>
                    </a:lnTo>
                    <a:lnTo>
                      <a:pt x="669" y="166"/>
                    </a:lnTo>
                    <a:lnTo>
                      <a:pt x="670" y="165"/>
                    </a:lnTo>
                    <a:lnTo>
                      <a:pt x="672" y="165"/>
                    </a:lnTo>
                    <a:lnTo>
                      <a:pt x="673" y="164"/>
                    </a:lnTo>
                    <a:lnTo>
                      <a:pt x="673" y="162"/>
                    </a:lnTo>
                    <a:lnTo>
                      <a:pt x="674" y="161"/>
                    </a:lnTo>
                    <a:lnTo>
                      <a:pt x="676" y="161"/>
                    </a:lnTo>
                    <a:lnTo>
                      <a:pt x="676" y="160"/>
                    </a:lnTo>
                    <a:lnTo>
                      <a:pt x="677" y="158"/>
                    </a:lnTo>
                    <a:lnTo>
                      <a:pt x="678" y="157"/>
                    </a:lnTo>
                    <a:lnTo>
                      <a:pt x="680" y="156"/>
                    </a:lnTo>
                    <a:lnTo>
                      <a:pt x="681" y="154"/>
                    </a:lnTo>
                    <a:lnTo>
                      <a:pt x="682" y="153"/>
                    </a:lnTo>
                    <a:lnTo>
                      <a:pt x="682" y="152"/>
                    </a:lnTo>
                    <a:lnTo>
                      <a:pt x="684" y="152"/>
                    </a:lnTo>
                    <a:lnTo>
                      <a:pt x="684" y="150"/>
                    </a:lnTo>
                    <a:lnTo>
                      <a:pt x="685" y="149"/>
                    </a:lnTo>
                    <a:lnTo>
                      <a:pt x="686" y="149"/>
                    </a:lnTo>
                    <a:lnTo>
                      <a:pt x="686" y="148"/>
                    </a:lnTo>
                    <a:lnTo>
                      <a:pt x="688" y="146"/>
                    </a:lnTo>
                    <a:lnTo>
                      <a:pt x="689" y="145"/>
                    </a:lnTo>
                    <a:lnTo>
                      <a:pt x="689" y="144"/>
                    </a:lnTo>
                    <a:lnTo>
                      <a:pt x="690" y="142"/>
                    </a:lnTo>
                    <a:lnTo>
                      <a:pt x="692" y="141"/>
                    </a:lnTo>
                    <a:lnTo>
                      <a:pt x="693" y="140"/>
                    </a:lnTo>
                    <a:lnTo>
                      <a:pt x="694" y="138"/>
                    </a:lnTo>
                    <a:lnTo>
                      <a:pt x="695" y="136"/>
                    </a:lnTo>
                    <a:lnTo>
                      <a:pt x="697" y="134"/>
                    </a:lnTo>
                    <a:lnTo>
                      <a:pt x="698" y="133"/>
                    </a:lnTo>
                    <a:lnTo>
                      <a:pt x="701" y="130"/>
                    </a:lnTo>
                    <a:lnTo>
                      <a:pt x="702" y="129"/>
                    </a:lnTo>
                    <a:lnTo>
                      <a:pt x="702" y="128"/>
                    </a:lnTo>
                    <a:lnTo>
                      <a:pt x="703" y="126"/>
                    </a:lnTo>
                    <a:lnTo>
                      <a:pt x="705" y="125"/>
                    </a:lnTo>
                    <a:lnTo>
                      <a:pt x="706" y="124"/>
                    </a:lnTo>
                    <a:lnTo>
                      <a:pt x="707" y="122"/>
                    </a:lnTo>
                    <a:lnTo>
                      <a:pt x="707" y="121"/>
                    </a:lnTo>
                    <a:lnTo>
                      <a:pt x="709" y="120"/>
                    </a:lnTo>
                    <a:lnTo>
                      <a:pt x="710" y="120"/>
                    </a:lnTo>
                    <a:lnTo>
                      <a:pt x="710" y="118"/>
                    </a:lnTo>
                    <a:lnTo>
                      <a:pt x="711" y="117"/>
                    </a:lnTo>
                    <a:lnTo>
                      <a:pt x="713" y="116"/>
                    </a:lnTo>
                    <a:lnTo>
                      <a:pt x="714" y="114"/>
                    </a:lnTo>
                    <a:lnTo>
                      <a:pt x="714" y="113"/>
                    </a:lnTo>
                    <a:lnTo>
                      <a:pt x="715" y="112"/>
                    </a:lnTo>
                    <a:lnTo>
                      <a:pt x="717" y="111"/>
                    </a:lnTo>
                    <a:lnTo>
                      <a:pt x="718" y="109"/>
                    </a:lnTo>
                    <a:lnTo>
                      <a:pt x="719" y="108"/>
                    </a:lnTo>
                    <a:lnTo>
                      <a:pt x="719" y="107"/>
                    </a:lnTo>
                    <a:lnTo>
                      <a:pt x="721" y="105"/>
                    </a:lnTo>
                    <a:lnTo>
                      <a:pt x="722" y="104"/>
                    </a:lnTo>
                    <a:lnTo>
                      <a:pt x="722" y="103"/>
                    </a:lnTo>
                    <a:lnTo>
                      <a:pt x="723" y="101"/>
                    </a:lnTo>
                    <a:lnTo>
                      <a:pt x="725" y="99"/>
                    </a:lnTo>
                    <a:lnTo>
                      <a:pt x="726" y="97"/>
                    </a:lnTo>
                    <a:lnTo>
                      <a:pt x="727" y="96"/>
                    </a:lnTo>
                    <a:lnTo>
                      <a:pt x="729" y="93"/>
                    </a:lnTo>
                    <a:lnTo>
                      <a:pt x="730" y="91"/>
                    </a:lnTo>
                    <a:lnTo>
                      <a:pt x="731" y="89"/>
                    </a:lnTo>
                    <a:lnTo>
                      <a:pt x="734" y="87"/>
                    </a:lnTo>
                    <a:lnTo>
                      <a:pt x="735" y="85"/>
                    </a:lnTo>
                    <a:lnTo>
                      <a:pt x="735" y="84"/>
                    </a:lnTo>
                    <a:lnTo>
                      <a:pt x="737" y="81"/>
                    </a:lnTo>
                    <a:lnTo>
                      <a:pt x="738" y="80"/>
                    </a:lnTo>
                    <a:lnTo>
                      <a:pt x="739" y="79"/>
                    </a:lnTo>
                    <a:lnTo>
                      <a:pt x="741" y="77"/>
                    </a:lnTo>
                    <a:lnTo>
                      <a:pt x="742" y="76"/>
                    </a:lnTo>
                    <a:lnTo>
                      <a:pt x="742" y="75"/>
                    </a:lnTo>
                    <a:lnTo>
                      <a:pt x="743" y="73"/>
                    </a:lnTo>
                    <a:lnTo>
                      <a:pt x="745" y="72"/>
                    </a:lnTo>
                    <a:lnTo>
                      <a:pt x="746" y="71"/>
                    </a:lnTo>
                    <a:lnTo>
                      <a:pt x="746" y="69"/>
                    </a:lnTo>
                    <a:lnTo>
                      <a:pt x="747" y="68"/>
                    </a:lnTo>
                    <a:lnTo>
                      <a:pt x="749" y="67"/>
                    </a:lnTo>
                    <a:lnTo>
                      <a:pt x="749" y="65"/>
                    </a:lnTo>
                    <a:lnTo>
                      <a:pt x="750" y="64"/>
                    </a:lnTo>
                    <a:lnTo>
                      <a:pt x="751" y="63"/>
                    </a:lnTo>
                    <a:lnTo>
                      <a:pt x="753" y="61"/>
                    </a:lnTo>
                    <a:lnTo>
                      <a:pt x="754" y="60"/>
                    </a:lnTo>
                    <a:lnTo>
                      <a:pt x="754" y="59"/>
                    </a:lnTo>
                    <a:lnTo>
                      <a:pt x="755" y="57"/>
                    </a:lnTo>
                    <a:lnTo>
                      <a:pt x="757" y="55"/>
                    </a:lnTo>
                    <a:lnTo>
                      <a:pt x="758" y="53"/>
                    </a:lnTo>
                    <a:lnTo>
                      <a:pt x="759" y="52"/>
                    </a:lnTo>
                    <a:lnTo>
                      <a:pt x="761" y="51"/>
                    </a:lnTo>
                    <a:lnTo>
                      <a:pt x="762" y="48"/>
                    </a:lnTo>
                    <a:lnTo>
                      <a:pt x="763" y="47"/>
                    </a:lnTo>
                    <a:lnTo>
                      <a:pt x="765" y="44"/>
                    </a:lnTo>
                    <a:lnTo>
                      <a:pt x="766" y="41"/>
                    </a:lnTo>
                    <a:lnTo>
                      <a:pt x="767" y="40"/>
                    </a:lnTo>
                    <a:lnTo>
                      <a:pt x="769" y="38"/>
                    </a:lnTo>
                    <a:lnTo>
                      <a:pt x="770" y="36"/>
                    </a:lnTo>
                    <a:lnTo>
                      <a:pt x="771" y="35"/>
                    </a:lnTo>
                    <a:lnTo>
                      <a:pt x="772" y="32"/>
                    </a:lnTo>
                    <a:lnTo>
                      <a:pt x="774" y="31"/>
                    </a:lnTo>
                    <a:lnTo>
                      <a:pt x="775" y="30"/>
                    </a:lnTo>
                    <a:lnTo>
                      <a:pt x="775" y="28"/>
                    </a:lnTo>
                    <a:lnTo>
                      <a:pt x="776" y="27"/>
                    </a:lnTo>
                    <a:lnTo>
                      <a:pt x="778" y="26"/>
                    </a:lnTo>
                    <a:lnTo>
                      <a:pt x="778" y="24"/>
                    </a:lnTo>
                    <a:lnTo>
                      <a:pt x="779" y="24"/>
                    </a:lnTo>
                    <a:lnTo>
                      <a:pt x="780" y="23"/>
                    </a:lnTo>
                    <a:lnTo>
                      <a:pt x="780" y="22"/>
                    </a:lnTo>
                    <a:lnTo>
                      <a:pt x="782" y="20"/>
                    </a:lnTo>
                    <a:lnTo>
                      <a:pt x="783" y="19"/>
                    </a:lnTo>
                    <a:lnTo>
                      <a:pt x="783" y="18"/>
                    </a:lnTo>
                    <a:lnTo>
                      <a:pt x="784" y="16"/>
                    </a:lnTo>
                    <a:lnTo>
                      <a:pt x="784" y="15"/>
                    </a:lnTo>
                    <a:lnTo>
                      <a:pt x="786" y="15"/>
                    </a:lnTo>
                    <a:lnTo>
                      <a:pt x="786" y="14"/>
                    </a:lnTo>
                    <a:lnTo>
                      <a:pt x="787" y="12"/>
                    </a:lnTo>
                    <a:lnTo>
                      <a:pt x="787" y="11"/>
                    </a:lnTo>
                    <a:lnTo>
                      <a:pt x="788" y="10"/>
                    </a:lnTo>
                    <a:lnTo>
                      <a:pt x="788" y="8"/>
                    </a:lnTo>
                    <a:lnTo>
                      <a:pt x="790" y="7"/>
                    </a:lnTo>
                    <a:lnTo>
                      <a:pt x="791" y="6"/>
                    </a:lnTo>
                    <a:lnTo>
                      <a:pt x="791" y="4"/>
                    </a:lnTo>
                    <a:lnTo>
                      <a:pt x="792" y="2"/>
                    </a:lnTo>
                    <a:lnTo>
                      <a:pt x="794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4032" name="Freeform 88">
                <a:extLst>
                  <a:ext uri="{FF2B5EF4-FFF2-40B4-BE49-F238E27FC236}">
                    <a16:creationId xmlns:a16="http://schemas.microsoft.com/office/drawing/2014/main" id="{F22702C7-73E4-4E00-BA3D-7350529A1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505902"/>
                <a:ext cx="74612" cy="252412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0"/>
                    </a:moveTo>
                    <a:lnTo>
                      <a:pt x="3" y="4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7" y="13"/>
                    </a:lnTo>
                    <a:lnTo>
                      <a:pt x="9" y="16"/>
                    </a:lnTo>
                    <a:lnTo>
                      <a:pt x="11" y="19"/>
                    </a:lnTo>
                    <a:lnTo>
                      <a:pt x="12" y="20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9" y="33"/>
                    </a:lnTo>
                    <a:lnTo>
                      <a:pt x="20" y="35"/>
                    </a:lnTo>
                    <a:lnTo>
                      <a:pt x="20" y="36"/>
                    </a:lnTo>
                    <a:lnTo>
                      <a:pt x="21" y="37"/>
                    </a:lnTo>
                    <a:lnTo>
                      <a:pt x="21" y="39"/>
                    </a:lnTo>
                    <a:lnTo>
                      <a:pt x="23" y="40"/>
                    </a:lnTo>
                    <a:lnTo>
                      <a:pt x="23" y="41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4" y="45"/>
                    </a:lnTo>
                    <a:lnTo>
                      <a:pt x="25" y="47"/>
                    </a:lnTo>
                    <a:lnTo>
                      <a:pt x="25" y="48"/>
                    </a:lnTo>
                    <a:lnTo>
                      <a:pt x="27" y="49"/>
                    </a:lnTo>
                    <a:lnTo>
                      <a:pt x="27" y="51"/>
                    </a:lnTo>
                    <a:lnTo>
                      <a:pt x="28" y="52"/>
                    </a:lnTo>
                    <a:lnTo>
                      <a:pt x="28" y="53"/>
                    </a:lnTo>
                    <a:lnTo>
                      <a:pt x="29" y="55"/>
                    </a:lnTo>
                    <a:lnTo>
                      <a:pt x="29" y="57"/>
                    </a:lnTo>
                    <a:lnTo>
                      <a:pt x="31" y="58"/>
                    </a:lnTo>
                    <a:lnTo>
                      <a:pt x="31" y="60"/>
                    </a:lnTo>
                    <a:lnTo>
                      <a:pt x="32" y="62"/>
                    </a:lnTo>
                    <a:lnTo>
                      <a:pt x="32" y="64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5" y="70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7" y="74"/>
                    </a:lnTo>
                    <a:lnTo>
                      <a:pt x="37" y="76"/>
                    </a:lnTo>
                    <a:lnTo>
                      <a:pt x="37" y="77"/>
                    </a:lnTo>
                    <a:lnTo>
                      <a:pt x="39" y="78"/>
                    </a:lnTo>
                    <a:lnTo>
                      <a:pt x="39" y="80"/>
                    </a:lnTo>
                    <a:lnTo>
                      <a:pt x="40" y="81"/>
                    </a:lnTo>
                    <a:lnTo>
                      <a:pt x="40" y="82"/>
                    </a:lnTo>
                    <a:lnTo>
                      <a:pt x="41" y="84"/>
                    </a:lnTo>
                    <a:lnTo>
                      <a:pt x="41" y="85"/>
                    </a:lnTo>
                    <a:lnTo>
                      <a:pt x="41" y="86"/>
                    </a:lnTo>
                    <a:lnTo>
                      <a:pt x="42" y="88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4" y="93"/>
                    </a:lnTo>
                    <a:lnTo>
                      <a:pt x="44" y="94"/>
                    </a:lnTo>
                    <a:lnTo>
                      <a:pt x="45" y="96"/>
                    </a:lnTo>
                    <a:lnTo>
                      <a:pt x="45" y="98"/>
                    </a:lnTo>
                    <a:lnTo>
                      <a:pt x="46" y="100"/>
                    </a:lnTo>
                    <a:lnTo>
                      <a:pt x="48" y="102"/>
                    </a:lnTo>
                    <a:lnTo>
                      <a:pt x="48" y="105"/>
                    </a:lnTo>
                    <a:lnTo>
                      <a:pt x="49" y="106"/>
                    </a:lnTo>
                    <a:lnTo>
                      <a:pt x="49" y="109"/>
                    </a:lnTo>
                    <a:lnTo>
                      <a:pt x="50" y="110"/>
                    </a:lnTo>
                    <a:lnTo>
                      <a:pt x="52" y="112"/>
                    </a:lnTo>
                    <a:lnTo>
                      <a:pt x="52" y="113"/>
                    </a:lnTo>
                    <a:lnTo>
                      <a:pt x="52" y="116"/>
                    </a:lnTo>
                    <a:lnTo>
                      <a:pt x="53" y="117"/>
                    </a:lnTo>
                    <a:lnTo>
                      <a:pt x="53" y="118"/>
                    </a:lnTo>
                    <a:lnTo>
                      <a:pt x="54" y="120"/>
                    </a:lnTo>
                    <a:lnTo>
                      <a:pt x="54" y="121"/>
                    </a:lnTo>
                    <a:lnTo>
                      <a:pt x="54" y="122"/>
                    </a:lnTo>
                    <a:lnTo>
                      <a:pt x="56" y="122"/>
                    </a:lnTo>
                    <a:lnTo>
                      <a:pt x="56" y="124"/>
                    </a:lnTo>
                    <a:lnTo>
                      <a:pt x="56" y="125"/>
                    </a:lnTo>
                    <a:lnTo>
                      <a:pt x="57" y="126"/>
                    </a:lnTo>
                    <a:lnTo>
                      <a:pt x="57" y="128"/>
                    </a:lnTo>
                    <a:lnTo>
                      <a:pt x="57" y="129"/>
                    </a:lnTo>
                    <a:lnTo>
                      <a:pt x="57" y="130"/>
                    </a:lnTo>
                    <a:lnTo>
                      <a:pt x="58" y="131"/>
                    </a:lnTo>
                    <a:lnTo>
                      <a:pt x="58" y="133"/>
                    </a:lnTo>
                    <a:lnTo>
                      <a:pt x="60" y="134"/>
                    </a:lnTo>
                    <a:lnTo>
                      <a:pt x="60" y="135"/>
                    </a:lnTo>
                    <a:lnTo>
                      <a:pt x="60" y="137"/>
                    </a:lnTo>
                    <a:lnTo>
                      <a:pt x="61" y="139"/>
                    </a:lnTo>
                    <a:lnTo>
                      <a:pt x="61" y="141"/>
                    </a:lnTo>
                    <a:lnTo>
                      <a:pt x="61" y="142"/>
                    </a:lnTo>
                    <a:lnTo>
                      <a:pt x="62" y="143"/>
                    </a:lnTo>
                    <a:lnTo>
                      <a:pt x="62" y="146"/>
                    </a:lnTo>
                    <a:lnTo>
                      <a:pt x="64" y="147"/>
                    </a:lnTo>
                    <a:lnTo>
                      <a:pt x="64" y="150"/>
                    </a:lnTo>
                    <a:lnTo>
                      <a:pt x="65" y="153"/>
                    </a:lnTo>
                    <a:lnTo>
                      <a:pt x="65" y="154"/>
                    </a:lnTo>
                    <a:lnTo>
                      <a:pt x="66" y="157"/>
                    </a:lnTo>
                    <a:lnTo>
                      <a:pt x="66" y="158"/>
                    </a:lnTo>
                    <a:lnTo>
                      <a:pt x="68" y="159"/>
                    </a:lnTo>
                    <a:lnTo>
                      <a:pt x="68" y="162"/>
                    </a:lnTo>
                    <a:lnTo>
                      <a:pt x="68" y="163"/>
                    </a:lnTo>
                    <a:lnTo>
                      <a:pt x="69" y="165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0" y="170"/>
                    </a:lnTo>
                    <a:lnTo>
                      <a:pt x="70" y="171"/>
                    </a:lnTo>
                    <a:lnTo>
                      <a:pt x="70" y="173"/>
                    </a:lnTo>
                    <a:lnTo>
                      <a:pt x="72" y="173"/>
                    </a:lnTo>
                    <a:lnTo>
                      <a:pt x="72" y="174"/>
                    </a:lnTo>
                    <a:lnTo>
                      <a:pt x="72" y="175"/>
                    </a:lnTo>
                    <a:lnTo>
                      <a:pt x="72" y="177"/>
                    </a:lnTo>
                    <a:lnTo>
                      <a:pt x="73" y="178"/>
                    </a:lnTo>
                    <a:lnTo>
                      <a:pt x="73" y="179"/>
                    </a:lnTo>
                    <a:lnTo>
                      <a:pt x="73" y="181"/>
                    </a:lnTo>
                    <a:lnTo>
                      <a:pt x="74" y="182"/>
                    </a:lnTo>
                    <a:lnTo>
                      <a:pt x="74" y="183"/>
                    </a:lnTo>
                    <a:lnTo>
                      <a:pt x="74" y="185"/>
                    </a:lnTo>
                    <a:lnTo>
                      <a:pt x="76" y="186"/>
                    </a:lnTo>
                    <a:lnTo>
                      <a:pt x="76" y="187"/>
                    </a:lnTo>
                    <a:lnTo>
                      <a:pt x="76" y="189"/>
                    </a:lnTo>
                    <a:lnTo>
                      <a:pt x="77" y="190"/>
                    </a:lnTo>
                    <a:lnTo>
                      <a:pt x="77" y="193"/>
                    </a:lnTo>
                    <a:lnTo>
                      <a:pt x="78" y="194"/>
                    </a:lnTo>
                    <a:lnTo>
                      <a:pt x="78" y="197"/>
                    </a:lnTo>
                    <a:lnTo>
                      <a:pt x="78" y="198"/>
                    </a:lnTo>
                    <a:lnTo>
                      <a:pt x="80" y="201"/>
                    </a:lnTo>
                    <a:lnTo>
                      <a:pt x="80" y="203"/>
                    </a:lnTo>
                    <a:lnTo>
                      <a:pt x="81" y="205"/>
                    </a:lnTo>
                    <a:lnTo>
                      <a:pt x="81" y="206"/>
                    </a:lnTo>
                    <a:lnTo>
                      <a:pt x="82" y="208"/>
                    </a:lnTo>
                    <a:lnTo>
                      <a:pt x="82" y="210"/>
                    </a:lnTo>
                    <a:lnTo>
                      <a:pt x="82" y="211"/>
                    </a:lnTo>
                    <a:lnTo>
                      <a:pt x="84" y="212"/>
                    </a:lnTo>
                    <a:lnTo>
                      <a:pt x="84" y="214"/>
                    </a:lnTo>
                    <a:lnTo>
                      <a:pt x="84" y="215"/>
                    </a:lnTo>
                    <a:lnTo>
                      <a:pt x="85" y="216"/>
                    </a:lnTo>
                    <a:lnTo>
                      <a:pt x="85" y="218"/>
                    </a:lnTo>
                    <a:lnTo>
                      <a:pt x="85" y="219"/>
                    </a:lnTo>
                    <a:lnTo>
                      <a:pt x="85" y="220"/>
                    </a:lnTo>
                    <a:lnTo>
                      <a:pt x="86" y="222"/>
                    </a:lnTo>
                    <a:lnTo>
                      <a:pt x="86" y="223"/>
                    </a:lnTo>
                    <a:lnTo>
                      <a:pt x="86" y="224"/>
                    </a:lnTo>
                    <a:lnTo>
                      <a:pt x="86" y="226"/>
                    </a:lnTo>
                    <a:lnTo>
                      <a:pt x="86" y="227"/>
                    </a:lnTo>
                    <a:lnTo>
                      <a:pt x="86" y="228"/>
                    </a:lnTo>
                    <a:lnTo>
                      <a:pt x="86" y="230"/>
                    </a:lnTo>
                    <a:lnTo>
                      <a:pt x="88" y="231"/>
                    </a:lnTo>
                    <a:lnTo>
                      <a:pt x="88" y="232"/>
                    </a:lnTo>
                    <a:lnTo>
                      <a:pt x="88" y="234"/>
                    </a:lnTo>
                    <a:lnTo>
                      <a:pt x="88" y="235"/>
                    </a:lnTo>
                    <a:lnTo>
                      <a:pt x="88" y="236"/>
                    </a:lnTo>
                    <a:lnTo>
                      <a:pt x="88" y="238"/>
                    </a:lnTo>
                    <a:lnTo>
                      <a:pt x="88" y="239"/>
                    </a:lnTo>
                    <a:lnTo>
                      <a:pt x="88" y="242"/>
                    </a:lnTo>
                    <a:lnTo>
                      <a:pt x="88" y="243"/>
                    </a:lnTo>
                    <a:lnTo>
                      <a:pt x="88" y="246"/>
                    </a:lnTo>
                    <a:lnTo>
                      <a:pt x="89" y="247"/>
                    </a:lnTo>
                    <a:lnTo>
                      <a:pt x="89" y="248"/>
                    </a:lnTo>
                    <a:lnTo>
                      <a:pt x="89" y="250"/>
                    </a:lnTo>
                    <a:lnTo>
                      <a:pt x="89" y="251"/>
                    </a:lnTo>
                    <a:lnTo>
                      <a:pt x="89" y="252"/>
                    </a:lnTo>
                    <a:lnTo>
                      <a:pt x="89" y="254"/>
                    </a:lnTo>
                    <a:lnTo>
                      <a:pt x="89" y="255"/>
                    </a:lnTo>
                    <a:lnTo>
                      <a:pt x="89" y="256"/>
                    </a:lnTo>
                    <a:lnTo>
                      <a:pt x="89" y="258"/>
                    </a:lnTo>
                    <a:lnTo>
                      <a:pt x="89" y="259"/>
                    </a:lnTo>
                    <a:lnTo>
                      <a:pt x="89" y="260"/>
                    </a:lnTo>
                    <a:lnTo>
                      <a:pt x="90" y="260"/>
                    </a:lnTo>
                    <a:lnTo>
                      <a:pt x="90" y="262"/>
                    </a:lnTo>
                    <a:lnTo>
                      <a:pt x="90" y="263"/>
                    </a:lnTo>
                    <a:lnTo>
                      <a:pt x="90" y="264"/>
                    </a:lnTo>
                    <a:lnTo>
                      <a:pt x="90" y="266"/>
                    </a:lnTo>
                    <a:lnTo>
                      <a:pt x="90" y="267"/>
                    </a:lnTo>
                    <a:lnTo>
                      <a:pt x="90" y="268"/>
                    </a:lnTo>
                    <a:lnTo>
                      <a:pt x="90" y="270"/>
                    </a:lnTo>
                    <a:lnTo>
                      <a:pt x="92" y="270"/>
                    </a:lnTo>
                    <a:lnTo>
                      <a:pt x="92" y="271"/>
                    </a:lnTo>
                    <a:lnTo>
                      <a:pt x="92" y="272"/>
                    </a:lnTo>
                    <a:lnTo>
                      <a:pt x="92" y="274"/>
                    </a:lnTo>
                    <a:lnTo>
                      <a:pt x="92" y="275"/>
                    </a:lnTo>
                    <a:lnTo>
                      <a:pt x="92" y="276"/>
                    </a:lnTo>
                    <a:lnTo>
                      <a:pt x="93" y="278"/>
                    </a:lnTo>
                    <a:lnTo>
                      <a:pt x="93" y="279"/>
                    </a:lnTo>
                    <a:lnTo>
                      <a:pt x="93" y="280"/>
                    </a:lnTo>
                    <a:lnTo>
                      <a:pt x="93" y="281"/>
                    </a:lnTo>
                    <a:lnTo>
                      <a:pt x="93" y="283"/>
                    </a:lnTo>
                    <a:lnTo>
                      <a:pt x="94" y="284"/>
                    </a:lnTo>
                    <a:lnTo>
                      <a:pt x="94" y="285"/>
                    </a:lnTo>
                    <a:lnTo>
                      <a:pt x="94" y="287"/>
                    </a:lnTo>
                    <a:lnTo>
                      <a:pt x="94" y="288"/>
                    </a:lnTo>
                    <a:lnTo>
                      <a:pt x="94" y="289"/>
                    </a:lnTo>
                    <a:lnTo>
                      <a:pt x="94" y="291"/>
                    </a:lnTo>
                    <a:lnTo>
                      <a:pt x="94" y="292"/>
                    </a:lnTo>
                    <a:lnTo>
                      <a:pt x="94" y="293"/>
                    </a:lnTo>
                    <a:lnTo>
                      <a:pt x="94" y="295"/>
                    </a:lnTo>
                    <a:lnTo>
                      <a:pt x="94" y="296"/>
                    </a:lnTo>
                    <a:lnTo>
                      <a:pt x="94" y="297"/>
                    </a:lnTo>
                    <a:lnTo>
                      <a:pt x="94" y="299"/>
                    </a:lnTo>
                    <a:lnTo>
                      <a:pt x="94" y="300"/>
                    </a:lnTo>
                    <a:lnTo>
                      <a:pt x="94" y="303"/>
                    </a:lnTo>
                    <a:lnTo>
                      <a:pt x="94" y="304"/>
                    </a:lnTo>
                    <a:lnTo>
                      <a:pt x="94" y="305"/>
                    </a:lnTo>
                    <a:lnTo>
                      <a:pt x="93" y="308"/>
                    </a:lnTo>
                    <a:lnTo>
                      <a:pt x="93" y="309"/>
                    </a:lnTo>
                    <a:lnTo>
                      <a:pt x="93" y="312"/>
                    </a:lnTo>
                    <a:lnTo>
                      <a:pt x="93" y="315"/>
                    </a:lnTo>
                    <a:lnTo>
                      <a:pt x="93" y="317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4033" name="Freeform 89">
                <a:extLst>
                  <a:ext uri="{FF2B5EF4-FFF2-40B4-BE49-F238E27FC236}">
                    <a16:creationId xmlns:a16="http://schemas.microsoft.com/office/drawing/2014/main" id="{C6C02261-7DD2-4D15-B4AA-2F7245C07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755138"/>
                <a:ext cx="74612" cy="252413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317"/>
                    </a:moveTo>
                    <a:lnTo>
                      <a:pt x="3" y="314"/>
                    </a:lnTo>
                    <a:lnTo>
                      <a:pt x="4" y="310"/>
                    </a:lnTo>
                    <a:lnTo>
                      <a:pt x="5" y="308"/>
                    </a:lnTo>
                    <a:lnTo>
                      <a:pt x="7" y="305"/>
                    </a:lnTo>
                    <a:lnTo>
                      <a:pt x="9" y="302"/>
                    </a:lnTo>
                    <a:lnTo>
                      <a:pt x="11" y="300"/>
                    </a:lnTo>
                    <a:lnTo>
                      <a:pt x="12" y="297"/>
                    </a:lnTo>
                    <a:lnTo>
                      <a:pt x="13" y="294"/>
                    </a:lnTo>
                    <a:lnTo>
                      <a:pt x="13" y="293"/>
                    </a:lnTo>
                    <a:lnTo>
                      <a:pt x="15" y="290"/>
                    </a:lnTo>
                    <a:lnTo>
                      <a:pt x="16" y="289"/>
                    </a:lnTo>
                    <a:lnTo>
                      <a:pt x="17" y="288"/>
                    </a:lnTo>
                    <a:lnTo>
                      <a:pt x="17" y="286"/>
                    </a:lnTo>
                    <a:lnTo>
                      <a:pt x="19" y="284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21" y="280"/>
                    </a:lnTo>
                    <a:lnTo>
                      <a:pt x="21" y="278"/>
                    </a:lnTo>
                    <a:lnTo>
                      <a:pt x="23" y="277"/>
                    </a:lnTo>
                    <a:lnTo>
                      <a:pt x="23" y="276"/>
                    </a:lnTo>
                    <a:lnTo>
                      <a:pt x="23" y="274"/>
                    </a:lnTo>
                    <a:lnTo>
                      <a:pt x="24" y="274"/>
                    </a:lnTo>
                    <a:lnTo>
                      <a:pt x="24" y="273"/>
                    </a:lnTo>
                    <a:lnTo>
                      <a:pt x="25" y="272"/>
                    </a:lnTo>
                    <a:lnTo>
                      <a:pt x="25" y="270"/>
                    </a:lnTo>
                    <a:lnTo>
                      <a:pt x="27" y="269"/>
                    </a:lnTo>
                    <a:lnTo>
                      <a:pt x="27" y="268"/>
                    </a:lnTo>
                    <a:lnTo>
                      <a:pt x="28" y="266"/>
                    </a:lnTo>
                    <a:lnTo>
                      <a:pt x="28" y="264"/>
                    </a:lnTo>
                    <a:lnTo>
                      <a:pt x="29" y="263"/>
                    </a:lnTo>
                    <a:lnTo>
                      <a:pt x="29" y="261"/>
                    </a:lnTo>
                    <a:lnTo>
                      <a:pt x="31" y="259"/>
                    </a:lnTo>
                    <a:lnTo>
                      <a:pt x="31" y="257"/>
                    </a:lnTo>
                    <a:lnTo>
                      <a:pt x="32" y="256"/>
                    </a:lnTo>
                    <a:lnTo>
                      <a:pt x="32" y="255"/>
                    </a:lnTo>
                    <a:lnTo>
                      <a:pt x="33" y="253"/>
                    </a:lnTo>
                    <a:lnTo>
                      <a:pt x="33" y="251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6" y="247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7" y="243"/>
                    </a:lnTo>
                    <a:lnTo>
                      <a:pt x="37" y="241"/>
                    </a:lnTo>
                    <a:lnTo>
                      <a:pt x="39" y="240"/>
                    </a:lnTo>
                    <a:lnTo>
                      <a:pt x="39" y="239"/>
                    </a:lnTo>
                    <a:lnTo>
                      <a:pt x="39" y="237"/>
                    </a:lnTo>
                    <a:lnTo>
                      <a:pt x="40" y="237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2" y="229"/>
                    </a:lnTo>
                    <a:lnTo>
                      <a:pt x="42" y="228"/>
                    </a:lnTo>
                    <a:lnTo>
                      <a:pt x="42" y="227"/>
                    </a:lnTo>
                    <a:lnTo>
                      <a:pt x="44" y="225"/>
                    </a:lnTo>
                    <a:lnTo>
                      <a:pt x="44" y="223"/>
                    </a:lnTo>
                    <a:lnTo>
                      <a:pt x="45" y="221"/>
                    </a:lnTo>
                    <a:lnTo>
                      <a:pt x="45" y="220"/>
                    </a:lnTo>
                    <a:lnTo>
                      <a:pt x="46" y="217"/>
                    </a:lnTo>
                    <a:lnTo>
                      <a:pt x="48" y="215"/>
                    </a:lnTo>
                    <a:lnTo>
                      <a:pt x="48" y="213"/>
                    </a:lnTo>
                    <a:lnTo>
                      <a:pt x="49" y="211"/>
                    </a:lnTo>
                    <a:lnTo>
                      <a:pt x="49" y="209"/>
                    </a:lnTo>
                    <a:lnTo>
                      <a:pt x="50" y="207"/>
                    </a:lnTo>
                    <a:lnTo>
                      <a:pt x="52" y="205"/>
                    </a:lnTo>
                    <a:lnTo>
                      <a:pt x="52" y="204"/>
                    </a:lnTo>
                    <a:lnTo>
                      <a:pt x="52" y="203"/>
                    </a:lnTo>
                    <a:lnTo>
                      <a:pt x="53" y="201"/>
                    </a:lnTo>
                    <a:lnTo>
                      <a:pt x="53" y="200"/>
                    </a:lnTo>
                    <a:lnTo>
                      <a:pt x="54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6" y="195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7" y="191"/>
                    </a:lnTo>
                    <a:lnTo>
                      <a:pt x="57" y="190"/>
                    </a:lnTo>
                    <a:lnTo>
                      <a:pt x="57" y="188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4"/>
                    </a:lnTo>
                    <a:lnTo>
                      <a:pt x="60" y="183"/>
                    </a:lnTo>
                    <a:lnTo>
                      <a:pt x="60" y="182"/>
                    </a:lnTo>
                    <a:lnTo>
                      <a:pt x="60" y="180"/>
                    </a:lnTo>
                    <a:lnTo>
                      <a:pt x="61" y="179"/>
                    </a:lnTo>
                    <a:lnTo>
                      <a:pt x="61" y="176"/>
                    </a:lnTo>
                    <a:lnTo>
                      <a:pt x="61" y="175"/>
                    </a:lnTo>
                    <a:lnTo>
                      <a:pt x="62" y="174"/>
                    </a:lnTo>
                    <a:lnTo>
                      <a:pt x="62" y="171"/>
                    </a:lnTo>
                    <a:lnTo>
                      <a:pt x="64" y="170"/>
                    </a:lnTo>
                    <a:lnTo>
                      <a:pt x="64" y="167"/>
                    </a:lnTo>
                    <a:lnTo>
                      <a:pt x="65" y="164"/>
                    </a:lnTo>
                    <a:lnTo>
                      <a:pt x="65" y="163"/>
                    </a:lnTo>
                    <a:lnTo>
                      <a:pt x="66" y="160"/>
                    </a:lnTo>
                    <a:lnTo>
                      <a:pt x="66" y="159"/>
                    </a:lnTo>
                    <a:lnTo>
                      <a:pt x="68" y="158"/>
                    </a:lnTo>
                    <a:lnTo>
                      <a:pt x="68" y="156"/>
                    </a:lnTo>
                    <a:lnTo>
                      <a:pt x="68" y="154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0" y="148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72" y="144"/>
                    </a:lnTo>
                    <a:lnTo>
                      <a:pt x="72" y="143"/>
                    </a:lnTo>
                    <a:lnTo>
                      <a:pt x="72" y="142"/>
                    </a:lnTo>
                    <a:lnTo>
                      <a:pt x="72" y="140"/>
                    </a:lnTo>
                    <a:lnTo>
                      <a:pt x="73" y="139"/>
                    </a:lnTo>
                    <a:lnTo>
                      <a:pt x="73" y="138"/>
                    </a:lnTo>
                    <a:lnTo>
                      <a:pt x="74" y="136"/>
                    </a:lnTo>
                    <a:lnTo>
                      <a:pt x="74" y="135"/>
                    </a:lnTo>
                    <a:lnTo>
                      <a:pt x="74" y="134"/>
                    </a:lnTo>
                    <a:lnTo>
                      <a:pt x="76" y="132"/>
                    </a:lnTo>
                    <a:lnTo>
                      <a:pt x="76" y="130"/>
                    </a:lnTo>
                    <a:lnTo>
                      <a:pt x="76" y="128"/>
                    </a:lnTo>
                    <a:lnTo>
                      <a:pt x="77" y="127"/>
                    </a:lnTo>
                    <a:lnTo>
                      <a:pt x="77" y="126"/>
                    </a:lnTo>
                    <a:lnTo>
                      <a:pt x="78" y="123"/>
                    </a:lnTo>
                    <a:lnTo>
                      <a:pt x="78" y="122"/>
                    </a:lnTo>
                    <a:lnTo>
                      <a:pt x="78" y="119"/>
                    </a:lnTo>
                    <a:lnTo>
                      <a:pt x="80" y="116"/>
                    </a:lnTo>
                    <a:lnTo>
                      <a:pt x="80" y="115"/>
                    </a:lnTo>
                    <a:lnTo>
                      <a:pt x="81" y="113"/>
                    </a:lnTo>
                    <a:lnTo>
                      <a:pt x="81" y="111"/>
                    </a:lnTo>
                    <a:lnTo>
                      <a:pt x="82" y="110"/>
                    </a:lnTo>
                    <a:lnTo>
                      <a:pt x="82" y="107"/>
                    </a:lnTo>
                    <a:lnTo>
                      <a:pt x="82" y="106"/>
                    </a:lnTo>
                    <a:lnTo>
                      <a:pt x="84" y="105"/>
                    </a:lnTo>
                    <a:lnTo>
                      <a:pt x="84" y="103"/>
                    </a:lnTo>
                    <a:lnTo>
                      <a:pt x="84" y="102"/>
                    </a:lnTo>
                    <a:lnTo>
                      <a:pt x="85" y="101"/>
                    </a:lnTo>
                    <a:lnTo>
                      <a:pt x="85" y="99"/>
                    </a:lnTo>
                    <a:lnTo>
                      <a:pt x="85" y="98"/>
                    </a:lnTo>
                    <a:lnTo>
                      <a:pt x="85" y="97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3"/>
                    </a:lnTo>
                    <a:lnTo>
                      <a:pt x="86" y="91"/>
                    </a:lnTo>
                    <a:lnTo>
                      <a:pt x="86" y="90"/>
                    </a:lnTo>
                    <a:lnTo>
                      <a:pt x="86" y="89"/>
                    </a:lnTo>
                    <a:lnTo>
                      <a:pt x="86" y="87"/>
                    </a:lnTo>
                    <a:lnTo>
                      <a:pt x="88" y="87"/>
                    </a:lnTo>
                    <a:lnTo>
                      <a:pt x="88" y="86"/>
                    </a:lnTo>
                    <a:lnTo>
                      <a:pt x="88" y="85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8" y="79"/>
                    </a:lnTo>
                    <a:lnTo>
                      <a:pt x="88" y="78"/>
                    </a:lnTo>
                    <a:lnTo>
                      <a:pt x="88" y="77"/>
                    </a:lnTo>
                    <a:lnTo>
                      <a:pt x="88" y="74"/>
                    </a:lnTo>
                    <a:lnTo>
                      <a:pt x="88" y="73"/>
                    </a:lnTo>
                    <a:lnTo>
                      <a:pt x="89" y="70"/>
                    </a:lnTo>
                    <a:lnTo>
                      <a:pt x="89" y="69"/>
                    </a:lnTo>
                    <a:lnTo>
                      <a:pt x="89" y="67"/>
                    </a:lnTo>
                    <a:lnTo>
                      <a:pt x="89" y="66"/>
                    </a:lnTo>
                    <a:lnTo>
                      <a:pt x="89" y="65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89" y="61"/>
                    </a:lnTo>
                    <a:lnTo>
                      <a:pt x="89" y="59"/>
                    </a:lnTo>
                    <a:lnTo>
                      <a:pt x="89" y="58"/>
                    </a:lnTo>
                    <a:lnTo>
                      <a:pt x="90" y="57"/>
                    </a:lnTo>
                    <a:lnTo>
                      <a:pt x="90" y="55"/>
                    </a:lnTo>
                    <a:lnTo>
                      <a:pt x="90" y="54"/>
                    </a:lnTo>
                    <a:lnTo>
                      <a:pt x="90" y="53"/>
                    </a:lnTo>
                    <a:lnTo>
                      <a:pt x="90" y="51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2" y="47"/>
                    </a:lnTo>
                    <a:lnTo>
                      <a:pt x="92" y="46"/>
                    </a:lnTo>
                    <a:lnTo>
                      <a:pt x="92" y="45"/>
                    </a:lnTo>
                    <a:lnTo>
                      <a:pt x="92" y="43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3" y="40"/>
                    </a:lnTo>
                    <a:lnTo>
                      <a:pt x="93" y="38"/>
                    </a:lnTo>
                    <a:lnTo>
                      <a:pt x="93" y="37"/>
                    </a:lnTo>
                    <a:lnTo>
                      <a:pt x="93" y="36"/>
                    </a:lnTo>
                    <a:lnTo>
                      <a:pt x="93" y="34"/>
                    </a:lnTo>
                    <a:lnTo>
                      <a:pt x="94" y="33"/>
                    </a:lnTo>
                    <a:lnTo>
                      <a:pt x="94" y="32"/>
                    </a:lnTo>
                    <a:lnTo>
                      <a:pt x="94" y="30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4" y="24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0"/>
                    </a:lnTo>
                    <a:lnTo>
                      <a:pt x="94" y="18"/>
                    </a:lnTo>
                    <a:lnTo>
                      <a:pt x="94" y="17"/>
                    </a:lnTo>
                    <a:lnTo>
                      <a:pt x="94" y="16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3" y="10"/>
                    </a:lnTo>
                    <a:lnTo>
                      <a:pt x="93" y="8"/>
                    </a:lnTo>
                    <a:lnTo>
                      <a:pt x="93" y="5"/>
                    </a:lnTo>
                    <a:lnTo>
                      <a:pt x="93" y="2"/>
                    </a:lnTo>
                    <a:lnTo>
                      <a:pt x="93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23986" name="Freeform 45">
              <a:extLst>
                <a:ext uri="{FF2B5EF4-FFF2-40B4-BE49-F238E27FC236}">
                  <a16:creationId xmlns:a16="http://schemas.microsoft.com/office/drawing/2014/main" id="{8FB77B9F-FBA8-4B6B-A22C-342597BAF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674" y="2957298"/>
              <a:ext cx="3699109" cy="2735272"/>
            </a:xfrm>
            <a:custGeom>
              <a:avLst/>
              <a:gdLst>
                <a:gd name="T0" fmla="*/ 1278345235 w 10704"/>
                <a:gd name="T1" fmla="*/ 0 h 21003"/>
                <a:gd name="T2" fmla="*/ 2388662 w 10704"/>
                <a:gd name="T3" fmla="*/ 1102418 h 21003"/>
                <a:gd name="T4" fmla="*/ 0 w 10704"/>
                <a:gd name="T5" fmla="*/ 356221155 h 21003"/>
                <a:gd name="T6" fmla="*/ 135430103 w 10704"/>
                <a:gd name="T7" fmla="*/ 356102383 h 210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04" h="21003">
                  <a:moveTo>
                    <a:pt x="10704" y="0"/>
                  </a:move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1134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3987" name="Line 14">
              <a:extLst>
                <a:ext uri="{FF2B5EF4-FFF2-40B4-BE49-F238E27FC236}">
                  <a16:creationId xmlns:a16="http://schemas.microsoft.com/office/drawing/2014/main" id="{E121128C-E69A-41E8-A8BA-2850E50405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07413" y="5790467"/>
              <a:ext cx="580100" cy="31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3988" name="TextBox 51">
              <a:extLst>
                <a:ext uri="{FF2B5EF4-FFF2-40B4-BE49-F238E27FC236}">
                  <a16:creationId xmlns:a16="http://schemas.microsoft.com/office/drawing/2014/main" id="{B3E34C2B-FB16-43EF-9551-7AD799889F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75820" y="599816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3989" name="TextBox 51">
              <a:extLst>
                <a:ext uri="{FF2B5EF4-FFF2-40B4-BE49-F238E27FC236}">
                  <a16:creationId xmlns:a16="http://schemas.microsoft.com/office/drawing/2014/main" id="{F44B0F93-E3E3-4FB1-A75F-663F2A11DC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9" y="588809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3990" name="TextBox 51">
              <a:extLst>
                <a:ext uri="{FF2B5EF4-FFF2-40B4-BE49-F238E27FC236}">
                  <a16:creationId xmlns:a16="http://schemas.microsoft.com/office/drawing/2014/main" id="{3813AFB9-A5DE-4F64-933E-5924660305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3622" y="588809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23991" name="TextBox 51">
              <a:extLst>
                <a:ext uri="{FF2B5EF4-FFF2-40B4-BE49-F238E27FC236}">
                  <a16:creationId xmlns:a16="http://schemas.microsoft.com/office/drawing/2014/main" id="{45CE90B2-F558-43C3-888A-9C3BA69AA2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353" y="530726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3992" name="TextBox 51">
              <a:extLst>
                <a:ext uri="{FF2B5EF4-FFF2-40B4-BE49-F238E27FC236}">
                  <a16:creationId xmlns:a16="http://schemas.microsoft.com/office/drawing/2014/main" id="{7A067466-E66F-47AC-AFCE-9A13AF9660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9" y="4990627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23993" name="Freeform 48">
              <a:extLst>
                <a:ext uri="{FF2B5EF4-FFF2-40B4-BE49-F238E27FC236}">
                  <a16:creationId xmlns:a16="http://schemas.microsoft.com/office/drawing/2014/main" id="{B61B8858-3D93-4F5E-A14B-7F44497C6A4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594887" y="2914643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3994" name="Freeform 48">
              <a:extLst>
                <a:ext uri="{FF2B5EF4-FFF2-40B4-BE49-F238E27FC236}">
                  <a16:creationId xmlns:a16="http://schemas.microsoft.com/office/drawing/2014/main" id="{B596E7C7-F717-43A2-9BDA-0F9E08B6BD9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434954" y="2931576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3995" name="Freeform 5">
              <a:extLst>
                <a:ext uri="{FF2B5EF4-FFF2-40B4-BE49-F238E27FC236}">
                  <a16:creationId xmlns:a16="http://schemas.microsoft.com/office/drawing/2014/main" id="{228071C9-1E31-4483-B492-F83EDAA2A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272" y="5755462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3996" name="Freeform 7">
              <a:extLst>
                <a:ext uri="{FF2B5EF4-FFF2-40B4-BE49-F238E27FC236}">
                  <a16:creationId xmlns:a16="http://schemas.microsoft.com/office/drawing/2014/main" id="{65D7A0AC-3C81-4E77-A0F1-11FA13012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167" y="5867731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3997" name="TextBox 51">
              <a:extLst>
                <a:ext uri="{FF2B5EF4-FFF2-40B4-BE49-F238E27FC236}">
                  <a16:creationId xmlns:a16="http://schemas.microsoft.com/office/drawing/2014/main" id="{264B8445-EFC5-4BCD-8DAF-FEBCB4DDA6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9028" y="5486655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grpSp>
          <p:nvGrpSpPr>
            <p:cNvPr id="423998" name="Group 4">
              <a:extLst>
                <a:ext uri="{FF2B5EF4-FFF2-40B4-BE49-F238E27FC236}">
                  <a16:creationId xmlns:a16="http://schemas.microsoft.com/office/drawing/2014/main" id="{9F22F699-06E5-4A61-B19B-B07507EF7A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62243" y="1638205"/>
              <a:ext cx="3228751" cy="750888"/>
              <a:chOff x="5768352" y="3768775"/>
              <a:chExt cx="3229577" cy="750332"/>
            </a:xfrm>
          </p:grpSpPr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7B5A12D0-84D9-9B4E-95A3-D92079E110A3}"/>
                  </a:ext>
                </a:extLst>
              </p:cNvPr>
              <p:cNvCxnSpPr/>
              <p:nvPr/>
            </p:nvCxnSpPr>
            <p:spPr>
              <a:xfrm flipV="1">
                <a:off x="5768098" y="4206085"/>
                <a:ext cx="1980137" cy="15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277B3341-DDB2-F245-8A39-F190CBB117AA}"/>
                  </a:ext>
                </a:extLst>
              </p:cNvPr>
              <p:cNvCxnSpPr/>
              <p:nvPr/>
            </p:nvCxnSpPr>
            <p:spPr>
              <a:xfrm>
                <a:off x="7749823" y="4064873"/>
                <a:ext cx="565300" cy="1586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4153472C-2D5C-D044-8E58-48605F49FBCD}"/>
                  </a:ext>
                </a:extLst>
              </p:cNvPr>
              <p:cNvCxnSpPr/>
              <p:nvPr/>
            </p:nvCxnSpPr>
            <p:spPr>
              <a:xfrm>
                <a:off x="7745059" y="4345710"/>
                <a:ext cx="565300" cy="15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0EE7B5A9-0C6E-0A43-996B-A2D32CA6687C}"/>
                  </a:ext>
                </a:extLst>
              </p:cNvPr>
              <p:cNvCxnSpPr/>
              <p:nvPr/>
            </p:nvCxnSpPr>
            <p:spPr>
              <a:xfrm flipH="1" flipV="1">
                <a:off x="7749823" y="4061700"/>
                <a:ext cx="3176" cy="28401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4027" name="TextBox 93">
                <a:extLst>
                  <a:ext uri="{FF2B5EF4-FFF2-40B4-BE49-F238E27FC236}">
                    <a16:creationId xmlns:a16="http://schemas.microsoft.com/office/drawing/2014/main" id="{5D4DC5C7-A990-4293-8532-069ED5E9E4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76877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24028" name="TextBox 6">
                <a:extLst>
                  <a:ext uri="{FF2B5EF4-FFF2-40B4-BE49-F238E27FC236}">
                    <a16:creationId xmlns:a16="http://schemas.microsoft.com/office/drawing/2014/main" id="{48FD2FD5-B0E4-4A5E-8E9E-656877CC521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149775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4029" name="Freeform 48">
                <a:extLst>
                  <a:ext uri="{FF2B5EF4-FFF2-40B4-BE49-F238E27FC236}">
                    <a16:creationId xmlns:a16="http://schemas.microsoft.com/office/drawing/2014/main" id="{27C69769-89A1-42A0-9BC8-09EAD1C2D23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08850" y="4183965"/>
                <a:ext cx="77241" cy="73098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23999" name="Group 88">
              <a:extLst>
                <a:ext uri="{FF2B5EF4-FFF2-40B4-BE49-F238E27FC236}">
                  <a16:creationId xmlns:a16="http://schemas.microsoft.com/office/drawing/2014/main" id="{1B1CDE55-C734-4D83-9CBB-BC1E75167E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53438" y="2428748"/>
              <a:ext cx="2803076" cy="749300"/>
              <a:chOff x="6194136" y="3853561"/>
              <a:chExt cx="2803793" cy="750332"/>
            </a:xfrm>
          </p:grpSpPr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A9766F99-FA44-F645-826D-1AD0701C82B1}"/>
                  </a:ext>
                </a:extLst>
              </p:cNvPr>
              <p:cNvCxnSpPr/>
              <p:nvPr/>
            </p:nvCxnSpPr>
            <p:spPr>
              <a:xfrm>
                <a:off x="6194803" y="4204544"/>
                <a:ext cx="1565690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0BA4A64E-B708-5042-A581-07DF090D5572}"/>
                  </a:ext>
                </a:extLst>
              </p:cNvPr>
              <p:cNvCxnSpPr/>
              <p:nvPr/>
            </p:nvCxnSpPr>
            <p:spPr>
              <a:xfrm>
                <a:off x="7744614" y="4064622"/>
                <a:ext cx="565300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Straight Connector 99">
                <a:extLst>
                  <a:ext uri="{FF2B5EF4-FFF2-40B4-BE49-F238E27FC236}">
                    <a16:creationId xmlns:a16="http://schemas.microsoft.com/office/drawing/2014/main" id="{D805F777-B491-FC48-9B5E-37D833A03945}"/>
                  </a:ext>
                </a:extLst>
              </p:cNvPr>
              <p:cNvCxnSpPr/>
              <p:nvPr/>
            </p:nvCxnSpPr>
            <p:spPr>
              <a:xfrm>
                <a:off x="7739851" y="4339695"/>
                <a:ext cx="565300" cy="15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4DC3D97E-BAE4-A84F-A548-EED70010B4BF}"/>
                  </a:ext>
                </a:extLst>
              </p:cNvPr>
              <p:cNvCxnSpPr/>
              <p:nvPr/>
            </p:nvCxnSpPr>
            <p:spPr>
              <a:xfrm flipH="1" flipV="1">
                <a:off x="7749378" y="4056672"/>
                <a:ext cx="3176" cy="284614"/>
              </a:xfrm>
              <a:prstGeom prst="line">
                <a:avLst/>
              </a:prstGeom>
              <a:solidFill>
                <a:srgbClr val="00B050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4020" name="TextBox 93">
                <a:extLst>
                  <a:ext uri="{FF2B5EF4-FFF2-40B4-BE49-F238E27FC236}">
                    <a16:creationId xmlns:a16="http://schemas.microsoft.com/office/drawing/2014/main" id="{92733134-7DC7-44F4-9ADF-EF5AEF6596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853561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24021" name="TextBox 6">
                <a:extLst>
                  <a:ext uri="{FF2B5EF4-FFF2-40B4-BE49-F238E27FC236}">
                    <a16:creationId xmlns:a16="http://schemas.microsoft.com/office/drawing/2014/main" id="{70E65E86-947A-4498-98A9-5AAC178B4D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234561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4022" name="Freeform 48">
                <a:extLst>
                  <a:ext uri="{FF2B5EF4-FFF2-40B4-BE49-F238E27FC236}">
                    <a16:creationId xmlns:a16="http://schemas.microsoft.com/office/drawing/2014/main" id="{4D0C2864-CE7E-42ED-82FE-D54F881044A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08850" y="4178383"/>
                <a:ext cx="77241" cy="73253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24000" name="Group 8">
              <a:extLst>
                <a:ext uri="{FF2B5EF4-FFF2-40B4-BE49-F238E27FC236}">
                  <a16:creationId xmlns:a16="http://schemas.microsoft.com/office/drawing/2014/main" id="{4DACB2E9-605D-45A9-A2EA-89017848D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8227" y="3282987"/>
              <a:ext cx="1863862" cy="914400"/>
              <a:chOff x="7168853" y="823310"/>
              <a:chExt cx="1863684" cy="915796"/>
            </a:xfrm>
          </p:grpSpPr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F9AC21CF-6BC2-0247-903E-AACA48C5BC47}"/>
                  </a:ext>
                </a:extLst>
              </p:cNvPr>
              <p:cNvCxnSpPr/>
              <p:nvPr/>
            </p:nvCxnSpPr>
            <p:spPr>
              <a:xfrm flipV="1">
                <a:off x="7169302" y="1288857"/>
                <a:ext cx="1122265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7A281C43-AB59-084C-AAF9-C8802AB2EE52}"/>
                  </a:ext>
                </a:extLst>
              </p:cNvPr>
              <p:cNvCxnSpPr/>
              <p:nvPr/>
            </p:nvCxnSpPr>
            <p:spPr>
              <a:xfrm>
                <a:off x="7750277" y="1024875"/>
                <a:ext cx="565101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EEB040CA-714E-3646-B673-DEA13F53C2AD}"/>
                  </a:ext>
                </a:extLst>
              </p:cNvPr>
              <p:cNvCxnSpPr/>
              <p:nvPr/>
            </p:nvCxnSpPr>
            <p:spPr>
              <a:xfrm>
                <a:off x="7745514" y="1521034"/>
                <a:ext cx="565101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Straight Connector 108">
                <a:extLst>
                  <a:ext uri="{FF2B5EF4-FFF2-40B4-BE49-F238E27FC236}">
                    <a16:creationId xmlns:a16="http://schemas.microsoft.com/office/drawing/2014/main" id="{2820907F-A249-5C46-84A6-0D4C2BEF2A28}"/>
                  </a:ext>
                </a:extLst>
              </p:cNvPr>
              <p:cNvCxnSpPr/>
              <p:nvPr/>
            </p:nvCxnSpPr>
            <p:spPr>
              <a:xfrm flipH="1" flipV="1">
                <a:off x="7745514" y="1018514"/>
                <a:ext cx="3175" cy="505701"/>
              </a:xfrm>
              <a:prstGeom prst="line">
                <a:avLst/>
              </a:prstGeom>
              <a:solidFill>
                <a:srgbClr val="00B050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4012" name="TextBox 101">
                <a:extLst>
                  <a:ext uri="{FF2B5EF4-FFF2-40B4-BE49-F238E27FC236}">
                    <a16:creationId xmlns:a16="http://schemas.microsoft.com/office/drawing/2014/main" id="{A9342EA4-AEAA-4B54-87D3-7736EE4D66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0792" y="108674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24013" name="TextBox 6">
                <a:extLst>
                  <a:ext uri="{FF2B5EF4-FFF2-40B4-BE49-F238E27FC236}">
                    <a16:creationId xmlns:a16="http://schemas.microsoft.com/office/drawing/2014/main" id="{409BEEA3-689B-495A-BBA4-BF8457356B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16032" y="823310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4014" name="Freeform 48">
                <a:extLst>
                  <a:ext uri="{FF2B5EF4-FFF2-40B4-BE49-F238E27FC236}">
                    <a16:creationId xmlns:a16="http://schemas.microsoft.com/office/drawing/2014/main" id="{94B1D453-6073-427C-A601-E2D972C1130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10106" y="1261218"/>
                <a:ext cx="73145" cy="73264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4015" name="TextBox 107">
                <a:extLst>
                  <a:ext uri="{FF2B5EF4-FFF2-40B4-BE49-F238E27FC236}">
                    <a16:creationId xmlns:a16="http://schemas.microsoft.com/office/drawing/2014/main" id="{45D796D5-46D5-47A8-B9AC-EC8FEFE4623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96438" y="1369774"/>
                <a:ext cx="736099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Done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sp>
          <p:nvSpPr>
            <p:cNvPr id="424001" name="Freeform 48">
              <a:extLst>
                <a:ext uri="{FF2B5EF4-FFF2-40B4-BE49-F238E27FC236}">
                  <a16:creationId xmlns:a16="http://schemas.microsoft.com/office/drawing/2014/main" id="{ACD7614D-B4D4-4D41-94E9-ACBA50F00A7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232937" y="2733668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4002" name="Freeform 48">
              <a:extLst>
                <a:ext uri="{FF2B5EF4-FFF2-40B4-BE49-F238E27FC236}">
                  <a16:creationId xmlns:a16="http://schemas.microsoft.com/office/drawing/2014/main" id="{E6F6836D-A4D2-469D-A4B8-18C5374F6C6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823362" y="2047868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4003" name="TextBox 51">
              <a:extLst>
                <a:ext uri="{FF2B5EF4-FFF2-40B4-BE49-F238E27FC236}">
                  <a16:creationId xmlns:a16="http://schemas.microsoft.com/office/drawing/2014/main" id="{13A454B1-A5BC-4442-B43C-AFC4E7FEBF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4300" y="162108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4004" name="TextBox 51">
              <a:extLst>
                <a:ext uri="{FF2B5EF4-FFF2-40B4-BE49-F238E27FC236}">
                  <a16:creationId xmlns:a16="http://schemas.microsoft.com/office/drawing/2014/main" id="{F5F0532D-D562-4847-ADAE-F22390C14C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2587" y="238993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24005" name="TextBox 51">
              <a:extLst>
                <a:ext uri="{FF2B5EF4-FFF2-40B4-BE49-F238E27FC236}">
                  <a16:creationId xmlns:a16="http://schemas.microsoft.com/office/drawing/2014/main" id="{48245EE3-74D4-4159-9B6C-510ADD1B89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0875" y="333344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4006" name="Freeform 45">
              <a:extLst>
                <a:ext uri="{FF2B5EF4-FFF2-40B4-BE49-F238E27FC236}">
                  <a16:creationId xmlns:a16="http://schemas.microsoft.com/office/drawing/2014/main" id="{EAF17146-8FDB-4F78-9783-4A88484B6CA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852089" y="2959411"/>
              <a:ext cx="4372447" cy="3609986"/>
            </a:xfrm>
            <a:custGeom>
              <a:avLst/>
              <a:gdLst>
                <a:gd name="T0" fmla="*/ 1541469344 w 10704"/>
                <a:gd name="T1" fmla="*/ 86678321 h 150349"/>
                <a:gd name="T2" fmla="*/ 1782751296 w 10704"/>
                <a:gd name="T3" fmla="*/ 86601655 h 150349"/>
                <a:gd name="T4" fmla="*/ 1786088637 w 10704"/>
                <a:gd name="T5" fmla="*/ 0 h 150349"/>
                <a:gd name="T6" fmla="*/ 3337340 w 10704"/>
                <a:gd name="T7" fmla="*/ 37481 h 150349"/>
                <a:gd name="T8" fmla="*/ 0 w 10704"/>
                <a:gd name="T9" fmla="*/ 12108528 h 150349"/>
                <a:gd name="T10" fmla="*/ 164025176 w 10704"/>
                <a:gd name="T11" fmla="*/ 12104494 h 1503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04" h="150349">
                  <a:moveTo>
                    <a:pt x="9238" y="150349"/>
                  </a:moveTo>
                  <a:lnTo>
                    <a:pt x="10684" y="150216"/>
                  </a:lnTo>
                  <a:cubicBezTo>
                    <a:pt x="10716" y="100026"/>
                    <a:pt x="10672" y="50190"/>
                    <a:pt x="10704" y="0"/>
                  </a:cubicBez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983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4007" name="Freeform 48">
              <a:extLst>
                <a:ext uri="{FF2B5EF4-FFF2-40B4-BE49-F238E27FC236}">
                  <a16:creationId xmlns:a16="http://schemas.microsoft.com/office/drawing/2014/main" id="{5B4E7500-343C-4718-9116-E35F22B6A5D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186470" y="3716834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423939" name="Group 115">
            <a:extLst>
              <a:ext uri="{FF2B5EF4-FFF2-40B4-BE49-F238E27FC236}">
                <a16:creationId xmlns:a16="http://schemas.microsoft.com/office/drawing/2014/main" id="{E092273C-0E23-4387-8981-86472DA3C942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58763" y="1071563"/>
            <a:ext cx="3546475" cy="1455737"/>
            <a:chOff x="27330" y="2051709"/>
            <a:chExt cx="2697218" cy="1108075"/>
          </a:xfrm>
        </p:grpSpPr>
        <p:pic>
          <p:nvPicPr>
            <p:cNvPr id="423940" name="Picture 119">
              <a:extLst>
                <a:ext uri="{FF2B5EF4-FFF2-40B4-BE49-F238E27FC236}">
                  <a16:creationId xmlns:a16="http://schemas.microsoft.com/office/drawing/2014/main" id="{6456DFEF-E3FE-4000-8AC5-BD63F96400B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330" y="2145256"/>
              <a:ext cx="2697218" cy="92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423941" name="Straight Connector 120">
              <a:extLst>
                <a:ext uri="{FF2B5EF4-FFF2-40B4-BE49-F238E27FC236}">
                  <a16:creationId xmlns:a16="http://schemas.microsoft.com/office/drawing/2014/main" id="{3A9AFED6-92E1-4FA3-99BE-E5F8E230128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57402" y="2051709"/>
              <a:ext cx="7937" cy="1108075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4961" name="Title 1">
            <a:extLst>
              <a:ext uri="{FF2B5EF4-FFF2-40B4-BE49-F238E27FC236}">
                <a16:creationId xmlns:a16="http://schemas.microsoft.com/office/drawing/2014/main" id="{64030EE7-A186-4F65-9DC0-13867AADAACF}"/>
              </a:ext>
            </a:extLst>
          </p:cNvPr>
          <p:cNvSpPr txBox="1">
            <a:spLocks/>
          </p:cNvSpPr>
          <p:nvPr/>
        </p:nvSpPr>
        <p:spPr bwMode="auto">
          <a:xfrm>
            <a:off x="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How Does It Work?</a:t>
            </a:r>
          </a:p>
        </p:txBody>
      </p:sp>
      <p:grpSp>
        <p:nvGrpSpPr>
          <p:cNvPr id="424962" name="Group 3">
            <a:extLst>
              <a:ext uri="{FF2B5EF4-FFF2-40B4-BE49-F238E27FC236}">
                <a16:creationId xmlns:a16="http://schemas.microsoft.com/office/drawing/2014/main" id="{A9D0B32C-AF11-407A-9E99-A10F257D2134}"/>
              </a:ext>
            </a:extLst>
          </p:cNvPr>
          <p:cNvGrpSpPr>
            <a:grpSpLocks/>
          </p:cNvGrpSpPr>
          <p:nvPr/>
        </p:nvGrpSpPr>
        <p:grpSpPr bwMode="auto">
          <a:xfrm>
            <a:off x="93663" y="1319213"/>
            <a:ext cx="8997950" cy="5249862"/>
            <a:chOff x="92960" y="1318445"/>
            <a:chExt cx="8998034" cy="5250952"/>
          </a:xfrm>
        </p:grpSpPr>
        <p:sp>
          <p:nvSpPr>
            <p:cNvPr id="424966" name="TextBox 51">
              <a:extLst>
                <a:ext uri="{FF2B5EF4-FFF2-40B4-BE49-F238E27FC236}">
                  <a16:creationId xmlns:a16="http://schemas.microsoft.com/office/drawing/2014/main" id="{5DE64C9C-6100-4A31-AE92-A313F87CB2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3160" y="5486655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4967" name="Line 14">
              <a:extLst>
                <a:ext uri="{FF2B5EF4-FFF2-40B4-BE49-F238E27FC236}">
                  <a16:creationId xmlns:a16="http://schemas.microsoft.com/office/drawing/2014/main" id="{8F622434-2685-43FA-937C-011C044C8C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9416" y="5920630"/>
              <a:ext cx="10703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4968" name="Line 14">
              <a:extLst>
                <a:ext uri="{FF2B5EF4-FFF2-40B4-BE49-F238E27FC236}">
                  <a16:creationId xmlns:a16="http://schemas.microsoft.com/office/drawing/2014/main" id="{4C8B9002-67BB-4C4A-B74F-6B87765B9C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50" y="5937564"/>
              <a:ext cx="14246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4969" name="Rectangle 7">
              <a:extLst>
                <a:ext uri="{FF2B5EF4-FFF2-40B4-BE49-F238E27FC236}">
                  <a16:creationId xmlns:a16="http://schemas.microsoft.com/office/drawing/2014/main" id="{F74DBBEF-CFB8-4250-83FD-B1DA8B56A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7960" y="5073446"/>
              <a:ext cx="1806575" cy="10302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970" name="Freeform 8">
              <a:extLst>
                <a:ext uri="{FF2B5EF4-FFF2-40B4-BE49-F238E27FC236}">
                  <a16:creationId xmlns:a16="http://schemas.microsoft.com/office/drawing/2014/main" id="{B8354C0B-0048-4E05-85D4-FFDD269B4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960" y="5302046"/>
              <a:ext cx="158750" cy="160338"/>
            </a:xfrm>
            <a:custGeom>
              <a:avLst/>
              <a:gdLst>
                <a:gd name="T0" fmla="*/ 0 w 202"/>
                <a:gd name="T1" fmla="*/ 630239 h 202"/>
                <a:gd name="T2" fmla="*/ 0 w 202"/>
                <a:gd name="T3" fmla="*/ 630239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4971" name="Rectangle 10">
              <a:extLst>
                <a:ext uri="{FF2B5EF4-FFF2-40B4-BE49-F238E27FC236}">
                  <a16:creationId xmlns:a16="http://schemas.microsoft.com/office/drawing/2014/main" id="{164F64C8-5A87-4DDB-BF4C-9546A6137A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4323" y="5765596"/>
              <a:ext cx="65723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clear_n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972" name="Rectangle 11">
              <a:extLst>
                <a:ext uri="{FF2B5EF4-FFF2-40B4-BE49-F238E27FC236}">
                  <a16:creationId xmlns:a16="http://schemas.microsoft.com/office/drawing/2014/main" id="{26839DDC-7954-4AC5-8240-B98D7307E5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1010" y="5465559"/>
              <a:ext cx="1331912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2-bit up-counter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973" name="Line 14">
              <a:extLst>
                <a:ext uri="{FF2B5EF4-FFF2-40B4-BE49-F238E27FC236}">
                  <a16:creationId xmlns:a16="http://schemas.microsoft.com/office/drawing/2014/main" id="{A4E25416-5D24-4EA3-8682-EF234F7B95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48" y="5396934"/>
              <a:ext cx="4202381" cy="39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4974" name="Rectangle 17">
              <a:extLst>
                <a:ext uri="{FF2B5EF4-FFF2-40B4-BE49-F238E27FC236}">
                  <a16:creationId xmlns:a16="http://schemas.microsoft.com/office/drawing/2014/main" id="{43C523BA-B1AC-40FD-AC56-8767A5EBA1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895" y="5791514"/>
              <a:ext cx="166712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975" name="Rectangle 18">
              <a:extLst>
                <a:ext uri="{FF2B5EF4-FFF2-40B4-BE49-F238E27FC236}">
                  <a16:creationId xmlns:a16="http://schemas.microsoft.com/office/drawing/2014/main" id="{210BA91A-A55B-4136-A273-3F7613128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7935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976" name="Rectangle 19">
              <a:extLst>
                <a:ext uri="{FF2B5EF4-FFF2-40B4-BE49-F238E27FC236}">
                  <a16:creationId xmlns:a16="http://schemas.microsoft.com/office/drawing/2014/main" id="{AD2C32F8-7545-45BA-ABC3-9928ECBD6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6560" y="3084309"/>
              <a:ext cx="1806575" cy="107473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977" name="Rectangle 20">
              <a:extLst>
                <a:ext uri="{FF2B5EF4-FFF2-40B4-BE49-F238E27FC236}">
                  <a16:creationId xmlns:a16="http://schemas.microsoft.com/office/drawing/2014/main" id="{642D96EE-BF5D-4034-8B6B-1054B437FE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2398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978" name="Line 21">
              <a:extLst>
                <a:ext uri="{FF2B5EF4-FFF2-40B4-BE49-F238E27FC236}">
                  <a16:creationId xmlns:a16="http://schemas.microsoft.com/office/drawing/2014/main" id="{ABBDDFD5-212D-4CF4-BA0F-5F827AD9BC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473545" y="1898087"/>
              <a:ext cx="2103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4979" name="Line 22">
              <a:extLst>
                <a:ext uri="{FF2B5EF4-FFF2-40B4-BE49-F238E27FC236}">
                  <a16:creationId xmlns:a16="http://schemas.microsoft.com/office/drawing/2014/main" id="{96AADE3A-8650-4965-A648-D0B5AE97BB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20235" y="1895799"/>
              <a:ext cx="3168" cy="11885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4980" name="Rectangle 23">
              <a:extLst>
                <a:ext uri="{FF2B5EF4-FFF2-40B4-BE49-F238E27FC236}">
                  <a16:creationId xmlns:a16="http://schemas.microsoft.com/office/drawing/2014/main" id="{25CEBA10-6CF2-4613-9542-B8AA898104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9598" y="3843134"/>
              <a:ext cx="2276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En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981" name="Rectangle 24">
              <a:extLst>
                <a:ext uri="{FF2B5EF4-FFF2-40B4-BE49-F238E27FC236}">
                  <a16:creationId xmlns:a16="http://schemas.microsoft.com/office/drawing/2014/main" id="{C45AAD48-67E6-4A52-B553-E3C061956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7860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982" name="Rectangle 25">
              <a:extLst>
                <a:ext uri="{FF2B5EF4-FFF2-40B4-BE49-F238E27FC236}">
                  <a16:creationId xmlns:a16="http://schemas.microsoft.com/office/drawing/2014/main" id="{374DE426-D51C-4CE5-8FB3-579CD48AD5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6285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983" name="Rectangle 26">
              <a:extLst>
                <a:ext uri="{FF2B5EF4-FFF2-40B4-BE49-F238E27FC236}">
                  <a16:creationId xmlns:a16="http://schemas.microsoft.com/office/drawing/2014/main" id="{8BF226A8-E057-401B-AC33-956537A1E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2148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984" name="Rectangle 27">
              <a:extLst>
                <a:ext uri="{FF2B5EF4-FFF2-40B4-BE49-F238E27FC236}">
                  <a16:creationId xmlns:a16="http://schemas.microsoft.com/office/drawing/2014/main" id="{52CAF85D-B66F-4188-8F05-F879C70B25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6610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985" name="Rectangle 28">
              <a:extLst>
                <a:ext uri="{FF2B5EF4-FFF2-40B4-BE49-F238E27FC236}">
                  <a16:creationId xmlns:a16="http://schemas.microsoft.com/office/drawing/2014/main" id="{581AA86D-828B-4139-99EE-648F948014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79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986" name="Rectangle 29">
              <a:extLst>
                <a:ext uri="{FF2B5EF4-FFF2-40B4-BE49-F238E27FC236}">
                  <a16:creationId xmlns:a16="http://schemas.microsoft.com/office/drawing/2014/main" id="{CB3E63DE-761D-4CAD-B9BD-58D102B17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522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987" name="Rectangle 30">
              <a:extLst>
                <a:ext uri="{FF2B5EF4-FFF2-40B4-BE49-F238E27FC236}">
                  <a16:creationId xmlns:a16="http://schemas.microsoft.com/office/drawing/2014/main" id="{A13C347C-587C-4C0E-935F-4A75924C3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3035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988" name="Rectangle 31">
              <a:extLst>
                <a:ext uri="{FF2B5EF4-FFF2-40B4-BE49-F238E27FC236}">
                  <a16:creationId xmlns:a16="http://schemas.microsoft.com/office/drawing/2014/main" id="{A7FDCA1D-EEB2-42E4-B29C-F93A22B89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3048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989" name="Rectangle 32">
              <a:extLst>
                <a:ext uri="{FF2B5EF4-FFF2-40B4-BE49-F238E27FC236}">
                  <a16:creationId xmlns:a16="http://schemas.microsoft.com/office/drawing/2014/main" id="{6BFF2E48-2B5B-4A9C-B110-8A2564008A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974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990" name="Line 33">
              <a:extLst>
                <a:ext uri="{FF2B5EF4-FFF2-40B4-BE49-F238E27FC236}">
                  <a16:creationId xmlns:a16="http://schemas.microsoft.com/office/drawing/2014/main" id="{45685902-9D51-40E8-8692-FA7EE9B214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66219" y="1895799"/>
              <a:ext cx="1583" cy="11885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4991" name="Line 34">
              <a:extLst>
                <a:ext uri="{FF2B5EF4-FFF2-40B4-BE49-F238E27FC236}">
                  <a16:creationId xmlns:a16="http://schemas.microsoft.com/office/drawing/2014/main" id="{8ECA92A7-F2CD-4B9D-BBB2-20373731F2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862119" y="1898087"/>
              <a:ext cx="2465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4992" name="Rectangle 37">
              <a:extLst>
                <a:ext uri="{FF2B5EF4-FFF2-40B4-BE49-F238E27FC236}">
                  <a16:creationId xmlns:a16="http://schemas.microsoft.com/office/drawing/2014/main" id="{8E65A345-1EA1-4C53-A2D5-FF610A2687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817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993" name="Rectangle 38">
              <a:extLst>
                <a:ext uri="{FF2B5EF4-FFF2-40B4-BE49-F238E27FC236}">
                  <a16:creationId xmlns:a16="http://schemas.microsoft.com/office/drawing/2014/main" id="{5C9DB5BC-BDE3-4630-AFFA-80755AAFF7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1510" y="4657521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994" name="Rectangle 45">
              <a:extLst>
                <a:ext uri="{FF2B5EF4-FFF2-40B4-BE49-F238E27FC236}">
                  <a16:creationId xmlns:a16="http://schemas.microsoft.com/office/drawing/2014/main" id="{BFD175AB-F5A1-47A2-B369-9EF56972FE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6123" y="3519284"/>
              <a:ext cx="11938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2-to-4 decoder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995" name="Rectangle 46">
              <a:extLst>
                <a:ext uri="{FF2B5EF4-FFF2-40B4-BE49-F238E27FC236}">
                  <a16:creationId xmlns:a16="http://schemas.microsoft.com/office/drawing/2014/main" id="{20892845-6B71-4FF2-9DCD-595B031B10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3735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996" name="Rectangle 47">
              <a:extLst>
                <a:ext uri="{FF2B5EF4-FFF2-40B4-BE49-F238E27FC236}">
                  <a16:creationId xmlns:a16="http://schemas.microsoft.com/office/drawing/2014/main" id="{219B30C9-3DE3-4656-A6C4-B4738CC268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0898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997" name="Rectangle 48">
              <a:extLst>
                <a:ext uri="{FF2B5EF4-FFF2-40B4-BE49-F238E27FC236}">
                  <a16:creationId xmlns:a16="http://schemas.microsoft.com/office/drawing/2014/main" id="{D4BB4E23-FDD8-4257-A649-DA288BDA4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8410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998" name="Rectangle 49">
              <a:extLst>
                <a:ext uri="{FF2B5EF4-FFF2-40B4-BE49-F238E27FC236}">
                  <a16:creationId xmlns:a16="http://schemas.microsoft.com/office/drawing/2014/main" id="{5A25739B-44E7-486B-B2FA-26CED98D35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5573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999" name="Rectangle 50">
              <a:extLst>
                <a:ext uri="{FF2B5EF4-FFF2-40B4-BE49-F238E27FC236}">
                  <a16:creationId xmlns:a16="http://schemas.microsoft.com/office/drawing/2014/main" id="{F687626F-1C61-4567-9978-D9D70711F9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60" y="5214195"/>
              <a:ext cx="55143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Clock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cxnSp>
          <p:nvCxnSpPr>
            <p:cNvPr id="425000" name="Straight Arrow Connector 2">
              <a:extLst>
                <a:ext uri="{FF2B5EF4-FFF2-40B4-BE49-F238E27FC236}">
                  <a16:creationId xmlns:a16="http://schemas.microsoft.com/office/drawing/2014/main" id="{961CAB59-7F47-4CA4-B208-B9CC52DCC5B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109145" y="4165226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5001" name="Straight Arrow Connector 52">
              <a:extLst>
                <a:ext uri="{FF2B5EF4-FFF2-40B4-BE49-F238E27FC236}">
                  <a16:creationId xmlns:a16="http://schemas.microsoft.com/office/drawing/2014/main" id="{730770D7-043C-46D0-B6DC-BEF38DEC1E3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38675" y="4169345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5002" name="Straight Arrow Connector 53">
              <a:extLst>
                <a:ext uri="{FF2B5EF4-FFF2-40B4-BE49-F238E27FC236}">
                  <a16:creationId xmlns:a16="http://schemas.microsoft.com/office/drawing/2014/main" id="{7EF8CE5C-22C6-426C-AA98-BFEB1348C9C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706475" y="4171404"/>
              <a:ext cx="0" cy="423475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25003" name="Freeform 5">
              <a:extLst>
                <a:ext uri="{FF2B5EF4-FFF2-40B4-BE49-F238E27FC236}">
                  <a16:creationId xmlns:a16="http://schemas.microsoft.com/office/drawing/2014/main" id="{37A6E380-DD39-4493-9EA7-77A792B0D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005" y="5772396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5004" name="Freeform 7">
              <a:extLst>
                <a:ext uri="{FF2B5EF4-FFF2-40B4-BE49-F238E27FC236}">
                  <a16:creationId xmlns:a16="http://schemas.microsoft.com/office/drawing/2014/main" id="{38C938BA-E4AB-45AA-B625-4384D868C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900" y="5884665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5005" name="TextBox 7">
              <a:extLst>
                <a:ext uri="{FF2B5EF4-FFF2-40B4-BE49-F238E27FC236}">
                  <a16:creationId xmlns:a16="http://schemas.microsoft.com/office/drawing/2014/main" id="{3C018F78-BC9B-46F7-8E09-3CBD9F2BAD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8312" y="4594022"/>
              <a:ext cx="874713" cy="461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5006" name="TextBox 7">
              <a:extLst>
                <a:ext uri="{FF2B5EF4-FFF2-40B4-BE49-F238E27FC236}">
                  <a16:creationId xmlns:a16="http://schemas.microsoft.com/office/drawing/2014/main" id="{5341FC0B-99EE-419D-952D-1169144780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8566" y="1318445"/>
              <a:ext cx="199797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5007" name="TextBox 51">
              <a:extLst>
                <a:ext uri="{FF2B5EF4-FFF2-40B4-BE49-F238E27FC236}">
                  <a16:creationId xmlns:a16="http://schemas.microsoft.com/office/drawing/2014/main" id="{809570F1-86BC-449A-8A51-9FF8526E28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4287" y="541396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5008" name="AutoShape 57">
              <a:extLst>
                <a:ext uri="{FF2B5EF4-FFF2-40B4-BE49-F238E27FC236}">
                  <a16:creationId xmlns:a16="http://schemas.microsoft.com/office/drawing/2014/main" id="{B8714FEA-7908-4DCE-9069-96BF096FB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501" y="5556352"/>
              <a:ext cx="554038" cy="47148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grpSp>
          <p:nvGrpSpPr>
            <p:cNvPr id="425009" name="Group 66">
              <a:extLst>
                <a:ext uri="{FF2B5EF4-FFF2-40B4-BE49-F238E27FC236}">
                  <a16:creationId xmlns:a16="http://schemas.microsoft.com/office/drawing/2014/main" id="{94EF2E13-E23E-44F1-8545-F30C7BCBD4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24676" y="5661598"/>
              <a:ext cx="636587" cy="501650"/>
              <a:chOff x="4164013" y="5505902"/>
              <a:chExt cx="636587" cy="501650"/>
            </a:xfrm>
          </p:grpSpPr>
          <p:sp>
            <p:nvSpPr>
              <p:cNvPr id="425054" name="Freeform 86">
                <a:extLst>
                  <a:ext uri="{FF2B5EF4-FFF2-40B4-BE49-F238E27FC236}">
                    <a16:creationId xmlns:a16="http://schemas.microsoft.com/office/drawing/2014/main" id="{ED0E53CB-CA7B-4AE3-84A4-D990FF636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505902"/>
                <a:ext cx="630237" cy="249237"/>
              </a:xfrm>
              <a:custGeom>
                <a:avLst/>
                <a:gdLst>
                  <a:gd name="T0" fmla="*/ 2147483646 w 794"/>
                  <a:gd name="T1" fmla="*/ 0 h 315"/>
                  <a:gd name="T2" fmla="*/ 2147483646 w 794"/>
                  <a:gd name="T3" fmla="*/ 0 h 315"/>
                  <a:gd name="T4" fmla="*/ 2147483646 w 794"/>
                  <a:gd name="T5" fmla="*/ 0 h 315"/>
                  <a:gd name="T6" fmla="*/ 2147483646 w 794"/>
                  <a:gd name="T7" fmla="*/ 0 h 315"/>
                  <a:gd name="T8" fmla="*/ 2147483646 w 794"/>
                  <a:gd name="T9" fmla="*/ 0 h 315"/>
                  <a:gd name="T10" fmla="*/ 2147483646 w 794"/>
                  <a:gd name="T11" fmla="*/ 0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0"/>
                    </a:moveTo>
                    <a:lnTo>
                      <a:pt x="31" y="0"/>
                    </a:lnTo>
                    <a:lnTo>
                      <a:pt x="60" y="0"/>
                    </a:lnTo>
                    <a:lnTo>
                      <a:pt x="86" y="0"/>
                    </a:lnTo>
                    <a:lnTo>
                      <a:pt x="110" y="0"/>
                    </a:lnTo>
                    <a:lnTo>
                      <a:pt x="134" y="0"/>
                    </a:lnTo>
                    <a:lnTo>
                      <a:pt x="155" y="0"/>
                    </a:lnTo>
                    <a:lnTo>
                      <a:pt x="175" y="0"/>
                    </a:lnTo>
                    <a:lnTo>
                      <a:pt x="194" y="0"/>
                    </a:lnTo>
                    <a:lnTo>
                      <a:pt x="211" y="0"/>
                    </a:lnTo>
                    <a:lnTo>
                      <a:pt x="227" y="0"/>
                    </a:lnTo>
                    <a:lnTo>
                      <a:pt x="240" y="0"/>
                    </a:lnTo>
                    <a:lnTo>
                      <a:pt x="254" y="0"/>
                    </a:lnTo>
                    <a:lnTo>
                      <a:pt x="265" y="0"/>
                    </a:lnTo>
                    <a:lnTo>
                      <a:pt x="276" y="0"/>
                    </a:lnTo>
                    <a:lnTo>
                      <a:pt x="287" y="0"/>
                    </a:lnTo>
                    <a:lnTo>
                      <a:pt x="296" y="0"/>
                    </a:lnTo>
                    <a:lnTo>
                      <a:pt x="303" y="0"/>
                    </a:lnTo>
                    <a:lnTo>
                      <a:pt x="311" y="0"/>
                    </a:lnTo>
                    <a:lnTo>
                      <a:pt x="317" y="0"/>
                    </a:lnTo>
                    <a:lnTo>
                      <a:pt x="323" y="0"/>
                    </a:lnTo>
                    <a:lnTo>
                      <a:pt x="328" y="0"/>
                    </a:lnTo>
                    <a:lnTo>
                      <a:pt x="332" y="0"/>
                    </a:lnTo>
                    <a:lnTo>
                      <a:pt x="336" y="1"/>
                    </a:lnTo>
                    <a:lnTo>
                      <a:pt x="338" y="1"/>
                    </a:lnTo>
                    <a:lnTo>
                      <a:pt x="342" y="1"/>
                    </a:lnTo>
                    <a:lnTo>
                      <a:pt x="345" y="1"/>
                    </a:lnTo>
                    <a:lnTo>
                      <a:pt x="348" y="1"/>
                    </a:lnTo>
                    <a:lnTo>
                      <a:pt x="349" y="1"/>
                    </a:lnTo>
                    <a:lnTo>
                      <a:pt x="352" y="1"/>
                    </a:lnTo>
                    <a:lnTo>
                      <a:pt x="353" y="1"/>
                    </a:lnTo>
                    <a:lnTo>
                      <a:pt x="356" y="1"/>
                    </a:lnTo>
                    <a:lnTo>
                      <a:pt x="358" y="1"/>
                    </a:lnTo>
                    <a:lnTo>
                      <a:pt x="360" y="1"/>
                    </a:lnTo>
                    <a:lnTo>
                      <a:pt x="362" y="3"/>
                    </a:lnTo>
                    <a:lnTo>
                      <a:pt x="364" y="3"/>
                    </a:lnTo>
                    <a:lnTo>
                      <a:pt x="366" y="3"/>
                    </a:lnTo>
                    <a:lnTo>
                      <a:pt x="368" y="3"/>
                    </a:lnTo>
                    <a:lnTo>
                      <a:pt x="369" y="3"/>
                    </a:lnTo>
                    <a:lnTo>
                      <a:pt x="370" y="3"/>
                    </a:lnTo>
                    <a:lnTo>
                      <a:pt x="372" y="3"/>
                    </a:lnTo>
                    <a:lnTo>
                      <a:pt x="374" y="3"/>
                    </a:lnTo>
                    <a:lnTo>
                      <a:pt x="376" y="3"/>
                    </a:lnTo>
                    <a:lnTo>
                      <a:pt x="377" y="3"/>
                    </a:lnTo>
                    <a:lnTo>
                      <a:pt x="378" y="3"/>
                    </a:lnTo>
                    <a:lnTo>
                      <a:pt x="380" y="4"/>
                    </a:lnTo>
                    <a:lnTo>
                      <a:pt x="381" y="4"/>
                    </a:lnTo>
                    <a:lnTo>
                      <a:pt x="382" y="4"/>
                    </a:lnTo>
                    <a:lnTo>
                      <a:pt x="384" y="4"/>
                    </a:lnTo>
                    <a:lnTo>
                      <a:pt x="385" y="4"/>
                    </a:lnTo>
                    <a:lnTo>
                      <a:pt x="386" y="4"/>
                    </a:lnTo>
                    <a:lnTo>
                      <a:pt x="388" y="4"/>
                    </a:lnTo>
                    <a:lnTo>
                      <a:pt x="389" y="4"/>
                    </a:lnTo>
                    <a:lnTo>
                      <a:pt x="390" y="4"/>
                    </a:lnTo>
                    <a:lnTo>
                      <a:pt x="392" y="5"/>
                    </a:lnTo>
                    <a:lnTo>
                      <a:pt x="393" y="5"/>
                    </a:lnTo>
                    <a:lnTo>
                      <a:pt x="394" y="5"/>
                    </a:lnTo>
                    <a:lnTo>
                      <a:pt x="396" y="5"/>
                    </a:lnTo>
                    <a:lnTo>
                      <a:pt x="398" y="5"/>
                    </a:lnTo>
                    <a:lnTo>
                      <a:pt x="400" y="5"/>
                    </a:lnTo>
                    <a:lnTo>
                      <a:pt x="401" y="7"/>
                    </a:lnTo>
                    <a:lnTo>
                      <a:pt x="403" y="7"/>
                    </a:lnTo>
                    <a:lnTo>
                      <a:pt x="405" y="7"/>
                    </a:lnTo>
                    <a:lnTo>
                      <a:pt x="407" y="7"/>
                    </a:lnTo>
                    <a:lnTo>
                      <a:pt x="409" y="8"/>
                    </a:lnTo>
                    <a:lnTo>
                      <a:pt x="411" y="8"/>
                    </a:lnTo>
                    <a:lnTo>
                      <a:pt x="413" y="8"/>
                    </a:lnTo>
                    <a:lnTo>
                      <a:pt x="414" y="8"/>
                    </a:lnTo>
                    <a:lnTo>
                      <a:pt x="417" y="8"/>
                    </a:lnTo>
                    <a:lnTo>
                      <a:pt x="418" y="8"/>
                    </a:lnTo>
                    <a:lnTo>
                      <a:pt x="419" y="9"/>
                    </a:lnTo>
                    <a:lnTo>
                      <a:pt x="421" y="9"/>
                    </a:lnTo>
                    <a:lnTo>
                      <a:pt x="422" y="9"/>
                    </a:lnTo>
                    <a:lnTo>
                      <a:pt x="423" y="9"/>
                    </a:lnTo>
                    <a:lnTo>
                      <a:pt x="425" y="9"/>
                    </a:lnTo>
                    <a:lnTo>
                      <a:pt x="426" y="9"/>
                    </a:lnTo>
                    <a:lnTo>
                      <a:pt x="426" y="11"/>
                    </a:lnTo>
                    <a:lnTo>
                      <a:pt x="427" y="11"/>
                    </a:lnTo>
                    <a:lnTo>
                      <a:pt x="429" y="11"/>
                    </a:lnTo>
                    <a:lnTo>
                      <a:pt x="430" y="11"/>
                    </a:lnTo>
                    <a:lnTo>
                      <a:pt x="431" y="11"/>
                    </a:lnTo>
                    <a:lnTo>
                      <a:pt x="433" y="12"/>
                    </a:lnTo>
                    <a:lnTo>
                      <a:pt x="434" y="12"/>
                    </a:lnTo>
                    <a:lnTo>
                      <a:pt x="435" y="12"/>
                    </a:lnTo>
                    <a:lnTo>
                      <a:pt x="437" y="13"/>
                    </a:lnTo>
                    <a:lnTo>
                      <a:pt x="438" y="13"/>
                    </a:lnTo>
                    <a:lnTo>
                      <a:pt x="439" y="13"/>
                    </a:lnTo>
                    <a:lnTo>
                      <a:pt x="441" y="15"/>
                    </a:lnTo>
                    <a:lnTo>
                      <a:pt x="443" y="15"/>
                    </a:lnTo>
                    <a:lnTo>
                      <a:pt x="445" y="15"/>
                    </a:lnTo>
                    <a:lnTo>
                      <a:pt x="446" y="16"/>
                    </a:lnTo>
                    <a:lnTo>
                      <a:pt x="449" y="16"/>
                    </a:lnTo>
                    <a:lnTo>
                      <a:pt x="450" y="17"/>
                    </a:lnTo>
                    <a:lnTo>
                      <a:pt x="453" y="17"/>
                    </a:lnTo>
                    <a:lnTo>
                      <a:pt x="455" y="19"/>
                    </a:lnTo>
                    <a:lnTo>
                      <a:pt x="458" y="19"/>
                    </a:lnTo>
                    <a:lnTo>
                      <a:pt x="459" y="20"/>
                    </a:lnTo>
                    <a:lnTo>
                      <a:pt x="462" y="20"/>
                    </a:lnTo>
                    <a:lnTo>
                      <a:pt x="465" y="21"/>
                    </a:lnTo>
                    <a:lnTo>
                      <a:pt x="466" y="21"/>
                    </a:lnTo>
                    <a:lnTo>
                      <a:pt x="467" y="23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4"/>
                    </a:lnTo>
                    <a:lnTo>
                      <a:pt x="474" y="24"/>
                    </a:lnTo>
                    <a:lnTo>
                      <a:pt x="475" y="25"/>
                    </a:lnTo>
                    <a:lnTo>
                      <a:pt x="476" y="25"/>
                    </a:lnTo>
                    <a:lnTo>
                      <a:pt x="478" y="25"/>
                    </a:lnTo>
                    <a:lnTo>
                      <a:pt x="479" y="27"/>
                    </a:lnTo>
                    <a:lnTo>
                      <a:pt x="480" y="27"/>
                    </a:lnTo>
                    <a:lnTo>
                      <a:pt x="482" y="27"/>
                    </a:lnTo>
                    <a:lnTo>
                      <a:pt x="482" y="28"/>
                    </a:lnTo>
                    <a:lnTo>
                      <a:pt x="483" y="28"/>
                    </a:lnTo>
                    <a:lnTo>
                      <a:pt x="484" y="29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31"/>
                    </a:lnTo>
                    <a:lnTo>
                      <a:pt x="490" y="31"/>
                    </a:lnTo>
                    <a:lnTo>
                      <a:pt x="491" y="32"/>
                    </a:lnTo>
                    <a:lnTo>
                      <a:pt x="492" y="32"/>
                    </a:lnTo>
                    <a:lnTo>
                      <a:pt x="494" y="33"/>
                    </a:lnTo>
                    <a:lnTo>
                      <a:pt x="495" y="33"/>
                    </a:lnTo>
                    <a:lnTo>
                      <a:pt x="498" y="35"/>
                    </a:lnTo>
                    <a:lnTo>
                      <a:pt x="499" y="36"/>
                    </a:lnTo>
                    <a:lnTo>
                      <a:pt x="500" y="36"/>
                    </a:lnTo>
                    <a:lnTo>
                      <a:pt x="503" y="37"/>
                    </a:lnTo>
                    <a:lnTo>
                      <a:pt x="504" y="39"/>
                    </a:lnTo>
                    <a:lnTo>
                      <a:pt x="507" y="40"/>
                    </a:lnTo>
                    <a:lnTo>
                      <a:pt x="508" y="40"/>
                    </a:lnTo>
                    <a:lnTo>
                      <a:pt x="511" y="41"/>
                    </a:lnTo>
                    <a:lnTo>
                      <a:pt x="512" y="43"/>
                    </a:lnTo>
                    <a:lnTo>
                      <a:pt x="514" y="43"/>
                    </a:lnTo>
                    <a:lnTo>
                      <a:pt x="516" y="44"/>
                    </a:lnTo>
                    <a:lnTo>
                      <a:pt x="518" y="44"/>
                    </a:lnTo>
                    <a:lnTo>
                      <a:pt x="519" y="45"/>
                    </a:lnTo>
                    <a:lnTo>
                      <a:pt x="520" y="45"/>
                    </a:lnTo>
                    <a:lnTo>
                      <a:pt x="522" y="47"/>
                    </a:lnTo>
                    <a:lnTo>
                      <a:pt x="523" y="47"/>
                    </a:lnTo>
                    <a:lnTo>
                      <a:pt x="523" y="48"/>
                    </a:lnTo>
                    <a:lnTo>
                      <a:pt x="524" y="48"/>
                    </a:lnTo>
                    <a:lnTo>
                      <a:pt x="526" y="49"/>
                    </a:lnTo>
                    <a:lnTo>
                      <a:pt x="527" y="49"/>
                    </a:lnTo>
                    <a:lnTo>
                      <a:pt x="528" y="51"/>
                    </a:lnTo>
                    <a:lnTo>
                      <a:pt x="530" y="51"/>
                    </a:lnTo>
                    <a:lnTo>
                      <a:pt x="531" y="52"/>
                    </a:lnTo>
                    <a:lnTo>
                      <a:pt x="532" y="52"/>
                    </a:lnTo>
                    <a:lnTo>
                      <a:pt x="534" y="53"/>
                    </a:lnTo>
                    <a:lnTo>
                      <a:pt x="535" y="55"/>
                    </a:lnTo>
                    <a:lnTo>
                      <a:pt x="536" y="55"/>
                    </a:lnTo>
                    <a:lnTo>
                      <a:pt x="538" y="56"/>
                    </a:lnTo>
                    <a:lnTo>
                      <a:pt x="539" y="56"/>
                    </a:lnTo>
                    <a:lnTo>
                      <a:pt x="540" y="57"/>
                    </a:lnTo>
                    <a:lnTo>
                      <a:pt x="542" y="57"/>
                    </a:lnTo>
                    <a:lnTo>
                      <a:pt x="543" y="58"/>
                    </a:lnTo>
                    <a:lnTo>
                      <a:pt x="546" y="60"/>
                    </a:lnTo>
                    <a:lnTo>
                      <a:pt x="547" y="60"/>
                    </a:lnTo>
                    <a:lnTo>
                      <a:pt x="548" y="61"/>
                    </a:lnTo>
                    <a:lnTo>
                      <a:pt x="551" y="62"/>
                    </a:lnTo>
                    <a:lnTo>
                      <a:pt x="552" y="64"/>
                    </a:lnTo>
                    <a:lnTo>
                      <a:pt x="553" y="65"/>
                    </a:lnTo>
                    <a:lnTo>
                      <a:pt x="556" y="65"/>
                    </a:lnTo>
                    <a:lnTo>
                      <a:pt x="557" y="66"/>
                    </a:lnTo>
                    <a:lnTo>
                      <a:pt x="559" y="66"/>
                    </a:lnTo>
                    <a:lnTo>
                      <a:pt x="560" y="68"/>
                    </a:lnTo>
                    <a:lnTo>
                      <a:pt x="561" y="69"/>
                    </a:lnTo>
                    <a:lnTo>
                      <a:pt x="563" y="69"/>
                    </a:lnTo>
                    <a:lnTo>
                      <a:pt x="564" y="70"/>
                    </a:lnTo>
                    <a:lnTo>
                      <a:pt x="565" y="70"/>
                    </a:lnTo>
                    <a:lnTo>
                      <a:pt x="567" y="72"/>
                    </a:lnTo>
                    <a:lnTo>
                      <a:pt x="568" y="73"/>
                    </a:lnTo>
                    <a:lnTo>
                      <a:pt x="569" y="73"/>
                    </a:lnTo>
                    <a:lnTo>
                      <a:pt x="571" y="74"/>
                    </a:lnTo>
                    <a:lnTo>
                      <a:pt x="572" y="74"/>
                    </a:lnTo>
                    <a:lnTo>
                      <a:pt x="572" y="76"/>
                    </a:lnTo>
                    <a:lnTo>
                      <a:pt x="573" y="76"/>
                    </a:lnTo>
                    <a:lnTo>
                      <a:pt x="575" y="76"/>
                    </a:lnTo>
                    <a:lnTo>
                      <a:pt x="575" y="77"/>
                    </a:lnTo>
                    <a:lnTo>
                      <a:pt x="576" y="77"/>
                    </a:lnTo>
                    <a:lnTo>
                      <a:pt x="577" y="78"/>
                    </a:lnTo>
                    <a:lnTo>
                      <a:pt x="579" y="78"/>
                    </a:lnTo>
                    <a:lnTo>
                      <a:pt x="580" y="80"/>
                    </a:lnTo>
                    <a:lnTo>
                      <a:pt x="581" y="80"/>
                    </a:lnTo>
                    <a:lnTo>
                      <a:pt x="581" y="81"/>
                    </a:lnTo>
                    <a:lnTo>
                      <a:pt x="583" y="82"/>
                    </a:lnTo>
                    <a:lnTo>
                      <a:pt x="585" y="82"/>
                    </a:lnTo>
                    <a:lnTo>
                      <a:pt x="587" y="84"/>
                    </a:lnTo>
                    <a:lnTo>
                      <a:pt x="588" y="85"/>
                    </a:lnTo>
                    <a:lnTo>
                      <a:pt x="589" y="86"/>
                    </a:lnTo>
                    <a:lnTo>
                      <a:pt x="591" y="86"/>
                    </a:lnTo>
                    <a:lnTo>
                      <a:pt x="592" y="88"/>
                    </a:lnTo>
                    <a:lnTo>
                      <a:pt x="593" y="88"/>
                    </a:lnTo>
                    <a:lnTo>
                      <a:pt x="593" y="89"/>
                    </a:lnTo>
                    <a:lnTo>
                      <a:pt x="595" y="89"/>
                    </a:lnTo>
                    <a:lnTo>
                      <a:pt x="596" y="90"/>
                    </a:lnTo>
                    <a:lnTo>
                      <a:pt x="597" y="90"/>
                    </a:lnTo>
                    <a:lnTo>
                      <a:pt x="597" y="92"/>
                    </a:lnTo>
                    <a:lnTo>
                      <a:pt x="599" y="92"/>
                    </a:lnTo>
                    <a:lnTo>
                      <a:pt x="600" y="93"/>
                    </a:lnTo>
                    <a:lnTo>
                      <a:pt x="601" y="93"/>
                    </a:lnTo>
                    <a:lnTo>
                      <a:pt x="601" y="94"/>
                    </a:lnTo>
                    <a:lnTo>
                      <a:pt x="603" y="94"/>
                    </a:lnTo>
                    <a:lnTo>
                      <a:pt x="604" y="96"/>
                    </a:lnTo>
                    <a:lnTo>
                      <a:pt x="605" y="97"/>
                    </a:lnTo>
                    <a:lnTo>
                      <a:pt x="607" y="97"/>
                    </a:lnTo>
                    <a:lnTo>
                      <a:pt x="607" y="98"/>
                    </a:lnTo>
                    <a:lnTo>
                      <a:pt x="608" y="98"/>
                    </a:lnTo>
                    <a:lnTo>
                      <a:pt x="609" y="100"/>
                    </a:lnTo>
                    <a:lnTo>
                      <a:pt x="611" y="101"/>
                    </a:lnTo>
                    <a:lnTo>
                      <a:pt x="612" y="101"/>
                    </a:lnTo>
                    <a:lnTo>
                      <a:pt x="612" y="102"/>
                    </a:lnTo>
                    <a:lnTo>
                      <a:pt x="613" y="102"/>
                    </a:lnTo>
                    <a:lnTo>
                      <a:pt x="615" y="104"/>
                    </a:lnTo>
                    <a:lnTo>
                      <a:pt x="616" y="105"/>
                    </a:lnTo>
                    <a:lnTo>
                      <a:pt x="617" y="106"/>
                    </a:lnTo>
                    <a:lnTo>
                      <a:pt x="619" y="106"/>
                    </a:lnTo>
                    <a:lnTo>
                      <a:pt x="619" y="108"/>
                    </a:lnTo>
                    <a:lnTo>
                      <a:pt x="620" y="108"/>
                    </a:lnTo>
                    <a:lnTo>
                      <a:pt x="621" y="109"/>
                    </a:lnTo>
                    <a:lnTo>
                      <a:pt x="622" y="110"/>
                    </a:lnTo>
                    <a:lnTo>
                      <a:pt x="624" y="110"/>
                    </a:lnTo>
                    <a:lnTo>
                      <a:pt x="624" y="112"/>
                    </a:lnTo>
                    <a:lnTo>
                      <a:pt x="625" y="112"/>
                    </a:lnTo>
                    <a:lnTo>
                      <a:pt x="625" y="113"/>
                    </a:lnTo>
                    <a:lnTo>
                      <a:pt x="626" y="113"/>
                    </a:lnTo>
                    <a:lnTo>
                      <a:pt x="628" y="114"/>
                    </a:lnTo>
                    <a:lnTo>
                      <a:pt x="629" y="114"/>
                    </a:lnTo>
                    <a:lnTo>
                      <a:pt x="629" y="116"/>
                    </a:lnTo>
                    <a:lnTo>
                      <a:pt x="630" y="116"/>
                    </a:lnTo>
                    <a:lnTo>
                      <a:pt x="632" y="117"/>
                    </a:lnTo>
                    <a:lnTo>
                      <a:pt x="633" y="118"/>
                    </a:lnTo>
                    <a:lnTo>
                      <a:pt x="634" y="118"/>
                    </a:lnTo>
                    <a:lnTo>
                      <a:pt x="634" y="120"/>
                    </a:lnTo>
                    <a:lnTo>
                      <a:pt x="636" y="120"/>
                    </a:lnTo>
                    <a:lnTo>
                      <a:pt x="637" y="121"/>
                    </a:lnTo>
                    <a:lnTo>
                      <a:pt x="638" y="121"/>
                    </a:lnTo>
                    <a:lnTo>
                      <a:pt x="640" y="122"/>
                    </a:lnTo>
                    <a:lnTo>
                      <a:pt x="641" y="124"/>
                    </a:lnTo>
                    <a:lnTo>
                      <a:pt x="642" y="125"/>
                    </a:lnTo>
                    <a:lnTo>
                      <a:pt x="644" y="125"/>
                    </a:lnTo>
                    <a:lnTo>
                      <a:pt x="645" y="126"/>
                    </a:lnTo>
                    <a:lnTo>
                      <a:pt x="646" y="128"/>
                    </a:lnTo>
                    <a:lnTo>
                      <a:pt x="648" y="128"/>
                    </a:lnTo>
                    <a:lnTo>
                      <a:pt x="648" y="129"/>
                    </a:lnTo>
                    <a:lnTo>
                      <a:pt x="649" y="129"/>
                    </a:lnTo>
                    <a:lnTo>
                      <a:pt x="650" y="130"/>
                    </a:lnTo>
                    <a:lnTo>
                      <a:pt x="652" y="131"/>
                    </a:lnTo>
                    <a:lnTo>
                      <a:pt x="653" y="131"/>
                    </a:lnTo>
                    <a:lnTo>
                      <a:pt x="653" y="133"/>
                    </a:lnTo>
                    <a:lnTo>
                      <a:pt x="654" y="133"/>
                    </a:lnTo>
                    <a:lnTo>
                      <a:pt x="654" y="134"/>
                    </a:lnTo>
                    <a:lnTo>
                      <a:pt x="656" y="134"/>
                    </a:lnTo>
                    <a:lnTo>
                      <a:pt x="656" y="135"/>
                    </a:lnTo>
                    <a:lnTo>
                      <a:pt x="657" y="135"/>
                    </a:lnTo>
                    <a:lnTo>
                      <a:pt x="657" y="137"/>
                    </a:lnTo>
                    <a:lnTo>
                      <a:pt x="658" y="138"/>
                    </a:lnTo>
                    <a:lnTo>
                      <a:pt x="660" y="138"/>
                    </a:lnTo>
                    <a:lnTo>
                      <a:pt x="660" y="139"/>
                    </a:lnTo>
                    <a:lnTo>
                      <a:pt x="661" y="141"/>
                    </a:lnTo>
                    <a:lnTo>
                      <a:pt x="662" y="141"/>
                    </a:lnTo>
                    <a:lnTo>
                      <a:pt x="664" y="142"/>
                    </a:lnTo>
                    <a:lnTo>
                      <a:pt x="664" y="143"/>
                    </a:lnTo>
                    <a:lnTo>
                      <a:pt x="665" y="145"/>
                    </a:lnTo>
                    <a:lnTo>
                      <a:pt x="666" y="146"/>
                    </a:lnTo>
                    <a:lnTo>
                      <a:pt x="668" y="147"/>
                    </a:lnTo>
                    <a:lnTo>
                      <a:pt x="669" y="149"/>
                    </a:lnTo>
                    <a:lnTo>
                      <a:pt x="670" y="150"/>
                    </a:lnTo>
                    <a:lnTo>
                      <a:pt x="672" y="151"/>
                    </a:lnTo>
                    <a:lnTo>
                      <a:pt x="673" y="153"/>
                    </a:lnTo>
                    <a:lnTo>
                      <a:pt x="674" y="154"/>
                    </a:lnTo>
                    <a:lnTo>
                      <a:pt x="676" y="155"/>
                    </a:lnTo>
                    <a:lnTo>
                      <a:pt x="677" y="157"/>
                    </a:lnTo>
                    <a:lnTo>
                      <a:pt x="677" y="158"/>
                    </a:lnTo>
                    <a:lnTo>
                      <a:pt x="678" y="158"/>
                    </a:lnTo>
                    <a:lnTo>
                      <a:pt x="680" y="159"/>
                    </a:lnTo>
                    <a:lnTo>
                      <a:pt x="680" y="161"/>
                    </a:lnTo>
                    <a:lnTo>
                      <a:pt x="681" y="161"/>
                    </a:lnTo>
                    <a:lnTo>
                      <a:pt x="681" y="162"/>
                    </a:lnTo>
                    <a:lnTo>
                      <a:pt x="682" y="162"/>
                    </a:lnTo>
                    <a:lnTo>
                      <a:pt x="682" y="163"/>
                    </a:lnTo>
                    <a:lnTo>
                      <a:pt x="684" y="165"/>
                    </a:lnTo>
                    <a:lnTo>
                      <a:pt x="685" y="166"/>
                    </a:lnTo>
                    <a:lnTo>
                      <a:pt x="686" y="167"/>
                    </a:lnTo>
                    <a:lnTo>
                      <a:pt x="686" y="169"/>
                    </a:lnTo>
                    <a:lnTo>
                      <a:pt x="688" y="169"/>
                    </a:lnTo>
                    <a:lnTo>
                      <a:pt x="689" y="170"/>
                    </a:lnTo>
                    <a:lnTo>
                      <a:pt x="689" y="171"/>
                    </a:lnTo>
                    <a:lnTo>
                      <a:pt x="690" y="173"/>
                    </a:lnTo>
                    <a:lnTo>
                      <a:pt x="692" y="174"/>
                    </a:lnTo>
                    <a:lnTo>
                      <a:pt x="693" y="175"/>
                    </a:lnTo>
                    <a:lnTo>
                      <a:pt x="694" y="178"/>
                    </a:lnTo>
                    <a:lnTo>
                      <a:pt x="695" y="179"/>
                    </a:lnTo>
                    <a:lnTo>
                      <a:pt x="697" y="181"/>
                    </a:lnTo>
                    <a:lnTo>
                      <a:pt x="698" y="183"/>
                    </a:lnTo>
                    <a:lnTo>
                      <a:pt x="701" y="185"/>
                    </a:lnTo>
                    <a:lnTo>
                      <a:pt x="702" y="186"/>
                    </a:lnTo>
                    <a:lnTo>
                      <a:pt x="702" y="187"/>
                    </a:lnTo>
                    <a:lnTo>
                      <a:pt x="703" y="189"/>
                    </a:lnTo>
                    <a:lnTo>
                      <a:pt x="705" y="190"/>
                    </a:lnTo>
                    <a:lnTo>
                      <a:pt x="706" y="191"/>
                    </a:lnTo>
                    <a:lnTo>
                      <a:pt x="707" y="193"/>
                    </a:lnTo>
                    <a:lnTo>
                      <a:pt x="707" y="194"/>
                    </a:lnTo>
                    <a:lnTo>
                      <a:pt x="709" y="195"/>
                    </a:lnTo>
                    <a:lnTo>
                      <a:pt x="710" y="197"/>
                    </a:lnTo>
                    <a:lnTo>
                      <a:pt x="710" y="198"/>
                    </a:lnTo>
                    <a:lnTo>
                      <a:pt x="711" y="198"/>
                    </a:lnTo>
                    <a:lnTo>
                      <a:pt x="713" y="199"/>
                    </a:lnTo>
                    <a:lnTo>
                      <a:pt x="713" y="201"/>
                    </a:lnTo>
                    <a:lnTo>
                      <a:pt x="714" y="202"/>
                    </a:lnTo>
                    <a:lnTo>
                      <a:pt x="715" y="203"/>
                    </a:lnTo>
                    <a:lnTo>
                      <a:pt x="717" y="205"/>
                    </a:lnTo>
                    <a:lnTo>
                      <a:pt x="717" y="206"/>
                    </a:lnTo>
                    <a:lnTo>
                      <a:pt x="718" y="207"/>
                    </a:lnTo>
                    <a:lnTo>
                      <a:pt x="719" y="208"/>
                    </a:lnTo>
                    <a:lnTo>
                      <a:pt x="721" y="210"/>
                    </a:lnTo>
                    <a:lnTo>
                      <a:pt x="722" y="212"/>
                    </a:lnTo>
                    <a:lnTo>
                      <a:pt x="722" y="214"/>
                    </a:lnTo>
                    <a:lnTo>
                      <a:pt x="723" y="215"/>
                    </a:lnTo>
                    <a:lnTo>
                      <a:pt x="725" y="216"/>
                    </a:lnTo>
                    <a:lnTo>
                      <a:pt x="726" y="218"/>
                    </a:lnTo>
                    <a:lnTo>
                      <a:pt x="727" y="220"/>
                    </a:lnTo>
                    <a:lnTo>
                      <a:pt x="729" y="222"/>
                    </a:lnTo>
                    <a:lnTo>
                      <a:pt x="730" y="224"/>
                    </a:lnTo>
                    <a:lnTo>
                      <a:pt x="731" y="226"/>
                    </a:lnTo>
                    <a:lnTo>
                      <a:pt x="734" y="228"/>
                    </a:lnTo>
                    <a:lnTo>
                      <a:pt x="735" y="230"/>
                    </a:lnTo>
                    <a:lnTo>
                      <a:pt x="735" y="232"/>
                    </a:lnTo>
                    <a:lnTo>
                      <a:pt x="737" y="234"/>
                    </a:lnTo>
                    <a:lnTo>
                      <a:pt x="738" y="235"/>
                    </a:lnTo>
                    <a:lnTo>
                      <a:pt x="739" y="236"/>
                    </a:lnTo>
                    <a:lnTo>
                      <a:pt x="741" y="238"/>
                    </a:lnTo>
                    <a:lnTo>
                      <a:pt x="742" y="239"/>
                    </a:lnTo>
                    <a:lnTo>
                      <a:pt x="742" y="240"/>
                    </a:lnTo>
                    <a:lnTo>
                      <a:pt x="743" y="242"/>
                    </a:lnTo>
                    <a:lnTo>
                      <a:pt x="745" y="243"/>
                    </a:lnTo>
                    <a:lnTo>
                      <a:pt x="745" y="244"/>
                    </a:lnTo>
                    <a:lnTo>
                      <a:pt x="746" y="246"/>
                    </a:lnTo>
                    <a:lnTo>
                      <a:pt x="746" y="247"/>
                    </a:lnTo>
                    <a:lnTo>
                      <a:pt x="747" y="247"/>
                    </a:lnTo>
                    <a:lnTo>
                      <a:pt x="749" y="248"/>
                    </a:lnTo>
                    <a:lnTo>
                      <a:pt x="749" y="250"/>
                    </a:lnTo>
                    <a:lnTo>
                      <a:pt x="750" y="251"/>
                    </a:lnTo>
                    <a:lnTo>
                      <a:pt x="750" y="252"/>
                    </a:lnTo>
                    <a:lnTo>
                      <a:pt x="751" y="254"/>
                    </a:lnTo>
                    <a:lnTo>
                      <a:pt x="753" y="255"/>
                    </a:lnTo>
                    <a:lnTo>
                      <a:pt x="754" y="256"/>
                    </a:lnTo>
                    <a:lnTo>
                      <a:pt x="754" y="258"/>
                    </a:lnTo>
                    <a:lnTo>
                      <a:pt x="755" y="259"/>
                    </a:lnTo>
                    <a:lnTo>
                      <a:pt x="757" y="260"/>
                    </a:lnTo>
                    <a:lnTo>
                      <a:pt x="758" y="262"/>
                    </a:lnTo>
                    <a:lnTo>
                      <a:pt x="759" y="263"/>
                    </a:lnTo>
                    <a:lnTo>
                      <a:pt x="761" y="266"/>
                    </a:lnTo>
                    <a:lnTo>
                      <a:pt x="762" y="267"/>
                    </a:lnTo>
                    <a:lnTo>
                      <a:pt x="763" y="270"/>
                    </a:lnTo>
                    <a:lnTo>
                      <a:pt x="765" y="271"/>
                    </a:lnTo>
                    <a:lnTo>
                      <a:pt x="766" y="274"/>
                    </a:lnTo>
                    <a:lnTo>
                      <a:pt x="767" y="276"/>
                    </a:lnTo>
                    <a:lnTo>
                      <a:pt x="769" y="278"/>
                    </a:lnTo>
                    <a:lnTo>
                      <a:pt x="770" y="279"/>
                    </a:lnTo>
                    <a:lnTo>
                      <a:pt x="771" y="281"/>
                    </a:lnTo>
                    <a:lnTo>
                      <a:pt x="772" y="283"/>
                    </a:lnTo>
                    <a:lnTo>
                      <a:pt x="774" y="284"/>
                    </a:lnTo>
                    <a:lnTo>
                      <a:pt x="775" y="285"/>
                    </a:lnTo>
                    <a:lnTo>
                      <a:pt x="775" y="287"/>
                    </a:lnTo>
                    <a:lnTo>
                      <a:pt x="776" y="288"/>
                    </a:lnTo>
                    <a:lnTo>
                      <a:pt x="778" y="289"/>
                    </a:lnTo>
                    <a:lnTo>
                      <a:pt x="778" y="291"/>
                    </a:lnTo>
                    <a:lnTo>
                      <a:pt x="779" y="292"/>
                    </a:lnTo>
                    <a:lnTo>
                      <a:pt x="780" y="293"/>
                    </a:lnTo>
                    <a:lnTo>
                      <a:pt x="782" y="295"/>
                    </a:lnTo>
                    <a:lnTo>
                      <a:pt x="782" y="296"/>
                    </a:lnTo>
                    <a:lnTo>
                      <a:pt x="783" y="297"/>
                    </a:lnTo>
                    <a:lnTo>
                      <a:pt x="784" y="299"/>
                    </a:lnTo>
                    <a:lnTo>
                      <a:pt x="784" y="300"/>
                    </a:lnTo>
                    <a:lnTo>
                      <a:pt x="786" y="301"/>
                    </a:lnTo>
                    <a:lnTo>
                      <a:pt x="786" y="303"/>
                    </a:lnTo>
                    <a:lnTo>
                      <a:pt x="787" y="304"/>
                    </a:lnTo>
                    <a:lnTo>
                      <a:pt x="788" y="305"/>
                    </a:lnTo>
                    <a:lnTo>
                      <a:pt x="788" y="307"/>
                    </a:lnTo>
                    <a:lnTo>
                      <a:pt x="790" y="309"/>
                    </a:lnTo>
                    <a:lnTo>
                      <a:pt x="791" y="311"/>
                    </a:lnTo>
                    <a:lnTo>
                      <a:pt x="791" y="312"/>
                    </a:lnTo>
                    <a:lnTo>
                      <a:pt x="792" y="313"/>
                    </a:lnTo>
                    <a:lnTo>
                      <a:pt x="794" y="315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5055" name="Freeform 87">
                <a:extLst>
                  <a:ext uri="{FF2B5EF4-FFF2-40B4-BE49-F238E27FC236}">
                    <a16:creationId xmlns:a16="http://schemas.microsoft.com/office/drawing/2014/main" id="{A6890667-D4EF-4E4A-BA64-7CB2B96C0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758314"/>
                <a:ext cx="630237" cy="249238"/>
              </a:xfrm>
              <a:custGeom>
                <a:avLst/>
                <a:gdLst>
                  <a:gd name="T0" fmla="*/ 2147483646 w 794"/>
                  <a:gd name="T1" fmla="*/ 2147483646 h 315"/>
                  <a:gd name="T2" fmla="*/ 2147483646 w 794"/>
                  <a:gd name="T3" fmla="*/ 2147483646 h 315"/>
                  <a:gd name="T4" fmla="*/ 2147483646 w 794"/>
                  <a:gd name="T5" fmla="*/ 2147483646 h 315"/>
                  <a:gd name="T6" fmla="*/ 2147483646 w 794"/>
                  <a:gd name="T7" fmla="*/ 2147483646 h 315"/>
                  <a:gd name="T8" fmla="*/ 2147483646 w 794"/>
                  <a:gd name="T9" fmla="*/ 2147483646 h 315"/>
                  <a:gd name="T10" fmla="*/ 2147483646 w 794"/>
                  <a:gd name="T11" fmla="*/ 2147483646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315"/>
                    </a:moveTo>
                    <a:lnTo>
                      <a:pt x="31" y="315"/>
                    </a:lnTo>
                    <a:lnTo>
                      <a:pt x="60" y="315"/>
                    </a:lnTo>
                    <a:lnTo>
                      <a:pt x="86" y="315"/>
                    </a:lnTo>
                    <a:lnTo>
                      <a:pt x="110" y="315"/>
                    </a:lnTo>
                    <a:lnTo>
                      <a:pt x="134" y="315"/>
                    </a:lnTo>
                    <a:lnTo>
                      <a:pt x="155" y="315"/>
                    </a:lnTo>
                    <a:lnTo>
                      <a:pt x="175" y="315"/>
                    </a:lnTo>
                    <a:lnTo>
                      <a:pt x="194" y="315"/>
                    </a:lnTo>
                    <a:lnTo>
                      <a:pt x="211" y="315"/>
                    </a:lnTo>
                    <a:lnTo>
                      <a:pt x="227" y="315"/>
                    </a:lnTo>
                    <a:lnTo>
                      <a:pt x="240" y="315"/>
                    </a:lnTo>
                    <a:lnTo>
                      <a:pt x="254" y="315"/>
                    </a:lnTo>
                    <a:lnTo>
                      <a:pt x="265" y="315"/>
                    </a:lnTo>
                    <a:lnTo>
                      <a:pt x="276" y="315"/>
                    </a:lnTo>
                    <a:lnTo>
                      <a:pt x="287" y="315"/>
                    </a:lnTo>
                    <a:lnTo>
                      <a:pt x="296" y="315"/>
                    </a:lnTo>
                    <a:lnTo>
                      <a:pt x="303" y="315"/>
                    </a:lnTo>
                    <a:lnTo>
                      <a:pt x="311" y="315"/>
                    </a:lnTo>
                    <a:lnTo>
                      <a:pt x="317" y="315"/>
                    </a:lnTo>
                    <a:lnTo>
                      <a:pt x="323" y="315"/>
                    </a:lnTo>
                    <a:lnTo>
                      <a:pt x="328" y="315"/>
                    </a:lnTo>
                    <a:lnTo>
                      <a:pt x="332" y="315"/>
                    </a:lnTo>
                    <a:lnTo>
                      <a:pt x="336" y="315"/>
                    </a:lnTo>
                    <a:lnTo>
                      <a:pt x="338" y="315"/>
                    </a:lnTo>
                    <a:lnTo>
                      <a:pt x="342" y="315"/>
                    </a:lnTo>
                    <a:lnTo>
                      <a:pt x="345" y="315"/>
                    </a:lnTo>
                    <a:lnTo>
                      <a:pt x="348" y="315"/>
                    </a:lnTo>
                    <a:lnTo>
                      <a:pt x="349" y="314"/>
                    </a:lnTo>
                    <a:lnTo>
                      <a:pt x="352" y="314"/>
                    </a:lnTo>
                    <a:lnTo>
                      <a:pt x="353" y="314"/>
                    </a:lnTo>
                    <a:lnTo>
                      <a:pt x="356" y="314"/>
                    </a:lnTo>
                    <a:lnTo>
                      <a:pt x="358" y="314"/>
                    </a:lnTo>
                    <a:lnTo>
                      <a:pt x="360" y="314"/>
                    </a:lnTo>
                    <a:lnTo>
                      <a:pt x="362" y="314"/>
                    </a:lnTo>
                    <a:lnTo>
                      <a:pt x="364" y="314"/>
                    </a:lnTo>
                    <a:lnTo>
                      <a:pt x="366" y="314"/>
                    </a:lnTo>
                    <a:lnTo>
                      <a:pt x="368" y="314"/>
                    </a:lnTo>
                    <a:lnTo>
                      <a:pt x="369" y="314"/>
                    </a:lnTo>
                    <a:lnTo>
                      <a:pt x="370" y="312"/>
                    </a:lnTo>
                    <a:lnTo>
                      <a:pt x="372" y="312"/>
                    </a:lnTo>
                    <a:lnTo>
                      <a:pt x="374" y="312"/>
                    </a:lnTo>
                    <a:lnTo>
                      <a:pt x="376" y="312"/>
                    </a:lnTo>
                    <a:lnTo>
                      <a:pt x="377" y="312"/>
                    </a:lnTo>
                    <a:lnTo>
                      <a:pt x="378" y="312"/>
                    </a:lnTo>
                    <a:lnTo>
                      <a:pt x="380" y="312"/>
                    </a:lnTo>
                    <a:lnTo>
                      <a:pt x="381" y="312"/>
                    </a:lnTo>
                    <a:lnTo>
                      <a:pt x="382" y="312"/>
                    </a:lnTo>
                    <a:lnTo>
                      <a:pt x="384" y="312"/>
                    </a:lnTo>
                    <a:lnTo>
                      <a:pt x="385" y="311"/>
                    </a:lnTo>
                    <a:lnTo>
                      <a:pt x="386" y="311"/>
                    </a:lnTo>
                    <a:lnTo>
                      <a:pt x="388" y="311"/>
                    </a:lnTo>
                    <a:lnTo>
                      <a:pt x="389" y="311"/>
                    </a:lnTo>
                    <a:lnTo>
                      <a:pt x="390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4" y="311"/>
                    </a:lnTo>
                    <a:lnTo>
                      <a:pt x="396" y="310"/>
                    </a:lnTo>
                    <a:lnTo>
                      <a:pt x="398" y="310"/>
                    </a:lnTo>
                    <a:lnTo>
                      <a:pt x="400" y="310"/>
                    </a:lnTo>
                    <a:lnTo>
                      <a:pt x="401" y="310"/>
                    </a:lnTo>
                    <a:lnTo>
                      <a:pt x="403" y="310"/>
                    </a:lnTo>
                    <a:lnTo>
                      <a:pt x="405" y="308"/>
                    </a:lnTo>
                    <a:lnTo>
                      <a:pt x="407" y="308"/>
                    </a:lnTo>
                    <a:lnTo>
                      <a:pt x="409" y="308"/>
                    </a:lnTo>
                    <a:lnTo>
                      <a:pt x="411" y="308"/>
                    </a:lnTo>
                    <a:lnTo>
                      <a:pt x="413" y="307"/>
                    </a:lnTo>
                    <a:lnTo>
                      <a:pt x="414" y="307"/>
                    </a:lnTo>
                    <a:lnTo>
                      <a:pt x="417" y="307"/>
                    </a:lnTo>
                    <a:lnTo>
                      <a:pt x="418" y="307"/>
                    </a:lnTo>
                    <a:lnTo>
                      <a:pt x="419" y="307"/>
                    </a:lnTo>
                    <a:lnTo>
                      <a:pt x="421" y="307"/>
                    </a:lnTo>
                    <a:lnTo>
                      <a:pt x="422" y="306"/>
                    </a:lnTo>
                    <a:lnTo>
                      <a:pt x="423" y="306"/>
                    </a:lnTo>
                    <a:lnTo>
                      <a:pt x="425" y="306"/>
                    </a:lnTo>
                    <a:lnTo>
                      <a:pt x="426" y="306"/>
                    </a:lnTo>
                    <a:lnTo>
                      <a:pt x="427" y="306"/>
                    </a:lnTo>
                    <a:lnTo>
                      <a:pt x="429" y="304"/>
                    </a:lnTo>
                    <a:lnTo>
                      <a:pt x="430" y="304"/>
                    </a:lnTo>
                    <a:lnTo>
                      <a:pt x="431" y="304"/>
                    </a:lnTo>
                    <a:lnTo>
                      <a:pt x="433" y="304"/>
                    </a:lnTo>
                    <a:lnTo>
                      <a:pt x="434" y="303"/>
                    </a:lnTo>
                    <a:lnTo>
                      <a:pt x="435" y="303"/>
                    </a:lnTo>
                    <a:lnTo>
                      <a:pt x="437" y="303"/>
                    </a:lnTo>
                    <a:lnTo>
                      <a:pt x="438" y="303"/>
                    </a:lnTo>
                    <a:lnTo>
                      <a:pt x="439" y="302"/>
                    </a:lnTo>
                    <a:lnTo>
                      <a:pt x="441" y="302"/>
                    </a:lnTo>
                    <a:lnTo>
                      <a:pt x="443" y="300"/>
                    </a:lnTo>
                    <a:lnTo>
                      <a:pt x="445" y="300"/>
                    </a:lnTo>
                    <a:lnTo>
                      <a:pt x="446" y="300"/>
                    </a:lnTo>
                    <a:lnTo>
                      <a:pt x="449" y="299"/>
                    </a:lnTo>
                    <a:lnTo>
                      <a:pt x="450" y="299"/>
                    </a:lnTo>
                    <a:lnTo>
                      <a:pt x="453" y="298"/>
                    </a:lnTo>
                    <a:lnTo>
                      <a:pt x="455" y="296"/>
                    </a:lnTo>
                    <a:lnTo>
                      <a:pt x="458" y="296"/>
                    </a:lnTo>
                    <a:lnTo>
                      <a:pt x="459" y="295"/>
                    </a:lnTo>
                    <a:lnTo>
                      <a:pt x="462" y="295"/>
                    </a:lnTo>
                    <a:lnTo>
                      <a:pt x="465" y="294"/>
                    </a:lnTo>
                    <a:lnTo>
                      <a:pt x="466" y="294"/>
                    </a:lnTo>
                    <a:lnTo>
                      <a:pt x="467" y="294"/>
                    </a:lnTo>
                    <a:lnTo>
                      <a:pt x="470" y="292"/>
                    </a:lnTo>
                    <a:lnTo>
                      <a:pt x="471" y="292"/>
                    </a:lnTo>
                    <a:lnTo>
                      <a:pt x="473" y="291"/>
                    </a:lnTo>
                    <a:lnTo>
                      <a:pt x="474" y="291"/>
                    </a:lnTo>
                    <a:lnTo>
                      <a:pt x="475" y="291"/>
                    </a:lnTo>
                    <a:lnTo>
                      <a:pt x="476" y="290"/>
                    </a:lnTo>
                    <a:lnTo>
                      <a:pt x="478" y="290"/>
                    </a:lnTo>
                    <a:lnTo>
                      <a:pt x="479" y="290"/>
                    </a:lnTo>
                    <a:lnTo>
                      <a:pt x="480" y="288"/>
                    </a:lnTo>
                    <a:lnTo>
                      <a:pt x="482" y="288"/>
                    </a:lnTo>
                    <a:lnTo>
                      <a:pt x="483" y="287"/>
                    </a:lnTo>
                    <a:lnTo>
                      <a:pt x="484" y="287"/>
                    </a:lnTo>
                    <a:lnTo>
                      <a:pt x="486" y="286"/>
                    </a:lnTo>
                    <a:lnTo>
                      <a:pt x="487" y="286"/>
                    </a:lnTo>
                    <a:lnTo>
                      <a:pt x="488" y="286"/>
                    </a:lnTo>
                    <a:lnTo>
                      <a:pt x="490" y="284"/>
                    </a:lnTo>
                    <a:lnTo>
                      <a:pt x="491" y="284"/>
                    </a:lnTo>
                    <a:lnTo>
                      <a:pt x="492" y="283"/>
                    </a:lnTo>
                    <a:lnTo>
                      <a:pt x="494" y="283"/>
                    </a:lnTo>
                    <a:lnTo>
                      <a:pt x="495" y="282"/>
                    </a:lnTo>
                    <a:lnTo>
                      <a:pt x="498" y="280"/>
                    </a:lnTo>
                    <a:lnTo>
                      <a:pt x="499" y="280"/>
                    </a:lnTo>
                    <a:lnTo>
                      <a:pt x="500" y="279"/>
                    </a:lnTo>
                    <a:lnTo>
                      <a:pt x="503" y="278"/>
                    </a:lnTo>
                    <a:lnTo>
                      <a:pt x="504" y="276"/>
                    </a:lnTo>
                    <a:lnTo>
                      <a:pt x="507" y="276"/>
                    </a:lnTo>
                    <a:lnTo>
                      <a:pt x="508" y="275"/>
                    </a:lnTo>
                    <a:lnTo>
                      <a:pt x="511" y="274"/>
                    </a:lnTo>
                    <a:lnTo>
                      <a:pt x="512" y="274"/>
                    </a:lnTo>
                    <a:lnTo>
                      <a:pt x="514" y="272"/>
                    </a:lnTo>
                    <a:lnTo>
                      <a:pt x="516" y="271"/>
                    </a:lnTo>
                    <a:lnTo>
                      <a:pt x="518" y="271"/>
                    </a:lnTo>
                    <a:lnTo>
                      <a:pt x="519" y="270"/>
                    </a:lnTo>
                    <a:lnTo>
                      <a:pt x="520" y="270"/>
                    </a:lnTo>
                    <a:lnTo>
                      <a:pt x="522" y="268"/>
                    </a:lnTo>
                    <a:lnTo>
                      <a:pt x="523" y="268"/>
                    </a:lnTo>
                    <a:lnTo>
                      <a:pt x="524" y="267"/>
                    </a:lnTo>
                    <a:lnTo>
                      <a:pt x="526" y="267"/>
                    </a:lnTo>
                    <a:lnTo>
                      <a:pt x="527" y="266"/>
                    </a:lnTo>
                    <a:lnTo>
                      <a:pt x="528" y="266"/>
                    </a:lnTo>
                    <a:lnTo>
                      <a:pt x="528" y="264"/>
                    </a:lnTo>
                    <a:lnTo>
                      <a:pt x="530" y="264"/>
                    </a:lnTo>
                    <a:lnTo>
                      <a:pt x="531" y="264"/>
                    </a:lnTo>
                    <a:lnTo>
                      <a:pt x="532" y="263"/>
                    </a:lnTo>
                    <a:lnTo>
                      <a:pt x="534" y="263"/>
                    </a:lnTo>
                    <a:lnTo>
                      <a:pt x="534" y="262"/>
                    </a:lnTo>
                    <a:lnTo>
                      <a:pt x="535" y="262"/>
                    </a:lnTo>
                    <a:lnTo>
                      <a:pt x="536" y="261"/>
                    </a:lnTo>
                    <a:lnTo>
                      <a:pt x="538" y="261"/>
                    </a:lnTo>
                    <a:lnTo>
                      <a:pt x="539" y="259"/>
                    </a:lnTo>
                    <a:lnTo>
                      <a:pt x="540" y="259"/>
                    </a:lnTo>
                    <a:lnTo>
                      <a:pt x="542" y="258"/>
                    </a:lnTo>
                    <a:lnTo>
                      <a:pt x="543" y="257"/>
                    </a:lnTo>
                    <a:lnTo>
                      <a:pt x="546" y="257"/>
                    </a:lnTo>
                    <a:lnTo>
                      <a:pt x="547" y="255"/>
                    </a:lnTo>
                    <a:lnTo>
                      <a:pt x="548" y="254"/>
                    </a:lnTo>
                    <a:lnTo>
                      <a:pt x="551" y="253"/>
                    </a:lnTo>
                    <a:lnTo>
                      <a:pt x="552" y="253"/>
                    </a:lnTo>
                    <a:lnTo>
                      <a:pt x="553" y="251"/>
                    </a:lnTo>
                    <a:lnTo>
                      <a:pt x="556" y="250"/>
                    </a:lnTo>
                    <a:lnTo>
                      <a:pt x="557" y="250"/>
                    </a:lnTo>
                    <a:lnTo>
                      <a:pt x="559" y="249"/>
                    </a:lnTo>
                    <a:lnTo>
                      <a:pt x="560" y="247"/>
                    </a:lnTo>
                    <a:lnTo>
                      <a:pt x="561" y="247"/>
                    </a:lnTo>
                    <a:lnTo>
                      <a:pt x="563" y="246"/>
                    </a:lnTo>
                    <a:lnTo>
                      <a:pt x="564" y="245"/>
                    </a:lnTo>
                    <a:lnTo>
                      <a:pt x="565" y="245"/>
                    </a:lnTo>
                    <a:lnTo>
                      <a:pt x="567" y="245"/>
                    </a:lnTo>
                    <a:lnTo>
                      <a:pt x="567" y="243"/>
                    </a:lnTo>
                    <a:lnTo>
                      <a:pt x="568" y="243"/>
                    </a:lnTo>
                    <a:lnTo>
                      <a:pt x="569" y="242"/>
                    </a:lnTo>
                    <a:lnTo>
                      <a:pt x="571" y="242"/>
                    </a:lnTo>
                    <a:lnTo>
                      <a:pt x="572" y="241"/>
                    </a:lnTo>
                    <a:lnTo>
                      <a:pt x="573" y="239"/>
                    </a:lnTo>
                    <a:lnTo>
                      <a:pt x="575" y="239"/>
                    </a:lnTo>
                    <a:lnTo>
                      <a:pt x="575" y="238"/>
                    </a:lnTo>
                    <a:lnTo>
                      <a:pt x="576" y="238"/>
                    </a:lnTo>
                    <a:lnTo>
                      <a:pt x="577" y="237"/>
                    </a:lnTo>
                    <a:lnTo>
                      <a:pt x="579" y="237"/>
                    </a:lnTo>
                    <a:lnTo>
                      <a:pt x="580" y="235"/>
                    </a:lnTo>
                    <a:lnTo>
                      <a:pt x="581" y="235"/>
                    </a:lnTo>
                    <a:lnTo>
                      <a:pt x="581" y="234"/>
                    </a:lnTo>
                    <a:lnTo>
                      <a:pt x="583" y="234"/>
                    </a:lnTo>
                    <a:lnTo>
                      <a:pt x="585" y="233"/>
                    </a:lnTo>
                    <a:lnTo>
                      <a:pt x="587" y="231"/>
                    </a:lnTo>
                    <a:lnTo>
                      <a:pt x="588" y="230"/>
                    </a:lnTo>
                    <a:lnTo>
                      <a:pt x="589" y="230"/>
                    </a:lnTo>
                    <a:lnTo>
                      <a:pt x="591" y="229"/>
                    </a:lnTo>
                    <a:lnTo>
                      <a:pt x="592" y="227"/>
                    </a:lnTo>
                    <a:lnTo>
                      <a:pt x="593" y="227"/>
                    </a:lnTo>
                    <a:lnTo>
                      <a:pt x="593" y="226"/>
                    </a:lnTo>
                    <a:lnTo>
                      <a:pt x="595" y="226"/>
                    </a:lnTo>
                    <a:lnTo>
                      <a:pt x="596" y="225"/>
                    </a:lnTo>
                    <a:lnTo>
                      <a:pt x="597" y="225"/>
                    </a:lnTo>
                    <a:lnTo>
                      <a:pt x="597" y="223"/>
                    </a:lnTo>
                    <a:lnTo>
                      <a:pt x="599" y="223"/>
                    </a:lnTo>
                    <a:lnTo>
                      <a:pt x="600" y="223"/>
                    </a:lnTo>
                    <a:lnTo>
                      <a:pt x="600" y="222"/>
                    </a:lnTo>
                    <a:lnTo>
                      <a:pt x="601" y="222"/>
                    </a:lnTo>
                    <a:lnTo>
                      <a:pt x="603" y="221"/>
                    </a:lnTo>
                    <a:lnTo>
                      <a:pt x="604" y="221"/>
                    </a:lnTo>
                    <a:lnTo>
                      <a:pt x="604" y="219"/>
                    </a:lnTo>
                    <a:lnTo>
                      <a:pt x="605" y="219"/>
                    </a:lnTo>
                    <a:lnTo>
                      <a:pt x="605" y="218"/>
                    </a:lnTo>
                    <a:lnTo>
                      <a:pt x="607" y="218"/>
                    </a:lnTo>
                    <a:lnTo>
                      <a:pt x="608" y="217"/>
                    </a:lnTo>
                    <a:lnTo>
                      <a:pt x="609" y="215"/>
                    </a:lnTo>
                    <a:lnTo>
                      <a:pt x="611" y="214"/>
                    </a:lnTo>
                    <a:lnTo>
                      <a:pt x="612" y="214"/>
                    </a:lnTo>
                    <a:lnTo>
                      <a:pt x="612" y="213"/>
                    </a:lnTo>
                    <a:lnTo>
                      <a:pt x="613" y="213"/>
                    </a:lnTo>
                    <a:lnTo>
                      <a:pt x="615" y="211"/>
                    </a:lnTo>
                    <a:lnTo>
                      <a:pt x="616" y="210"/>
                    </a:lnTo>
                    <a:lnTo>
                      <a:pt x="617" y="209"/>
                    </a:lnTo>
                    <a:lnTo>
                      <a:pt x="619" y="209"/>
                    </a:lnTo>
                    <a:lnTo>
                      <a:pt x="619" y="207"/>
                    </a:lnTo>
                    <a:lnTo>
                      <a:pt x="620" y="207"/>
                    </a:lnTo>
                    <a:lnTo>
                      <a:pt x="621" y="206"/>
                    </a:lnTo>
                    <a:lnTo>
                      <a:pt x="622" y="206"/>
                    </a:lnTo>
                    <a:lnTo>
                      <a:pt x="622" y="205"/>
                    </a:lnTo>
                    <a:lnTo>
                      <a:pt x="624" y="205"/>
                    </a:lnTo>
                    <a:lnTo>
                      <a:pt x="625" y="203"/>
                    </a:lnTo>
                    <a:lnTo>
                      <a:pt x="626" y="202"/>
                    </a:lnTo>
                    <a:lnTo>
                      <a:pt x="628" y="202"/>
                    </a:lnTo>
                    <a:lnTo>
                      <a:pt x="628" y="201"/>
                    </a:lnTo>
                    <a:lnTo>
                      <a:pt x="629" y="201"/>
                    </a:lnTo>
                    <a:lnTo>
                      <a:pt x="630" y="199"/>
                    </a:lnTo>
                    <a:lnTo>
                      <a:pt x="632" y="199"/>
                    </a:lnTo>
                    <a:lnTo>
                      <a:pt x="632" y="198"/>
                    </a:lnTo>
                    <a:lnTo>
                      <a:pt x="633" y="198"/>
                    </a:lnTo>
                    <a:lnTo>
                      <a:pt x="634" y="197"/>
                    </a:lnTo>
                    <a:lnTo>
                      <a:pt x="636" y="195"/>
                    </a:lnTo>
                    <a:lnTo>
                      <a:pt x="637" y="195"/>
                    </a:lnTo>
                    <a:lnTo>
                      <a:pt x="638" y="194"/>
                    </a:lnTo>
                    <a:lnTo>
                      <a:pt x="640" y="193"/>
                    </a:lnTo>
                    <a:lnTo>
                      <a:pt x="641" y="193"/>
                    </a:lnTo>
                    <a:lnTo>
                      <a:pt x="641" y="191"/>
                    </a:lnTo>
                    <a:lnTo>
                      <a:pt x="642" y="191"/>
                    </a:lnTo>
                    <a:lnTo>
                      <a:pt x="644" y="190"/>
                    </a:lnTo>
                    <a:lnTo>
                      <a:pt x="645" y="190"/>
                    </a:lnTo>
                    <a:lnTo>
                      <a:pt x="645" y="189"/>
                    </a:lnTo>
                    <a:lnTo>
                      <a:pt x="646" y="189"/>
                    </a:lnTo>
                    <a:lnTo>
                      <a:pt x="648" y="188"/>
                    </a:lnTo>
                    <a:lnTo>
                      <a:pt x="649" y="186"/>
                    </a:lnTo>
                    <a:lnTo>
                      <a:pt x="650" y="186"/>
                    </a:lnTo>
                    <a:lnTo>
                      <a:pt x="650" y="185"/>
                    </a:lnTo>
                    <a:lnTo>
                      <a:pt x="652" y="185"/>
                    </a:lnTo>
                    <a:lnTo>
                      <a:pt x="652" y="184"/>
                    </a:lnTo>
                    <a:lnTo>
                      <a:pt x="653" y="184"/>
                    </a:lnTo>
                    <a:lnTo>
                      <a:pt x="654" y="182"/>
                    </a:lnTo>
                    <a:lnTo>
                      <a:pt x="656" y="181"/>
                    </a:lnTo>
                    <a:lnTo>
                      <a:pt x="657" y="180"/>
                    </a:lnTo>
                    <a:lnTo>
                      <a:pt x="657" y="178"/>
                    </a:lnTo>
                    <a:lnTo>
                      <a:pt x="658" y="178"/>
                    </a:lnTo>
                    <a:lnTo>
                      <a:pt x="660" y="177"/>
                    </a:lnTo>
                    <a:lnTo>
                      <a:pt x="661" y="176"/>
                    </a:lnTo>
                    <a:lnTo>
                      <a:pt x="662" y="174"/>
                    </a:lnTo>
                    <a:lnTo>
                      <a:pt x="664" y="173"/>
                    </a:lnTo>
                    <a:lnTo>
                      <a:pt x="664" y="172"/>
                    </a:lnTo>
                    <a:lnTo>
                      <a:pt x="665" y="170"/>
                    </a:lnTo>
                    <a:lnTo>
                      <a:pt x="666" y="169"/>
                    </a:lnTo>
                    <a:lnTo>
                      <a:pt x="668" y="168"/>
                    </a:lnTo>
                    <a:lnTo>
                      <a:pt x="669" y="166"/>
                    </a:lnTo>
                    <a:lnTo>
                      <a:pt x="670" y="165"/>
                    </a:lnTo>
                    <a:lnTo>
                      <a:pt x="672" y="165"/>
                    </a:lnTo>
                    <a:lnTo>
                      <a:pt x="673" y="164"/>
                    </a:lnTo>
                    <a:lnTo>
                      <a:pt x="673" y="162"/>
                    </a:lnTo>
                    <a:lnTo>
                      <a:pt x="674" y="161"/>
                    </a:lnTo>
                    <a:lnTo>
                      <a:pt x="676" y="161"/>
                    </a:lnTo>
                    <a:lnTo>
                      <a:pt x="676" y="160"/>
                    </a:lnTo>
                    <a:lnTo>
                      <a:pt x="677" y="158"/>
                    </a:lnTo>
                    <a:lnTo>
                      <a:pt x="678" y="157"/>
                    </a:lnTo>
                    <a:lnTo>
                      <a:pt x="680" y="156"/>
                    </a:lnTo>
                    <a:lnTo>
                      <a:pt x="681" y="154"/>
                    </a:lnTo>
                    <a:lnTo>
                      <a:pt x="682" y="153"/>
                    </a:lnTo>
                    <a:lnTo>
                      <a:pt x="682" y="152"/>
                    </a:lnTo>
                    <a:lnTo>
                      <a:pt x="684" y="152"/>
                    </a:lnTo>
                    <a:lnTo>
                      <a:pt x="684" y="150"/>
                    </a:lnTo>
                    <a:lnTo>
                      <a:pt x="685" y="149"/>
                    </a:lnTo>
                    <a:lnTo>
                      <a:pt x="686" y="149"/>
                    </a:lnTo>
                    <a:lnTo>
                      <a:pt x="686" y="148"/>
                    </a:lnTo>
                    <a:lnTo>
                      <a:pt x="688" y="146"/>
                    </a:lnTo>
                    <a:lnTo>
                      <a:pt x="689" y="145"/>
                    </a:lnTo>
                    <a:lnTo>
                      <a:pt x="689" y="144"/>
                    </a:lnTo>
                    <a:lnTo>
                      <a:pt x="690" y="142"/>
                    </a:lnTo>
                    <a:lnTo>
                      <a:pt x="692" y="141"/>
                    </a:lnTo>
                    <a:lnTo>
                      <a:pt x="693" y="140"/>
                    </a:lnTo>
                    <a:lnTo>
                      <a:pt x="694" y="138"/>
                    </a:lnTo>
                    <a:lnTo>
                      <a:pt x="695" y="136"/>
                    </a:lnTo>
                    <a:lnTo>
                      <a:pt x="697" y="134"/>
                    </a:lnTo>
                    <a:lnTo>
                      <a:pt x="698" y="133"/>
                    </a:lnTo>
                    <a:lnTo>
                      <a:pt x="701" y="130"/>
                    </a:lnTo>
                    <a:lnTo>
                      <a:pt x="702" y="129"/>
                    </a:lnTo>
                    <a:lnTo>
                      <a:pt x="702" y="128"/>
                    </a:lnTo>
                    <a:lnTo>
                      <a:pt x="703" y="126"/>
                    </a:lnTo>
                    <a:lnTo>
                      <a:pt x="705" y="125"/>
                    </a:lnTo>
                    <a:lnTo>
                      <a:pt x="706" y="124"/>
                    </a:lnTo>
                    <a:lnTo>
                      <a:pt x="707" y="122"/>
                    </a:lnTo>
                    <a:lnTo>
                      <a:pt x="707" y="121"/>
                    </a:lnTo>
                    <a:lnTo>
                      <a:pt x="709" y="120"/>
                    </a:lnTo>
                    <a:lnTo>
                      <a:pt x="710" y="120"/>
                    </a:lnTo>
                    <a:lnTo>
                      <a:pt x="710" y="118"/>
                    </a:lnTo>
                    <a:lnTo>
                      <a:pt x="711" y="117"/>
                    </a:lnTo>
                    <a:lnTo>
                      <a:pt x="713" y="116"/>
                    </a:lnTo>
                    <a:lnTo>
                      <a:pt x="714" y="114"/>
                    </a:lnTo>
                    <a:lnTo>
                      <a:pt x="714" y="113"/>
                    </a:lnTo>
                    <a:lnTo>
                      <a:pt x="715" y="112"/>
                    </a:lnTo>
                    <a:lnTo>
                      <a:pt x="717" y="111"/>
                    </a:lnTo>
                    <a:lnTo>
                      <a:pt x="718" y="109"/>
                    </a:lnTo>
                    <a:lnTo>
                      <a:pt x="719" y="108"/>
                    </a:lnTo>
                    <a:lnTo>
                      <a:pt x="719" y="107"/>
                    </a:lnTo>
                    <a:lnTo>
                      <a:pt x="721" y="105"/>
                    </a:lnTo>
                    <a:lnTo>
                      <a:pt x="722" y="104"/>
                    </a:lnTo>
                    <a:lnTo>
                      <a:pt x="722" y="103"/>
                    </a:lnTo>
                    <a:lnTo>
                      <a:pt x="723" y="101"/>
                    </a:lnTo>
                    <a:lnTo>
                      <a:pt x="725" y="99"/>
                    </a:lnTo>
                    <a:lnTo>
                      <a:pt x="726" y="97"/>
                    </a:lnTo>
                    <a:lnTo>
                      <a:pt x="727" y="96"/>
                    </a:lnTo>
                    <a:lnTo>
                      <a:pt x="729" y="93"/>
                    </a:lnTo>
                    <a:lnTo>
                      <a:pt x="730" y="91"/>
                    </a:lnTo>
                    <a:lnTo>
                      <a:pt x="731" y="89"/>
                    </a:lnTo>
                    <a:lnTo>
                      <a:pt x="734" y="87"/>
                    </a:lnTo>
                    <a:lnTo>
                      <a:pt x="735" y="85"/>
                    </a:lnTo>
                    <a:lnTo>
                      <a:pt x="735" y="84"/>
                    </a:lnTo>
                    <a:lnTo>
                      <a:pt x="737" y="81"/>
                    </a:lnTo>
                    <a:lnTo>
                      <a:pt x="738" y="80"/>
                    </a:lnTo>
                    <a:lnTo>
                      <a:pt x="739" y="79"/>
                    </a:lnTo>
                    <a:lnTo>
                      <a:pt x="741" y="77"/>
                    </a:lnTo>
                    <a:lnTo>
                      <a:pt x="742" y="76"/>
                    </a:lnTo>
                    <a:lnTo>
                      <a:pt x="742" y="75"/>
                    </a:lnTo>
                    <a:lnTo>
                      <a:pt x="743" y="73"/>
                    </a:lnTo>
                    <a:lnTo>
                      <a:pt x="745" y="72"/>
                    </a:lnTo>
                    <a:lnTo>
                      <a:pt x="746" y="71"/>
                    </a:lnTo>
                    <a:lnTo>
                      <a:pt x="746" y="69"/>
                    </a:lnTo>
                    <a:lnTo>
                      <a:pt x="747" y="68"/>
                    </a:lnTo>
                    <a:lnTo>
                      <a:pt x="749" y="67"/>
                    </a:lnTo>
                    <a:lnTo>
                      <a:pt x="749" y="65"/>
                    </a:lnTo>
                    <a:lnTo>
                      <a:pt x="750" y="64"/>
                    </a:lnTo>
                    <a:lnTo>
                      <a:pt x="751" y="63"/>
                    </a:lnTo>
                    <a:lnTo>
                      <a:pt x="753" y="61"/>
                    </a:lnTo>
                    <a:lnTo>
                      <a:pt x="754" y="60"/>
                    </a:lnTo>
                    <a:lnTo>
                      <a:pt x="754" y="59"/>
                    </a:lnTo>
                    <a:lnTo>
                      <a:pt x="755" y="57"/>
                    </a:lnTo>
                    <a:lnTo>
                      <a:pt x="757" y="55"/>
                    </a:lnTo>
                    <a:lnTo>
                      <a:pt x="758" y="53"/>
                    </a:lnTo>
                    <a:lnTo>
                      <a:pt x="759" y="52"/>
                    </a:lnTo>
                    <a:lnTo>
                      <a:pt x="761" y="51"/>
                    </a:lnTo>
                    <a:lnTo>
                      <a:pt x="762" y="48"/>
                    </a:lnTo>
                    <a:lnTo>
                      <a:pt x="763" y="47"/>
                    </a:lnTo>
                    <a:lnTo>
                      <a:pt x="765" y="44"/>
                    </a:lnTo>
                    <a:lnTo>
                      <a:pt x="766" y="41"/>
                    </a:lnTo>
                    <a:lnTo>
                      <a:pt x="767" y="40"/>
                    </a:lnTo>
                    <a:lnTo>
                      <a:pt x="769" y="38"/>
                    </a:lnTo>
                    <a:lnTo>
                      <a:pt x="770" y="36"/>
                    </a:lnTo>
                    <a:lnTo>
                      <a:pt x="771" y="35"/>
                    </a:lnTo>
                    <a:lnTo>
                      <a:pt x="772" y="32"/>
                    </a:lnTo>
                    <a:lnTo>
                      <a:pt x="774" y="31"/>
                    </a:lnTo>
                    <a:lnTo>
                      <a:pt x="775" y="30"/>
                    </a:lnTo>
                    <a:lnTo>
                      <a:pt x="775" y="28"/>
                    </a:lnTo>
                    <a:lnTo>
                      <a:pt x="776" y="27"/>
                    </a:lnTo>
                    <a:lnTo>
                      <a:pt x="778" y="26"/>
                    </a:lnTo>
                    <a:lnTo>
                      <a:pt x="778" y="24"/>
                    </a:lnTo>
                    <a:lnTo>
                      <a:pt x="779" y="24"/>
                    </a:lnTo>
                    <a:lnTo>
                      <a:pt x="780" y="23"/>
                    </a:lnTo>
                    <a:lnTo>
                      <a:pt x="780" y="22"/>
                    </a:lnTo>
                    <a:lnTo>
                      <a:pt x="782" y="20"/>
                    </a:lnTo>
                    <a:lnTo>
                      <a:pt x="783" y="19"/>
                    </a:lnTo>
                    <a:lnTo>
                      <a:pt x="783" y="18"/>
                    </a:lnTo>
                    <a:lnTo>
                      <a:pt x="784" y="16"/>
                    </a:lnTo>
                    <a:lnTo>
                      <a:pt x="784" y="15"/>
                    </a:lnTo>
                    <a:lnTo>
                      <a:pt x="786" y="15"/>
                    </a:lnTo>
                    <a:lnTo>
                      <a:pt x="786" y="14"/>
                    </a:lnTo>
                    <a:lnTo>
                      <a:pt x="787" y="12"/>
                    </a:lnTo>
                    <a:lnTo>
                      <a:pt x="787" y="11"/>
                    </a:lnTo>
                    <a:lnTo>
                      <a:pt x="788" y="10"/>
                    </a:lnTo>
                    <a:lnTo>
                      <a:pt x="788" y="8"/>
                    </a:lnTo>
                    <a:lnTo>
                      <a:pt x="790" y="7"/>
                    </a:lnTo>
                    <a:lnTo>
                      <a:pt x="791" y="6"/>
                    </a:lnTo>
                    <a:lnTo>
                      <a:pt x="791" y="4"/>
                    </a:lnTo>
                    <a:lnTo>
                      <a:pt x="792" y="2"/>
                    </a:lnTo>
                    <a:lnTo>
                      <a:pt x="794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5056" name="Freeform 88">
                <a:extLst>
                  <a:ext uri="{FF2B5EF4-FFF2-40B4-BE49-F238E27FC236}">
                    <a16:creationId xmlns:a16="http://schemas.microsoft.com/office/drawing/2014/main" id="{4D1AF07F-8603-43A3-8FF5-E32B9FD43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505902"/>
                <a:ext cx="74612" cy="252412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0"/>
                    </a:moveTo>
                    <a:lnTo>
                      <a:pt x="3" y="4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7" y="13"/>
                    </a:lnTo>
                    <a:lnTo>
                      <a:pt x="9" y="16"/>
                    </a:lnTo>
                    <a:lnTo>
                      <a:pt x="11" y="19"/>
                    </a:lnTo>
                    <a:lnTo>
                      <a:pt x="12" y="20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9" y="33"/>
                    </a:lnTo>
                    <a:lnTo>
                      <a:pt x="20" y="35"/>
                    </a:lnTo>
                    <a:lnTo>
                      <a:pt x="20" y="36"/>
                    </a:lnTo>
                    <a:lnTo>
                      <a:pt x="21" y="37"/>
                    </a:lnTo>
                    <a:lnTo>
                      <a:pt x="21" y="39"/>
                    </a:lnTo>
                    <a:lnTo>
                      <a:pt x="23" y="40"/>
                    </a:lnTo>
                    <a:lnTo>
                      <a:pt x="23" y="41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4" y="45"/>
                    </a:lnTo>
                    <a:lnTo>
                      <a:pt x="25" y="47"/>
                    </a:lnTo>
                    <a:lnTo>
                      <a:pt x="25" y="48"/>
                    </a:lnTo>
                    <a:lnTo>
                      <a:pt x="27" y="49"/>
                    </a:lnTo>
                    <a:lnTo>
                      <a:pt x="27" y="51"/>
                    </a:lnTo>
                    <a:lnTo>
                      <a:pt x="28" y="52"/>
                    </a:lnTo>
                    <a:lnTo>
                      <a:pt x="28" y="53"/>
                    </a:lnTo>
                    <a:lnTo>
                      <a:pt x="29" y="55"/>
                    </a:lnTo>
                    <a:lnTo>
                      <a:pt x="29" y="57"/>
                    </a:lnTo>
                    <a:lnTo>
                      <a:pt x="31" y="58"/>
                    </a:lnTo>
                    <a:lnTo>
                      <a:pt x="31" y="60"/>
                    </a:lnTo>
                    <a:lnTo>
                      <a:pt x="32" y="62"/>
                    </a:lnTo>
                    <a:lnTo>
                      <a:pt x="32" y="64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5" y="70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7" y="74"/>
                    </a:lnTo>
                    <a:lnTo>
                      <a:pt x="37" y="76"/>
                    </a:lnTo>
                    <a:lnTo>
                      <a:pt x="37" y="77"/>
                    </a:lnTo>
                    <a:lnTo>
                      <a:pt x="39" y="78"/>
                    </a:lnTo>
                    <a:lnTo>
                      <a:pt x="39" y="80"/>
                    </a:lnTo>
                    <a:lnTo>
                      <a:pt x="40" y="81"/>
                    </a:lnTo>
                    <a:lnTo>
                      <a:pt x="40" y="82"/>
                    </a:lnTo>
                    <a:lnTo>
                      <a:pt x="41" y="84"/>
                    </a:lnTo>
                    <a:lnTo>
                      <a:pt x="41" y="85"/>
                    </a:lnTo>
                    <a:lnTo>
                      <a:pt x="41" y="86"/>
                    </a:lnTo>
                    <a:lnTo>
                      <a:pt x="42" y="88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4" y="93"/>
                    </a:lnTo>
                    <a:lnTo>
                      <a:pt x="44" y="94"/>
                    </a:lnTo>
                    <a:lnTo>
                      <a:pt x="45" y="96"/>
                    </a:lnTo>
                    <a:lnTo>
                      <a:pt x="45" y="98"/>
                    </a:lnTo>
                    <a:lnTo>
                      <a:pt x="46" y="100"/>
                    </a:lnTo>
                    <a:lnTo>
                      <a:pt x="48" y="102"/>
                    </a:lnTo>
                    <a:lnTo>
                      <a:pt x="48" y="105"/>
                    </a:lnTo>
                    <a:lnTo>
                      <a:pt x="49" y="106"/>
                    </a:lnTo>
                    <a:lnTo>
                      <a:pt x="49" y="109"/>
                    </a:lnTo>
                    <a:lnTo>
                      <a:pt x="50" y="110"/>
                    </a:lnTo>
                    <a:lnTo>
                      <a:pt x="52" y="112"/>
                    </a:lnTo>
                    <a:lnTo>
                      <a:pt x="52" y="113"/>
                    </a:lnTo>
                    <a:lnTo>
                      <a:pt x="52" y="116"/>
                    </a:lnTo>
                    <a:lnTo>
                      <a:pt x="53" y="117"/>
                    </a:lnTo>
                    <a:lnTo>
                      <a:pt x="53" y="118"/>
                    </a:lnTo>
                    <a:lnTo>
                      <a:pt x="54" y="120"/>
                    </a:lnTo>
                    <a:lnTo>
                      <a:pt x="54" y="121"/>
                    </a:lnTo>
                    <a:lnTo>
                      <a:pt x="54" y="122"/>
                    </a:lnTo>
                    <a:lnTo>
                      <a:pt x="56" y="122"/>
                    </a:lnTo>
                    <a:lnTo>
                      <a:pt x="56" y="124"/>
                    </a:lnTo>
                    <a:lnTo>
                      <a:pt x="56" y="125"/>
                    </a:lnTo>
                    <a:lnTo>
                      <a:pt x="57" y="126"/>
                    </a:lnTo>
                    <a:lnTo>
                      <a:pt x="57" y="128"/>
                    </a:lnTo>
                    <a:lnTo>
                      <a:pt x="57" y="129"/>
                    </a:lnTo>
                    <a:lnTo>
                      <a:pt x="57" y="130"/>
                    </a:lnTo>
                    <a:lnTo>
                      <a:pt x="58" y="131"/>
                    </a:lnTo>
                    <a:lnTo>
                      <a:pt x="58" y="133"/>
                    </a:lnTo>
                    <a:lnTo>
                      <a:pt x="60" y="134"/>
                    </a:lnTo>
                    <a:lnTo>
                      <a:pt x="60" y="135"/>
                    </a:lnTo>
                    <a:lnTo>
                      <a:pt x="60" y="137"/>
                    </a:lnTo>
                    <a:lnTo>
                      <a:pt x="61" y="139"/>
                    </a:lnTo>
                    <a:lnTo>
                      <a:pt x="61" y="141"/>
                    </a:lnTo>
                    <a:lnTo>
                      <a:pt x="61" y="142"/>
                    </a:lnTo>
                    <a:lnTo>
                      <a:pt x="62" y="143"/>
                    </a:lnTo>
                    <a:lnTo>
                      <a:pt x="62" y="146"/>
                    </a:lnTo>
                    <a:lnTo>
                      <a:pt x="64" y="147"/>
                    </a:lnTo>
                    <a:lnTo>
                      <a:pt x="64" y="150"/>
                    </a:lnTo>
                    <a:lnTo>
                      <a:pt x="65" y="153"/>
                    </a:lnTo>
                    <a:lnTo>
                      <a:pt x="65" y="154"/>
                    </a:lnTo>
                    <a:lnTo>
                      <a:pt x="66" y="157"/>
                    </a:lnTo>
                    <a:lnTo>
                      <a:pt x="66" y="158"/>
                    </a:lnTo>
                    <a:lnTo>
                      <a:pt x="68" y="159"/>
                    </a:lnTo>
                    <a:lnTo>
                      <a:pt x="68" y="162"/>
                    </a:lnTo>
                    <a:lnTo>
                      <a:pt x="68" y="163"/>
                    </a:lnTo>
                    <a:lnTo>
                      <a:pt x="69" y="165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0" y="170"/>
                    </a:lnTo>
                    <a:lnTo>
                      <a:pt x="70" y="171"/>
                    </a:lnTo>
                    <a:lnTo>
                      <a:pt x="70" y="173"/>
                    </a:lnTo>
                    <a:lnTo>
                      <a:pt x="72" y="173"/>
                    </a:lnTo>
                    <a:lnTo>
                      <a:pt x="72" y="174"/>
                    </a:lnTo>
                    <a:lnTo>
                      <a:pt x="72" y="175"/>
                    </a:lnTo>
                    <a:lnTo>
                      <a:pt x="72" y="177"/>
                    </a:lnTo>
                    <a:lnTo>
                      <a:pt x="73" y="178"/>
                    </a:lnTo>
                    <a:lnTo>
                      <a:pt x="73" y="179"/>
                    </a:lnTo>
                    <a:lnTo>
                      <a:pt x="73" y="181"/>
                    </a:lnTo>
                    <a:lnTo>
                      <a:pt x="74" y="182"/>
                    </a:lnTo>
                    <a:lnTo>
                      <a:pt x="74" y="183"/>
                    </a:lnTo>
                    <a:lnTo>
                      <a:pt x="74" y="185"/>
                    </a:lnTo>
                    <a:lnTo>
                      <a:pt x="76" y="186"/>
                    </a:lnTo>
                    <a:lnTo>
                      <a:pt x="76" y="187"/>
                    </a:lnTo>
                    <a:lnTo>
                      <a:pt x="76" y="189"/>
                    </a:lnTo>
                    <a:lnTo>
                      <a:pt x="77" y="190"/>
                    </a:lnTo>
                    <a:lnTo>
                      <a:pt x="77" y="193"/>
                    </a:lnTo>
                    <a:lnTo>
                      <a:pt x="78" y="194"/>
                    </a:lnTo>
                    <a:lnTo>
                      <a:pt x="78" y="197"/>
                    </a:lnTo>
                    <a:lnTo>
                      <a:pt x="78" y="198"/>
                    </a:lnTo>
                    <a:lnTo>
                      <a:pt x="80" y="201"/>
                    </a:lnTo>
                    <a:lnTo>
                      <a:pt x="80" y="203"/>
                    </a:lnTo>
                    <a:lnTo>
                      <a:pt x="81" y="205"/>
                    </a:lnTo>
                    <a:lnTo>
                      <a:pt x="81" y="206"/>
                    </a:lnTo>
                    <a:lnTo>
                      <a:pt x="82" y="208"/>
                    </a:lnTo>
                    <a:lnTo>
                      <a:pt x="82" y="210"/>
                    </a:lnTo>
                    <a:lnTo>
                      <a:pt x="82" y="211"/>
                    </a:lnTo>
                    <a:lnTo>
                      <a:pt x="84" y="212"/>
                    </a:lnTo>
                    <a:lnTo>
                      <a:pt x="84" y="214"/>
                    </a:lnTo>
                    <a:lnTo>
                      <a:pt x="84" y="215"/>
                    </a:lnTo>
                    <a:lnTo>
                      <a:pt x="85" y="216"/>
                    </a:lnTo>
                    <a:lnTo>
                      <a:pt x="85" y="218"/>
                    </a:lnTo>
                    <a:lnTo>
                      <a:pt x="85" y="219"/>
                    </a:lnTo>
                    <a:lnTo>
                      <a:pt x="85" y="220"/>
                    </a:lnTo>
                    <a:lnTo>
                      <a:pt x="86" y="222"/>
                    </a:lnTo>
                    <a:lnTo>
                      <a:pt x="86" y="223"/>
                    </a:lnTo>
                    <a:lnTo>
                      <a:pt x="86" y="224"/>
                    </a:lnTo>
                    <a:lnTo>
                      <a:pt x="86" y="226"/>
                    </a:lnTo>
                    <a:lnTo>
                      <a:pt x="86" y="227"/>
                    </a:lnTo>
                    <a:lnTo>
                      <a:pt x="86" y="228"/>
                    </a:lnTo>
                    <a:lnTo>
                      <a:pt x="86" y="230"/>
                    </a:lnTo>
                    <a:lnTo>
                      <a:pt x="88" y="231"/>
                    </a:lnTo>
                    <a:lnTo>
                      <a:pt x="88" y="232"/>
                    </a:lnTo>
                    <a:lnTo>
                      <a:pt x="88" y="234"/>
                    </a:lnTo>
                    <a:lnTo>
                      <a:pt x="88" y="235"/>
                    </a:lnTo>
                    <a:lnTo>
                      <a:pt x="88" y="236"/>
                    </a:lnTo>
                    <a:lnTo>
                      <a:pt x="88" y="238"/>
                    </a:lnTo>
                    <a:lnTo>
                      <a:pt x="88" y="239"/>
                    </a:lnTo>
                    <a:lnTo>
                      <a:pt x="88" y="242"/>
                    </a:lnTo>
                    <a:lnTo>
                      <a:pt x="88" y="243"/>
                    </a:lnTo>
                    <a:lnTo>
                      <a:pt x="88" y="246"/>
                    </a:lnTo>
                    <a:lnTo>
                      <a:pt x="89" y="247"/>
                    </a:lnTo>
                    <a:lnTo>
                      <a:pt x="89" y="248"/>
                    </a:lnTo>
                    <a:lnTo>
                      <a:pt x="89" y="250"/>
                    </a:lnTo>
                    <a:lnTo>
                      <a:pt x="89" y="251"/>
                    </a:lnTo>
                    <a:lnTo>
                      <a:pt x="89" y="252"/>
                    </a:lnTo>
                    <a:lnTo>
                      <a:pt x="89" y="254"/>
                    </a:lnTo>
                    <a:lnTo>
                      <a:pt x="89" y="255"/>
                    </a:lnTo>
                    <a:lnTo>
                      <a:pt x="89" y="256"/>
                    </a:lnTo>
                    <a:lnTo>
                      <a:pt x="89" y="258"/>
                    </a:lnTo>
                    <a:lnTo>
                      <a:pt x="89" y="259"/>
                    </a:lnTo>
                    <a:lnTo>
                      <a:pt x="89" y="260"/>
                    </a:lnTo>
                    <a:lnTo>
                      <a:pt x="90" y="260"/>
                    </a:lnTo>
                    <a:lnTo>
                      <a:pt x="90" y="262"/>
                    </a:lnTo>
                    <a:lnTo>
                      <a:pt x="90" y="263"/>
                    </a:lnTo>
                    <a:lnTo>
                      <a:pt x="90" y="264"/>
                    </a:lnTo>
                    <a:lnTo>
                      <a:pt x="90" y="266"/>
                    </a:lnTo>
                    <a:lnTo>
                      <a:pt x="90" y="267"/>
                    </a:lnTo>
                    <a:lnTo>
                      <a:pt x="90" y="268"/>
                    </a:lnTo>
                    <a:lnTo>
                      <a:pt x="90" y="270"/>
                    </a:lnTo>
                    <a:lnTo>
                      <a:pt x="92" y="270"/>
                    </a:lnTo>
                    <a:lnTo>
                      <a:pt x="92" y="271"/>
                    </a:lnTo>
                    <a:lnTo>
                      <a:pt x="92" y="272"/>
                    </a:lnTo>
                    <a:lnTo>
                      <a:pt x="92" y="274"/>
                    </a:lnTo>
                    <a:lnTo>
                      <a:pt x="92" y="275"/>
                    </a:lnTo>
                    <a:lnTo>
                      <a:pt x="92" y="276"/>
                    </a:lnTo>
                    <a:lnTo>
                      <a:pt x="93" y="278"/>
                    </a:lnTo>
                    <a:lnTo>
                      <a:pt x="93" y="279"/>
                    </a:lnTo>
                    <a:lnTo>
                      <a:pt x="93" y="280"/>
                    </a:lnTo>
                    <a:lnTo>
                      <a:pt x="93" y="281"/>
                    </a:lnTo>
                    <a:lnTo>
                      <a:pt x="93" y="283"/>
                    </a:lnTo>
                    <a:lnTo>
                      <a:pt x="94" y="284"/>
                    </a:lnTo>
                    <a:lnTo>
                      <a:pt x="94" y="285"/>
                    </a:lnTo>
                    <a:lnTo>
                      <a:pt x="94" y="287"/>
                    </a:lnTo>
                    <a:lnTo>
                      <a:pt x="94" y="288"/>
                    </a:lnTo>
                    <a:lnTo>
                      <a:pt x="94" y="289"/>
                    </a:lnTo>
                    <a:lnTo>
                      <a:pt x="94" y="291"/>
                    </a:lnTo>
                    <a:lnTo>
                      <a:pt x="94" y="292"/>
                    </a:lnTo>
                    <a:lnTo>
                      <a:pt x="94" y="293"/>
                    </a:lnTo>
                    <a:lnTo>
                      <a:pt x="94" y="295"/>
                    </a:lnTo>
                    <a:lnTo>
                      <a:pt x="94" y="296"/>
                    </a:lnTo>
                    <a:lnTo>
                      <a:pt x="94" y="297"/>
                    </a:lnTo>
                    <a:lnTo>
                      <a:pt x="94" y="299"/>
                    </a:lnTo>
                    <a:lnTo>
                      <a:pt x="94" y="300"/>
                    </a:lnTo>
                    <a:lnTo>
                      <a:pt x="94" y="303"/>
                    </a:lnTo>
                    <a:lnTo>
                      <a:pt x="94" y="304"/>
                    </a:lnTo>
                    <a:lnTo>
                      <a:pt x="94" y="305"/>
                    </a:lnTo>
                    <a:lnTo>
                      <a:pt x="93" y="308"/>
                    </a:lnTo>
                    <a:lnTo>
                      <a:pt x="93" y="309"/>
                    </a:lnTo>
                    <a:lnTo>
                      <a:pt x="93" y="312"/>
                    </a:lnTo>
                    <a:lnTo>
                      <a:pt x="93" y="315"/>
                    </a:lnTo>
                    <a:lnTo>
                      <a:pt x="93" y="317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5057" name="Freeform 89">
                <a:extLst>
                  <a:ext uri="{FF2B5EF4-FFF2-40B4-BE49-F238E27FC236}">
                    <a16:creationId xmlns:a16="http://schemas.microsoft.com/office/drawing/2014/main" id="{2A90E873-E3DC-41F1-95D5-DDCFCE15E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755138"/>
                <a:ext cx="74612" cy="252413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317"/>
                    </a:moveTo>
                    <a:lnTo>
                      <a:pt x="3" y="314"/>
                    </a:lnTo>
                    <a:lnTo>
                      <a:pt x="4" y="310"/>
                    </a:lnTo>
                    <a:lnTo>
                      <a:pt x="5" y="308"/>
                    </a:lnTo>
                    <a:lnTo>
                      <a:pt x="7" y="305"/>
                    </a:lnTo>
                    <a:lnTo>
                      <a:pt x="9" y="302"/>
                    </a:lnTo>
                    <a:lnTo>
                      <a:pt x="11" y="300"/>
                    </a:lnTo>
                    <a:lnTo>
                      <a:pt x="12" y="297"/>
                    </a:lnTo>
                    <a:lnTo>
                      <a:pt x="13" y="294"/>
                    </a:lnTo>
                    <a:lnTo>
                      <a:pt x="13" y="293"/>
                    </a:lnTo>
                    <a:lnTo>
                      <a:pt x="15" y="290"/>
                    </a:lnTo>
                    <a:lnTo>
                      <a:pt x="16" y="289"/>
                    </a:lnTo>
                    <a:lnTo>
                      <a:pt x="17" y="288"/>
                    </a:lnTo>
                    <a:lnTo>
                      <a:pt x="17" y="286"/>
                    </a:lnTo>
                    <a:lnTo>
                      <a:pt x="19" y="284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21" y="280"/>
                    </a:lnTo>
                    <a:lnTo>
                      <a:pt x="21" y="278"/>
                    </a:lnTo>
                    <a:lnTo>
                      <a:pt x="23" y="277"/>
                    </a:lnTo>
                    <a:lnTo>
                      <a:pt x="23" y="276"/>
                    </a:lnTo>
                    <a:lnTo>
                      <a:pt x="23" y="274"/>
                    </a:lnTo>
                    <a:lnTo>
                      <a:pt x="24" y="274"/>
                    </a:lnTo>
                    <a:lnTo>
                      <a:pt x="24" y="273"/>
                    </a:lnTo>
                    <a:lnTo>
                      <a:pt x="25" y="272"/>
                    </a:lnTo>
                    <a:lnTo>
                      <a:pt x="25" y="270"/>
                    </a:lnTo>
                    <a:lnTo>
                      <a:pt x="27" y="269"/>
                    </a:lnTo>
                    <a:lnTo>
                      <a:pt x="27" y="268"/>
                    </a:lnTo>
                    <a:lnTo>
                      <a:pt x="28" y="266"/>
                    </a:lnTo>
                    <a:lnTo>
                      <a:pt x="28" y="264"/>
                    </a:lnTo>
                    <a:lnTo>
                      <a:pt x="29" y="263"/>
                    </a:lnTo>
                    <a:lnTo>
                      <a:pt x="29" y="261"/>
                    </a:lnTo>
                    <a:lnTo>
                      <a:pt x="31" y="259"/>
                    </a:lnTo>
                    <a:lnTo>
                      <a:pt x="31" y="257"/>
                    </a:lnTo>
                    <a:lnTo>
                      <a:pt x="32" y="256"/>
                    </a:lnTo>
                    <a:lnTo>
                      <a:pt x="32" y="255"/>
                    </a:lnTo>
                    <a:lnTo>
                      <a:pt x="33" y="253"/>
                    </a:lnTo>
                    <a:lnTo>
                      <a:pt x="33" y="251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6" y="247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7" y="243"/>
                    </a:lnTo>
                    <a:lnTo>
                      <a:pt x="37" y="241"/>
                    </a:lnTo>
                    <a:lnTo>
                      <a:pt x="39" y="240"/>
                    </a:lnTo>
                    <a:lnTo>
                      <a:pt x="39" y="239"/>
                    </a:lnTo>
                    <a:lnTo>
                      <a:pt x="39" y="237"/>
                    </a:lnTo>
                    <a:lnTo>
                      <a:pt x="40" y="237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2" y="229"/>
                    </a:lnTo>
                    <a:lnTo>
                      <a:pt x="42" y="228"/>
                    </a:lnTo>
                    <a:lnTo>
                      <a:pt x="42" y="227"/>
                    </a:lnTo>
                    <a:lnTo>
                      <a:pt x="44" y="225"/>
                    </a:lnTo>
                    <a:lnTo>
                      <a:pt x="44" y="223"/>
                    </a:lnTo>
                    <a:lnTo>
                      <a:pt x="45" y="221"/>
                    </a:lnTo>
                    <a:lnTo>
                      <a:pt x="45" y="220"/>
                    </a:lnTo>
                    <a:lnTo>
                      <a:pt x="46" y="217"/>
                    </a:lnTo>
                    <a:lnTo>
                      <a:pt x="48" y="215"/>
                    </a:lnTo>
                    <a:lnTo>
                      <a:pt x="48" y="213"/>
                    </a:lnTo>
                    <a:lnTo>
                      <a:pt x="49" y="211"/>
                    </a:lnTo>
                    <a:lnTo>
                      <a:pt x="49" y="209"/>
                    </a:lnTo>
                    <a:lnTo>
                      <a:pt x="50" y="207"/>
                    </a:lnTo>
                    <a:lnTo>
                      <a:pt x="52" y="205"/>
                    </a:lnTo>
                    <a:lnTo>
                      <a:pt x="52" y="204"/>
                    </a:lnTo>
                    <a:lnTo>
                      <a:pt x="52" y="203"/>
                    </a:lnTo>
                    <a:lnTo>
                      <a:pt x="53" y="201"/>
                    </a:lnTo>
                    <a:lnTo>
                      <a:pt x="53" y="200"/>
                    </a:lnTo>
                    <a:lnTo>
                      <a:pt x="54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6" y="195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7" y="191"/>
                    </a:lnTo>
                    <a:lnTo>
                      <a:pt x="57" y="190"/>
                    </a:lnTo>
                    <a:lnTo>
                      <a:pt x="57" y="188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4"/>
                    </a:lnTo>
                    <a:lnTo>
                      <a:pt x="60" y="183"/>
                    </a:lnTo>
                    <a:lnTo>
                      <a:pt x="60" y="182"/>
                    </a:lnTo>
                    <a:lnTo>
                      <a:pt x="60" y="180"/>
                    </a:lnTo>
                    <a:lnTo>
                      <a:pt x="61" y="179"/>
                    </a:lnTo>
                    <a:lnTo>
                      <a:pt x="61" y="176"/>
                    </a:lnTo>
                    <a:lnTo>
                      <a:pt x="61" y="175"/>
                    </a:lnTo>
                    <a:lnTo>
                      <a:pt x="62" y="174"/>
                    </a:lnTo>
                    <a:lnTo>
                      <a:pt x="62" y="171"/>
                    </a:lnTo>
                    <a:lnTo>
                      <a:pt x="64" y="170"/>
                    </a:lnTo>
                    <a:lnTo>
                      <a:pt x="64" y="167"/>
                    </a:lnTo>
                    <a:lnTo>
                      <a:pt x="65" y="164"/>
                    </a:lnTo>
                    <a:lnTo>
                      <a:pt x="65" y="163"/>
                    </a:lnTo>
                    <a:lnTo>
                      <a:pt x="66" y="160"/>
                    </a:lnTo>
                    <a:lnTo>
                      <a:pt x="66" y="159"/>
                    </a:lnTo>
                    <a:lnTo>
                      <a:pt x="68" y="158"/>
                    </a:lnTo>
                    <a:lnTo>
                      <a:pt x="68" y="156"/>
                    </a:lnTo>
                    <a:lnTo>
                      <a:pt x="68" y="154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0" y="148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72" y="144"/>
                    </a:lnTo>
                    <a:lnTo>
                      <a:pt x="72" y="143"/>
                    </a:lnTo>
                    <a:lnTo>
                      <a:pt x="72" y="142"/>
                    </a:lnTo>
                    <a:lnTo>
                      <a:pt x="72" y="140"/>
                    </a:lnTo>
                    <a:lnTo>
                      <a:pt x="73" y="139"/>
                    </a:lnTo>
                    <a:lnTo>
                      <a:pt x="73" y="138"/>
                    </a:lnTo>
                    <a:lnTo>
                      <a:pt x="74" y="136"/>
                    </a:lnTo>
                    <a:lnTo>
                      <a:pt x="74" y="135"/>
                    </a:lnTo>
                    <a:lnTo>
                      <a:pt x="74" y="134"/>
                    </a:lnTo>
                    <a:lnTo>
                      <a:pt x="76" y="132"/>
                    </a:lnTo>
                    <a:lnTo>
                      <a:pt x="76" y="130"/>
                    </a:lnTo>
                    <a:lnTo>
                      <a:pt x="76" y="128"/>
                    </a:lnTo>
                    <a:lnTo>
                      <a:pt x="77" y="127"/>
                    </a:lnTo>
                    <a:lnTo>
                      <a:pt x="77" y="126"/>
                    </a:lnTo>
                    <a:lnTo>
                      <a:pt x="78" y="123"/>
                    </a:lnTo>
                    <a:lnTo>
                      <a:pt x="78" y="122"/>
                    </a:lnTo>
                    <a:lnTo>
                      <a:pt x="78" y="119"/>
                    </a:lnTo>
                    <a:lnTo>
                      <a:pt x="80" y="116"/>
                    </a:lnTo>
                    <a:lnTo>
                      <a:pt x="80" y="115"/>
                    </a:lnTo>
                    <a:lnTo>
                      <a:pt x="81" y="113"/>
                    </a:lnTo>
                    <a:lnTo>
                      <a:pt x="81" y="111"/>
                    </a:lnTo>
                    <a:lnTo>
                      <a:pt x="82" y="110"/>
                    </a:lnTo>
                    <a:lnTo>
                      <a:pt x="82" y="107"/>
                    </a:lnTo>
                    <a:lnTo>
                      <a:pt x="82" y="106"/>
                    </a:lnTo>
                    <a:lnTo>
                      <a:pt x="84" y="105"/>
                    </a:lnTo>
                    <a:lnTo>
                      <a:pt x="84" y="103"/>
                    </a:lnTo>
                    <a:lnTo>
                      <a:pt x="84" y="102"/>
                    </a:lnTo>
                    <a:lnTo>
                      <a:pt x="85" y="101"/>
                    </a:lnTo>
                    <a:lnTo>
                      <a:pt x="85" y="99"/>
                    </a:lnTo>
                    <a:lnTo>
                      <a:pt x="85" y="98"/>
                    </a:lnTo>
                    <a:lnTo>
                      <a:pt x="85" y="97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3"/>
                    </a:lnTo>
                    <a:lnTo>
                      <a:pt x="86" y="91"/>
                    </a:lnTo>
                    <a:lnTo>
                      <a:pt x="86" y="90"/>
                    </a:lnTo>
                    <a:lnTo>
                      <a:pt x="86" y="89"/>
                    </a:lnTo>
                    <a:lnTo>
                      <a:pt x="86" y="87"/>
                    </a:lnTo>
                    <a:lnTo>
                      <a:pt x="88" y="87"/>
                    </a:lnTo>
                    <a:lnTo>
                      <a:pt x="88" y="86"/>
                    </a:lnTo>
                    <a:lnTo>
                      <a:pt x="88" y="85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8" y="79"/>
                    </a:lnTo>
                    <a:lnTo>
                      <a:pt x="88" y="78"/>
                    </a:lnTo>
                    <a:lnTo>
                      <a:pt x="88" y="77"/>
                    </a:lnTo>
                    <a:lnTo>
                      <a:pt x="88" y="74"/>
                    </a:lnTo>
                    <a:lnTo>
                      <a:pt x="88" y="73"/>
                    </a:lnTo>
                    <a:lnTo>
                      <a:pt x="89" y="70"/>
                    </a:lnTo>
                    <a:lnTo>
                      <a:pt x="89" y="69"/>
                    </a:lnTo>
                    <a:lnTo>
                      <a:pt x="89" y="67"/>
                    </a:lnTo>
                    <a:lnTo>
                      <a:pt x="89" y="66"/>
                    </a:lnTo>
                    <a:lnTo>
                      <a:pt x="89" y="65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89" y="61"/>
                    </a:lnTo>
                    <a:lnTo>
                      <a:pt x="89" y="59"/>
                    </a:lnTo>
                    <a:lnTo>
                      <a:pt x="89" y="58"/>
                    </a:lnTo>
                    <a:lnTo>
                      <a:pt x="90" y="57"/>
                    </a:lnTo>
                    <a:lnTo>
                      <a:pt x="90" y="55"/>
                    </a:lnTo>
                    <a:lnTo>
                      <a:pt x="90" y="54"/>
                    </a:lnTo>
                    <a:lnTo>
                      <a:pt x="90" y="53"/>
                    </a:lnTo>
                    <a:lnTo>
                      <a:pt x="90" y="51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2" y="47"/>
                    </a:lnTo>
                    <a:lnTo>
                      <a:pt x="92" y="46"/>
                    </a:lnTo>
                    <a:lnTo>
                      <a:pt x="92" y="45"/>
                    </a:lnTo>
                    <a:lnTo>
                      <a:pt x="92" y="43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3" y="40"/>
                    </a:lnTo>
                    <a:lnTo>
                      <a:pt x="93" y="38"/>
                    </a:lnTo>
                    <a:lnTo>
                      <a:pt x="93" y="37"/>
                    </a:lnTo>
                    <a:lnTo>
                      <a:pt x="93" y="36"/>
                    </a:lnTo>
                    <a:lnTo>
                      <a:pt x="93" y="34"/>
                    </a:lnTo>
                    <a:lnTo>
                      <a:pt x="94" y="33"/>
                    </a:lnTo>
                    <a:lnTo>
                      <a:pt x="94" y="32"/>
                    </a:lnTo>
                    <a:lnTo>
                      <a:pt x="94" y="30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4" y="24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0"/>
                    </a:lnTo>
                    <a:lnTo>
                      <a:pt x="94" y="18"/>
                    </a:lnTo>
                    <a:lnTo>
                      <a:pt x="94" y="17"/>
                    </a:lnTo>
                    <a:lnTo>
                      <a:pt x="94" y="16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3" y="10"/>
                    </a:lnTo>
                    <a:lnTo>
                      <a:pt x="93" y="8"/>
                    </a:lnTo>
                    <a:lnTo>
                      <a:pt x="93" y="5"/>
                    </a:lnTo>
                    <a:lnTo>
                      <a:pt x="93" y="2"/>
                    </a:lnTo>
                    <a:lnTo>
                      <a:pt x="93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25010" name="Freeform 45">
              <a:extLst>
                <a:ext uri="{FF2B5EF4-FFF2-40B4-BE49-F238E27FC236}">
                  <a16:creationId xmlns:a16="http://schemas.microsoft.com/office/drawing/2014/main" id="{15C709A3-9592-460F-A91E-E56886444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674" y="2957298"/>
              <a:ext cx="3699109" cy="2735272"/>
            </a:xfrm>
            <a:custGeom>
              <a:avLst/>
              <a:gdLst>
                <a:gd name="T0" fmla="*/ 1278345235 w 10704"/>
                <a:gd name="T1" fmla="*/ 0 h 21003"/>
                <a:gd name="T2" fmla="*/ 2388662 w 10704"/>
                <a:gd name="T3" fmla="*/ 1102418 h 21003"/>
                <a:gd name="T4" fmla="*/ 0 w 10704"/>
                <a:gd name="T5" fmla="*/ 356221155 h 21003"/>
                <a:gd name="T6" fmla="*/ 135430103 w 10704"/>
                <a:gd name="T7" fmla="*/ 356102383 h 210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04" h="21003">
                  <a:moveTo>
                    <a:pt x="10704" y="0"/>
                  </a:move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1134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5011" name="Line 14">
              <a:extLst>
                <a:ext uri="{FF2B5EF4-FFF2-40B4-BE49-F238E27FC236}">
                  <a16:creationId xmlns:a16="http://schemas.microsoft.com/office/drawing/2014/main" id="{7763AC99-99CD-4BF5-95E3-1FA9ED1469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07413" y="5790467"/>
              <a:ext cx="580100" cy="31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5012" name="TextBox 51">
              <a:extLst>
                <a:ext uri="{FF2B5EF4-FFF2-40B4-BE49-F238E27FC236}">
                  <a16:creationId xmlns:a16="http://schemas.microsoft.com/office/drawing/2014/main" id="{AA5240AC-70C1-4BD5-BB8E-E061C353E9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75820" y="599816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5013" name="TextBox 51">
              <a:extLst>
                <a:ext uri="{FF2B5EF4-FFF2-40B4-BE49-F238E27FC236}">
                  <a16:creationId xmlns:a16="http://schemas.microsoft.com/office/drawing/2014/main" id="{3A8A4DC4-BA8A-402A-90C4-8946CEBB9E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9" y="588809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5014" name="TextBox 51">
              <a:extLst>
                <a:ext uri="{FF2B5EF4-FFF2-40B4-BE49-F238E27FC236}">
                  <a16:creationId xmlns:a16="http://schemas.microsoft.com/office/drawing/2014/main" id="{6FAB8131-EEFF-4EC5-9C5B-0223B68656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3622" y="588809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25015" name="TextBox 51">
              <a:extLst>
                <a:ext uri="{FF2B5EF4-FFF2-40B4-BE49-F238E27FC236}">
                  <a16:creationId xmlns:a16="http://schemas.microsoft.com/office/drawing/2014/main" id="{83A53635-28F0-42B8-968A-EBBBB84B1F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353" y="530726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5016" name="TextBox 51">
              <a:extLst>
                <a:ext uri="{FF2B5EF4-FFF2-40B4-BE49-F238E27FC236}">
                  <a16:creationId xmlns:a16="http://schemas.microsoft.com/office/drawing/2014/main" id="{B6ECCC0E-9484-43E6-970C-C0127F0D48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9" y="4990627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5017" name="Freeform 48">
              <a:extLst>
                <a:ext uri="{FF2B5EF4-FFF2-40B4-BE49-F238E27FC236}">
                  <a16:creationId xmlns:a16="http://schemas.microsoft.com/office/drawing/2014/main" id="{1CA5B356-344D-4AAA-A50C-1B88EF3FBAD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594887" y="2914643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5018" name="Freeform 48">
              <a:extLst>
                <a:ext uri="{FF2B5EF4-FFF2-40B4-BE49-F238E27FC236}">
                  <a16:creationId xmlns:a16="http://schemas.microsoft.com/office/drawing/2014/main" id="{F018050B-934A-410B-ABD2-698BA51B0F0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434954" y="2931576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5019" name="Freeform 5">
              <a:extLst>
                <a:ext uri="{FF2B5EF4-FFF2-40B4-BE49-F238E27FC236}">
                  <a16:creationId xmlns:a16="http://schemas.microsoft.com/office/drawing/2014/main" id="{22A1F4A5-334A-4C45-BE7A-9E7F9E65B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272" y="5755462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5020" name="Freeform 7">
              <a:extLst>
                <a:ext uri="{FF2B5EF4-FFF2-40B4-BE49-F238E27FC236}">
                  <a16:creationId xmlns:a16="http://schemas.microsoft.com/office/drawing/2014/main" id="{3BF66BE5-AE40-4044-B05D-5D10138D7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167" y="5867731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5021" name="TextBox 51">
              <a:extLst>
                <a:ext uri="{FF2B5EF4-FFF2-40B4-BE49-F238E27FC236}">
                  <a16:creationId xmlns:a16="http://schemas.microsoft.com/office/drawing/2014/main" id="{28765556-8A92-4773-836E-89B5697274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9028" y="5486655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grpSp>
          <p:nvGrpSpPr>
            <p:cNvPr id="425022" name="Group 4">
              <a:extLst>
                <a:ext uri="{FF2B5EF4-FFF2-40B4-BE49-F238E27FC236}">
                  <a16:creationId xmlns:a16="http://schemas.microsoft.com/office/drawing/2014/main" id="{08EBE802-FF27-4E5E-A79A-CBA8482DA7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62243" y="1638205"/>
              <a:ext cx="3228751" cy="750888"/>
              <a:chOff x="5768352" y="3768775"/>
              <a:chExt cx="3229577" cy="750332"/>
            </a:xfrm>
          </p:grpSpPr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41253E4C-7AFD-6945-A94E-A17DD61A19E1}"/>
                  </a:ext>
                </a:extLst>
              </p:cNvPr>
              <p:cNvCxnSpPr/>
              <p:nvPr/>
            </p:nvCxnSpPr>
            <p:spPr>
              <a:xfrm flipV="1">
                <a:off x="5768098" y="4206085"/>
                <a:ext cx="1980137" cy="15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3065CF7B-2BC0-0645-BBF4-2E954544425C}"/>
                  </a:ext>
                </a:extLst>
              </p:cNvPr>
              <p:cNvCxnSpPr/>
              <p:nvPr/>
            </p:nvCxnSpPr>
            <p:spPr>
              <a:xfrm>
                <a:off x="7749823" y="4064873"/>
                <a:ext cx="565300" cy="1586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46F995B3-DFAB-1A4E-B174-1C4D30E3419D}"/>
                  </a:ext>
                </a:extLst>
              </p:cNvPr>
              <p:cNvCxnSpPr/>
              <p:nvPr/>
            </p:nvCxnSpPr>
            <p:spPr>
              <a:xfrm>
                <a:off x="7745059" y="4345710"/>
                <a:ext cx="565300" cy="15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8808857A-A267-4B48-AC8D-67F07ED9C27B}"/>
                  </a:ext>
                </a:extLst>
              </p:cNvPr>
              <p:cNvCxnSpPr/>
              <p:nvPr/>
            </p:nvCxnSpPr>
            <p:spPr>
              <a:xfrm flipH="1" flipV="1">
                <a:off x="7749823" y="4061700"/>
                <a:ext cx="3176" cy="28401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5051" name="TextBox 93">
                <a:extLst>
                  <a:ext uri="{FF2B5EF4-FFF2-40B4-BE49-F238E27FC236}">
                    <a16:creationId xmlns:a16="http://schemas.microsoft.com/office/drawing/2014/main" id="{0CEDD60E-86F0-4E54-ABAE-7B9EADB7844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76877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25052" name="TextBox 6">
                <a:extLst>
                  <a:ext uri="{FF2B5EF4-FFF2-40B4-BE49-F238E27FC236}">
                    <a16:creationId xmlns:a16="http://schemas.microsoft.com/office/drawing/2014/main" id="{236C8517-C411-45FE-818C-3C39CAF7A4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149775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5053" name="Freeform 48">
                <a:extLst>
                  <a:ext uri="{FF2B5EF4-FFF2-40B4-BE49-F238E27FC236}">
                    <a16:creationId xmlns:a16="http://schemas.microsoft.com/office/drawing/2014/main" id="{8478820F-A383-4E40-937C-5A6B1FA7EA3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08850" y="4183965"/>
                <a:ext cx="77241" cy="73098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25023" name="Group 88">
              <a:extLst>
                <a:ext uri="{FF2B5EF4-FFF2-40B4-BE49-F238E27FC236}">
                  <a16:creationId xmlns:a16="http://schemas.microsoft.com/office/drawing/2014/main" id="{CF773733-B761-490E-9CC5-A45F0B6BBB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53438" y="2428748"/>
              <a:ext cx="2803076" cy="749300"/>
              <a:chOff x="6194136" y="3853561"/>
              <a:chExt cx="2803793" cy="750332"/>
            </a:xfrm>
          </p:grpSpPr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A6990FBF-C5A6-0949-AEB4-67BBB34FC1A3}"/>
                  </a:ext>
                </a:extLst>
              </p:cNvPr>
              <p:cNvCxnSpPr/>
              <p:nvPr/>
            </p:nvCxnSpPr>
            <p:spPr>
              <a:xfrm>
                <a:off x="6194803" y="4204544"/>
                <a:ext cx="1565690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7050A060-1216-D64C-89C2-68A481298B4D}"/>
                  </a:ext>
                </a:extLst>
              </p:cNvPr>
              <p:cNvCxnSpPr/>
              <p:nvPr/>
            </p:nvCxnSpPr>
            <p:spPr>
              <a:xfrm>
                <a:off x="7744614" y="4064622"/>
                <a:ext cx="565300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Straight Connector 99">
                <a:extLst>
                  <a:ext uri="{FF2B5EF4-FFF2-40B4-BE49-F238E27FC236}">
                    <a16:creationId xmlns:a16="http://schemas.microsoft.com/office/drawing/2014/main" id="{2DAC0B3D-A3D5-0E41-8A49-23484FC01AA2}"/>
                  </a:ext>
                </a:extLst>
              </p:cNvPr>
              <p:cNvCxnSpPr/>
              <p:nvPr/>
            </p:nvCxnSpPr>
            <p:spPr>
              <a:xfrm>
                <a:off x="7739851" y="4339695"/>
                <a:ext cx="565300" cy="15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E37D620F-3AB8-3E48-A7A8-28B2FB81D75A}"/>
                  </a:ext>
                </a:extLst>
              </p:cNvPr>
              <p:cNvCxnSpPr/>
              <p:nvPr/>
            </p:nvCxnSpPr>
            <p:spPr>
              <a:xfrm flipH="1" flipV="1">
                <a:off x="7749378" y="4056672"/>
                <a:ext cx="3176" cy="284614"/>
              </a:xfrm>
              <a:prstGeom prst="line">
                <a:avLst/>
              </a:prstGeom>
              <a:solidFill>
                <a:srgbClr val="00B050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5044" name="TextBox 93">
                <a:extLst>
                  <a:ext uri="{FF2B5EF4-FFF2-40B4-BE49-F238E27FC236}">
                    <a16:creationId xmlns:a16="http://schemas.microsoft.com/office/drawing/2014/main" id="{571FD0E5-6F72-4ACE-8CF1-302C9B9DF3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853561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25045" name="TextBox 6">
                <a:extLst>
                  <a:ext uri="{FF2B5EF4-FFF2-40B4-BE49-F238E27FC236}">
                    <a16:creationId xmlns:a16="http://schemas.microsoft.com/office/drawing/2014/main" id="{5CEED54D-F1BC-4741-A2D9-9FCEF8B5668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234561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5046" name="Freeform 48">
                <a:extLst>
                  <a:ext uri="{FF2B5EF4-FFF2-40B4-BE49-F238E27FC236}">
                    <a16:creationId xmlns:a16="http://schemas.microsoft.com/office/drawing/2014/main" id="{AE4A239C-23F0-4E24-9389-66703775DA5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08850" y="4178383"/>
                <a:ext cx="77241" cy="73253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25024" name="Group 8">
              <a:extLst>
                <a:ext uri="{FF2B5EF4-FFF2-40B4-BE49-F238E27FC236}">
                  <a16:creationId xmlns:a16="http://schemas.microsoft.com/office/drawing/2014/main" id="{7DDFF63A-BFAC-406F-B98D-06E8B60E7A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8227" y="3282987"/>
              <a:ext cx="1863862" cy="914400"/>
              <a:chOff x="7168853" y="823310"/>
              <a:chExt cx="1863684" cy="915796"/>
            </a:xfrm>
          </p:grpSpPr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F57640C6-034A-9341-87E8-6BA82C8D9A61}"/>
                  </a:ext>
                </a:extLst>
              </p:cNvPr>
              <p:cNvCxnSpPr/>
              <p:nvPr/>
            </p:nvCxnSpPr>
            <p:spPr>
              <a:xfrm flipV="1">
                <a:off x="7169302" y="1288857"/>
                <a:ext cx="1122265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BAF1E5A8-C145-5046-B06C-D4218D02EEAC}"/>
                  </a:ext>
                </a:extLst>
              </p:cNvPr>
              <p:cNvCxnSpPr/>
              <p:nvPr/>
            </p:nvCxnSpPr>
            <p:spPr>
              <a:xfrm>
                <a:off x="7750277" y="1024875"/>
                <a:ext cx="565101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08BD28DF-581E-A849-AD88-1D0BC62999FB}"/>
                  </a:ext>
                </a:extLst>
              </p:cNvPr>
              <p:cNvCxnSpPr/>
              <p:nvPr/>
            </p:nvCxnSpPr>
            <p:spPr>
              <a:xfrm>
                <a:off x="7745514" y="1521034"/>
                <a:ext cx="565101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Straight Connector 108">
                <a:extLst>
                  <a:ext uri="{FF2B5EF4-FFF2-40B4-BE49-F238E27FC236}">
                    <a16:creationId xmlns:a16="http://schemas.microsoft.com/office/drawing/2014/main" id="{A0A5F39B-64C5-E84C-A961-AA02645EED08}"/>
                  </a:ext>
                </a:extLst>
              </p:cNvPr>
              <p:cNvCxnSpPr/>
              <p:nvPr/>
            </p:nvCxnSpPr>
            <p:spPr>
              <a:xfrm flipH="1" flipV="1">
                <a:off x="7745514" y="1018514"/>
                <a:ext cx="3175" cy="505701"/>
              </a:xfrm>
              <a:prstGeom prst="line">
                <a:avLst/>
              </a:prstGeom>
              <a:solidFill>
                <a:srgbClr val="00B050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5036" name="TextBox 101">
                <a:extLst>
                  <a:ext uri="{FF2B5EF4-FFF2-40B4-BE49-F238E27FC236}">
                    <a16:creationId xmlns:a16="http://schemas.microsoft.com/office/drawing/2014/main" id="{3638F483-20C9-471E-A293-8416BF596EE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0792" y="108674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25037" name="TextBox 6">
                <a:extLst>
                  <a:ext uri="{FF2B5EF4-FFF2-40B4-BE49-F238E27FC236}">
                    <a16:creationId xmlns:a16="http://schemas.microsoft.com/office/drawing/2014/main" id="{BE4E63C4-53A9-420A-ADC4-4F8E60E06B6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16032" y="823310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5038" name="Freeform 48">
                <a:extLst>
                  <a:ext uri="{FF2B5EF4-FFF2-40B4-BE49-F238E27FC236}">
                    <a16:creationId xmlns:a16="http://schemas.microsoft.com/office/drawing/2014/main" id="{DE95DE49-B6B2-4FF5-9299-75133304FF1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10106" y="1261218"/>
                <a:ext cx="73145" cy="73264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5039" name="TextBox 107">
                <a:extLst>
                  <a:ext uri="{FF2B5EF4-FFF2-40B4-BE49-F238E27FC236}">
                    <a16:creationId xmlns:a16="http://schemas.microsoft.com/office/drawing/2014/main" id="{D8255390-888E-41F8-A720-81A1111B3E9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96438" y="1369774"/>
                <a:ext cx="736099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Done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sp>
          <p:nvSpPr>
            <p:cNvPr id="425025" name="Freeform 48">
              <a:extLst>
                <a:ext uri="{FF2B5EF4-FFF2-40B4-BE49-F238E27FC236}">
                  <a16:creationId xmlns:a16="http://schemas.microsoft.com/office/drawing/2014/main" id="{0EE0A622-78EA-424F-AE52-ECEB23E4AD8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232937" y="2733668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5026" name="Freeform 48">
              <a:extLst>
                <a:ext uri="{FF2B5EF4-FFF2-40B4-BE49-F238E27FC236}">
                  <a16:creationId xmlns:a16="http://schemas.microsoft.com/office/drawing/2014/main" id="{00719248-31E6-4D3E-9055-CA5432FF9E1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823362" y="2047868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5027" name="TextBox 51">
              <a:extLst>
                <a:ext uri="{FF2B5EF4-FFF2-40B4-BE49-F238E27FC236}">
                  <a16:creationId xmlns:a16="http://schemas.microsoft.com/office/drawing/2014/main" id="{98E96AFE-20CC-477E-91FA-393B09DAB7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4300" y="162108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5028" name="TextBox 51">
              <a:extLst>
                <a:ext uri="{FF2B5EF4-FFF2-40B4-BE49-F238E27FC236}">
                  <a16:creationId xmlns:a16="http://schemas.microsoft.com/office/drawing/2014/main" id="{D0B768B3-010D-4F65-BDAC-52975D3AFE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2587" y="238993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25029" name="TextBox 51">
              <a:extLst>
                <a:ext uri="{FF2B5EF4-FFF2-40B4-BE49-F238E27FC236}">
                  <a16:creationId xmlns:a16="http://schemas.microsoft.com/office/drawing/2014/main" id="{7B63BFEB-2284-445C-94AC-2FD6AA40EB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0875" y="333344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5030" name="Freeform 45">
              <a:extLst>
                <a:ext uri="{FF2B5EF4-FFF2-40B4-BE49-F238E27FC236}">
                  <a16:creationId xmlns:a16="http://schemas.microsoft.com/office/drawing/2014/main" id="{F3FA14C0-13E9-47DF-B3B3-CB494CAE20BE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852089" y="2959411"/>
              <a:ext cx="4372447" cy="3609986"/>
            </a:xfrm>
            <a:custGeom>
              <a:avLst/>
              <a:gdLst>
                <a:gd name="T0" fmla="*/ 1541469344 w 10704"/>
                <a:gd name="T1" fmla="*/ 86678321 h 150349"/>
                <a:gd name="T2" fmla="*/ 1782751296 w 10704"/>
                <a:gd name="T3" fmla="*/ 86601655 h 150349"/>
                <a:gd name="T4" fmla="*/ 1786088637 w 10704"/>
                <a:gd name="T5" fmla="*/ 0 h 150349"/>
                <a:gd name="T6" fmla="*/ 3337340 w 10704"/>
                <a:gd name="T7" fmla="*/ 37481 h 150349"/>
                <a:gd name="T8" fmla="*/ 0 w 10704"/>
                <a:gd name="T9" fmla="*/ 12108528 h 150349"/>
                <a:gd name="T10" fmla="*/ 164025176 w 10704"/>
                <a:gd name="T11" fmla="*/ 12104494 h 1503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04" h="150349">
                  <a:moveTo>
                    <a:pt x="9238" y="150349"/>
                  </a:moveTo>
                  <a:lnTo>
                    <a:pt x="10684" y="150216"/>
                  </a:lnTo>
                  <a:cubicBezTo>
                    <a:pt x="10716" y="100026"/>
                    <a:pt x="10672" y="50190"/>
                    <a:pt x="10704" y="0"/>
                  </a:cubicBez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983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5031" name="Freeform 48">
              <a:extLst>
                <a:ext uri="{FF2B5EF4-FFF2-40B4-BE49-F238E27FC236}">
                  <a16:creationId xmlns:a16="http://schemas.microsoft.com/office/drawing/2014/main" id="{3A005467-975B-42AB-9E7D-5B83FD22AD9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186470" y="3716834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424963" name="Group 115">
            <a:extLst>
              <a:ext uri="{FF2B5EF4-FFF2-40B4-BE49-F238E27FC236}">
                <a16:creationId xmlns:a16="http://schemas.microsoft.com/office/drawing/2014/main" id="{43427698-9BDB-42BB-BBA1-B38B08DCAD0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58763" y="1071563"/>
            <a:ext cx="3546475" cy="1455737"/>
            <a:chOff x="27330" y="2051709"/>
            <a:chExt cx="2697218" cy="1108075"/>
          </a:xfrm>
        </p:grpSpPr>
        <p:pic>
          <p:nvPicPr>
            <p:cNvPr id="424964" name="Picture 119">
              <a:extLst>
                <a:ext uri="{FF2B5EF4-FFF2-40B4-BE49-F238E27FC236}">
                  <a16:creationId xmlns:a16="http://schemas.microsoft.com/office/drawing/2014/main" id="{72CE212B-F439-40E5-B596-560F0A425FB9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330" y="2145256"/>
              <a:ext cx="2697218" cy="92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424965" name="Straight Connector 120">
              <a:extLst>
                <a:ext uri="{FF2B5EF4-FFF2-40B4-BE49-F238E27FC236}">
                  <a16:creationId xmlns:a16="http://schemas.microsoft.com/office/drawing/2014/main" id="{ED2E32AE-2943-4777-BBCA-85DAC306179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98087" y="2051709"/>
              <a:ext cx="7937" cy="1108075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985" name="Title 1">
            <a:extLst>
              <a:ext uri="{FF2B5EF4-FFF2-40B4-BE49-F238E27FC236}">
                <a16:creationId xmlns:a16="http://schemas.microsoft.com/office/drawing/2014/main" id="{15CE2FBC-5DCA-49AF-9B95-7F7FA2123937}"/>
              </a:ext>
            </a:extLst>
          </p:cNvPr>
          <p:cNvSpPr txBox="1">
            <a:spLocks/>
          </p:cNvSpPr>
          <p:nvPr/>
        </p:nvSpPr>
        <p:spPr bwMode="auto">
          <a:xfrm>
            <a:off x="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How Does It Work?</a:t>
            </a:r>
          </a:p>
        </p:txBody>
      </p:sp>
      <p:grpSp>
        <p:nvGrpSpPr>
          <p:cNvPr id="425986" name="Group 3">
            <a:extLst>
              <a:ext uri="{FF2B5EF4-FFF2-40B4-BE49-F238E27FC236}">
                <a16:creationId xmlns:a16="http://schemas.microsoft.com/office/drawing/2014/main" id="{F169072A-CF49-4083-B7E3-90AF15984429}"/>
              </a:ext>
            </a:extLst>
          </p:cNvPr>
          <p:cNvGrpSpPr>
            <a:grpSpLocks/>
          </p:cNvGrpSpPr>
          <p:nvPr/>
        </p:nvGrpSpPr>
        <p:grpSpPr bwMode="auto">
          <a:xfrm>
            <a:off x="93663" y="1319213"/>
            <a:ext cx="8997950" cy="5249862"/>
            <a:chOff x="92960" y="1318445"/>
            <a:chExt cx="8998034" cy="5250952"/>
          </a:xfrm>
        </p:grpSpPr>
        <p:sp>
          <p:nvSpPr>
            <p:cNvPr id="425990" name="TextBox 51">
              <a:extLst>
                <a:ext uri="{FF2B5EF4-FFF2-40B4-BE49-F238E27FC236}">
                  <a16:creationId xmlns:a16="http://schemas.microsoft.com/office/drawing/2014/main" id="{7C348CDB-8D77-4472-AD11-4F1A2A96CE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3160" y="5486655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25991" name="Line 14">
              <a:extLst>
                <a:ext uri="{FF2B5EF4-FFF2-40B4-BE49-F238E27FC236}">
                  <a16:creationId xmlns:a16="http://schemas.microsoft.com/office/drawing/2014/main" id="{60209A1B-8CB2-441C-9EA2-9518964A26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9416" y="5920630"/>
              <a:ext cx="10703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5992" name="Line 14">
              <a:extLst>
                <a:ext uri="{FF2B5EF4-FFF2-40B4-BE49-F238E27FC236}">
                  <a16:creationId xmlns:a16="http://schemas.microsoft.com/office/drawing/2014/main" id="{A9CF0230-AD60-4AF9-B134-C96E522B17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50" y="5937564"/>
              <a:ext cx="14246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5993" name="Rectangle 7">
              <a:extLst>
                <a:ext uri="{FF2B5EF4-FFF2-40B4-BE49-F238E27FC236}">
                  <a16:creationId xmlns:a16="http://schemas.microsoft.com/office/drawing/2014/main" id="{379A9185-4AC8-4D99-8F44-B751F1D7B5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7960" y="5073446"/>
              <a:ext cx="1806575" cy="10302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5994" name="Freeform 8">
              <a:extLst>
                <a:ext uri="{FF2B5EF4-FFF2-40B4-BE49-F238E27FC236}">
                  <a16:creationId xmlns:a16="http://schemas.microsoft.com/office/drawing/2014/main" id="{DB991BFB-E657-49C0-A719-BF78ACF73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960" y="5302046"/>
              <a:ext cx="158750" cy="160338"/>
            </a:xfrm>
            <a:custGeom>
              <a:avLst/>
              <a:gdLst>
                <a:gd name="T0" fmla="*/ 0 w 202"/>
                <a:gd name="T1" fmla="*/ 630239 h 202"/>
                <a:gd name="T2" fmla="*/ 0 w 202"/>
                <a:gd name="T3" fmla="*/ 630239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5995" name="Rectangle 10">
              <a:extLst>
                <a:ext uri="{FF2B5EF4-FFF2-40B4-BE49-F238E27FC236}">
                  <a16:creationId xmlns:a16="http://schemas.microsoft.com/office/drawing/2014/main" id="{82E757A7-01FD-4E48-BCC3-121A5BB2A8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4323" y="5765596"/>
              <a:ext cx="65723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clear_n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5996" name="Rectangle 11">
              <a:extLst>
                <a:ext uri="{FF2B5EF4-FFF2-40B4-BE49-F238E27FC236}">
                  <a16:creationId xmlns:a16="http://schemas.microsoft.com/office/drawing/2014/main" id="{E0D66586-D747-4992-9068-8E253FAD5D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1010" y="5465559"/>
              <a:ext cx="1331912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2-bit up-counter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5997" name="Line 14">
              <a:extLst>
                <a:ext uri="{FF2B5EF4-FFF2-40B4-BE49-F238E27FC236}">
                  <a16:creationId xmlns:a16="http://schemas.microsoft.com/office/drawing/2014/main" id="{76F49576-8AF2-434A-99F8-8F6F31A2DE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48" y="5396934"/>
              <a:ext cx="4202381" cy="39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5998" name="Rectangle 17">
              <a:extLst>
                <a:ext uri="{FF2B5EF4-FFF2-40B4-BE49-F238E27FC236}">
                  <a16:creationId xmlns:a16="http://schemas.microsoft.com/office/drawing/2014/main" id="{409E6508-18DD-4336-8ADD-703B52A411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895" y="5791514"/>
              <a:ext cx="166712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5999" name="Rectangle 18">
              <a:extLst>
                <a:ext uri="{FF2B5EF4-FFF2-40B4-BE49-F238E27FC236}">
                  <a16:creationId xmlns:a16="http://schemas.microsoft.com/office/drawing/2014/main" id="{075D56B9-30FE-4475-AA98-D87B26D68E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7935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6000" name="Rectangle 19">
              <a:extLst>
                <a:ext uri="{FF2B5EF4-FFF2-40B4-BE49-F238E27FC236}">
                  <a16:creationId xmlns:a16="http://schemas.microsoft.com/office/drawing/2014/main" id="{A0E98645-823C-4595-B481-010491E882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6560" y="3084309"/>
              <a:ext cx="1806575" cy="107473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6001" name="Rectangle 20">
              <a:extLst>
                <a:ext uri="{FF2B5EF4-FFF2-40B4-BE49-F238E27FC236}">
                  <a16:creationId xmlns:a16="http://schemas.microsoft.com/office/drawing/2014/main" id="{5ABEA222-517E-427E-83F1-DD5B86D376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2398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6002" name="Line 21">
              <a:extLst>
                <a:ext uri="{FF2B5EF4-FFF2-40B4-BE49-F238E27FC236}">
                  <a16:creationId xmlns:a16="http://schemas.microsoft.com/office/drawing/2014/main" id="{B45A1A4F-9E9A-4BB1-B9C0-992CC16141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473545" y="1898087"/>
              <a:ext cx="2103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6003" name="Line 22">
              <a:extLst>
                <a:ext uri="{FF2B5EF4-FFF2-40B4-BE49-F238E27FC236}">
                  <a16:creationId xmlns:a16="http://schemas.microsoft.com/office/drawing/2014/main" id="{692C2341-A5D9-407E-A98E-73DF55C2B5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20235" y="1895799"/>
              <a:ext cx="3168" cy="11885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6004" name="Rectangle 23">
              <a:extLst>
                <a:ext uri="{FF2B5EF4-FFF2-40B4-BE49-F238E27FC236}">
                  <a16:creationId xmlns:a16="http://schemas.microsoft.com/office/drawing/2014/main" id="{A023C6E3-8EAB-45BF-AAEA-9359ACD34E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9598" y="3843134"/>
              <a:ext cx="2276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En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6005" name="Rectangle 24">
              <a:extLst>
                <a:ext uri="{FF2B5EF4-FFF2-40B4-BE49-F238E27FC236}">
                  <a16:creationId xmlns:a16="http://schemas.microsoft.com/office/drawing/2014/main" id="{AD4F37D9-B04B-44CF-8FCE-7883D8EBDD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7860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6006" name="Rectangle 25">
              <a:extLst>
                <a:ext uri="{FF2B5EF4-FFF2-40B4-BE49-F238E27FC236}">
                  <a16:creationId xmlns:a16="http://schemas.microsoft.com/office/drawing/2014/main" id="{F7EEFA4A-7CFF-4188-BC88-E142C1C0A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6285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6007" name="Rectangle 26">
              <a:extLst>
                <a:ext uri="{FF2B5EF4-FFF2-40B4-BE49-F238E27FC236}">
                  <a16:creationId xmlns:a16="http://schemas.microsoft.com/office/drawing/2014/main" id="{D88CD92A-1BA0-4F57-AFCB-3528DF0AC8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2148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6008" name="Rectangle 27">
              <a:extLst>
                <a:ext uri="{FF2B5EF4-FFF2-40B4-BE49-F238E27FC236}">
                  <a16:creationId xmlns:a16="http://schemas.microsoft.com/office/drawing/2014/main" id="{55A669DF-C86C-4931-BFC2-D562D2B3C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6610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6009" name="Rectangle 28">
              <a:extLst>
                <a:ext uri="{FF2B5EF4-FFF2-40B4-BE49-F238E27FC236}">
                  <a16:creationId xmlns:a16="http://schemas.microsoft.com/office/drawing/2014/main" id="{05739B71-E799-4CC1-85C9-9E5EAE8696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79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6010" name="Rectangle 29">
              <a:extLst>
                <a:ext uri="{FF2B5EF4-FFF2-40B4-BE49-F238E27FC236}">
                  <a16:creationId xmlns:a16="http://schemas.microsoft.com/office/drawing/2014/main" id="{07EDE3E8-874B-48B7-88C3-1C376E0B68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522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6011" name="Rectangle 30">
              <a:extLst>
                <a:ext uri="{FF2B5EF4-FFF2-40B4-BE49-F238E27FC236}">
                  <a16:creationId xmlns:a16="http://schemas.microsoft.com/office/drawing/2014/main" id="{E9F1EE67-917A-473D-A3FA-6044E9D23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3035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6012" name="Rectangle 31">
              <a:extLst>
                <a:ext uri="{FF2B5EF4-FFF2-40B4-BE49-F238E27FC236}">
                  <a16:creationId xmlns:a16="http://schemas.microsoft.com/office/drawing/2014/main" id="{0F30E51C-ACCD-4D8C-83AF-E2B3E3702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3048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6013" name="Rectangle 32">
              <a:extLst>
                <a:ext uri="{FF2B5EF4-FFF2-40B4-BE49-F238E27FC236}">
                  <a16:creationId xmlns:a16="http://schemas.microsoft.com/office/drawing/2014/main" id="{896A4F9B-C3C1-46E8-8476-C0A03B863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974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6014" name="Line 33">
              <a:extLst>
                <a:ext uri="{FF2B5EF4-FFF2-40B4-BE49-F238E27FC236}">
                  <a16:creationId xmlns:a16="http://schemas.microsoft.com/office/drawing/2014/main" id="{977F94FC-E6FC-40E2-B929-A239EDBF0A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66219" y="1895799"/>
              <a:ext cx="1583" cy="11885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6015" name="Line 34">
              <a:extLst>
                <a:ext uri="{FF2B5EF4-FFF2-40B4-BE49-F238E27FC236}">
                  <a16:creationId xmlns:a16="http://schemas.microsoft.com/office/drawing/2014/main" id="{5B069973-55BE-4F99-BF40-411EF81B0D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862119" y="1898087"/>
              <a:ext cx="2465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6016" name="Rectangle 37">
              <a:extLst>
                <a:ext uri="{FF2B5EF4-FFF2-40B4-BE49-F238E27FC236}">
                  <a16:creationId xmlns:a16="http://schemas.microsoft.com/office/drawing/2014/main" id="{82E34BFB-839F-4804-AE17-14F0482D16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817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6017" name="Rectangle 38">
              <a:extLst>
                <a:ext uri="{FF2B5EF4-FFF2-40B4-BE49-F238E27FC236}">
                  <a16:creationId xmlns:a16="http://schemas.microsoft.com/office/drawing/2014/main" id="{6F8E1D50-58DA-4E1C-8E2B-B1392763D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1510" y="4657521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6018" name="Rectangle 45">
              <a:extLst>
                <a:ext uri="{FF2B5EF4-FFF2-40B4-BE49-F238E27FC236}">
                  <a16:creationId xmlns:a16="http://schemas.microsoft.com/office/drawing/2014/main" id="{DE79B065-EBB2-4E9D-BD52-22D926FF0A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6123" y="3519284"/>
              <a:ext cx="11938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2-to-4 decoder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6019" name="Rectangle 46">
              <a:extLst>
                <a:ext uri="{FF2B5EF4-FFF2-40B4-BE49-F238E27FC236}">
                  <a16:creationId xmlns:a16="http://schemas.microsoft.com/office/drawing/2014/main" id="{AB2583BD-56F8-4C70-B388-CF5D8BB6BE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3735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6020" name="Rectangle 47">
              <a:extLst>
                <a:ext uri="{FF2B5EF4-FFF2-40B4-BE49-F238E27FC236}">
                  <a16:creationId xmlns:a16="http://schemas.microsoft.com/office/drawing/2014/main" id="{010A3D67-AB79-4E9D-9A32-3438829133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0898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6021" name="Rectangle 48">
              <a:extLst>
                <a:ext uri="{FF2B5EF4-FFF2-40B4-BE49-F238E27FC236}">
                  <a16:creationId xmlns:a16="http://schemas.microsoft.com/office/drawing/2014/main" id="{285D8EEE-5577-4141-B751-15F66AAA5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8410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6022" name="Rectangle 49">
              <a:extLst>
                <a:ext uri="{FF2B5EF4-FFF2-40B4-BE49-F238E27FC236}">
                  <a16:creationId xmlns:a16="http://schemas.microsoft.com/office/drawing/2014/main" id="{1AC674C6-25E7-42AD-95EF-1D66155F3F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5573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6023" name="Rectangle 50">
              <a:extLst>
                <a:ext uri="{FF2B5EF4-FFF2-40B4-BE49-F238E27FC236}">
                  <a16:creationId xmlns:a16="http://schemas.microsoft.com/office/drawing/2014/main" id="{4A187985-20E1-4B81-BF3C-4C8249A941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60" y="5214195"/>
              <a:ext cx="55143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Clock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cxnSp>
          <p:nvCxnSpPr>
            <p:cNvPr id="426024" name="Straight Arrow Connector 2">
              <a:extLst>
                <a:ext uri="{FF2B5EF4-FFF2-40B4-BE49-F238E27FC236}">
                  <a16:creationId xmlns:a16="http://schemas.microsoft.com/office/drawing/2014/main" id="{01FC1BFC-8D57-4570-9762-54286E53DCF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109145" y="4165226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6025" name="Straight Arrow Connector 52">
              <a:extLst>
                <a:ext uri="{FF2B5EF4-FFF2-40B4-BE49-F238E27FC236}">
                  <a16:creationId xmlns:a16="http://schemas.microsoft.com/office/drawing/2014/main" id="{0DB8A08C-4D69-4FDD-BC37-CBE507AA782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38675" y="4169345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6026" name="Straight Arrow Connector 53">
              <a:extLst>
                <a:ext uri="{FF2B5EF4-FFF2-40B4-BE49-F238E27FC236}">
                  <a16:creationId xmlns:a16="http://schemas.microsoft.com/office/drawing/2014/main" id="{756AE092-6B04-4FC1-B3B4-6EC53142121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706475" y="4171404"/>
              <a:ext cx="0" cy="423475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26027" name="Freeform 5">
              <a:extLst>
                <a:ext uri="{FF2B5EF4-FFF2-40B4-BE49-F238E27FC236}">
                  <a16:creationId xmlns:a16="http://schemas.microsoft.com/office/drawing/2014/main" id="{225FCAF8-5390-44A5-A0D3-B0AF1B714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005" y="5772396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6028" name="Freeform 7">
              <a:extLst>
                <a:ext uri="{FF2B5EF4-FFF2-40B4-BE49-F238E27FC236}">
                  <a16:creationId xmlns:a16="http://schemas.microsoft.com/office/drawing/2014/main" id="{D42691C9-D9FB-4E12-AF32-8A593CB42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900" y="5884665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6029" name="TextBox 7">
              <a:extLst>
                <a:ext uri="{FF2B5EF4-FFF2-40B4-BE49-F238E27FC236}">
                  <a16:creationId xmlns:a16="http://schemas.microsoft.com/office/drawing/2014/main" id="{AFC12C77-6742-4685-A803-84E06E77AD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8312" y="4594022"/>
              <a:ext cx="874713" cy="461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26030" name="TextBox 7">
              <a:extLst>
                <a:ext uri="{FF2B5EF4-FFF2-40B4-BE49-F238E27FC236}">
                  <a16:creationId xmlns:a16="http://schemas.microsoft.com/office/drawing/2014/main" id="{293B901B-7DE9-457D-B5A5-3B85C6C6E1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8566" y="1318445"/>
              <a:ext cx="199797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26031" name="TextBox 51">
              <a:extLst>
                <a:ext uri="{FF2B5EF4-FFF2-40B4-BE49-F238E27FC236}">
                  <a16:creationId xmlns:a16="http://schemas.microsoft.com/office/drawing/2014/main" id="{B24D30DD-B913-4315-B0C6-3C911674EA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4287" y="541396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6032" name="AutoShape 57">
              <a:extLst>
                <a:ext uri="{FF2B5EF4-FFF2-40B4-BE49-F238E27FC236}">
                  <a16:creationId xmlns:a16="http://schemas.microsoft.com/office/drawing/2014/main" id="{1A1932F4-25C8-4A6A-AC20-913881CB9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501" y="5556352"/>
              <a:ext cx="554038" cy="47148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grpSp>
          <p:nvGrpSpPr>
            <p:cNvPr id="426033" name="Group 66">
              <a:extLst>
                <a:ext uri="{FF2B5EF4-FFF2-40B4-BE49-F238E27FC236}">
                  <a16:creationId xmlns:a16="http://schemas.microsoft.com/office/drawing/2014/main" id="{F0A9FE5A-3906-4B18-84D8-17A32892D5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24676" y="5661598"/>
              <a:ext cx="636587" cy="501650"/>
              <a:chOff x="4164013" y="5505902"/>
              <a:chExt cx="636587" cy="501650"/>
            </a:xfrm>
          </p:grpSpPr>
          <p:sp>
            <p:nvSpPr>
              <p:cNvPr id="426078" name="Freeform 86">
                <a:extLst>
                  <a:ext uri="{FF2B5EF4-FFF2-40B4-BE49-F238E27FC236}">
                    <a16:creationId xmlns:a16="http://schemas.microsoft.com/office/drawing/2014/main" id="{B02C175E-CB0B-4EB9-AAEB-070E0F284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505902"/>
                <a:ext cx="630237" cy="249237"/>
              </a:xfrm>
              <a:custGeom>
                <a:avLst/>
                <a:gdLst>
                  <a:gd name="T0" fmla="*/ 2147483646 w 794"/>
                  <a:gd name="T1" fmla="*/ 0 h 315"/>
                  <a:gd name="T2" fmla="*/ 2147483646 w 794"/>
                  <a:gd name="T3" fmla="*/ 0 h 315"/>
                  <a:gd name="T4" fmla="*/ 2147483646 w 794"/>
                  <a:gd name="T5" fmla="*/ 0 h 315"/>
                  <a:gd name="T6" fmla="*/ 2147483646 w 794"/>
                  <a:gd name="T7" fmla="*/ 0 h 315"/>
                  <a:gd name="T8" fmla="*/ 2147483646 w 794"/>
                  <a:gd name="T9" fmla="*/ 0 h 315"/>
                  <a:gd name="T10" fmla="*/ 2147483646 w 794"/>
                  <a:gd name="T11" fmla="*/ 0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0"/>
                    </a:moveTo>
                    <a:lnTo>
                      <a:pt x="31" y="0"/>
                    </a:lnTo>
                    <a:lnTo>
                      <a:pt x="60" y="0"/>
                    </a:lnTo>
                    <a:lnTo>
                      <a:pt x="86" y="0"/>
                    </a:lnTo>
                    <a:lnTo>
                      <a:pt x="110" y="0"/>
                    </a:lnTo>
                    <a:lnTo>
                      <a:pt x="134" y="0"/>
                    </a:lnTo>
                    <a:lnTo>
                      <a:pt x="155" y="0"/>
                    </a:lnTo>
                    <a:lnTo>
                      <a:pt x="175" y="0"/>
                    </a:lnTo>
                    <a:lnTo>
                      <a:pt x="194" y="0"/>
                    </a:lnTo>
                    <a:lnTo>
                      <a:pt x="211" y="0"/>
                    </a:lnTo>
                    <a:lnTo>
                      <a:pt x="227" y="0"/>
                    </a:lnTo>
                    <a:lnTo>
                      <a:pt x="240" y="0"/>
                    </a:lnTo>
                    <a:lnTo>
                      <a:pt x="254" y="0"/>
                    </a:lnTo>
                    <a:lnTo>
                      <a:pt x="265" y="0"/>
                    </a:lnTo>
                    <a:lnTo>
                      <a:pt x="276" y="0"/>
                    </a:lnTo>
                    <a:lnTo>
                      <a:pt x="287" y="0"/>
                    </a:lnTo>
                    <a:lnTo>
                      <a:pt x="296" y="0"/>
                    </a:lnTo>
                    <a:lnTo>
                      <a:pt x="303" y="0"/>
                    </a:lnTo>
                    <a:lnTo>
                      <a:pt x="311" y="0"/>
                    </a:lnTo>
                    <a:lnTo>
                      <a:pt x="317" y="0"/>
                    </a:lnTo>
                    <a:lnTo>
                      <a:pt x="323" y="0"/>
                    </a:lnTo>
                    <a:lnTo>
                      <a:pt x="328" y="0"/>
                    </a:lnTo>
                    <a:lnTo>
                      <a:pt x="332" y="0"/>
                    </a:lnTo>
                    <a:lnTo>
                      <a:pt x="336" y="1"/>
                    </a:lnTo>
                    <a:lnTo>
                      <a:pt x="338" y="1"/>
                    </a:lnTo>
                    <a:lnTo>
                      <a:pt x="342" y="1"/>
                    </a:lnTo>
                    <a:lnTo>
                      <a:pt x="345" y="1"/>
                    </a:lnTo>
                    <a:lnTo>
                      <a:pt x="348" y="1"/>
                    </a:lnTo>
                    <a:lnTo>
                      <a:pt x="349" y="1"/>
                    </a:lnTo>
                    <a:lnTo>
                      <a:pt x="352" y="1"/>
                    </a:lnTo>
                    <a:lnTo>
                      <a:pt x="353" y="1"/>
                    </a:lnTo>
                    <a:lnTo>
                      <a:pt x="356" y="1"/>
                    </a:lnTo>
                    <a:lnTo>
                      <a:pt x="358" y="1"/>
                    </a:lnTo>
                    <a:lnTo>
                      <a:pt x="360" y="1"/>
                    </a:lnTo>
                    <a:lnTo>
                      <a:pt x="362" y="3"/>
                    </a:lnTo>
                    <a:lnTo>
                      <a:pt x="364" y="3"/>
                    </a:lnTo>
                    <a:lnTo>
                      <a:pt x="366" y="3"/>
                    </a:lnTo>
                    <a:lnTo>
                      <a:pt x="368" y="3"/>
                    </a:lnTo>
                    <a:lnTo>
                      <a:pt x="369" y="3"/>
                    </a:lnTo>
                    <a:lnTo>
                      <a:pt x="370" y="3"/>
                    </a:lnTo>
                    <a:lnTo>
                      <a:pt x="372" y="3"/>
                    </a:lnTo>
                    <a:lnTo>
                      <a:pt x="374" y="3"/>
                    </a:lnTo>
                    <a:lnTo>
                      <a:pt x="376" y="3"/>
                    </a:lnTo>
                    <a:lnTo>
                      <a:pt x="377" y="3"/>
                    </a:lnTo>
                    <a:lnTo>
                      <a:pt x="378" y="3"/>
                    </a:lnTo>
                    <a:lnTo>
                      <a:pt x="380" y="4"/>
                    </a:lnTo>
                    <a:lnTo>
                      <a:pt x="381" y="4"/>
                    </a:lnTo>
                    <a:lnTo>
                      <a:pt x="382" y="4"/>
                    </a:lnTo>
                    <a:lnTo>
                      <a:pt x="384" y="4"/>
                    </a:lnTo>
                    <a:lnTo>
                      <a:pt x="385" y="4"/>
                    </a:lnTo>
                    <a:lnTo>
                      <a:pt x="386" y="4"/>
                    </a:lnTo>
                    <a:lnTo>
                      <a:pt x="388" y="4"/>
                    </a:lnTo>
                    <a:lnTo>
                      <a:pt x="389" y="4"/>
                    </a:lnTo>
                    <a:lnTo>
                      <a:pt x="390" y="4"/>
                    </a:lnTo>
                    <a:lnTo>
                      <a:pt x="392" y="5"/>
                    </a:lnTo>
                    <a:lnTo>
                      <a:pt x="393" y="5"/>
                    </a:lnTo>
                    <a:lnTo>
                      <a:pt x="394" y="5"/>
                    </a:lnTo>
                    <a:lnTo>
                      <a:pt x="396" y="5"/>
                    </a:lnTo>
                    <a:lnTo>
                      <a:pt x="398" y="5"/>
                    </a:lnTo>
                    <a:lnTo>
                      <a:pt x="400" y="5"/>
                    </a:lnTo>
                    <a:lnTo>
                      <a:pt x="401" y="7"/>
                    </a:lnTo>
                    <a:lnTo>
                      <a:pt x="403" y="7"/>
                    </a:lnTo>
                    <a:lnTo>
                      <a:pt x="405" y="7"/>
                    </a:lnTo>
                    <a:lnTo>
                      <a:pt x="407" y="7"/>
                    </a:lnTo>
                    <a:lnTo>
                      <a:pt x="409" y="8"/>
                    </a:lnTo>
                    <a:lnTo>
                      <a:pt x="411" y="8"/>
                    </a:lnTo>
                    <a:lnTo>
                      <a:pt x="413" y="8"/>
                    </a:lnTo>
                    <a:lnTo>
                      <a:pt x="414" y="8"/>
                    </a:lnTo>
                    <a:lnTo>
                      <a:pt x="417" y="8"/>
                    </a:lnTo>
                    <a:lnTo>
                      <a:pt x="418" y="8"/>
                    </a:lnTo>
                    <a:lnTo>
                      <a:pt x="419" y="9"/>
                    </a:lnTo>
                    <a:lnTo>
                      <a:pt x="421" y="9"/>
                    </a:lnTo>
                    <a:lnTo>
                      <a:pt x="422" y="9"/>
                    </a:lnTo>
                    <a:lnTo>
                      <a:pt x="423" y="9"/>
                    </a:lnTo>
                    <a:lnTo>
                      <a:pt x="425" y="9"/>
                    </a:lnTo>
                    <a:lnTo>
                      <a:pt x="426" y="9"/>
                    </a:lnTo>
                    <a:lnTo>
                      <a:pt x="426" y="11"/>
                    </a:lnTo>
                    <a:lnTo>
                      <a:pt x="427" y="11"/>
                    </a:lnTo>
                    <a:lnTo>
                      <a:pt x="429" y="11"/>
                    </a:lnTo>
                    <a:lnTo>
                      <a:pt x="430" y="11"/>
                    </a:lnTo>
                    <a:lnTo>
                      <a:pt x="431" y="11"/>
                    </a:lnTo>
                    <a:lnTo>
                      <a:pt x="433" y="12"/>
                    </a:lnTo>
                    <a:lnTo>
                      <a:pt x="434" y="12"/>
                    </a:lnTo>
                    <a:lnTo>
                      <a:pt x="435" y="12"/>
                    </a:lnTo>
                    <a:lnTo>
                      <a:pt x="437" y="13"/>
                    </a:lnTo>
                    <a:lnTo>
                      <a:pt x="438" y="13"/>
                    </a:lnTo>
                    <a:lnTo>
                      <a:pt x="439" y="13"/>
                    </a:lnTo>
                    <a:lnTo>
                      <a:pt x="441" y="15"/>
                    </a:lnTo>
                    <a:lnTo>
                      <a:pt x="443" y="15"/>
                    </a:lnTo>
                    <a:lnTo>
                      <a:pt x="445" y="15"/>
                    </a:lnTo>
                    <a:lnTo>
                      <a:pt x="446" y="16"/>
                    </a:lnTo>
                    <a:lnTo>
                      <a:pt x="449" y="16"/>
                    </a:lnTo>
                    <a:lnTo>
                      <a:pt x="450" y="17"/>
                    </a:lnTo>
                    <a:lnTo>
                      <a:pt x="453" y="17"/>
                    </a:lnTo>
                    <a:lnTo>
                      <a:pt x="455" y="19"/>
                    </a:lnTo>
                    <a:lnTo>
                      <a:pt x="458" y="19"/>
                    </a:lnTo>
                    <a:lnTo>
                      <a:pt x="459" y="20"/>
                    </a:lnTo>
                    <a:lnTo>
                      <a:pt x="462" y="20"/>
                    </a:lnTo>
                    <a:lnTo>
                      <a:pt x="465" y="21"/>
                    </a:lnTo>
                    <a:lnTo>
                      <a:pt x="466" y="21"/>
                    </a:lnTo>
                    <a:lnTo>
                      <a:pt x="467" y="23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4"/>
                    </a:lnTo>
                    <a:lnTo>
                      <a:pt x="474" y="24"/>
                    </a:lnTo>
                    <a:lnTo>
                      <a:pt x="475" y="25"/>
                    </a:lnTo>
                    <a:lnTo>
                      <a:pt x="476" y="25"/>
                    </a:lnTo>
                    <a:lnTo>
                      <a:pt x="478" y="25"/>
                    </a:lnTo>
                    <a:lnTo>
                      <a:pt x="479" y="27"/>
                    </a:lnTo>
                    <a:lnTo>
                      <a:pt x="480" y="27"/>
                    </a:lnTo>
                    <a:lnTo>
                      <a:pt x="482" y="27"/>
                    </a:lnTo>
                    <a:lnTo>
                      <a:pt x="482" y="28"/>
                    </a:lnTo>
                    <a:lnTo>
                      <a:pt x="483" y="28"/>
                    </a:lnTo>
                    <a:lnTo>
                      <a:pt x="484" y="29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31"/>
                    </a:lnTo>
                    <a:lnTo>
                      <a:pt x="490" y="31"/>
                    </a:lnTo>
                    <a:lnTo>
                      <a:pt x="491" y="32"/>
                    </a:lnTo>
                    <a:lnTo>
                      <a:pt x="492" y="32"/>
                    </a:lnTo>
                    <a:lnTo>
                      <a:pt x="494" y="33"/>
                    </a:lnTo>
                    <a:lnTo>
                      <a:pt x="495" y="33"/>
                    </a:lnTo>
                    <a:lnTo>
                      <a:pt x="498" y="35"/>
                    </a:lnTo>
                    <a:lnTo>
                      <a:pt x="499" y="36"/>
                    </a:lnTo>
                    <a:lnTo>
                      <a:pt x="500" y="36"/>
                    </a:lnTo>
                    <a:lnTo>
                      <a:pt x="503" y="37"/>
                    </a:lnTo>
                    <a:lnTo>
                      <a:pt x="504" y="39"/>
                    </a:lnTo>
                    <a:lnTo>
                      <a:pt x="507" y="40"/>
                    </a:lnTo>
                    <a:lnTo>
                      <a:pt x="508" y="40"/>
                    </a:lnTo>
                    <a:lnTo>
                      <a:pt x="511" y="41"/>
                    </a:lnTo>
                    <a:lnTo>
                      <a:pt x="512" y="43"/>
                    </a:lnTo>
                    <a:lnTo>
                      <a:pt x="514" y="43"/>
                    </a:lnTo>
                    <a:lnTo>
                      <a:pt x="516" y="44"/>
                    </a:lnTo>
                    <a:lnTo>
                      <a:pt x="518" y="44"/>
                    </a:lnTo>
                    <a:lnTo>
                      <a:pt x="519" y="45"/>
                    </a:lnTo>
                    <a:lnTo>
                      <a:pt x="520" y="45"/>
                    </a:lnTo>
                    <a:lnTo>
                      <a:pt x="522" y="47"/>
                    </a:lnTo>
                    <a:lnTo>
                      <a:pt x="523" y="47"/>
                    </a:lnTo>
                    <a:lnTo>
                      <a:pt x="523" y="48"/>
                    </a:lnTo>
                    <a:lnTo>
                      <a:pt x="524" y="48"/>
                    </a:lnTo>
                    <a:lnTo>
                      <a:pt x="526" y="49"/>
                    </a:lnTo>
                    <a:lnTo>
                      <a:pt x="527" y="49"/>
                    </a:lnTo>
                    <a:lnTo>
                      <a:pt x="528" y="51"/>
                    </a:lnTo>
                    <a:lnTo>
                      <a:pt x="530" y="51"/>
                    </a:lnTo>
                    <a:lnTo>
                      <a:pt x="531" y="52"/>
                    </a:lnTo>
                    <a:lnTo>
                      <a:pt x="532" y="52"/>
                    </a:lnTo>
                    <a:lnTo>
                      <a:pt x="534" y="53"/>
                    </a:lnTo>
                    <a:lnTo>
                      <a:pt x="535" y="55"/>
                    </a:lnTo>
                    <a:lnTo>
                      <a:pt x="536" y="55"/>
                    </a:lnTo>
                    <a:lnTo>
                      <a:pt x="538" y="56"/>
                    </a:lnTo>
                    <a:lnTo>
                      <a:pt x="539" y="56"/>
                    </a:lnTo>
                    <a:lnTo>
                      <a:pt x="540" y="57"/>
                    </a:lnTo>
                    <a:lnTo>
                      <a:pt x="542" y="57"/>
                    </a:lnTo>
                    <a:lnTo>
                      <a:pt x="543" y="58"/>
                    </a:lnTo>
                    <a:lnTo>
                      <a:pt x="546" y="60"/>
                    </a:lnTo>
                    <a:lnTo>
                      <a:pt x="547" y="60"/>
                    </a:lnTo>
                    <a:lnTo>
                      <a:pt x="548" y="61"/>
                    </a:lnTo>
                    <a:lnTo>
                      <a:pt x="551" y="62"/>
                    </a:lnTo>
                    <a:lnTo>
                      <a:pt x="552" y="64"/>
                    </a:lnTo>
                    <a:lnTo>
                      <a:pt x="553" y="65"/>
                    </a:lnTo>
                    <a:lnTo>
                      <a:pt x="556" y="65"/>
                    </a:lnTo>
                    <a:lnTo>
                      <a:pt x="557" y="66"/>
                    </a:lnTo>
                    <a:lnTo>
                      <a:pt x="559" y="66"/>
                    </a:lnTo>
                    <a:lnTo>
                      <a:pt x="560" y="68"/>
                    </a:lnTo>
                    <a:lnTo>
                      <a:pt x="561" y="69"/>
                    </a:lnTo>
                    <a:lnTo>
                      <a:pt x="563" y="69"/>
                    </a:lnTo>
                    <a:lnTo>
                      <a:pt x="564" y="70"/>
                    </a:lnTo>
                    <a:lnTo>
                      <a:pt x="565" y="70"/>
                    </a:lnTo>
                    <a:lnTo>
                      <a:pt x="567" y="72"/>
                    </a:lnTo>
                    <a:lnTo>
                      <a:pt x="568" y="73"/>
                    </a:lnTo>
                    <a:lnTo>
                      <a:pt x="569" y="73"/>
                    </a:lnTo>
                    <a:lnTo>
                      <a:pt x="571" y="74"/>
                    </a:lnTo>
                    <a:lnTo>
                      <a:pt x="572" y="74"/>
                    </a:lnTo>
                    <a:lnTo>
                      <a:pt x="572" y="76"/>
                    </a:lnTo>
                    <a:lnTo>
                      <a:pt x="573" y="76"/>
                    </a:lnTo>
                    <a:lnTo>
                      <a:pt x="575" y="76"/>
                    </a:lnTo>
                    <a:lnTo>
                      <a:pt x="575" y="77"/>
                    </a:lnTo>
                    <a:lnTo>
                      <a:pt x="576" y="77"/>
                    </a:lnTo>
                    <a:lnTo>
                      <a:pt x="577" y="78"/>
                    </a:lnTo>
                    <a:lnTo>
                      <a:pt x="579" y="78"/>
                    </a:lnTo>
                    <a:lnTo>
                      <a:pt x="580" y="80"/>
                    </a:lnTo>
                    <a:lnTo>
                      <a:pt x="581" y="80"/>
                    </a:lnTo>
                    <a:lnTo>
                      <a:pt x="581" y="81"/>
                    </a:lnTo>
                    <a:lnTo>
                      <a:pt x="583" y="82"/>
                    </a:lnTo>
                    <a:lnTo>
                      <a:pt x="585" y="82"/>
                    </a:lnTo>
                    <a:lnTo>
                      <a:pt x="587" y="84"/>
                    </a:lnTo>
                    <a:lnTo>
                      <a:pt x="588" y="85"/>
                    </a:lnTo>
                    <a:lnTo>
                      <a:pt x="589" y="86"/>
                    </a:lnTo>
                    <a:lnTo>
                      <a:pt x="591" y="86"/>
                    </a:lnTo>
                    <a:lnTo>
                      <a:pt x="592" y="88"/>
                    </a:lnTo>
                    <a:lnTo>
                      <a:pt x="593" y="88"/>
                    </a:lnTo>
                    <a:lnTo>
                      <a:pt x="593" y="89"/>
                    </a:lnTo>
                    <a:lnTo>
                      <a:pt x="595" y="89"/>
                    </a:lnTo>
                    <a:lnTo>
                      <a:pt x="596" y="90"/>
                    </a:lnTo>
                    <a:lnTo>
                      <a:pt x="597" y="90"/>
                    </a:lnTo>
                    <a:lnTo>
                      <a:pt x="597" y="92"/>
                    </a:lnTo>
                    <a:lnTo>
                      <a:pt x="599" y="92"/>
                    </a:lnTo>
                    <a:lnTo>
                      <a:pt x="600" y="93"/>
                    </a:lnTo>
                    <a:lnTo>
                      <a:pt x="601" y="93"/>
                    </a:lnTo>
                    <a:lnTo>
                      <a:pt x="601" y="94"/>
                    </a:lnTo>
                    <a:lnTo>
                      <a:pt x="603" y="94"/>
                    </a:lnTo>
                    <a:lnTo>
                      <a:pt x="604" y="96"/>
                    </a:lnTo>
                    <a:lnTo>
                      <a:pt x="605" y="97"/>
                    </a:lnTo>
                    <a:lnTo>
                      <a:pt x="607" y="97"/>
                    </a:lnTo>
                    <a:lnTo>
                      <a:pt x="607" y="98"/>
                    </a:lnTo>
                    <a:lnTo>
                      <a:pt x="608" y="98"/>
                    </a:lnTo>
                    <a:lnTo>
                      <a:pt x="609" y="100"/>
                    </a:lnTo>
                    <a:lnTo>
                      <a:pt x="611" y="101"/>
                    </a:lnTo>
                    <a:lnTo>
                      <a:pt x="612" y="101"/>
                    </a:lnTo>
                    <a:lnTo>
                      <a:pt x="612" y="102"/>
                    </a:lnTo>
                    <a:lnTo>
                      <a:pt x="613" y="102"/>
                    </a:lnTo>
                    <a:lnTo>
                      <a:pt x="615" y="104"/>
                    </a:lnTo>
                    <a:lnTo>
                      <a:pt x="616" y="105"/>
                    </a:lnTo>
                    <a:lnTo>
                      <a:pt x="617" y="106"/>
                    </a:lnTo>
                    <a:lnTo>
                      <a:pt x="619" y="106"/>
                    </a:lnTo>
                    <a:lnTo>
                      <a:pt x="619" y="108"/>
                    </a:lnTo>
                    <a:lnTo>
                      <a:pt x="620" y="108"/>
                    </a:lnTo>
                    <a:lnTo>
                      <a:pt x="621" y="109"/>
                    </a:lnTo>
                    <a:lnTo>
                      <a:pt x="622" y="110"/>
                    </a:lnTo>
                    <a:lnTo>
                      <a:pt x="624" y="110"/>
                    </a:lnTo>
                    <a:lnTo>
                      <a:pt x="624" y="112"/>
                    </a:lnTo>
                    <a:lnTo>
                      <a:pt x="625" y="112"/>
                    </a:lnTo>
                    <a:lnTo>
                      <a:pt x="625" y="113"/>
                    </a:lnTo>
                    <a:lnTo>
                      <a:pt x="626" y="113"/>
                    </a:lnTo>
                    <a:lnTo>
                      <a:pt x="628" y="114"/>
                    </a:lnTo>
                    <a:lnTo>
                      <a:pt x="629" y="114"/>
                    </a:lnTo>
                    <a:lnTo>
                      <a:pt x="629" y="116"/>
                    </a:lnTo>
                    <a:lnTo>
                      <a:pt x="630" y="116"/>
                    </a:lnTo>
                    <a:lnTo>
                      <a:pt x="632" y="117"/>
                    </a:lnTo>
                    <a:lnTo>
                      <a:pt x="633" y="118"/>
                    </a:lnTo>
                    <a:lnTo>
                      <a:pt x="634" y="118"/>
                    </a:lnTo>
                    <a:lnTo>
                      <a:pt x="634" y="120"/>
                    </a:lnTo>
                    <a:lnTo>
                      <a:pt x="636" y="120"/>
                    </a:lnTo>
                    <a:lnTo>
                      <a:pt x="637" y="121"/>
                    </a:lnTo>
                    <a:lnTo>
                      <a:pt x="638" y="121"/>
                    </a:lnTo>
                    <a:lnTo>
                      <a:pt x="640" y="122"/>
                    </a:lnTo>
                    <a:lnTo>
                      <a:pt x="641" y="124"/>
                    </a:lnTo>
                    <a:lnTo>
                      <a:pt x="642" y="125"/>
                    </a:lnTo>
                    <a:lnTo>
                      <a:pt x="644" y="125"/>
                    </a:lnTo>
                    <a:lnTo>
                      <a:pt x="645" y="126"/>
                    </a:lnTo>
                    <a:lnTo>
                      <a:pt x="646" y="128"/>
                    </a:lnTo>
                    <a:lnTo>
                      <a:pt x="648" y="128"/>
                    </a:lnTo>
                    <a:lnTo>
                      <a:pt x="648" y="129"/>
                    </a:lnTo>
                    <a:lnTo>
                      <a:pt x="649" y="129"/>
                    </a:lnTo>
                    <a:lnTo>
                      <a:pt x="650" y="130"/>
                    </a:lnTo>
                    <a:lnTo>
                      <a:pt x="652" y="131"/>
                    </a:lnTo>
                    <a:lnTo>
                      <a:pt x="653" y="131"/>
                    </a:lnTo>
                    <a:lnTo>
                      <a:pt x="653" y="133"/>
                    </a:lnTo>
                    <a:lnTo>
                      <a:pt x="654" y="133"/>
                    </a:lnTo>
                    <a:lnTo>
                      <a:pt x="654" y="134"/>
                    </a:lnTo>
                    <a:lnTo>
                      <a:pt x="656" y="134"/>
                    </a:lnTo>
                    <a:lnTo>
                      <a:pt x="656" y="135"/>
                    </a:lnTo>
                    <a:lnTo>
                      <a:pt x="657" y="135"/>
                    </a:lnTo>
                    <a:lnTo>
                      <a:pt x="657" y="137"/>
                    </a:lnTo>
                    <a:lnTo>
                      <a:pt x="658" y="138"/>
                    </a:lnTo>
                    <a:lnTo>
                      <a:pt x="660" y="138"/>
                    </a:lnTo>
                    <a:lnTo>
                      <a:pt x="660" y="139"/>
                    </a:lnTo>
                    <a:lnTo>
                      <a:pt x="661" y="141"/>
                    </a:lnTo>
                    <a:lnTo>
                      <a:pt x="662" y="141"/>
                    </a:lnTo>
                    <a:lnTo>
                      <a:pt x="664" y="142"/>
                    </a:lnTo>
                    <a:lnTo>
                      <a:pt x="664" y="143"/>
                    </a:lnTo>
                    <a:lnTo>
                      <a:pt x="665" y="145"/>
                    </a:lnTo>
                    <a:lnTo>
                      <a:pt x="666" y="146"/>
                    </a:lnTo>
                    <a:lnTo>
                      <a:pt x="668" y="147"/>
                    </a:lnTo>
                    <a:lnTo>
                      <a:pt x="669" y="149"/>
                    </a:lnTo>
                    <a:lnTo>
                      <a:pt x="670" y="150"/>
                    </a:lnTo>
                    <a:lnTo>
                      <a:pt x="672" y="151"/>
                    </a:lnTo>
                    <a:lnTo>
                      <a:pt x="673" y="153"/>
                    </a:lnTo>
                    <a:lnTo>
                      <a:pt x="674" y="154"/>
                    </a:lnTo>
                    <a:lnTo>
                      <a:pt x="676" y="155"/>
                    </a:lnTo>
                    <a:lnTo>
                      <a:pt x="677" y="157"/>
                    </a:lnTo>
                    <a:lnTo>
                      <a:pt x="677" y="158"/>
                    </a:lnTo>
                    <a:lnTo>
                      <a:pt x="678" y="158"/>
                    </a:lnTo>
                    <a:lnTo>
                      <a:pt x="680" y="159"/>
                    </a:lnTo>
                    <a:lnTo>
                      <a:pt x="680" y="161"/>
                    </a:lnTo>
                    <a:lnTo>
                      <a:pt x="681" y="161"/>
                    </a:lnTo>
                    <a:lnTo>
                      <a:pt x="681" y="162"/>
                    </a:lnTo>
                    <a:lnTo>
                      <a:pt x="682" y="162"/>
                    </a:lnTo>
                    <a:lnTo>
                      <a:pt x="682" y="163"/>
                    </a:lnTo>
                    <a:lnTo>
                      <a:pt x="684" y="165"/>
                    </a:lnTo>
                    <a:lnTo>
                      <a:pt x="685" y="166"/>
                    </a:lnTo>
                    <a:lnTo>
                      <a:pt x="686" y="167"/>
                    </a:lnTo>
                    <a:lnTo>
                      <a:pt x="686" y="169"/>
                    </a:lnTo>
                    <a:lnTo>
                      <a:pt x="688" y="169"/>
                    </a:lnTo>
                    <a:lnTo>
                      <a:pt x="689" y="170"/>
                    </a:lnTo>
                    <a:lnTo>
                      <a:pt x="689" y="171"/>
                    </a:lnTo>
                    <a:lnTo>
                      <a:pt x="690" y="173"/>
                    </a:lnTo>
                    <a:lnTo>
                      <a:pt x="692" y="174"/>
                    </a:lnTo>
                    <a:lnTo>
                      <a:pt x="693" y="175"/>
                    </a:lnTo>
                    <a:lnTo>
                      <a:pt x="694" y="178"/>
                    </a:lnTo>
                    <a:lnTo>
                      <a:pt x="695" y="179"/>
                    </a:lnTo>
                    <a:lnTo>
                      <a:pt x="697" y="181"/>
                    </a:lnTo>
                    <a:lnTo>
                      <a:pt x="698" y="183"/>
                    </a:lnTo>
                    <a:lnTo>
                      <a:pt x="701" y="185"/>
                    </a:lnTo>
                    <a:lnTo>
                      <a:pt x="702" y="186"/>
                    </a:lnTo>
                    <a:lnTo>
                      <a:pt x="702" y="187"/>
                    </a:lnTo>
                    <a:lnTo>
                      <a:pt x="703" y="189"/>
                    </a:lnTo>
                    <a:lnTo>
                      <a:pt x="705" y="190"/>
                    </a:lnTo>
                    <a:lnTo>
                      <a:pt x="706" y="191"/>
                    </a:lnTo>
                    <a:lnTo>
                      <a:pt x="707" y="193"/>
                    </a:lnTo>
                    <a:lnTo>
                      <a:pt x="707" y="194"/>
                    </a:lnTo>
                    <a:lnTo>
                      <a:pt x="709" y="195"/>
                    </a:lnTo>
                    <a:lnTo>
                      <a:pt x="710" y="197"/>
                    </a:lnTo>
                    <a:lnTo>
                      <a:pt x="710" y="198"/>
                    </a:lnTo>
                    <a:lnTo>
                      <a:pt x="711" y="198"/>
                    </a:lnTo>
                    <a:lnTo>
                      <a:pt x="713" y="199"/>
                    </a:lnTo>
                    <a:lnTo>
                      <a:pt x="713" y="201"/>
                    </a:lnTo>
                    <a:lnTo>
                      <a:pt x="714" y="202"/>
                    </a:lnTo>
                    <a:lnTo>
                      <a:pt x="715" y="203"/>
                    </a:lnTo>
                    <a:lnTo>
                      <a:pt x="717" y="205"/>
                    </a:lnTo>
                    <a:lnTo>
                      <a:pt x="717" y="206"/>
                    </a:lnTo>
                    <a:lnTo>
                      <a:pt x="718" y="207"/>
                    </a:lnTo>
                    <a:lnTo>
                      <a:pt x="719" y="208"/>
                    </a:lnTo>
                    <a:lnTo>
                      <a:pt x="721" y="210"/>
                    </a:lnTo>
                    <a:lnTo>
                      <a:pt x="722" y="212"/>
                    </a:lnTo>
                    <a:lnTo>
                      <a:pt x="722" y="214"/>
                    </a:lnTo>
                    <a:lnTo>
                      <a:pt x="723" y="215"/>
                    </a:lnTo>
                    <a:lnTo>
                      <a:pt x="725" y="216"/>
                    </a:lnTo>
                    <a:lnTo>
                      <a:pt x="726" y="218"/>
                    </a:lnTo>
                    <a:lnTo>
                      <a:pt x="727" y="220"/>
                    </a:lnTo>
                    <a:lnTo>
                      <a:pt x="729" y="222"/>
                    </a:lnTo>
                    <a:lnTo>
                      <a:pt x="730" y="224"/>
                    </a:lnTo>
                    <a:lnTo>
                      <a:pt x="731" y="226"/>
                    </a:lnTo>
                    <a:lnTo>
                      <a:pt x="734" y="228"/>
                    </a:lnTo>
                    <a:lnTo>
                      <a:pt x="735" y="230"/>
                    </a:lnTo>
                    <a:lnTo>
                      <a:pt x="735" y="232"/>
                    </a:lnTo>
                    <a:lnTo>
                      <a:pt x="737" y="234"/>
                    </a:lnTo>
                    <a:lnTo>
                      <a:pt x="738" y="235"/>
                    </a:lnTo>
                    <a:lnTo>
                      <a:pt x="739" y="236"/>
                    </a:lnTo>
                    <a:lnTo>
                      <a:pt x="741" y="238"/>
                    </a:lnTo>
                    <a:lnTo>
                      <a:pt x="742" y="239"/>
                    </a:lnTo>
                    <a:lnTo>
                      <a:pt x="742" y="240"/>
                    </a:lnTo>
                    <a:lnTo>
                      <a:pt x="743" y="242"/>
                    </a:lnTo>
                    <a:lnTo>
                      <a:pt x="745" y="243"/>
                    </a:lnTo>
                    <a:lnTo>
                      <a:pt x="745" y="244"/>
                    </a:lnTo>
                    <a:lnTo>
                      <a:pt x="746" y="246"/>
                    </a:lnTo>
                    <a:lnTo>
                      <a:pt x="746" y="247"/>
                    </a:lnTo>
                    <a:lnTo>
                      <a:pt x="747" y="247"/>
                    </a:lnTo>
                    <a:lnTo>
                      <a:pt x="749" y="248"/>
                    </a:lnTo>
                    <a:lnTo>
                      <a:pt x="749" y="250"/>
                    </a:lnTo>
                    <a:lnTo>
                      <a:pt x="750" y="251"/>
                    </a:lnTo>
                    <a:lnTo>
                      <a:pt x="750" y="252"/>
                    </a:lnTo>
                    <a:lnTo>
                      <a:pt x="751" y="254"/>
                    </a:lnTo>
                    <a:lnTo>
                      <a:pt x="753" y="255"/>
                    </a:lnTo>
                    <a:lnTo>
                      <a:pt x="754" y="256"/>
                    </a:lnTo>
                    <a:lnTo>
                      <a:pt x="754" y="258"/>
                    </a:lnTo>
                    <a:lnTo>
                      <a:pt x="755" y="259"/>
                    </a:lnTo>
                    <a:lnTo>
                      <a:pt x="757" y="260"/>
                    </a:lnTo>
                    <a:lnTo>
                      <a:pt x="758" y="262"/>
                    </a:lnTo>
                    <a:lnTo>
                      <a:pt x="759" y="263"/>
                    </a:lnTo>
                    <a:lnTo>
                      <a:pt x="761" y="266"/>
                    </a:lnTo>
                    <a:lnTo>
                      <a:pt x="762" y="267"/>
                    </a:lnTo>
                    <a:lnTo>
                      <a:pt x="763" y="270"/>
                    </a:lnTo>
                    <a:lnTo>
                      <a:pt x="765" y="271"/>
                    </a:lnTo>
                    <a:lnTo>
                      <a:pt x="766" y="274"/>
                    </a:lnTo>
                    <a:lnTo>
                      <a:pt x="767" y="276"/>
                    </a:lnTo>
                    <a:lnTo>
                      <a:pt x="769" y="278"/>
                    </a:lnTo>
                    <a:lnTo>
                      <a:pt x="770" y="279"/>
                    </a:lnTo>
                    <a:lnTo>
                      <a:pt x="771" y="281"/>
                    </a:lnTo>
                    <a:lnTo>
                      <a:pt x="772" y="283"/>
                    </a:lnTo>
                    <a:lnTo>
                      <a:pt x="774" y="284"/>
                    </a:lnTo>
                    <a:lnTo>
                      <a:pt x="775" y="285"/>
                    </a:lnTo>
                    <a:lnTo>
                      <a:pt x="775" y="287"/>
                    </a:lnTo>
                    <a:lnTo>
                      <a:pt x="776" y="288"/>
                    </a:lnTo>
                    <a:lnTo>
                      <a:pt x="778" y="289"/>
                    </a:lnTo>
                    <a:lnTo>
                      <a:pt x="778" y="291"/>
                    </a:lnTo>
                    <a:lnTo>
                      <a:pt x="779" y="292"/>
                    </a:lnTo>
                    <a:lnTo>
                      <a:pt x="780" y="293"/>
                    </a:lnTo>
                    <a:lnTo>
                      <a:pt x="782" y="295"/>
                    </a:lnTo>
                    <a:lnTo>
                      <a:pt x="782" y="296"/>
                    </a:lnTo>
                    <a:lnTo>
                      <a:pt x="783" y="297"/>
                    </a:lnTo>
                    <a:lnTo>
                      <a:pt x="784" y="299"/>
                    </a:lnTo>
                    <a:lnTo>
                      <a:pt x="784" y="300"/>
                    </a:lnTo>
                    <a:lnTo>
                      <a:pt x="786" y="301"/>
                    </a:lnTo>
                    <a:lnTo>
                      <a:pt x="786" y="303"/>
                    </a:lnTo>
                    <a:lnTo>
                      <a:pt x="787" y="304"/>
                    </a:lnTo>
                    <a:lnTo>
                      <a:pt x="788" y="305"/>
                    </a:lnTo>
                    <a:lnTo>
                      <a:pt x="788" y="307"/>
                    </a:lnTo>
                    <a:lnTo>
                      <a:pt x="790" y="309"/>
                    </a:lnTo>
                    <a:lnTo>
                      <a:pt x="791" y="311"/>
                    </a:lnTo>
                    <a:lnTo>
                      <a:pt x="791" y="312"/>
                    </a:lnTo>
                    <a:lnTo>
                      <a:pt x="792" y="313"/>
                    </a:lnTo>
                    <a:lnTo>
                      <a:pt x="794" y="315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6079" name="Freeform 87">
                <a:extLst>
                  <a:ext uri="{FF2B5EF4-FFF2-40B4-BE49-F238E27FC236}">
                    <a16:creationId xmlns:a16="http://schemas.microsoft.com/office/drawing/2014/main" id="{5E511503-6D80-490D-9CDA-FF968E9C7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758314"/>
                <a:ext cx="630237" cy="249238"/>
              </a:xfrm>
              <a:custGeom>
                <a:avLst/>
                <a:gdLst>
                  <a:gd name="T0" fmla="*/ 2147483646 w 794"/>
                  <a:gd name="T1" fmla="*/ 2147483646 h 315"/>
                  <a:gd name="T2" fmla="*/ 2147483646 w 794"/>
                  <a:gd name="T3" fmla="*/ 2147483646 h 315"/>
                  <a:gd name="T4" fmla="*/ 2147483646 w 794"/>
                  <a:gd name="T5" fmla="*/ 2147483646 h 315"/>
                  <a:gd name="T6" fmla="*/ 2147483646 w 794"/>
                  <a:gd name="T7" fmla="*/ 2147483646 h 315"/>
                  <a:gd name="T8" fmla="*/ 2147483646 w 794"/>
                  <a:gd name="T9" fmla="*/ 2147483646 h 315"/>
                  <a:gd name="T10" fmla="*/ 2147483646 w 794"/>
                  <a:gd name="T11" fmla="*/ 2147483646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315"/>
                    </a:moveTo>
                    <a:lnTo>
                      <a:pt x="31" y="315"/>
                    </a:lnTo>
                    <a:lnTo>
                      <a:pt x="60" y="315"/>
                    </a:lnTo>
                    <a:lnTo>
                      <a:pt x="86" y="315"/>
                    </a:lnTo>
                    <a:lnTo>
                      <a:pt x="110" y="315"/>
                    </a:lnTo>
                    <a:lnTo>
                      <a:pt x="134" y="315"/>
                    </a:lnTo>
                    <a:lnTo>
                      <a:pt x="155" y="315"/>
                    </a:lnTo>
                    <a:lnTo>
                      <a:pt x="175" y="315"/>
                    </a:lnTo>
                    <a:lnTo>
                      <a:pt x="194" y="315"/>
                    </a:lnTo>
                    <a:lnTo>
                      <a:pt x="211" y="315"/>
                    </a:lnTo>
                    <a:lnTo>
                      <a:pt x="227" y="315"/>
                    </a:lnTo>
                    <a:lnTo>
                      <a:pt x="240" y="315"/>
                    </a:lnTo>
                    <a:lnTo>
                      <a:pt x="254" y="315"/>
                    </a:lnTo>
                    <a:lnTo>
                      <a:pt x="265" y="315"/>
                    </a:lnTo>
                    <a:lnTo>
                      <a:pt x="276" y="315"/>
                    </a:lnTo>
                    <a:lnTo>
                      <a:pt x="287" y="315"/>
                    </a:lnTo>
                    <a:lnTo>
                      <a:pt x="296" y="315"/>
                    </a:lnTo>
                    <a:lnTo>
                      <a:pt x="303" y="315"/>
                    </a:lnTo>
                    <a:lnTo>
                      <a:pt x="311" y="315"/>
                    </a:lnTo>
                    <a:lnTo>
                      <a:pt x="317" y="315"/>
                    </a:lnTo>
                    <a:lnTo>
                      <a:pt x="323" y="315"/>
                    </a:lnTo>
                    <a:lnTo>
                      <a:pt x="328" y="315"/>
                    </a:lnTo>
                    <a:lnTo>
                      <a:pt x="332" y="315"/>
                    </a:lnTo>
                    <a:lnTo>
                      <a:pt x="336" y="315"/>
                    </a:lnTo>
                    <a:lnTo>
                      <a:pt x="338" y="315"/>
                    </a:lnTo>
                    <a:lnTo>
                      <a:pt x="342" y="315"/>
                    </a:lnTo>
                    <a:lnTo>
                      <a:pt x="345" y="315"/>
                    </a:lnTo>
                    <a:lnTo>
                      <a:pt x="348" y="315"/>
                    </a:lnTo>
                    <a:lnTo>
                      <a:pt x="349" y="314"/>
                    </a:lnTo>
                    <a:lnTo>
                      <a:pt x="352" y="314"/>
                    </a:lnTo>
                    <a:lnTo>
                      <a:pt x="353" y="314"/>
                    </a:lnTo>
                    <a:lnTo>
                      <a:pt x="356" y="314"/>
                    </a:lnTo>
                    <a:lnTo>
                      <a:pt x="358" y="314"/>
                    </a:lnTo>
                    <a:lnTo>
                      <a:pt x="360" y="314"/>
                    </a:lnTo>
                    <a:lnTo>
                      <a:pt x="362" y="314"/>
                    </a:lnTo>
                    <a:lnTo>
                      <a:pt x="364" y="314"/>
                    </a:lnTo>
                    <a:lnTo>
                      <a:pt x="366" y="314"/>
                    </a:lnTo>
                    <a:lnTo>
                      <a:pt x="368" y="314"/>
                    </a:lnTo>
                    <a:lnTo>
                      <a:pt x="369" y="314"/>
                    </a:lnTo>
                    <a:lnTo>
                      <a:pt x="370" y="312"/>
                    </a:lnTo>
                    <a:lnTo>
                      <a:pt x="372" y="312"/>
                    </a:lnTo>
                    <a:lnTo>
                      <a:pt x="374" y="312"/>
                    </a:lnTo>
                    <a:lnTo>
                      <a:pt x="376" y="312"/>
                    </a:lnTo>
                    <a:lnTo>
                      <a:pt x="377" y="312"/>
                    </a:lnTo>
                    <a:lnTo>
                      <a:pt x="378" y="312"/>
                    </a:lnTo>
                    <a:lnTo>
                      <a:pt x="380" y="312"/>
                    </a:lnTo>
                    <a:lnTo>
                      <a:pt x="381" y="312"/>
                    </a:lnTo>
                    <a:lnTo>
                      <a:pt x="382" y="312"/>
                    </a:lnTo>
                    <a:lnTo>
                      <a:pt x="384" y="312"/>
                    </a:lnTo>
                    <a:lnTo>
                      <a:pt x="385" y="311"/>
                    </a:lnTo>
                    <a:lnTo>
                      <a:pt x="386" y="311"/>
                    </a:lnTo>
                    <a:lnTo>
                      <a:pt x="388" y="311"/>
                    </a:lnTo>
                    <a:lnTo>
                      <a:pt x="389" y="311"/>
                    </a:lnTo>
                    <a:lnTo>
                      <a:pt x="390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4" y="311"/>
                    </a:lnTo>
                    <a:lnTo>
                      <a:pt x="396" y="310"/>
                    </a:lnTo>
                    <a:lnTo>
                      <a:pt x="398" y="310"/>
                    </a:lnTo>
                    <a:lnTo>
                      <a:pt x="400" y="310"/>
                    </a:lnTo>
                    <a:lnTo>
                      <a:pt x="401" y="310"/>
                    </a:lnTo>
                    <a:lnTo>
                      <a:pt x="403" y="310"/>
                    </a:lnTo>
                    <a:lnTo>
                      <a:pt x="405" y="308"/>
                    </a:lnTo>
                    <a:lnTo>
                      <a:pt x="407" y="308"/>
                    </a:lnTo>
                    <a:lnTo>
                      <a:pt x="409" y="308"/>
                    </a:lnTo>
                    <a:lnTo>
                      <a:pt x="411" y="308"/>
                    </a:lnTo>
                    <a:lnTo>
                      <a:pt x="413" y="307"/>
                    </a:lnTo>
                    <a:lnTo>
                      <a:pt x="414" y="307"/>
                    </a:lnTo>
                    <a:lnTo>
                      <a:pt x="417" y="307"/>
                    </a:lnTo>
                    <a:lnTo>
                      <a:pt x="418" y="307"/>
                    </a:lnTo>
                    <a:lnTo>
                      <a:pt x="419" y="307"/>
                    </a:lnTo>
                    <a:lnTo>
                      <a:pt x="421" y="307"/>
                    </a:lnTo>
                    <a:lnTo>
                      <a:pt x="422" y="306"/>
                    </a:lnTo>
                    <a:lnTo>
                      <a:pt x="423" y="306"/>
                    </a:lnTo>
                    <a:lnTo>
                      <a:pt x="425" y="306"/>
                    </a:lnTo>
                    <a:lnTo>
                      <a:pt x="426" y="306"/>
                    </a:lnTo>
                    <a:lnTo>
                      <a:pt x="427" y="306"/>
                    </a:lnTo>
                    <a:lnTo>
                      <a:pt x="429" y="304"/>
                    </a:lnTo>
                    <a:lnTo>
                      <a:pt x="430" y="304"/>
                    </a:lnTo>
                    <a:lnTo>
                      <a:pt x="431" y="304"/>
                    </a:lnTo>
                    <a:lnTo>
                      <a:pt x="433" y="304"/>
                    </a:lnTo>
                    <a:lnTo>
                      <a:pt x="434" y="303"/>
                    </a:lnTo>
                    <a:lnTo>
                      <a:pt x="435" y="303"/>
                    </a:lnTo>
                    <a:lnTo>
                      <a:pt x="437" y="303"/>
                    </a:lnTo>
                    <a:lnTo>
                      <a:pt x="438" y="303"/>
                    </a:lnTo>
                    <a:lnTo>
                      <a:pt x="439" y="302"/>
                    </a:lnTo>
                    <a:lnTo>
                      <a:pt x="441" y="302"/>
                    </a:lnTo>
                    <a:lnTo>
                      <a:pt x="443" y="300"/>
                    </a:lnTo>
                    <a:lnTo>
                      <a:pt x="445" y="300"/>
                    </a:lnTo>
                    <a:lnTo>
                      <a:pt x="446" y="300"/>
                    </a:lnTo>
                    <a:lnTo>
                      <a:pt x="449" y="299"/>
                    </a:lnTo>
                    <a:lnTo>
                      <a:pt x="450" y="299"/>
                    </a:lnTo>
                    <a:lnTo>
                      <a:pt x="453" y="298"/>
                    </a:lnTo>
                    <a:lnTo>
                      <a:pt x="455" y="296"/>
                    </a:lnTo>
                    <a:lnTo>
                      <a:pt x="458" y="296"/>
                    </a:lnTo>
                    <a:lnTo>
                      <a:pt x="459" y="295"/>
                    </a:lnTo>
                    <a:lnTo>
                      <a:pt x="462" y="295"/>
                    </a:lnTo>
                    <a:lnTo>
                      <a:pt x="465" y="294"/>
                    </a:lnTo>
                    <a:lnTo>
                      <a:pt x="466" y="294"/>
                    </a:lnTo>
                    <a:lnTo>
                      <a:pt x="467" y="294"/>
                    </a:lnTo>
                    <a:lnTo>
                      <a:pt x="470" y="292"/>
                    </a:lnTo>
                    <a:lnTo>
                      <a:pt x="471" y="292"/>
                    </a:lnTo>
                    <a:lnTo>
                      <a:pt x="473" y="291"/>
                    </a:lnTo>
                    <a:lnTo>
                      <a:pt x="474" y="291"/>
                    </a:lnTo>
                    <a:lnTo>
                      <a:pt x="475" y="291"/>
                    </a:lnTo>
                    <a:lnTo>
                      <a:pt x="476" y="290"/>
                    </a:lnTo>
                    <a:lnTo>
                      <a:pt x="478" y="290"/>
                    </a:lnTo>
                    <a:lnTo>
                      <a:pt x="479" y="290"/>
                    </a:lnTo>
                    <a:lnTo>
                      <a:pt x="480" y="288"/>
                    </a:lnTo>
                    <a:lnTo>
                      <a:pt x="482" y="288"/>
                    </a:lnTo>
                    <a:lnTo>
                      <a:pt x="483" y="287"/>
                    </a:lnTo>
                    <a:lnTo>
                      <a:pt x="484" y="287"/>
                    </a:lnTo>
                    <a:lnTo>
                      <a:pt x="486" y="286"/>
                    </a:lnTo>
                    <a:lnTo>
                      <a:pt x="487" y="286"/>
                    </a:lnTo>
                    <a:lnTo>
                      <a:pt x="488" y="286"/>
                    </a:lnTo>
                    <a:lnTo>
                      <a:pt x="490" y="284"/>
                    </a:lnTo>
                    <a:lnTo>
                      <a:pt x="491" y="284"/>
                    </a:lnTo>
                    <a:lnTo>
                      <a:pt x="492" y="283"/>
                    </a:lnTo>
                    <a:lnTo>
                      <a:pt x="494" y="283"/>
                    </a:lnTo>
                    <a:lnTo>
                      <a:pt x="495" y="282"/>
                    </a:lnTo>
                    <a:lnTo>
                      <a:pt x="498" y="280"/>
                    </a:lnTo>
                    <a:lnTo>
                      <a:pt x="499" y="280"/>
                    </a:lnTo>
                    <a:lnTo>
                      <a:pt x="500" y="279"/>
                    </a:lnTo>
                    <a:lnTo>
                      <a:pt x="503" y="278"/>
                    </a:lnTo>
                    <a:lnTo>
                      <a:pt x="504" y="276"/>
                    </a:lnTo>
                    <a:lnTo>
                      <a:pt x="507" y="276"/>
                    </a:lnTo>
                    <a:lnTo>
                      <a:pt x="508" y="275"/>
                    </a:lnTo>
                    <a:lnTo>
                      <a:pt x="511" y="274"/>
                    </a:lnTo>
                    <a:lnTo>
                      <a:pt x="512" y="274"/>
                    </a:lnTo>
                    <a:lnTo>
                      <a:pt x="514" y="272"/>
                    </a:lnTo>
                    <a:lnTo>
                      <a:pt x="516" y="271"/>
                    </a:lnTo>
                    <a:lnTo>
                      <a:pt x="518" y="271"/>
                    </a:lnTo>
                    <a:lnTo>
                      <a:pt x="519" y="270"/>
                    </a:lnTo>
                    <a:lnTo>
                      <a:pt x="520" y="270"/>
                    </a:lnTo>
                    <a:lnTo>
                      <a:pt x="522" y="268"/>
                    </a:lnTo>
                    <a:lnTo>
                      <a:pt x="523" y="268"/>
                    </a:lnTo>
                    <a:lnTo>
                      <a:pt x="524" y="267"/>
                    </a:lnTo>
                    <a:lnTo>
                      <a:pt x="526" y="267"/>
                    </a:lnTo>
                    <a:lnTo>
                      <a:pt x="527" y="266"/>
                    </a:lnTo>
                    <a:lnTo>
                      <a:pt x="528" y="266"/>
                    </a:lnTo>
                    <a:lnTo>
                      <a:pt x="528" y="264"/>
                    </a:lnTo>
                    <a:lnTo>
                      <a:pt x="530" y="264"/>
                    </a:lnTo>
                    <a:lnTo>
                      <a:pt x="531" y="264"/>
                    </a:lnTo>
                    <a:lnTo>
                      <a:pt x="532" y="263"/>
                    </a:lnTo>
                    <a:lnTo>
                      <a:pt x="534" y="263"/>
                    </a:lnTo>
                    <a:lnTo>
                      <a:pt x="534" y="262"/>
                    </a:lnTo>
                    <a:lnTo>
                      <a:pt x="535" y="262"/>
                    </a:lnTo>
                    <a:lnTo>
                      <a:pt x="536" y="261"/>
                    </a:lnTo>
                    <a:lnTo>
                      <a:pt x="538" y="261"/>
                    </a:lnTo>
                    <a:lnTo>
                      <a:pt x="539" y="259"/>
                    </a:lnTo>
                    <a:lnTo>
                      <a:pt x="540" y="259"/>
                    </a:lnTo>
                    <a:lnTo>
                      <a:pt x="542" y="258"/>
                    </a:lnTo>
                    <a:lnTo>
                      <a:pt x="543" y="257"/>
                    </a:lnTo>
                    <a:lnTo>
                      <a:pt x="546" y="257"/>
                    </a:lnTo>
                    <a:lnTo>
                      <a:pt x="547" y="255"/>
                    </a:lnTo>
                    <a:lnTo>
                      <a:pt x="548" y="254"/>
                    </a:lnTo>
                    <a:lnTo>
                      <a:pt x="551" y="253"/>
                    </a:lnTo>
                    <a:lnTo>
                      <a:pt x="552" y="253"/>
                    </a:lnTo>
                    <a:lnTo>
                      <a:pt x="553" y="251"/>
                    </a:lnTo>
                    <a:lnTo>
                      <a:pt x="556" y="250"/>
                    </a:lnTo>
                    <a:lnTo>
                      <a:pt x="557" y="250"/>
                    </a:lnTo>
                    <a:lnTo>
                      <a:pt x="559" y="249"/>
                    </a:lnTo>
                    <a:lnTo>
                      <a:pt x="560" y="247"/>
                    </a:lnTo>
                    <a:lnTo>
                      <a:pt x="561" y="247"/>
                    </a:lnTo>
                    <a:lnTo>
                      <a:pt x="563" y="246"/>
                    </a:lnTo>
                    <a:lnTo>
                      <a:pt x="564" y="245"/>
                    </a:lnTo>
                    <a:lnTo>
                      <a:pt x="565" y="245"/>
                    </a:lnTo>
                    <a:lnTo>
                      <a:pt x="567" y="245"/>
                    </a:lnTo>
                    <a:lnTo>
                      <a:pt x="567" y="243"/>
                    </a:lnTo>
                    <a:lnTo>
                      <a:pt x="568" y="243"/>
                    </a:lnTo>
                    <a:lnTo>
                      <a:pt x="569" y="242"/>
                    </a:lnTo>
                    <a:lnTo>
                      <a:pt x="571" y="242"/>
                    </a:lnTo>
                    <a:lnTo>
                      <a:pt x="572" y="241"/>
                    </a:lnTo>
                    <a:lnTo>
                      <a:pt x="573" y="239"/>
                    </a:lnTo>
                    <a:lnTo>
                      <a:pt x="575" y="239"/>
                    </a:lnTo>
                    <a:lnTo>
                      <a:pt x="575" y="238"/>
                    </a:lnTo>
                    <a:lnTo>
                      <a:pt x="576" y="238"/>
                    </a:lnTo>
                    <a:lnTo>
                      <a:pt x="577" y="237"/>
                    </a:lnTo>
                    <a:lnTo>
                      <a:pt x="579" y="237"/>
                    </a:lnTo>
                    <a:lnTo>
                      <a:pt x="580" y="235"/>
                    </a:lnTo>
                    <a:lnTo>
                      <a:pt x="581" y="235"/>
                    </a:lnTo>
                    <a:lnTo>
                      <a:pt x="581" y="234"/>
                    </a:lnTo>
                    <a:lnTo>
                      <a:pt x="583" y="234"/>
                    </a:lnTo>
                    <a:lnTo>
                      <a:pt x="585" y="233"/>
                    </a:lnTo>
                    <a:lnTo>
                      <a:pt x="587" y="231"/>
                    </a:lnTo>
                    <a:lnTo>
                      <a:pt x="588" y="230"/>
                    </a:lnTo>
                    <a:lnTo>
                      <a:pt x="589" y="230"/>
                    </a:lnTo>
                    <a:lnTo>
                      <a:pt x="591" y="229"/>
                    </a:lnTo>
                    <a:lnTo>
                      <a:pt x="592" y="227"/>
                    </a:lnTo>
                    <a:lnTo>
                      <a:pt x="593" y="227"/>
                    </a:lnTo>
                    <a:lnTo>
                      <a:pt x="593" y="226"/>
                    </a:lnTo>
                    <a:lnTo>
                      <a:pt x="595" y="226"/>
                    </a:lnTo>
                    <a:lnTo>
                      <a:pt x="596" y="225"/>
                    </a:lnTo>
                    <a:lnTo>
                      <a:pt x="597" y="225"/>
                    </a:lnTo>
                    <a:lnTo>
                      <a:pt x="597" y="223"/>
                    </a:lnTo>
                    <a:lnTo>
                      <a:pt x="599" y="223"/>
                    </a:lnTo>
                    <a:lnTo>
                      <a:pt x="600" y="223"/>
                    </a:lnTo>
                    <a:lnTo>
                      <a:pt x="600" y="222"/>
                    </a:lnTo>
                    <a:lnTo>
                      <a:pt x="601" y="222"/>
                    </a:lnTo>
                    <a:lnTo>
                      <a:pt x="603" y="221"/>
                    </a:lnTo>
                    <a:lnTo>
                      <a:pt x="604" y="221"/>
                    </a:lnTo>
                    <a:lnTo>
                      <a:pt x="604" y="219"/>
                    </a:lnTo>
                    <a:lnTo>
                      <a:pt x="605" y="219"/>
                    </a:lnTo>
                    <a:lnTo>
                      <a:pt x="605" y="218"/>
                    </a:lnTo>
                    <a:lnTo>
                      <a:pt x="607" y="218"/>
                    </a:lnTo>
                    <a:lnTo>
                      <a:pt x="608" y="217"/>
                    </a:lnTo>
                    <a:lnTo>
                      <a:pt x="609" y="215"/>
                    </a:lnTo>
                    <a:lnTo>
                      <a:pt x="611" y="214"/>
                    </a:lnTo>
                    <a:lnTo>
                      <a:pt x="612" y="214"/>
                    </a:lnTo>
                    <a:lnTo>
                      <a:pt x="612" y="213"/>
                    </a:lnTo>
                    <a:lnTo>
                      <a:pt x="613" y="213"/>
                    </a:lnTo>
                    <a:lnTo>
                      <a:pt x="615" y="211"/>
                    </a:lnTo>
                    <a:lnTo>
                      <a:pt x="616" y="210"/>
                    </a:lnTo>
                    <a:lnTo>
                      <a:pt x="617" y="209"/>
                    </a:lnTo>
                    <a:lnTo>
                      <a:pt x="619" y="209"/>
                    </a:lnTo>
                    <a:lnTo>
                      <a:pt x="619" y="207"/>
                    </a:lnTo>
                    <a:lnTo>
                      <a:pt x="620" y="207"/>
                    </a:lnTo>
                    <a:lnTo>
                      <a:pt x="621" y="206"/>
                    </a:lnTo>
                    <a:lnTo>
                      <a:pt x="622" y="206"/>
                    </a:lnTo>
                    <a:lnTo>
                      <a:pt x="622" y="205"/>
                    </a:lnTo>
                    <a:lnTo>
                      <a:pt x="624" y="205"/>
                    </a:lnTo>
                    <a:lnTo>
                      <a:pt x="625" y="203"/>
                    </a:lnTo>
                    <a:lnTo>
                      <a:pt x="626" y="202"/>
                    </a:lnTo>
                    <a:lnTo>
                      <a:pt x="628" y="202"/>
                    </a:lnTo>
                    <a:lnTo>
                      <a:pt x="628" y="201"/>
                    </a:lnTo>
                    <a:lnTo>
                      <a:pt x="629" y="201"/>
                    </a:lnTo>
                    <a:lnTo>
                      <a:pt x="630" y="199"/>
                    </a:lnTo>
                    <a:lnTo>
                      <a:pt x="632" y="199"/>
                    </a:lnTo>
                    <a:lnTo>
                      <a:pt x="632" y="198"/>
                    </a:lnTo>
                    <a:lnTo>
                      <a:pt x="633" y="198"/>
                    </a:lnTo>
                    <a:lnTo>
                      <a:pt x="634" y="197"/>
                    </a:lnTo>
                    <a:lnTo>
                      <a:pt x="636" y="195"/>
                    </a:lnTo>
                    <a:lnTo>
                      <a:pt x="637" y="195"/>
                    </a:lnTo>
                    <a:lnTo>
                      <a:pt x="638" y="194"/>
                    </a:lnTo>
                    <a:lnTo>
                      <a:pt x="640" y="193"/>
                    </a:lnTo>
                    <a:lnTo>
                      <a:pt x="641" y="193"/>
                    </a:lnTo>
                    <a:lnTo>
                      <a:pt x="641" y="191"/>
                    </a:lnTo>
                    <a:lnTo>
                      <a:pt x="642" y="191"/>
                    </a:lnTo>
                    <a:lnTo>
                      <a:pt x="644" y="190"/>
                    </a:lnTo>
                    <a:lnTo>
                      <a:pt x="645" y="190"/>
                    </a:lnTo>
                    <a:lnTo>
                      <a:pt x="645" y="189"/>
                    </a:lnTo>
                    <a:lnTo>
                      <a:pt x="646" y="189"/>
                    </a:lnTo>
                    <a:lnTo>
                      <a:pt x="648" y="188"/>
                    </a:lnTo>
                    <a:lnTo>
                      <a:pt x="649" y="186"/>
                    </a:lnTo>
                    <a:lnTo>
                      <a:pt x="650" y="186"/>
                    </a:lnTo>
                    <a:lnTo>
                      <a:pt x="650" y="185"/>
                    </a:lnTo>
                    <a:lnTo>
                      <a:pt x="652" y="185"/>
                    </a:lnTo>
                    <a:lnTo>
                      <a:pt x="652" y="184"/>
                    </a:lnTo>
                    <a:lnTo>
                      <a:pt x="653" y="184"/>
                    </a:lnTo>
                    <a:lnTo>
                      <a:pt x="654" y="182"/>
                    </a:lnTo>
                    <a:lnTo>
                      <a:pt x="656" y="181"/>
                    </a:lnTo>
                    <a:lnTo>
                      <a:pt x="657" y="180"/>
                    </a:lnTo>
                    <a:lnTo>
                      <a:pt x="657" y="178"/>
                    </a:lnTo>
                    <a:lnTo>
                      <a:pt x="658" y="178"/>
                    </a:lnTo>
                    <a:lnTo>
                      <a:pt x="660" y="177"/>
                    </a:lnTo>
                    <a:lnTo>
                      <a:pt x="661" y="176"/>
                    </a:lnTo>
                    <a:lnTo>
                      <a:pt x="662" y="174"/>
                    </a:lnTo>
                    <a:lnTo>
                      <a:pt x="664" y="173"/>
                    </a:lnTo>
                    <a:lnTo>
                      <a:pt x="664" y="172"/>
                    </a:lnTo>
                    <a:lnTo>
                      <a:pt x="665" y="170"/>
                    </a:lnTo>
                    <a:lnTo>
                      <a:pt x="666" y="169"/>
                    </a:lnTo>
                    <a:lnTo>
                      <a:pt x="668" y="168"/>
                    </a:lnTo>
                    <a:lnTo>
                      <a:pt x="669" y="166"/>
                    </a:lnTo>
                    <a:lnTo>
                      <a:pt x="670" y="165"/>
                    </a:lnTo>
                    <a:lnTo>
                      <a:pt x="672" y="165"/>
                    </a:lnTo>
                    <a:lnTo>
                      <a:pt x="673" y="164"/>
                    </a:lnTo>
                    <a:lnTo>
                      <a:pt x="673" y="162"/>
                    </a:lnTo>
                    <a:lnTo>
                      <a:pt x="674" y="161"/>
                    </a:lnTo>
                    <a:lnTo>
                      <a:pt x="676" y="161"/>
                    </a:lnTo>
                    <a:lnTo>
                      <a:pt x="676" y="160"/>
                    </a:lnTo>
                    <a:lnTo>
                      <a:pt x="677" y="158"/>
                    </a:lnTo>
                    <a:lnTo>
                      <a:pt x="678" y="157"/>
                    </a:lnTo>
                    <a:lnTo>
                      <a:pt x="680" y="156"/>
                    </a:lnTo>
                    <a:lnTo>
                      <a:pt x="681" y="154"/>
                    </a:lnTo>
                    <a:lnTo>
                      <a:pt x="682" y="153"/>
                    </a:lnTo>
                    <a:lnTo>
                      <a:pt x="682" y="152"/>
                    </a:lnTo>
                    <a:lnTo>
                      <a:pt x="684" y="152"/>
                    </a:lnTo>
                    <a:lnTo>
                      <a:pt x="684" y="150"/>
                    </a:lnTo>
                    <a:lnTo>
                      <a:pt x="685" y="149"/>
                    </a:lnTo>
                    <a:lnTo>
                      <a:pt x="686" y="149"/>
                    </a:lnTo>
                    <a:lnTo>
                      <a:pt x="686" y="148"/>
                    </a:lnTo>
                    <a:lnTo>
                      <a:pt x="688" y="146"/>
                    </a:lnTo>
                    <a:lnTo>
                      <a:pt x="689" y="145"/>
                    </a:lnTo>
                    <a:lnTo>
                      <a:pt x="689" y="144"/>
                    </a:lnTo>
                    <a:lnTo>
                      <a:pt x="690" y="142"/>
                    </a:lnTo>
                    <a:lnTo>
                      <a:pt x="692" y="141"/>
                    </a:lnTo>
                    <a:lnTo>
                      <a:pt x="693" y="140"/>
                    </a:lnTo>
                    <a:lnTo>
                      <a:pt x="694" y="138"/>
                    </a:lnTo>
                    <a:lnTo>
                      <a:pt x="695" y="136"/>
                    </a:lnTo>
                    <a:lnTo>
                      <a:pt x="697" y="134"/>
                    </a:lnTo>
                    <a:lnTo>
                      <a:pt x="698" y="133"/>
                    </a:lnTo>
                    <a:lnTo>
                      <a:pt x="701" y="130"/>
                    </a:lnTo>
                    <a:lnTo>
                      <a:pt x="702" y="129"/>
                    </a:lnTo>
                    <a:lnTo>
                      <a:pt x="702" y="128"/>
                    </a:lnTo>
                    <a:lnTo>
                      <a:pt x="703" y="126"/>
                    </a:lnTo>
                    <a:lnTo>
                      <a:pt x="705" y="125"/>
                    </a:lnTo>
                    <a:lnTo>
                      <a:pt x="706" y="124"/>
                    </a:lnTo>
                    <a:lnTo>
                      <a:pt x="707" y="122"/>
                    </a:lnTo>
                    <a:lnTo>
                      <a:pt x="707" y="121"/>
                    </a:lnTo>
                    <a:lnTo>
                      <a:pt x="709" y="120"/>
                    </a:lnTo>
                    <a:lnTo>
                      <a:pt x="710" y="120"/>
                    </a:lnTo>
                    <a:lnTo>
                      <a:pt x="710" y="118"/>
                    </a:lnTo>
                    <a:lnTo>
                      <a:pt x="711" y="117"/>
                    </a:lnTo>
                    <a:lnTo>
                      <a:pt x="713" y="116"/>
                    </a:lnTo>
                    <a:lnTo>
                      <a:pt x="714" y="114"/>
                    </a:lnTo>
                    <a:lnTo>
                      <a:pt x="714" y="113"/>
                    </a:lnTo>
                    <a:lnTo>
                      <a:pt x="715" y="112"/>
                    </a:lnTo>
                    <a:lnTo>
                      <a:pt x="717" y="111"/>
                    </a:lnTo>
                    <a:lnTo>
                      <a:pt x="718" y="109"/>
                    </a:lnTo>
                    <a:lnTo>
                      <a:pt x="719" y="108"/>
                    </a:lnTo>
                    <a:lnTo>
                      <a:pt x="719" y="107"/>
                    </a:lnTo>
                    <a:lnTo>
                      <a:pt x="721" y="105"/>
                    </a:lnTo>
                    <a:lnTo>
                      <a:pt x="722" y="104"/>
                    </a:lnTo>
                    <a:lnTo>
                      <a:pt x="722" y="103"/>
                    </a:lnTo>
                    <a:lnTo>
                      <a:pt x="723" y="101"/>
                    </a:lnTo>
                    <a:lnTo>
                      <a:pt x="725" y="99"/>
                    </a:lnTo>
                    <a:lnTo>
                      <a:pt x="726" y="97"/>
                    </a:lnTo>
                    <a:lnTo>
                      <a:pt x="727" y="96"/>
                    </a:lnTo>
                    <a:lnTo>
                      <a:pt x="729" y="93"/>
                    </a:lnTo>
                    <a:lnTo>
                      <a:pt x="730" y="91"/>
                    </a:lnTo>
                    <a:lnTo>
                      <a:pt x="731" y="89"/>
                    </a:lnTo>
                    <a:lnTo>
                      <a:pt x="734" y="87"/>
                    </a:lnTo>
                    <a:lnTo>
                      <a:pt x="735" y="85"/>
                    </a:lnTo>
                    <a:lnTo>
                      <a:pt x="735" y="84"/>
                    </a:lnTo>
                    <a:lnTo>
                      <a:pt x="737" y="81"/>
                    </a:lnTo>
                    <a:lnTo>
                      <a:pt x="738" y="80"/>
                    </a:lnTo>
                    <a:lnTo>
                      <a:pt x="739" y="79"/>
                    </a:lnTo>
                    <a:lnTo>
                      <a:pt x="741" y="77"/>
                    </a:lnTo>
                    <a:lnTo>
                      <a:pt x="742" y="76"/>
                    </a:lnTo>
                    <a:lnTo>
                      <a:pt x="742" y="75"/>
                    </a:lnTo>
                    <a:lnTo>
                      <a:pt x="743" y="73"/>
                    </a:lnTo>
                    <a:lnTo>
                      <a:pt x="745" y="72"/>
                    </a:lnTo>
                    <a:lnTo>
                      <a:pt x="746" y="71"/>
                    </a:lnTo>
                    <a:lnTo>
                      <a:pt x="746" y="69"/>
                    </a:lnTo>
                    <a:lnTo>
                      <a:pt x="747" y="68"/>
                    </a:lnTo>
                    <a:lnTo>
                      <a:pt x="749" y="67"/>
                    </a:lnTo>
                    <a:lnTo>
                      <a:pt x="749" y="65"/>
                    </a:lnTo>
                    <a:lnTo>
                      <a:pt x="750" y="64"/>
                    </a:lnTo>
                    <a:lnTo>
                      <a:pt x="751" y="63"/>
                    </a:lnTo>
                    <a:lnTo>
                      <a:pt x="753" y="61"/>
                    </a:lnTo>
                    <a:lnTo>
                      <a:pt x="754" y="60"/>
                    </a:lnTo>
                    <a:lnTo>
                      <a:pt x="754" y="59"/>
                    </a:lnTo>
                    <a:lnTo>
                      <a:pt x="755" y="57"/>
                    </a:lnTo>
                    <a:lnTo>
                      <a:pt x="757" y="55"/>
                    </a:lnTo>
                    <a:lnTo>
                      <a:pt x="758" y="53"/>
                    </a:lnTo>
                    <a:lnTo>
                      <a:pt x="759" y="52"/>
                    </a:lnTo>
                    <a:lnTo>
                      <a:pt x="761" y="51"/>
                    </a:lnTo>
                    <a:lnTo>
                      <a:pt x="762" y="48"/>
                    </a:lnTo>
                    <a:lnTo>
                      <a:pt x="763" y="47"/>
                    </a:lnTo>
                    <a:lnTo>
                      <a:pt x="765" y="44"/>
                    </a:lnTo>
                    <a:lnTo>
                      <a:pt x="766" y="41"/>
                    </a:lnTo>
                    <a:lnTo>
                      <a:pt x="767" y="40"/>
                    </a:lnTo>
                    <a:lnTo>
                      <a:pt x="769" y="38"/>
                    </a:lnTo>
                    <a:lnTo>
                      <a:pt x="770" y="36"/>
                    </a:lnTo>
                    <a:lnTo>
                      <a:pt x="771" y="35"/>
                    </a:lnTo>
                    <a:lnTo>
                      <a:pt x="772" y="32"/>
                    </a:lnTo>
                    <a:lnTo>
                      <a:pt x="774" y="31"/>
                    </a:lnTo>
                    <a:lnTo>
                      <a:pt x="775" y="30"/>
                    </a:lnTo>
                    <a:lnTo>
                      <a:pt x="775" y="28"/>
                    </a:lnTo>
                    <a:lnTo>
                      <a:pt x="776" y="27"/>
                    </a:lnTo>
                    <a:lnTo>
                      <a:pt x="778" y="26"/>
                    </a:lnTo>
                    <a:lnTo>
                      <a:pt x="778" y="24"/>
                    </a:lnTo>
                    <a:lnTo>
                      <a:pt x="779" y="24"/>
                    </a:lnTo>
                    <a:lnTo>
                      <a:pt x="780" y="23"/>
                    </a:lnTo>
                    <a:lnTo>
                      <a:pt x="780" y="22"/>
                    </a:lnTo>
                    <a:lnTo>
                      <a:pt x="782" y="20"/>
                    </a:lnTo>
                    <a:lnTo>
                      <a:pt x="783" y="19"/>
                    </a:lnTo>
                    <a:lnTo>
                      <a:pt x="783" y="18"/>
                    </a:lnTo>
                    <a:lnTo>
                      <a:pt x="784" y="16"/>
                    </a:lnTo>
                    <a:lnTo>
                      <a:pt x="784" y="15"/>
                    </a:lnTo>
                    <a:lnTo>
                      <a:pt x="786" y="15"/>
                    </a:lnTo>
                    <a:lnTo>
                      <a:pt x="786" y="14"/>
                    </a:lnTo>
                    <a:lnTo>
                      <a:pt x="787" y="12"/>
                    </a:lnTo>
                    <a:lnTo>
                      <a:pt x="787" y="11"/>
                    </a:lnTo>
                    <a:lnTo>
                      <a:pt x="788" y="10"/>
                    </a:lnTo>
                    <a:lnTo>
                      <a:pt x="788" y="8"/>
                    </a:lnTo>
                    <a:lnTo>
                      <a:pt x="790" y="7"/>
                    </a:lnTo>
                    <a:lnTo>
                      <a:pt x="791" y="6"/>
                    </a:lnTo>
                    <a:lnTo>
                      <a:pt x="791" y="4"/>
                    </a:lnTo>
                    <a:lnTo>
                      <a:pt x="792" y="2"/>
                    </a:lnTo>
                    <a:lnTo>
                      <a:pt x="794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6080" name="Freeform 88">
                <a:extLst>
                  <a:ext uri="{FF2B5EF4-FFF2-40B4-BE49-F238E27FC236}">
                    <a16:creationId xmlns:a16="http://schemas.microsoft.com/office/drawing/2014/main" id="{14F8E66A-CF78-437A-AAC3-6E6EB0295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505902"/>
                <a:ext cx="74612" cy="252412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0"/>
                    </a:moveTo>
                    <a:lnTo>
                      <a:pt x="3" y="4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7" y="13"/>
                    </a:lnTo>
                    <a:lnTo>
                      <a:pt x="9" y="16"/>
                    </a:lnTo>
                    <a:lnTo>
                      <a:pt x="11" y="19"/>
                    </a:lnTo>
                    <a:lnTo>
                      <a:pt x="12" y="20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9" y="33"/>
                    </a:lnTo>
                    <a:lnTo>
                      <a:pt x="20" y="35"/>
                    </a:lnTo>
                    <a:lnTo>
                      <a:pt x="20" y="36"/>
                    </a:lnTo>
                    <a:lnTo>
                      <a:pt x="21" y="37"/>
                    </a:lnTo>
                    <a:lnTo>
                      <a:pt x="21" y="39"/>
                    </a:lnTo>
                    <a:lnTo>
                      <a:pt x="23" y="40"/>
                    </a:lnTo>
                    <a:lnTo>
                      <a:pt x="23" y="41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4" y="45"/>
                    </a:lnTo>
                    <a:lnTo>
                      <a:pt x="25" y="47"/>
                    </a:lnTo>
                    <a:lnTo>
                      <a:pt x="25" y="48"/>
                    </a:lnTo>
                    <a:lnTo>
                      <a:pt x="27" y="49"/>
                    </a:lnTo>
                    <a:lnTo>
                      <a:pt x="27" y="51"/>
                    </a:lnTo>
                    <a:lnTo>
                      <a:pt x="28" y="52"/>
                    </a:lnTo>
                    <a:lnTo>
                      <a:pt x="28" y="53"/>
                    </a:lnTo>
                    <a:lnTo>
                      <a:pt x="29" y="55"/>
                    </a:lnTo>
                    <a:lnTo>
                      <a:pt x="29" y="57"/>
                    </a:lnTo>
                    <a:lnTo>
                      <a:pt x="31" y="58"/>
                    </a:lnTo>
                    <a:lnTo>
                      <a:pt x="31" y="60"/>
                    </a:lnTo>
                    <a:lnTo>
                      <a:pt x="32" y="62"/>
                    </a:lnTo>
                    <a:lnTo>
                      <a:pt x="32" y="64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5" y="70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7" y="74"/>
                    </a:lnTo>
                    <a:lnTo>
                      <a:pt x="37" y="76"/>
                    </a:lnTo>
                    <a:lnTo>
                      <a:pt x="37" y="77"/>
                    </a:lnTo>
                    <a:lnTo>
                      <a:pt x="39" y="78"/>
                    </a:lnTo>
                    <a:lnTo>
                      <a:pt x="39" y="80"/>
                    </a:lnTo>
                    <a:lnTo>
                      <a:pt x="40" y="81"/>
                    </a:lnTo>
                    <a:lnTo>
                      <a:pt x="40" y="82"/>
                    </a:lnTo>
                    <a:lnTo>
                      <a:pt x="41" y="84"/>
                    </a:lnTo>
                    <a:lnTo>
                      <a:pt x="41" y="85"/>
                    </a:lnTo>
                    <a:lnTo>
                      <a:pt x="41" y="86"/>
                    </a:lnTo>
                    <a:lnTo>
                      <a:pt x="42" y="88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4" y="93"/>
                    </a:lnTo>
                    <a:lnTo>
                      <a:pt x="44" y="94"/>
                    </a:lnTo>
                    <a:lnTo>
                      <a:pt x="45" y="96"/>
                    </a:lnTo>
                    <a:lnTo>
                      <a:pt x="45" y="98"/>
                    </a:lnTo>
                    <a:lnTo>
                      <a:pt x="46" y="100"/>
                    </a:lnTo>
                    <a:lnTo>
                      <a:pt x="48" y="102"/>
                    </a:lnTo>
                    <a:lnTo>
                      <a:pt x="48" y="105"/>
                    </a:lnTo>
                    <a:lnTo>
                      <a:pt x="49" y="106"/>
                    </a:lnTo>
                    <a:lnTo>
                      <a:pt x="49" y="109"/>
                    </a:lnTo>
                    <a:lnTo>
                      <a:pt x="50" y="110"/>
                    </a:lnTo>
                    <a:lnTo>
                      <a:pt x="52" y="112"/>
                    </a:lnTo>
                    <a:lnTo>
                      <a:pt x="52" y="113"/>
                    </a:lnTo>
                    <a:lnTo>
                      <a:pt x="52" y="116"/>
                    </a:lnTo>
                    <a:lnTo>
                      <a:pt x="53" y="117"/>
                    </a:lnTo>
                    <a:lnTo>
                      <a:pt x="53" y="118"/>
                    </a:lnTo>
                    <a:lnTo>
                      <a:pt x="54" y="120"/>
                    </a:lnTo>
                    <a:lnTo>
                      <a:pt x="54" y="121"/>
                    </a:lnTo>
                    <a:lnTo>
                      <a:pt x="54" y="122"/>
                    </a:lnTo>
                    <a:lnTo>
                      <a:pt x="56" y="122"/>
                    </a:lnTo>
                    <a:lnTo>
                      <a:pt x="56" y="124"/>
                    </a:lnTo>
                    <a:lnTo>
                      <a:pt x="56" y="125"/>
                    </a:lnTo>
                    <a:lnTo>
                      <a:pt x="57" y="126"/>
                    </a:lnTo>
                    <a:lnTo>
                      <a:pt x="57" y="128"/>
                    </a:lnTo>
                    <a:lnTo>
                      <a:pt x="57" y="129"/>
                    </a:lnTo>
                    <a:lnTo>
                      <a:pt x="57" y="130"/>
                    </a:lnTo>
                    <a:lnTo>
                      <a:pt x="58" y="131"/>
                    </a:lnTo>
                    <a:lnTo>
                      <a:pt x="58" y="133"/>
                    </a:lnTo>
                    <a:lnTo>
                      <a:pt x="60" y="134"/>
                    </a:lnTo>
                    <a:lnTo>
                      <a:pt x="60" y="135"/>
                    </a:lnTo>
                    <a:lnTo>
                      <a:pt x="60" y="137"/>
                    </a:lnTo>
                    <a:lnTo>
                      <a:pt x="61" y="139"/>
                    </a:lnTo>
                    <a:lnTo>
                      <a:pt x="61" y="141"/>
                    </a:lnTo>
                    <a:lnTo>
                      <a:pt x="61" y="142"/>
                    </a:lnTo>
                    <a:lnTo>
                      <a:pt x="62" y="143"/>
                    </a:lnTo>
                    <a:lnTo>
                      <a:pt x="62" y="146"/>
                    </a:lnTo>
                    <a:lnTo>
                      <a:pt x="64" y="147"/>
                    </a:lnTo>
                    <a:lnTo>
                      <a:pt x="64" y="150"/>
                    </a:lnTo>
                    <a:lnTo>
                      <a:pt x="65" y="153"/>
                    </a:lnTo>
                    <a:lnTo>
                      <a:pt x="65" y="154"/>
                    </a:lnTo>
                    <a:lnTo>
                      <a:pt x="66" y="157"/>
                    </a:lnTo>
                    <a:lnTo>
                      <a:pt x="66" y="158"/>
                    </a:lnTo>
                    <a:lnTo>
                      <a:pt x="68" y="159"/>
                    </a:lnTo>
                    <a:lnTo>
                      <a:pt x="68" y="162"/>
                    </a:lnTo>
                    <a:lnTo>
                      <a:pt x="68" y="163"/>
                    </a:lnTo>
                    <a:lnTo>
                      <a:pt x="69" y="165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0" y="170"/>
                    </a:lnTo>
                    <a:lnTo>
                      <a:pt x="70" y="171"/>
                    </a:lnTo>
                    <a:lnTo>
                      <a:pt x="70" y="173"/>
                    </a:lnTo>
                    <a:lnTo>
                      <a:pt x="72" y="173"/>
                    </a:lnTo>
                    <a:lnTo>
                      <a:pt x="72" y="174"/>
                    </a:lnTo>
                    <a:lnTo>
                      <a:pt x="72" y="175"/>
                    </a:lnTo>
                    <a:lnTo>
                      <a:pt x="72" y="177"/>
                    </a:lnTo>
                    <a:lnTo>
                      <a:pt x="73" y="178"/>
                    </a:lnTo>
                    <a:lnTo>
                      <a:pt x="73" y="179"/>
                    </a:lnTo>
                    <a:lnTo>
                      <a:pt x="73" y="181"/>
                    </a:lnTo>
                    <a:lnTo>
                      <a:pt x="74" y="182"/>
                    </a:lnTo>
                    <a:lnTo>
                      <a:pt x="74" y="183"/>
                    </a:lnTo>
                    <a:lnTo>
                      <a:pt x="74" y="185"/>
                    </a:lnTo>
                    <a:lnTo>
                      <a:pt x="76" y="186"/>
                    </a:lnTo>
                    <a:lnTo>
                      <a:pt x="76" y="187"/>
                    </a:lnTo>
                    <a:lnTo>
                      <a:pt x="76" y="189"/>
                    </a:lnTo>
                    <a:lnTo>
                      <a:pt x="77" y="190"/>
                    </a:lnTo>
                    <a:lnTo>
                      <a:pt x="77" y="193"/>
                    </a:lnTo>
                    <a:lnTo>
                      <a:pt x="78" y="194"/>
                    </a:lnTo>
                    <a:lnTo>
                      <a:pt x="78" y="197"/>
                    </a:lnTo>
                    <a:lnTo>
                      <a:pt x="78" y="198"/>
                    </a:lnTo>
                    <a:lnTo>
                      <a:pt x="80" y="201"/>
                    </a:lnTo>
                    <a:lnTo>
                      <a:pt x="80" y="203"/>
                    </a:lnTo>
                    <a:lnTo>
                      <a:pt x="81" y="205"/>
                    </a:lnTo>
                    <a:lnTo>
                      <a:pt x="81" y="206"/>
                    </a:lnTo>
                    <a:lnTo>
                      <a:pt x="82" y="208"/>
                    </a:lnTo>
                    <a:lnTo>
                      <a:pt x="82" y="210"/>
                    </a:lnTo>
                    <a:lnTo>
                      <a:pt x="82" y="211"/>
                    </a:lnTo>
                    <a:lnTo>
                      <a:pt x="84" y="212"/>
                    </a:lnTo>
                    <a:lnTo>
                      <a:pt x="84" y="214"/>
                    </a:lnTo>
                    <a:lnTo>
                      <a:pt x="84" y="215"/>
                    </a:lnTo>
                    <a:lnTo>
                      <a:pt x="85" y="216"/>
                    </a:lnTo>
                    <a:lnTo>
                      <a:pt x="85" y="218"/>
                    </a:lnTo>
                    <a:lnTo>
                      <a:pt x="85" y="219"/>
                    </a:lnTo>
                    <a:lnTo>
                      <a:pt x="85" y="220"/>
                    </a:lnTo>
                    <a:lnTo>
                      <a:pt x="86" y="222"/>
                    </a:lnTo>
                    <a:lnTo>
                      <a:pt x="86" y="223"/>
                    </a:lnTo>
                    <a:lnTo>
                      <a:pt x="86" y="224"/>
                    </a:lnTo>
                    <a:lnTo>
                      <a:pt x="86" y="226"/>
                    </a:lnTo>
                    <a:lnTo>
                      <a:pt x="86" y="227"/>
                    </a:lnTo>
                    <a:lnTo>
                      <a:pt x="86" y="228"/>
                    </a:lnTo>
                    <a:lnTo>
                      <a:pt x="86" y="230"/>
                    </a:lnTo>
                    <a:lnTo>
                      <a:pt x="88" y="231"/>
                    </a:lnTo>
                    <a:lnTo>
                      <a:pt x="88" y="232"/>
                    </a:lnTo>
                    <a:lnTo>
                      <a:pt x="88" y="234"/>
                    </a:lnTo>
                    <a:lnTo>
                      <a:pt x="88" y="235"/>
                    </a:lnTo>
                    <a:lnTo>
                      <a:pt x="88" y="236"/>
                    </a:lnTo>
                    <a:lnTo>
                      <a:pt x="88" y="238"/>
                    </a:lnTo>
                    <a:lnTo>
                      <a:pt x="88" y="239"/>
                    </a:lnTo>
                    <a:lnTo>
                      <a:pt x="88" y="242"/>
                    </a:lnTo>
                    <a:lnTo>
                      <a:pt x="88" y="243"/>
                    </a:lnTo>
                    <a:lnTo>
                      <a:pt x="88" y="246"/>
                    </a:lnTo>
                    <a:lnTo>
                      <a:pt x="89" y="247"/>
                    </a:lnTo>
                    <a:lnTo>
                      <a:pt x="89" y="248"/>
                    </a:lnTo>
                    <a:lnTo>
                      <a:pt x="89" y="250"/>
                    </a:lnTo>
                    <a:lnTo>
                      <a:pt x="89" y="251"/>
                    </a:lnTo>
                    <a:lnTo>
                      <a:pt x="89" y="252"/>
                    </a:lnTo>
                    <a:lnTo>
                      <a:pt x="89" y="254"/>
                    </a:lnTo>
                    <a:lnTo>
                      <a:pt x="89" y="255"/>
                    </a:lnTo>
                    <a:lnTo>
                      <a:pt x="89" y="256"/>
                    </a:lnTo>
                    <a:lnTo>
                      <a:pt x="89" y="258"/>
                    </a:lnTo>
                    <a:lnTo>
                      <a:pt x="89" y="259"/>
                    </a:lnTo>
                    <a:lnTo>
                      <a:pt x="89" y="260"/>
                    </a:lnTo>
                    <a:lnTo>
                      <a:pt x="90" y="260"/>
                    </a:lnTo>
                    <a:lnTo>
                      <a:pt x="90" y="262"/>
                    </a:lnTo>
                    <a:lnTo>
                      <a:pt x="90" y="263"/>
                    </a:lnTo>
                    <a:lnTo>
                      <a:pt x="90" y="264"/>
                    </a:lnTo>
                    <a:lnTo>
                      <a:pt x="90" y="266"/>
                    </a:lnTo>
                    <a:lnTo>
                      <a:pt x="90" y="267"/>
                    </a:lnTo>
                    <a:lnTo>
                      <a:pt x="90" y="268"/>
                    </a:lnTo>
                    <a:lnTo>
                      <a:pt x="90" y="270"/>
                    </a:lnTo>
                    <a:lnTo>
                      <a:pt x="92" y="270"/>
                    </a:lnTo>
                    <a:lnTo>
                      <a:pt x="92" y="271"/>
                    </a:lnTo>
                    <a:lnTo>
                      <a:pt x="92" y="272"/>
                    </a:lnTo>
                    <a:lnTo>
                      <a:pt x="92" y="274"/>
                    </a:lnTo>
                    <a:lnTo>
                      <a:pt x="92" y="275"/>
                    </a:lnTo>
                    <a:lnTo>
                      <a:pt x="92" y="276"/>
                    </a:lnTo>
                    <a:lnTo>
                      <a:pt x="93" y="278"/>
                    </a:lnTo>
                    <a:lnTo>
                      <a:pt x="93" y="279"/>
                    </a:lnTo>
                    <a:lnTo>
                      <a:pt x="93" y="280"/>
                    </a:lnTo>
                    <a:lnTo>
                      <a:pt x="93" y="281"/>
                    </a:lnTo>
                    <a:lnTo>
                      <a:pt x="93" y="283"/>
                    </a:lnTo>
                    <a:lnTo>
                      <a:pt x="94" y="284"/>
                    </a:lnTo>
                    <a:lnTo>
                      <a:pt x="94" y="285"/>
                    </a:lnTo>
                    <a:lnTo>
                      <a:pt x="94" y="287"/>
                    </a:lnTo>
                    <a:lnTo>
                      <a:pt x="94" y="288"/>
                    </a:lnTo>
                    <a:lnTo>
                      <a:pt x="94" y="289"/>
                    </a:lnTo>
                    <a:lnTo>
                      <a:pt x="94" y="291"/>
                    </a:lnTo>
                    <a:lnTo>
                      <a:pt x="94" y="292"/>
                    </a:lnTo>
                    <a:lnTo>
                      <a:pt x="94" y="293"/>
                    </a:lnTo>
                    <a:lnTo>
                      <a:pt x="94" y="295"/>
                    </a:lnTo>
                    <a:lnTo>
                      <a:pt x="94" y="296"/>
                    </a:lnTo>
                    <a:lnTo>
                      <a:pt x="94" y="297"/>
                    </a:lnTo>
                    <a:lnTo>
                      <a:pt x="94" y="299"/>
                    </a:lnTo>
                    <a:lnTo>
                      <a:pt x="94" y="300"/>
                    </a:lnTo>
                    <a:lnTo>
                      <a:pt x="94" y="303"/>
                    </a:lnTo>
                    <a:lnTo>
                      <a:pt x="94" y="304"/>
                    </a:lnTo>
                    <a:lnTo>
                      <a:pt x="94" y="305"/>
                    </a:lnTo>
                    <a:lnTo>
                      <a:pt x="93" y="308"/>
                    </a:lnTo>
                    <a:lnTo>
                      <a:pt x="93" y="309"/>
                    </a:lnTo>
                    <a:lnTo>
                      <a:pt x="93" y="312"/>
                    </a:lnTo>
                    <a:lnTo>
                      <a:pt x="93" y="315"/>
                    </a:lnTo>
                    <a:lnTo>
                      <a:pt x="93" y="317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6081" name="Freeform 89">
                <a:extLst>
                  <a:ext uri="{FF2B5EF4-FFF2-40B4-BE49-F238E27FC236}">
                    <a16:creationId xmlns:a16="http://schemas.microsoft.com/office/drawing/2014/main" id="{584CF86A-C34B-41A0-A2C5-977927035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755138"/>
                <a:ext cx="74612" cy="252413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317"/>
                    </a:moveTo>
                    <a:lnTo>
                      <a:pt x="3" y="314"/>
                    </a:lnTo>
                    <a:lnTo>
                      <a:pt x="4" y="310"/>
                    </a:lnTo>
                    <a:lnTo>
                      <a:pt x="5" y="308"/>
                    </a:lnTo>
                    <a:lnTo>
                      <a:pt x="7" y="305"/>
                    </a:lnTo>
                    <a:lnTo>
                      <a:pt x="9" y="302"/>
                    </a:lnTo>
                    <a:lnTo>
                      <a:pt x="11" y="300"/>
                    </a:lnTo>
                    <a:lnTo>
                      <a:pt x="12" y="297"/>
                    </a:lnTo>
                    <a:lnTo>
                      <a:pt x="13" y="294"/>
                    </a:lnTo>
                    <a:lnTo>
                      <a:pt x="13" y="293"/>
                    </a:lnTo>
                    <a:lnTo>
                      <a:pt x="15" y="290"/>
                    </a:lnTo>
                    <a:lnTo>
                      <a:pt x="16" y="289"/>
                    </a:lnTo>
                    <a:lnTo>
                      <a:pt x="17" y="288"/>
                    </a:lnTo>
                    <a:lnTo>
                      <a:pt x="17" y="286"/>
                    </a:lnTo>
                    <a:lnTo>
                      <a:pt x="19" y="284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21" y="280"/>
                    </a:lnTo>
                    <a:lnTo>
                      <a:pt x="21" y="278"/>
                    </a:lnTo>
                    <a:lnTo>
                      <a:pt x="23" y="277"/>
                    </a:lnTo>
                    <a:lnTo>
                      <a:pt x="23" y="276"/>
                    </a:lnTo>
                    <a:lnTo>
                      <a:pt x="23" y="274"/>
                    </a:lnTo>
                    <a:lnTo>
                      <a:pt x="24" y="274"/>
                    </a:lnTo>
                    <a:lnTo>
                      <a:pt x="24" y="273"/>
                    </a:lnTo>
                    <a:lnTo>
                      <a:pt x="25" y="272"/>
                    </a:lnTo>
                    <a:lnTo>
                      <a:pt x="25" y="270"/>
                    </a:lnTo>
                    <a:lnTo>
                      <a:pt x="27" y="269"/>
                    </a:lnTo>
                    <a:lnTo>
                      <a:pt x="27" y="268"/>
                    </a:lnTo>
                    <a:lnTo>
                      <a:pt x="28" y="266"/>
                    </a:lnTo>
                    <a:lnTo>
                      <a:pt x="28" y="264"/>
                    </a:lnTo>
                    <a:lnTo>
                      <a:pt x="29" y="263"/>
                    </a:lnTo>
                    <a:lnTo>
                      <a:pt x="29" y="261"/>
                    </a:lnTo>
                    <a:lnTo>
                      <a:pt x="31" y="259"/>
                    </a:lnTo>
                    <a:lnTo>
                      <a:pt x="31" y="257"/>
                    </a:lnTo>
                    <a:lnTo>
                      <a:pt x="32" y="256"/>
                    </a:lnTo>
                    <a:lnTo>
                      <a:pt x="32" y="255"/>
                    </a:lnTo>
                    <a:lnTo>
                      <a:pt x="33" y="253"/>
                    </a:lnTo>
                    <a:lnTo>
                      <a:pt x="33" y="251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6" y="247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7" y="243"/>
                    </a:lnTo>
                    <a:lnTo>
                      <a:pt x="37" y="241"/>
                    </a:lnTo>
                    <a:lnTo>
                      <a:pt x="39" y="240"/>
                    </a:lnTo>
                    <a:lnTo>
                      <a:pt x="39" y="239"/>
                    </a:lnTo>
                    <a:lnTo>
                      <a:pt x="39" y="237"/>
                    </a:lnTo>
                    <a:lnTo>
                      <a:pt x="40" y="237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2" y="229"/>
                    </a:lnTo>
                    <a:lnTo>
                      <a:pt x="42" y="228"/>
                    </a:lnTo>
                    <a:lnTo>
                      <a:pt x="42" y="227"/>
                    </a:lnTo>
                    <a:lnTo>
                      <a:pt x="44" y="225"/>
                    </a:lnTo>
                    <a:lnTo>
                      <a:pt x="44" y="223"/>
                    </a:lnTo>
                    <a:lnTo>
                      <a:pt x="45" y="221"/>
                    </a:lnTo>
                    <a:lnTo>
                      <a:pt x="45" y="220"/>
                    </a:lnTo>
                    <a:lnTo>
                      <a:pt x="46" y="217"/>
                    </a:lnTo>
                    <a:lnTo>
                      <a:pt x="48" y="215"/>
                    </a:lnTo>
                    <a:lnTo>
                      <a:pt x="48" y="213"/>
                    </a:lnTo>
                    <a:lnTo>
                      <a:pt x="49" y="211"/>
                    </a:lnTo>
                    <a:lnTo>
                      <a:pt x="49" y="209"/>
                    </a:lnTo>
                    <a:lnTo>
                      <a:pt x="50" y="207"/>
                    </a:lnTo>
                    <a:lnTo>
                      <a:pt x="52" y="205"/>
                    </a:lnTo>
                    <a:lnTo>
                      <a:pt x="52" y="204"/>
                    </a:lnTo>
                    <a:lnTo>
                      <a:pt x="52" y="203"/>
                    </a:lnTo>
                    <a:lnTo>
                      <a:pt x="53" y="201"/>
                    </a:lnTo>
                    <a:lnTo>
                      <a:pt x="53" y="200"/>
                    </a:lnTo>
                    <a:lnTo>
                      <a:pt x="54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6" y="195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7" y="191"/>
                    </a:lnTo>
                    <a:lnTo>
                      <a:pt x="57" y="190"/>
                    </a:lnTo>
                    <a:lnTo>
                      <a:pt x="57" y="188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4"/>
                    </a:lnTo>
                    <a:lnTo>
                      <a:pt x="60" y="183"/>
                    </a:lnTo>
                    <a:lnTo>
                      <a:pt x="60" y="182"/>
                    </a:lnTo>
                    <a:lnTo>
                      <a:pt x="60" y="180"/>
                    </a:lnTo>
                    <a:lnTo>
                      <a:pt x="61" y="179"/>
                    </a:lnTo>
                    <a:lnTo>
                      <a:pt x="61" y="176"/>
                    </a:lnTo>
                    <a:lnTo>
                      <a:pt x="61" y="175"/>
                    </a:lnTo>
                    <a:lnTo>
                      <a:pt x="62" y="174"/>
                    </a:lnTo>
                    <a:lnTo>
                      <a:pt x="62" y="171"/>
                    </a:lnTo>
                    <a:lnTo>
                      <a:pt x="64" y="170"/>
                    </a:lnTo>
                    <a:lnTo>
                      <a:pt x="64" y="167"/>
                    </a:lnTo>
                    <a:lnTo>
                      <a:pt x="65" y="164"/>
                    </a:lnTo>
                    <a:lnTo>
                      <a:pt x="65" y="163"/>
                    </a:lnTo>
                    <a:lnTo>
                      <a:pt x="66" y="160"/>
                    </a:lnTo>
                    <a:lnTo>
                      <a:pt x="66" y="159"/>
                    </a:lnTo>
                    <a:lnTo>
                      <a:pt x="68" y="158"/>
                    </a:lnTo>
                    <a:lnTo>
                      <a:pt x="68" y="156"/>
                    </a:lnTo>
                    <a:lnTo>
                      <a:pt x="68" y="154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0" y="148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72" y="144"/>
                    </a:lnTo>
                    <a:lnTo>
                      <a:pt x="72" y="143"/>
                    </a:lnTo>
                    <a:lnTo>
                      <a:pt x="72" y="142"/>
                    </a:lnTo>
                    <a:lnTo>
                      <a:pt x="72" y="140"/>
                    </a:lnTo>
                    <a:lnTo>
                      <a:pt x="73" y="139"/>
                    </a:lnTo>
                    <a:lnTo>
                      <a:pt x="73" y="138"/>
                    </a:lnTo>
                    <a:lnTo>
                      <a:pt x="74" y="136"/>
                    </a:lnTo>
                    <a:lnTo>
                      <a:pt x="74" y="135"/>
                    </a:lnTo>
                    <a:lnTo>
                      <a:pt x="74" y="134"/>
                    </a:lnTo>
                    <a:lnTo>
                      <a:pt x="76" y="132"/>
                    </a:lnTo>
                    <a:lnTo>
                      <a:pt x="76" y="130"/>
                    </a:lnTo>
                    <a:lnTo>
                      <a:pt x="76" y="128"/>
                    </a:lnTo>
                    <a:lnTo>
                      <a:pt x="77" y="127"/>
                    </a:lnTo>
                    <a:lnTo>
                      <a:pt x="77" y="126"/>
                    </a:lnTo>
                    <a:lnTo>
                      <a:pt x="78" y="123"/>
                    </a:lnTo>
                    <a:lnTo>
                      <a:pt x="78" y="122"/>
                    </a:lnTo>
                    <a:lnTo>
                      <a:pt x="78" y="119"/>
                    </a:lnTo>
                    <a:lnTo>
                      <a:pt x="80" y="116"/>
                    </a:lnTo>
                    <a:lnTo>
                      <a:pt x="80" y="115"/>
                    </a:lnTo>
                    <a:lnTo>
                      <a:pt x="81" y="113"/>
                    </a:lnTo>
                    <a:lnTo>
                      <a:pt x="81" y="111"/>
                    </a:lnTo>
                    <a:lnTo>
                      <a:pt x="82" y="110"/>
                    </a:lnTo>
                    <a:lnTo>
                      <a:pt x="82" y="107"/>
                    </a:lnTo>
                    <a:lnTo>
                      <a:pt x="82" y="106"/>
                    </a:lnTo>
                    <a:lnTo>
                      <a:pt x="84" y="105"/>
                    </a:lnTo>
                    <a:lnTo>
                      <a:pt x="84" y="103"/>
                    </a:lnTo>
                    <a:lnTo>
                      <a:pt x="84" y="102"/>
                    </a:lnTo>
                    <a:lnTo>
                      <a:pt x="85" y="101"/>
                    </a:lnTo>
                    <a:lnTo>
                      <a:pt x="85" y="99"/>
                    </a:lnTo>
                    <a:lnTo>
                      <a:pt x="85" y="98"/>
                    </a:lnTo>
                    <a:lnTo>
                      <a:pt x="85" y="97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3"/>
                    </a:lnTo>
                    <a:lnTo>
                      <a:pt x="86" y="91"/>
                    </a:lnTo>
                    <a:lnTo>
                      <a:pt x="86" y="90"/>
                    </a:lnTo>
                    <a:lnTo>
                      <a:pt x="86" y="89"/>
                    </a:lnTo>
                    <a:lnTo>
                      <a:pt x="86" y="87"/>
                    </a:lnTo>
                    <a:lnTo>
                      <a:pt x="88" y="87"/>
                    </a:lnTo>
                    <a:lnTo>
                      <a:pt x="88" y="86"/>
                    </a:lnTo>
                    <a:lnTo>
                      <a:pt x="88" y="85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8" y="79"/>
                    </a:lnTo>
                    <a:lnTo>
                      <a:pt x="88" y="78"/>
                    </a:lnTo>
                    <a:lnTo>
                      <a:pt x="88" y="77"/>
                    </a:lnTo>
                    <a:lnTo>
                      <a:pt x="88" y="74"/>
                    </a:lnTo>
                    <a:lnTo>
                      <a:pt x="88" y="73"/>
                    </a:lnTo>
                    <a:lnTo>
                      <a:pt x="89" y="70"/>
                    </a:lnTo>
                    <a:lnTo>
                      <a:pt x="89" y="69"/>
                    </a:lnTo>
                    <a:lnTo>
                      <a:pt x="89" y="67"/>
                    </a:lnTo>
                    <a:lnTo>
                      <a:pt x="89" y="66"/>
                    </a:lnTo>
                    <a:lnTo>
                      <a:pt x="89" y="65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89" y="61"/>
                    </a:lnTo>
                    <a:lnTo>
                      <a:pt x="89" y="59"/>
                    </a:lnTo>
                    <a:lnTo>
                      <a:pt x="89" y="58"/>
                    </a:lnTo>
                    <a:lnTo>
                      <a:pt x="90" y="57"/>
                    </a:lnTo>
                    <a:lnTo>
                      <a:pt x="90" y="55"/>
                    </a:lnTo>
                    <a:lnTo>
                      <a:pt x="90" y="54"/>
                    </a:lnTo>
                    <a:lnTo>
                      <a:pt x="90" y="53"/>
                    </a:lnTo>
                    <a:lnTo>
                      <a:pt x="90" y="51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2" y="47"/>
                    </a:lnTo>
                    <a:lnTo>
                      <a:pt x="92" y="46"/>
                    </a:lnTo>
                    <a:lnTo>
                      <a:pt x="92" y="45"/>
                    </a:lnTo>
                    <a:lnTo>
                      <a:pt x="92" y="43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3" y="40"/>
                    </a:lnTo>
                    <a:lnTo>
                      <a:pt x="93" y="38"/>
                    </a:lnTo>
                    <a:lnTo>
                      <a:pt x="93" y="37"/>
                    </a:lnTo>
                    <a:lnTo>
                      <a:pt x="93" y="36"/>
                    </a:lnTo>
                    <a:lnTo>
                      <a:pt x="93" y="34"/>
                    </a:lnTo>
                    <a:lnTo>
                      <a:pt x="94" y="33"/>
                    </a:lnTo>
                    <a:lnTo>
                      <a:pt x="94" y="32"/>
                    </a:lnTo>
                    <a:lnTo>
                      <a:pt x="94" y="30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4" y="24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0"/>
                    </a:lnTo>
                    <a:lnTo>
                      <a:pt x="94" y="18"/>
                    </a:lnTo>
                    <a:lnTo>
                      <a:pt x="94" y="17"/>
                    </a:lnTo>
                    <a:lnTo>
                      <a:pt x="94" y="16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3" y="10"/>
                    </a:lnTo>
                    <a:lnTo>
                      <a:pt x="93" y="8"/>
                    </a:lnTo>
                    <a:lnTo>
                      <a:pt x="93" y="5"/>
                    </a:lnTo>
                    <a:lnTo>
                      <a:pt x="93" y="2"/>
                    </a:lnTo>
                    <a:lnTo>
                      <a:pt x="93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26034" name="Freeform 45">
              <a:extLst>
                <a:ext uri="{FF2B5EF4-FFF2-40B4-BE49-F238E27FC236}">
                  <a16:creationId xmlns:a16="http://schemas.microsoft.com/office/drawing/2014/main" id="{1C8EF842-BDF8-4856-B34C-DC78311E8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674" y="2957298"/>
              <a:ext cx="3699109" cy="2735272"/>
            </a:xfrm>
            <a:custGeom>
              <a:avLst/>
              <a:gdLst>
                <a:gd name="T0" fmla="*/ 1278345235 w 10704"/>
                <a:gd name="T1" fmla="*/ 0 h 21003"/>
                <a:gd name="T2" fmla="*/ 2388662 w 10704"/>
                <a:gd name="T3" fmla="*/ 1102418 h 21003"/>
                <a:gd name="T4" fmla="*/ 0 w 10704"/>
                <a:gd name="T5" fmla="*/ 356221155 h 21003"/>
                <a:gd name="T6" fmla="*/ 135430103 w 10704"/>
                <a:gd name="T7" fmla="*/ 356102383 h 210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04" h="21003">
                  <a:moveTo>
                    <a:pt x="10704" y="0"/>
                  </a:move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1134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6035" name="Line 14">
              <a:extLst>
                <a:ext uri="{FF2B5EF4-FFF2-40B4-BE49-F238E27FC236}">
                  <a16:creationId xmlns:a16="http://schemas.microsoft.com/office/drawing/2014/main" id="{13661F22-1EE1-4D0D-ACCF-ED3F9BAB54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07413" y="5790467"/>
              <a:ext cx="580100" cy="31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6036" name="TextBox 51">
              <a:extLst>
                <a:ext uri="{FF2B5EF4-FFF2-40B4-BE49-F238E27FC236}">
                  <a16:creationId xmlns:a16="http://schemas.microsoft.com/office/drawing/2014/main" id="{385F9D77-2851-4ECF-B38C-807A84794C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75820" y="599816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26037" name="TextBox 51">
              <a:extLst>
                <a:ext uri="{FF2B5EF4-FFF2-40B4-BE49-F238E27FC236}">
                  <a16:creationId xmlns:a16="http://schemas.microsoft.com/office/drawing/2014/main" id="{D9E7E34C-0217-44BD-80E8-F5CB0383A8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9" y="588809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6038" name="TextBox 51">
              <a:extLst>
                <a:ext uri="{FF2B5EF4-FFF2-40B4-BE49-F238E27FC236}">
                  <a16:creationId xmlns:a16="http://schemas.microsoft.com/office/drawing/2014/main" id="{61FCCC15-B210-44FE-82AD-01CB95DD94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3622" y="588809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26039" name="TextBox 51">
              <a:extLst>
                <a:ext uri="{FF2B5EF4-FFF2-40B4-BE49-F238E27FC236}">
                  <a16:creationId xmlns:a16="http://schemas.microsoft.com/office/drawing/2014/main" id="{D0B2A8D0-C600-4CB4-BBD0-7E00A18C2B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353" y="530726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6040" name="TextBox 51">
              <a:extLst>
                <a:ext uri="{FF2B5EF4-FFF2-40B4-BE49-F238E27FC236}">
                  <a16:creationId xmlns:a16="http://schemas.microsoft.com/office/drawing/2014/main" id="{04E6FC5B-6AF3-4B0D-B8F6-B9970651EF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9" y="4990627"/>
              <a:ext cx="77457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Wingdings" panose="05000000000000000000" pitchFamily="2" charset="2"/>
                  <a:ea typeface="ＭＳ Ｐゴシック" panose="020B0600070205080204" pitchFamily="34" charset="-128"/>
                  <a:cs typeface="Arial" panose="020B0604020202020204" pitchFamily="34" charset="0"/>
                  <a:sym typeface="Wingdings" panose="05000000000000000000" pitchFamily="2" charset="2"/>
                </a:rPr>
                <a:t>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26041" name="Freeform 48">
              <a:extLst>
                <a:ext uri="{FF2B5EF4-FFF2-40B4-BE49-F238E27FC236}">
                  <a16:creationId xmlns:a16="http://schemas.microsoft.com/office/drawing/2014/main" id="{ABBDFCFD-95F8-413F-8238-AE42C39E806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594887" y="2914643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6042" name="Freeform 48">
              <a:extLst>
                <a:ext uri="{FF2B5EF4-FFF2-40B4-BE49-F238E27FC236}">
                  <a16:creationId xmlns:a16="http://schemas.microsoft.com/office/drawing/2014/main" id="{6E10540C-03EB-4576-9C3F-BA843F5C12C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434954" y="2931576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6043" name="Freeform 5">
              <a:extLst>
                <a:ext uri="{FF2B5EF4-FFF2-40B4-BE49-F238E27FC236}">
                  <a16:creationId xmlns:a16="http://schemas.microsoft.com/office/drawing/2014/main" id="{2E3FD5EB-3142-4428-BEFA-550AC00BC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272" y="5755462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6044" name="Freeform 7">
              <a:extLst>
                <a:ext uri="{FF2B5EF4-FFF2-40B4-BE49-F238E27FC236}">
                  <a16:creationId xmlns:a16="http://schemas.microsoft.com/office/drawing/2014/main" id="{CC999B84-F0C8-41B5-A3D0-8EB683F2D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167" y="5867731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6045" name="TextBox 51">
              <a:extLst>
                <a:ext uri="{FF2B5EF4-FFF2-40B4-BE49-F238E27FC236}">
                  <a16:creationId xmlns:a16="http://schemas.microsoft.com/office/drawing/2014/main" id="{D5AF87EA-AD8B-4F98-B585-C00796EC97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9028" y="5486655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grpSp>
          <p:nvGrpSpPr>
            <p:cNvPr id="426046" name="Group 4">
              <a:extLst>
                <a:ext uri="{FF2B5EF4-FFF2-40B4-BE49-F238E27FC236}">
                  <a16:creationId xmlns:a16="http://schemas.microsoft.com/office/drawing/2014/main" id="{87DAAC75-2B36-4DBA-80D8-E62A2978AB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62243" y="1638205"/>
              <a:ext cx="3228751" cy="750888"/>
              <a:chOff x="5768352" y="3768775"/>
              <a:chExt cx="3229577" cy="750332"/>
            </a:xfrm>
          </p:grpSpPr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878D62DB-EB18-E842-8236-D4EDBA6A0461}"/>
                  </a:ext>
                </a:extLst>
              </p:cNvPr>
              <p:cNvCxnSpPr/>
              <p:nvPr/>
            </p:nvCxnSpPr>
            <p:spPr>
              <a:xfrm flipV="1">
                <a:off x="5768098" y="4206085"/>
                <a:ext cx="1980137" cy="15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56E8E966-B298-BE4F-8CF1-727AF0607669}"/>
                  </a:ext>
                </a:extLst>
              </p:cNvPr>
              <p:cNvCxnSpPr/>
              <p:nvPr/>
            </p:nvCxnSpPr>
            <p:spPr>
              <a:xfrm>
                <a:off x="7749823" y="4064873"/>
                <a:ext cx="565300" cy="1586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997D4D99-E4CF-7746-9C8D-84F1C3590DF2}"/>
                  </a:ext>
                </a:extLst>
              </p:cNvPr>
              <p:cNvCxnSpPr/>
              <p:nvPr/>
            </p:nvCxnSpPr>
            <p:spPr>
              <a:xfrm>
                <a:off x="7745059" y="4345710"/>
                <a:ext cx="565300" cy="15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30D5AEC8-1229-184B-9D94-88BFD8915EE3}"/>
                  </a:ext>
                </a:extLst>
              </p:cNvPr>
              <p:cNvCxnSpPr/>
              <p:nvPr/>
            </p:nvCxnSpPr>
            <p:spPr>
              <a:xfrm flipH="1" flipV="1">
                <a:off x="7749823" y="4061700"/>
                <a:ext cx="3176" cy="28401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6075" name="TextBox 93">
                <a:extLst>
                  <a:ext uri="{FF2B5EF4-FFF2-40B4-BE49-F238E27FC236}">
                    <a16:creationId xmlns:a16="http://schemas.microsoft.com/office/drawing/2014/main" id="{E7D7FF6D-07CE-401F-AFEF-15974FA4BE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76877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26076" name="TextBox 6">
                <a:extLst>
                  <a:ext uri="{FF2B5EF4-FFF2-40B4-BE49-F238E27FC236}">
                    <a16:creationId xmlns:a16="http://schemas.microsoft.com/office/drawing/2014/main" id="{93AEEE3A-59CB-4BEF-AB0E-39DC402D82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149775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6077" name="Freeform 48">
                <a:extLst>
                  <a:ext uri="{FF2B5EF4-FFF2-40B4-BE49-F238E27FC236}">
                    <a16:creationId xmlns:a16="http://schemas.microsoft.com/office/drawing/2014/main" id="{2B9E8210-3C9F-437D-B931-34DFCC2A6F7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08850" y="4183965"/>
                <a:ext cx="77241" cy="73098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26047" name="Group 88">
              <a:extLst>
                <a:ext uri="{FF2B5EF4-FFF2-40B4-BE49-F238E27FC236}">
                  <a16:creationId xmlns:a16="http://schemas.microsoft.com/office/drawing/2014/main" id="{A205DECC-29A4-4064-B79C-AEC27E5EDE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53438" y="2428748"/>
              <a:ext cx="2803076" cy="749300"/>
              <a:chOff x="6194136" y="3853561"/>
              <a:chExt cx="2803793" cy="750332"/>
            </a:xfrm>
          </p:grpSpPr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86A09304-5396-E942-808C-3644FDAAF04B}"/>
                  </a:ext>
                </a:extLst>
              </p:cNvPr>
              <p:cNvCxnSpPr/>
              <p:nvPr/>
            </p:nvCxnSpPr>
            <p:spPr>
              <a:xfrm>
                <a:off x="6194803" y="4204544"/>
                <a:ext cx="1565690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D7876457-496F-4248-A72C-6DBE269ECCBC}"/>
                  </a:ext>
                </a:extLst>
              </p:cNvPr>
              <p:cNvCxnSpPr/>
              <p:nvPr/>
            </p:nvCxnSpPr>
            <p:spPr>
              <a:xfrm>
                <a:off x="7744614" y="4064622"/>
                <a:ext cx="565300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Straight Connector 99">
                <a:extLst>
                  <a:ext uri="{FF2B5EF4-FFF2-40B4-BE49-F238E27FC236}">
                    <a16:creationId xmlns:a16="http://schemas.microsoft.com/office/drawing/2014/main" id="{7E85AB65-1927-2248-88A2-DCDA5B343F21}"/>
                  </a:ext>
                </a:extLst>
              </p:cNvPr>
              <p:cNvCxnSpPr/>
              <p:nvPr/>
            </p:nvCxnSpPr>
            <p:spPr>
              <a:xfrm>
                <a:off x="7739851" y="4339695"/>
                <a:ext cx="565300" cy="15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77AF0E5C-CB19-BB45-A5A4-1637B785174B}"/>
                  </a:ext>
                </a:extLst>
              </p:cNvPr>
              <p:cNvCxnSpPr/>
              <p:nvPr/>
            </p:nvCxnSpPr>
            <p:spPr>
              <a:xfrm flipH="1" flipV="1">
                <a:off x="7749378" y="4056672"/>
                <a:ext cx="3176" cy="284614"/>
              </a:xfrm>
              <a:prstGeom prst="line">
                <a:avLst/>
              </a:prstGeom>
              <a:solidFill>
                <a:srgbClr val="00B050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6068" name="TextBox 93">
                <a:extLst>
                  <a:ext uri="{FF2B5EF4-FFF2-40B4-BE49-F238E27FC236}">
                    <a16:creationId xmlns:a16="http://schemas.microsoft.com/office/drawing/2014/main" id="{5A1D50A8-CC89-43DD-B87F-DEDE0355961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853561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26069" name="TextBox 6">
                <a:extLst>
                  <a:ext uri="{FF2B5EF4-FFF2-40B4-BE49-F238E27FC236}">
                    <a16:creationId xmlns:a16="http://schemas.microsoft.com/office/drawing/2014/main" id="{4FA38383-80DE-463F-A548-1598F1D219F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234561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6070" name="Freeform 48">
                <a:extLst>
                  <a:ext uri="{FF2B5EF4-FFF2-40B4-BE49-F238E27FC236}">
                    <a16:creationId xmlns:a16="http://schemas.microsoft.com/office/drawing/2014/main" id="{E2656921-1F27-41B9-BF61-DAF275A34EA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08850" y="4178383"/>
                <a:ext cx="77241" cy="73253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26048" name="Group 8">
              <a:extLst>
                <a:ext uri="{FF2B5EF4-FFF2-40B4-BE49-F238E27FC236}">
                  <a16:creationId xmlns:a16="http://schemas.microsoft.com/office/drawing/2014/main" id="{B0090A18-BC6F-4D8B-9E1E-3E30FBB17C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8227" y="3282987"/>
              <a:ext cx="1863862" cy="914400"/>
              <a:chOff x="7168853" y="823310"/>
              <a:chExt cx="1863684" cy="915796"/>
            </a:xfrm>
          </p:grpSpPr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48DDD89A-41C2-1648-91FE-C359DBF46B44}"/>
                  </a:ext>
                </a:extLst>
              </p:cNvPr>
              <p:cNvCxnSpPr/>
              <p:nvPr/>
            </p:nvCxnSpPr>
            <p:spPr>
              <a:xfrm flipV="1">
                <a:off x="7169302" y="1288857"/>
                <a:ext cx="1122265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929E6796-675F-7D4F-A9AB-A682082FC0CD}"/>
                  </a:ext>
                </a:extLst>
              </p:cNvPr>
              <p:cNvCxnSpPr/>
              <p:nvPr/>
            </p:nvCxnSpPr>
            <p:spPr>
              <a:xfrm>
                <a:off x="7750277" y="1024875"/>
                <a:ext cx="565101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9BB6153D-93C5-7C44-8538-40A6B3CB03A7}"/>
                  </a:ext>
                </a:extLst>
              </p:cNvPr>
              <p:cNvCxnSpPr/>
              <p:nvPr/>
            </p:nvCxnSpPr>
            <p:spPr>
              <a:xfrm>
                <a:off x="7745514" y="1521034"/>
                <a:ext cx="565101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Straight Connector 108">
                <a:extLst>
                  <a:ext uri="{FF2B5EF4-FFF2-40B4-BE49-F238E27FC236}">
                    <a16:creationId xmlns:a16="http://schemas.microsoft.com/office/drawing/2014/main" id="{6D498547-9283-6C43-A1D1-8FD1CE926324}"/>
                  </a:ext>
                </a:extLst>
              </p:cNvPr>
              <p:cNvCxnSpPr/>
              <p:nvPr/>
            </p:nvCxnSpPr>
            <p:spPr>
              <a:xfrm flipH="1" flipV="1">
                <a:off x="7745514" y="1018514"/>
                <a:ext cx="3175" cy="505701"/>
              </a:xfrm>
              <a:prstGeom prst="line">
                <a:avLst/>
              </a:prstGeom>
              <a:solidFill>
                <a:srgbClr val="00B050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6060" name="TextBox 101">
                <a:extLst>
                  <a:ext uri="{FF2B5EF4-FFF2-40B4-BE49-F238E27FC236}">
                    <a16:creationId xmlns:a16="http://schemas.microsoft.com/office/drawing/2014/main" id="{1E1F5B03-88BF-4660-9F6E-F82892C10F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0792" y="108674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26061" name="TextBox 6">
                <a:extLst>
                  <a:ext uri="{FF2B5EF4-FFF2-40B4-BE49-F238E27FC236}">
                    <a16:creationId xmlns:a16="http://schemas.microsoft.com/office/drawing/2014/main" id="{3D213E8A-5C83-4E13-80A3-1FD1F4B865E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16032" y="823310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6062" name="Freeform 48">
                <a:extLst>
                  <a:ext uri="{FF2B5EF4-FFF2-40B4-BE49-F238E27FC236}">
                    <a16:creationId xmlns:a16="http://schemas.microsoft.com/office/drawing/2014/main" id="{8E097962-8E29-4D89-B890-A4DDAB94338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10106" y="1261218"/>
                <a:ext cx="73145" cy="73264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6063" name="TextBox 107">
                <a:extLst>
                  <a:ext uri="{FF2B5EF4-FFF2-40B4-BE49-F238E27FC236}">
                    <a16:creationId xmlns:a16="http://schemas.microsoft.com/office/drawing/2014/main" id="{C0264968-3717-4970-87B1-2A7FCC9A30A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96438" y="1369774"/>
                <a:ext cx="736099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Done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sp>
          <p:nvSpPr>
            <p:cNvPr id="426049" name="Freeform 48">
              <a:extLst>
                <a:ext uri="{FF2B5EF4-FFF2-40B4-BE49-F238E27FC236}">
                  <a16:creationId xmlns:a16="http://schemas.microsoft.com/office/drawing/2014/main" id="{75FEFA4F-1EFD-4B52-B44C-2996E398CEC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232937" y="2733668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6050" name="Freeform 48">
              <a:extLst>
                <a:ext uri="{FF2B5EF4-FFF2-40B4-BE49-F238E27FC236}">
                  <a16:creationId xmlns:a16="http://schemas.microsoft.com/office/drawing/2014/main" id="{ABE3B765-D845-4F19-B206-24720EC4154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823362" y="2047868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6051" name="TextBox 51">
              <a:extLst>
                <a:ext uri="{FF2B5EF4-FFF2-40B4-BE49-F238E27FC236}">
                  <a16:creationId xmlns:a16="http://schemas.microsoft.com/office/drawing/2014/main" id="{5E79908C-BCC3-4FE3-B203-D9252B1F70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4300" y="162108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6052" name="TextBox 51">
              <a:extLst>
                <a:ext uri="{FF2B5EF4-FFF2-40B4-BE49-F238E27FC236}">
                  <a16:creationId xmlns:a16="http://schemas.microsoft.com/office/drawing/2014/main" id="{70BB2D8C-54B0-4870-AF58-B95CB042EA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2587" y="238993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6053" name="TextBox 51">
              <a:extLst>
                <a:ext uri="{FF2B5EF4-FFF2-40B4-BE49-F238E27FC236}">
                  <a16:creationId xmlns:a16="http://schemas.microsoft.com/office/drawing/2014/main" id="{EC8E4690-11A8-45F6-9755-A0E80DDE19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0875" y="333344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26054" name="Freeform 45">
              <a:extLst>
                <a:ext uri="{FF2B5EF4-FFF2-40B4-BE49-F238E27FC236}">
                  <a16:creationId xmlns:a16="http://schemas.microsoft.com/office/drawing/2014/main" id="{C69557D3-9B2F-4F8D-BE80-638C840F63C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852089" y="2959411"/>
              <a:ext cx="4372447" cy="3609986"/>
            </a:xfrm>
            <a:custGeom>
              <a:avLst/>
              <a:gdLst>
                <a:gd name="T0" fmla="*/ 1541469344 w 10704"/>
                <a:gd name="T1" fmla="*/ 86678321 h 150349"/>
                <a:gd name="T2" fmla="*/ 1782751296 w 10704"/>
                <a:gd name="T3" fmla="*/ 86601655 h 150349"/>
                <a:gd name="T4" fmla="*/ 1786088637 w 10704"/>
                <a:gd name="T5" fmla="*/ 0 h 150349"/>
                <a:gd name="T6" fmla="*/ 3337340 w 10704"/>
                <a:gd name="T7" fmla="*/ 37481 h 150349"/>
                <a:gd name="T8" fmla="*/ 0 w 10704"/>
                <a:gd name="T9" fmla="*/ 12108528 h 150349"/>
                <a:gd name="T10" fmla="*/ 164025176 w 10704"/>
                <a:gd name="T11" fmla="*/ 12104494 h 1503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04" h="150349">
                  <a:moveTo>
                    <a:pt x="9238" y="150349"/>
                  </a:moveTo>
                  <a:lnTo>
                    <a:pt x="10684" y="150216"/>
                  </a:lnTo>
                  <a:cubicBezTo>
                    <a:pt x="10716" y="100026"/>
                    <a:pt x="10672" y="50190"/>
                    <a:pt x="10704" y="0"/>
                  </a:cubicBez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983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6055" name="Freeform 48">
              <a:extLst>
                <a:ext uri="{FF2B5EF4-FFF2-40B4-BE49-F238E27FC236}">
                  <a16:creationId xmlns:a16="http://schemas.microsoft.com/office/drawing/2014/main" id="{FCDAE135-5264-4E82-8D98-AE73E3AB155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186470" y="3716834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425987" name="Group 115">
            <a:extLst>
              <a:ext uri="{FF2B5EF4-FFF2-40B4-BE49-F238E27FC236}">
                <a16:creationId xmlns:a16="http://schemas.microsoft.com/office/drawing/2014/main" id="{878B8589-B3D8-4E0A-9194-327DC998AF58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58763" y="1071563"/>
            <a:ext cx="3546475" cy="1455737"/>
            <a:chOff x="27330" y="2051709"/>
            <a:chExt cx="2697218" cy="1108075"/>
          </a:xfrm>
        </p:grpSpPr>
        <p:pic>
          <p:nvPicPr>
            <p:cNvPr id="425988" name="Picture 119">
              <a:extLst>
                <a:ext uri="{FF2B5EF4-FFF2-40B4-BE49-F238E27FC236}">
                  <a16:creationId xmlns:a16="http://schemas.microsoft.com/office/drawing/2014/main" id="{BDD679BC-3A65-41D4-9294-EDA868BB181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330" y="2145256"/>
              <a:ext cx="2697218" cy="92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425989" name="Straight Connector 120">
              <a:extLst>
                <a:ext uri="{FF2B5EF4-FFF2-40B4-BE49-F238E27FC236}">
                  <a16:creationId xmlns:a16="http://schemas.microsoft.com/office/drawing/2014/main" id="{5CF61A49-6ABC-4DEF-AC8B-79D1F3F8EEA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84063" y="2051709"/>
              <a:ext cx="7937" cy="1108075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7009" name="Title 1">
            <a:extLst>
              <a:ext uri="{FF2B5EF4-FFF2-40B4-BE49-F238E27FC236}">
                <a16:creationId xmlns:a16="http://schemas.microsoft.com/office/drawing/2014/main" id="{F6087891-EDAB-4173-B02A-6F0656830A1A}"/>
              </a:ext>
            </a:extLst>
          </p:cNvPr>
          <p:cNvSpPr txBox="1">
            <a:spLocks/>
          </p:cNvSpPr>
          <p:nvPr/>
        </p:nvSpPr>
        <p:spPr bwMode="auto">
          <a:xfrm>
            <a:off x="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How Does It Work?</a:t>
            </a:r>
          </a:p>
        </p:txBody>
      </p:sp>
      <p:grpSp>
        <p:nvGrpSpPr>
          <p:cNvPr id="427010" name="Group 3">
            <a:extLst>
              <a:ext uri="{FF2B5EF4-FFF2-40B4-BE49-F238E27FC236}">
                <a16:creationId xmlns:a16="http://schemas.microsoft.com/office/drawing/2014/main" id="{83798B19-5D1B-4594-B263-5657F0667AA2}"/>
              </a:ext>
            </a:extLst>
          </p:cNvPr>
          <p:cNvGrpSpPr>
            <a:grpSpLocks/>
          </p:cNvGrpSpPr>
          <p:nvPr/>
        </p:nvGrpSpPr>
        <p:grpSpPr bwMode="auto">
          <a:xfrm>
            <a:off x="93663" y="1319213"/>
            <a:ext cx="8997950" cy="5249862"/>
            <a:chOff x="92960" y="1318445"/>
            <a:chExt cx="8998034" cy="5250952"/>
          </a:xfrm>
        </p:grpSpPr>
        <p:sp>
          <p:nvSpPr>
            <p:cNvPr id="427014" name="TextBox 51">
              <a:extLst>
                <a:ext uri="{FF2B5EF4-FFF2-40B4-BE49-F238E27FC236}">
                  <a16:creationId xmlns:a16="http://schemas.microsoft.com/office/drawing/2014/main" id="{85489CAB-C795-4B6F-B2F6-3F04220C76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3160" y="5486655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27015" name="Line 14">
              <a:extLst>
                <a:ext uri="{FF2B5EF4-FFF2-40B4-BE49-F238E27FC236}">
                  <a16:creationId xmlns:a16="http://schemas.microsoft.com/office/drawing/2014/main" id="{9E8265F0-B00F-4BA9-9558-0B9C06011E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9416" y="5920630"/>
              <a:ext cx="10703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7016" name="Line 14">
              <a:extLst>
                <a:ext uri="{FF2B5EF4-FFF2-40B4-BE49-F238E27FC236}">
                  <a16:creationId xmlns:a16="http://schemas.microsoft.com/office/drawing/2014/main" id="{73EDD32C-4934-47EF-87C7-FE01F7EBB1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50" y="5937564"/>
              <a:ext cx="14246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7017" name="Rectangle 7">
              <a:extLst>
                <a:ext uri="{FF2B5EF4-FFF2-40B4-BE49-F238E27FC236}">
                  <a16:creationId xmlns:a16="http://schemas.microsoft.com/office/drawing/2014/main" id="{0538746D-8F18-46CE-A468-C2748BEF26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7960" y="5073446"/>
              <a:ext cx="1806575" cy="10302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018" name="Freeform 8">
              <a:extLst>
                <a:ext uri="{FF2B5EF4-FFF2-40B4-BE49-F238E27FC236}">
                  <a16:creationId xmlns:a16="http://schemas.microsoft.com/office/drawing/2014/main" id="{E0327144-6894-4A51-9322-4F611E89F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960" y="5302046"/>
              <a:ext cx="158750" cy="160338"/>
            </a:xfrm>
            <a:custGeom>
              <a:avLst/>
              <a:gdLst>
                <a:gd name="T0" fmla="*/ 0 w 202"/>
                <a:gd name="T1" fmla="*/ 630239 h 202"/>
                <a:gd name="T2" fmla="*/ 0 w 202"/>
                <a:gd name="T3" fmla="*/ 630239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7019" name="Rectangle 10">
              <a:extLst>
                <a:ext uri="{FF2B5EF4-FFF2-40B4-BE49-F238E27FC236}">
                  <a16:creationId xmlns:a16="http://schemas.microsoft.com/office/drawing/2014/main" id="{920B66ED-C86E-4BC4-A86F-2716369122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4323" y="5765596"/>
              <a:ext cx="65723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clear_n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020" name="Rectangle 11">
              <a:extLst>
                <a:ext uri="{FF2B5EF4-FFF2-40B4-BE49-F238E27FC236}">
                  <a16:creationId xmlns:a16="http://schemas.microsoft.com/office/drawing/2014/main" id="{7F00181F-D520-4FE5-8B2D-8887B38F1A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1010" y="5465559"/>
              <a:ext cx="1331912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2-bit up-counter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021" name="Line 14">
              <a:extLst>
                <a:ext uri="{FF2B5EF4-FFF2-40B4-BE49-F238E27FC236}">
                  <a16:creationId xmlns:a16="http://schemas.microsoft.com/office/drawing/2014/main" id="{82D5705F-C489-4939-ACCC-7016AB73E7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48" y="5396934"/>
              <a:ext cx="4202381" cy="39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7022" name="Rectangle 17">
              <a:extLst>
                <a:ext uri="{FF2B5EF4-FFF2-40B4-BE49-F238E27FC236}">
                  <a16:creationId xmlns:a16="http://schemas.microsoft.com/office/drawing/2014/main" id="{B00FE223-99E7-44F4-8D8B-23DF38399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895" y="5791514"/>
              <a:ext cx="166712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023" name="Rectangle 18">
              <a:extLst>
                <a:ext uri="{FF2B5EF4-FFF2-40B4-BE49-F238E27FC236}">
                  <a16:creationId xmlns:a16="http://schemas.microsoft.com/office/drawing/2014/main" id="{67251FEE-8B51-4478-9620-2622DE4069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7935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024" name="Rectangle 19">
              <a:extLst>
                <a:ext uri="{FF2B5EF4-FFF2-40B4-BE49-F238E27FC236}">
                  <a16:creationId xmlns:a16="http://schemas.microsoft.com/office/drawing/2014/main" id="{B4B728CE-029C-4640-85F4-5BB1B38CAD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6560" y="3084309"/>
              <a:ext cx="1806575" cy="107473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025" name="Rectangle 20">
              <a:extLst>
                <a:ext uri="{FF2B5EF4-FFF2-40B4-BE49-F238E27FC236}">
                  <a16:creationId xmlns:a16="http://schemas.microsoft.com/office/drawing/2014/main" id="{438E6836-E1F9-415E-890F-78309DBDB7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2398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026" name="Line 21">
              <a:extLst>
                <a:ext uri="{FF2B5EF4-FFF2-40B4-BE49-F238E27FC236}">
                  <a16:creationId xmlns:a16="http://schemas.microsoft.com/office/drawing/2014/main" id="{DE2AA2E1-818B-4E00-8D07-CE179DDE63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473545" y="1898087"/>
              <a:ext cx="2103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7027" name="Line 22">
              <a:extLst>
                <a:ext uri="{FF2B5EF4-FFF2-40B4-BE49-F238E27FC236}">
                  <a16:creationId xmlns:a16="http://schemas.microsoft.com/office/drawing/2014/main" id="{9E39EC48-1E61-4FBF-A8F9-BA33B5A0DA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20235" y="1895799"/>
              <a:ext cx="3168" cy="11885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7028" name="Rectangle 23">
              <a:extLst>
                <a:ext uri="{FF2B5EF4-FFF2-40B4-BE49-F238E27FC236}">
                  <a16:creationId xmlns:a16="http://schemas.microsoft.com/office/drawing/2014/main" id="{2184A2DB-0B19-4062-8EB0-708D3481C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9598" y="3843134"/>
              <a:ext cx="2276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En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029" name="Rectangle 24">
              <a:extLst>
                <a:ext uri="{FF2B5EF4-FFF2-40B4-BE49-F238E27FC236}">
                  <a16:creationId xmlns:a16="http://schemas.microsoft.com/office/drawing/2014/main" id="{DE9BB4B5-715E-4023-A589-DE15579B7F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7860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030" name="Rectangle 25">
              <a:extLst>
                <a:ext uri="{FF2B5EF4-FFF2-40B4-BE49-F238E27FC236}">
                  <a16:creationId xmlns:a16="http://schemas.microsoft.com/office/drawing/2014/main" id="{CC935164-9831-4C54-9978-980DC15908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6285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031" name="Rectangle 26">
              <a:extLst>
                <a:ext uri="{FF2B5EF4-FFF2-40B4-BE49-F238E27FC236}">
                  <a16:creationId xmlns:a16="http://schemas.microsoft.com/office/drawing/2014/main" id="{C2D4E1F0-4AF1-46CD-A15A-52CD69ABF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2148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032" name="Rectangle 27">
              <a:extLst>
                <a:ext uri="{FF2B5EF4-FFF2-40B4-BE49-F238E27FC236}">
                  <a16:creationId xmlns:a16="http://schemas.microsoft.com/office/drawing/2014/main" id="{0C15DBEF-B120-4FAF-82BD-7A2106D4FA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6610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033" name="Rectangle 28">
              <a:extLst>
                <a:ext uri="{FF2B5EF4-FFF2-40B4-BE49-F238E27FC236}">
                  <a16:creationId xmlns:a16="http://schemas.microsoft.com/office/drawing/2014/main" id="{8C839FB3-D589-4C45-BA28-F701744954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79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034" name="Rectangle 29">
              <a:extLst>
                <a:ext uri="{FF2B5EF4-FFF2-40B4-BE49-F238E27FC236}">
                  <a16:creationId xmlns:a16="http://schemas.microsoft.com/office/drawing/2014/main" id="{78C29423-15DF-4E60-8B51-B821EE075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522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035" name="Rectangle 30">
              <a:extLst>
                <a:ext uri="{FF2B5EF4-FFF2-40B4-BE49-F238E27FC236}">
                  <a16:creationId xmlns:a16="http://schemas.microsoft.com/office/drawing/2014/main" id="{0EE5BB86-FE00-48CA-A281-4FC36F497E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3035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036" name="Rectangle 31">
              <a:extLst>
                <a:ext uri="{FF2B5EF4-FFF2-40B4-BE49-F238E27FC236}">
                  <a16:creationId xmlns:a16="http://schemas.microsoft.com/office/drawing/2014/main" id="{2F9AFFB5-37A1-4AAE-B7BB-5033E4BAB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3048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037" name="Rectangle 32">
              <a:extLst>
                <a:ext uri="{FF2B5EF4-FFF2-40B4-BE49-F238E27FC236}">
                  <a16:creationId xmlns:a16="http://schemas.microsoft.com/office/drawing/2014/main" id="{3500352C-9F61-49FE-A73C-78209EC4E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974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038" name="Line 33">
              <a:extLst>
                <a:ext uri="{FF2B5EF4-FFF2-40B4-BE49-F238E27FC236}">
                  <a16:creationId xmlns:a16="http://schemas.microsoft.com/office/drawing/2014/main" id="{82A0EE32-BF02-474A-A96F-0FC16FC170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66219" y="1895799"/>
              <a:ext cx="1583" cy="11885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7039" name="Line 34">
              <a:extLst>
                <a:ext uri="{FF2B5EF4-FFF2-40B4-BE49-F238E27FC236}">
                  <a16:creationId xmlns:a16="http://schemas.microsoft.com/office/drawing/2014/main" id="{6E667FED-5471-4936-90BC-1FE0FAC2DE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862119" y="1898087"/>
              <a:ext cx="2465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7040" name="Rectangle 37">
              <a:extLst>
                <a:ext uri="{FF2B5EF4-FFF2-40B4-BE49-F238E27FC236}">
                  <a16:creationId xmlns:a16="http://schemas.microsoft.com/office/drawing/2014/main" id="{26860749-1CB7-4CD0-B6EF-B6C7FB3176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817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041" name="Rectangle 38">
              <a:extLst>
                <a:ext uri="{FF2B5EF4-FFF2-40B4-BE49-F238E27FC236}">
                  <a16:creationId xmlns:a16="http://schemas.microsoft.com/office/drawing/2014/main" id="{C7B5D6EF-71CC-4E10-8C5E-B65BC856C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1510" y="4657521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042" name="Rectangle 45">
              <a:extLst>
                <a:ext uri="{FF2B5EF4-FFF2-40B4-BE49-F238E27FC236}">
                  <a16:creationId xmlns:a16="http://schemas.microsoft.com/office/drawing/2014/main" id="{580C41B7-3977-4F13-AD8C-2BBF56967D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6123" y="3519284"/>
              <a:ext cx="11938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2-to-4 decoder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043" name="Rectangle 46">
              <a:extLst>
                <a:ext uri="{FF2B5EF4-FFF2-40B4-BE49-F238E27FC236}">
                  <a16:creationId xmlns:a16="http://schemas.microsoft.com/office/drawing/2014/main" id="{65BD5D0C-82B5-4188-B3EA-1EDCC48068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3735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044" name="Rectangle 47">
              <a:extLst>
                <a:ext uri="{FF2B5EF4-FFF2-40B4-BE49-F238E27FC236}">
                  <a16:creationId xmlns:a16="http://schemas.microsoft.com/office/drawing/2014/main" id="{A0C0616A-BD2C-4D83-8AE5-C2DB6D2066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0898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045" name="Rectangle 48">
              <a:extLst>
                <a:ext uri="{FF2B5EF4-FFF2-40B4-BE49-F238E27FC236}">
                  <a16:creationId xmlns:a16="http://schemas.microsoft.com/office/drawing/2014/main" id="{F6FBFB9E-574A-40E7-A2BF-65946C38A4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8410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046" name="Rectangle 49">
              <a:extLst>
                <a:ext uri="{FF2B5EF4-FFF2-40B4-BE49-F238E27FC236}">
                  <a16:creationId xmlns:a16="http://schemas.microsoft.com/office/drawing/2014/main" id="{117891EE-FD9E-4C7C-B86E-C791DC5573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5573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047" name="Rectangle 50">
              <a:extLst>
                <a:ext uri="{FF2B5EF4-FFF2-40B4-BE49-F238E27FC236}">
                  <a16:creationId xmlns:a16="http://schemas.microsoft.com/office/drawing/2014/main" id="{762F82A3-E0E6-4332-8653-EB4204075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60" y="5214195"/>
              <a:ext cx="55143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Clock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cxnSp>
          <p:nvCxnSpPr>
            <p:cNvPr id="427048" name="Straight Arrow Connector 2">
              <a:extLst>
                <a:ext uri="{FF2B5EF4-FFF2-40B4-BE49-F238E27FC236}">
                  <a16:creationId xmlns:a16="http://schemas.microsoft.com/office/drawing/2014/main" id="{5819F90F-8CC4-466F-A8E4-6B6CF772E34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109145" y="4165226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7049" name="Straight Arrow Connector 52">
              <a:extLst>
                <a:ext uri="{FF2B5EF4-FFF2-40B4-BE49-F238E27FC236}">
                  <a16:creationId xmlns:a16="http://schemas.microsoft.com/office/drawing/2014/main" id="{BFAA9AA9-A448-4C11-BBC4-A7B58C7A95E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38675" y="4169345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7050" name="Straight Arrow Connector 53">
              <a:extLst>
                <a:ext uri="{FF2B5EF4-FFF2-40B4-BE49-F238E27FC236}">
                  <a16:creationId xmlns:a16="http://schemas.microsoft.com/office/drawing/2014/main" id="{64696804-FF5F-4F98-ABC3-E7FEA0E5516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706475" y="4171404"/>
              <a:ext cx="0" cy="423475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27051" name="Freeform 5">
              <a:extLst>
                <a:ext uri="{FF2B5EF4-FFF2-40B4-BE49-F238E27FC236}">
                  <a16:creationId xmlns:a16="http://schemas.microsoft.com/office/drawing/2014/main" id="{E489EBB0-BE44-461E-AA5B-863B4E63A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005" y="5772396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7052" name="Freeform 7">
              <a:extLst>
                <a:ext uri="{FF2B5EF4-FFF2-40B4-BE49-F238E27FC236}">
                  <a16:creationId xmlns:a16="http://schemas.microsoft.com/office/drawing/2014/main" id="{93A622E8-25B3-4056-911C-0DAA9B4F2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900" y="5884665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7053" name="TextBox 7">
              <a:extLst>
                <a:ext uri="{FF2B5EF4-FFF2-40B4-BE49-F238E27FC236}">
                  <a16:creationId xmlns:a16="http://schemas.microsoft.com/office/drawing/2014/main" id="{88065FF4-E930-4161-A756-F47E453679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8312" y="4594022"/>
              <a:ext cx="874713" cy="461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27054" name="TextBox 7">
              <a:extLst>
                <a:ext uri="{FF2B5EF4-FFF2-40B4-BE49-F238E27FC236}">
                  <a16:creationId xmlns:a16="http://schemas.microsoft.com/office/drawing/2014/main" id="{F5386FD2-05C9-4CEC-8BFC-B41B97A3E7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8566" y="1318445"/>
              <a:ext cx="199797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27055" name="TextBox 51">
              <a:extLst>
                <a:ext uri="{FF2B5EF4-FFF2-40B4-BE49-F238E27FC236}">
                  <a16:creationId xmlns:a16="http://schemas.microsoft.com/office/drawing/2014/main" id="{137C900A-E7F7-4C91-AD87-F1CD4DE2AC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4287" y="541396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7056" name="AutoShape 57">
              <a:extLst>
                <a:ext uri="{FF2B5EF4-FFF2-40B4-BE49-F238E27FC236}">
                  <a16:creationId xmlns:a16="http://schemas.microsoft.com/office/drawing/2014/main" id="{1AED7153-BCC2-440D-94B3-FB15C7F624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501" y="5556352"/>
              <a:ext cx="554038" cy="47148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grpSp>
          <p:nvGrpSpPr>
            <p:cNvPr id="427057" name="Group 66">
              <a:extLst>
                <a:ext uri="{FF2B5EF4-FFF2-40B4-BE49-F238E27FC236}">
                  <a16:creationId xmlns:a16="http://schemas.microsoft.com/office/drawing/2014/main" id="{0972B672-57B5-4F90-A9D0-D4645EDDD1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24676" y="5661598"/>
              <a:ext cx="636587" cy="501650"/>
              <a:chOff x="4164013" y="5505902"/>
              <a:chExt cx="636587" cy="501650"/>
            </a:xfrm>
          </p:grpSpPr>
          <p:sp>
            <p:nvSpPr>
              <p:cNvPr id="427102" name="Freeform 86">
                <a:extLst>
                  <a:ext uri="{FF2B5EF4-FFF2-40B4-BE49-F238E27FC236}">
                    <a16:creationId xmlns:a16="http://schemas.microsoft.com/office/drawing/2014/main" id="{D15D5501-7DDB-4BB6-BE49-41AE9775E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505902"/>
                <a:ext cx="630237" cy="249237"/>
              </a:xfrm>
              <a:custGeom>
                <a:avLst/>
                <a:gdLst>
                  <a:gd name="T0" fmla="*/ 2147483646 w 794"/>
                  <a:gd name="T1" fmla="*/ 0 h 315"/>
                  <a:gd name="T2" fmla="*/ 2147483646 w 794"/>
                  <a:gd name="T3" fmla="*/ 0 h 315"/>
                  <a:gd name="T4" fmla="*/ 2147483646 w 794"/>
                  <a:gd name="T5" fmla="*/ 0 h 315"/>
                  <a:gd name="T6" fmla="*/ 2147483646 w 794"/>
                  <a:gd name="T7" fmla="*/ 0 h 315"/>
                  <a:gd name="T8" fmla="*/ 2147483646 w 794"/>
                  <a:gd name="T9" fmla="*/ 0 h 315"/>
                  <a:gd name="T10" fmla="*/ 2147483646 w 794"/>
                  <a:gd name="T11" fmla="*/ 0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0"/>
                    </a:moveTo>
                    <a:lnTo>
                      <a:pt x="31" y="0"/>
                    </a:lnTo>
                    <a:lnTo>
                      <a:pt x="60" y="0"/>
                    </a:lnTo>
                    <a:lnTo>
                      <a:pt x="86" y="0"/>
                    </a:lnTo>
                    <a:lnTo>
                      <a:pt x="110" y="0"/>
                    </a:lnTo>
                    <a:lnTo>
                      <a:pt x="134" y="0"/>
                    </a:lnTo>
                    <a:lnTo>
                      <a:pt x="155" y="0"/>
                    </a:lnTo>
                    <a:lnTo>
                      <a:pt x="175" y="0"/>
                    </a:lnTo>
                    <a:lnTo>
                      <a:pt x="194" y="0"/>
                    </a:lnTo>
                    <a:lnTo>
                      <a:pt x="211" y="0"/>
                    </a:lnTo>
                    <a:lnTo>
                      <a:pt x="227" y="0"/>
                    </a:lnTo>
                    <a:lnTo>
                      <a:pt x="240" y="0"/>
                    </a:lnTo>
                    <a:lnTo>
                      <a:pt x="254" y="0"/>
                    </a:lnTo>
                    <a:lnTo>
                      <a:pt x="265" y="0"/>
                    </a:lnTo>
                    <a:lnTo>
                      <a:pt x="276" y="0"/>
                    </a:lnTo>
                    <a:lnTo>
                      <a:pt x="287" y="0"/>
                    </a:lnTo>
                    <a:lnTo>
                      <a:pt x="296" y="0"/>
                    </a:lnTo>
                    <a:lnTo>
                      <a:pt x="303" y="0"/>
                    </a:lnTo>
                    <a:lnTo>
                      <a:pt x="311" y="0"/>
                    </a:lnTo>
                    <a:lnTo>
                      <a:pt x="317" y="0"/>
                    </a:lnTo>
                    <a:lnTo>
                      <a:pt x="323" y="0"/>
                    </a:lnTo>
                    <a:lnTo>
                      <a:pt x="328" y="0"/>
                    </a:lnTo>
                    <a:lnTo>
                      <a:pt x="332" y="0"/>
                    </a:lnTo>
                    <a:lnTo>
                      <a:pt x="336" y="1"/>
                    </a:lnTo>
                    <a:lnTo>
                      <a:pt x="338" y="1"/>
                    </a:lnTo>
                    <a:lnTo>
                      <a:pt x="342" y="1"/>
                    </a:lnTo>
                    <a:lnTo>
                      <a:pt x="345" y="1"/>
                    </a:lnTo>
                    <a:lnTo>
                      <a:pt x="348" y="1"/>
                    </a:lnTo>
                    <a:lnTo>
                      <a:pt x="349" y="1"/>
                    </a:lnTo>
                    <a:lnTo>
                      <a:pt x="352" y="1"/>
                    </a:lnTo>
                    <a:lnTo>
                      <a:pt x="353" y="1"/>
                    </a:lnTo>
                    <a:lnTo>
                      <a:pt x="356" y="1"/>
                    </a:lnTo>
                    <a:lnTo>
                      <a:pt x="358" y="1"/>
                    </a:lnTo>
                    <a:lnTo>
                      <a:pt x="360" y="1"/>
                    </a:lnTo>
                    <a:lnTo>
                      <a:pt x="362" y="3"/>
                    </a:lnTo>
                    <a:lnTo>
                      <a:pt x="364" y="3"/>
                    </a:lnTo>
                    <a:lnTo>
                      <a:pt x="366" y="3"/>
                    </a:lnTo>
                    <a:lnTo>
                      <a:pt x="368" y="3"/>
                    </a:lnTo>
                    <a:lnTo>
                      <a:pt x="369" y="3"/>
                    </a:lnTo>
                    <a:lnTo>
                      <a:pt x="370" y="3"/>
                    </a:lnTo>
                    <a:lnTo>
                      <a:pt x="372" y="3"/>
                    </a:lnTo>
                    <a:lnTo>
                      <a:pt x="374" y="3"/>
                    </a:lnTo>
                    <a:lnTo>
                      <a:pt x="376" y="3"/>
                    </a:lnTo>
                    <a:lnTo>
                      <a:pt x="377" y="3"/>
                    </a:lnTo>
                    <a:lnTo>
                      <a:pt x="378" y="3"/>
                    </a:lnTo>
                    <a:lnTo>
                      <a:pt x="380" y="4"/>
                    </a:lnTo>
                    <a:lnTo>
                      <a:pt x="381" y="4"/>
                    </a:lnTo>
                    <a:lnTo>
                      <a:pt x="382" y="4"/>
                    </a:lnTo>
                    <a:lnTo>
                      <a:pt x="384" y="4"/>
                    </a:lnTo>
                    <a:lnTo>
                      <a:pt x="385" y="4"/>
                    </a:lnTo>
                    <a:lnTo>
                      <a:pt x="386" y="4"/>
                    </a:lnTo>
                    <a:lnTo>
                      <a:pt x="388" y="4"/>
                    </a:lnTo>
                    <a:lnTo>
                      <a:pt x="389" y="4"/>
                    </a:lnTo>
                    <a:lnTo>
                      <a:pt x="390" y="4"/>
                    </a:lnTo>
                    <a:lnTo>
                      <a:pt x="392" y="5"/>
                    </a:lnTo>
                    <a:lnTo>
                      <a:pt x="393" y="5"/>
                    </a:lnTo>
                    <a:lnTo>
                      <a:pt x="394" y="5"/>
                    </a:lnTo>
                    <a:lnTo>
                      <a:pt x="396" y="5"/>
                    </a:lnTo>
                    <a:lnTo>
                      <a:pt x="398" y="5"/>
                    </a:lnTo>
                    <a:lnTo>
                      <a:pt x="400" y="5"/>
                    </a:lnTo>
                    <a:lnTo>
                      <a:pt x="401" y="7"/>
                    </a:lnTo>
                    <a:lnTo>
                      <a:pt x="403" y="7"/>
                    </a:lnTo>
                    <a:lnTo>
                      <a:pt x="405" y="7"/>
                    </a:lnTo>
                    <a:lnTo>
                      <a:pt x="407" y="7"/>
                    </a:lnTo>
                    <a:lnTo>
                      <a:pt x="409" y="8"/>
                    </a:lnTo>
                    <a:lnTo>
                      <a:pt x="411" y="8"/>
                    </a:lnTo>
                    <a:lnTo>
                      <a:pt x="413" y="8"/>
                    </a:lnTo>
                    <a:lnTo>
                      <a:pt x="414" y="8"/>
                    </a:lnTo>
                    <a:lnTo>
                      <a:pt x="417" y="8"/>
                    </a:lnTo>
                    <a:lnTo>
                      <a:pt x="418" y="8"/>
                    </a:lnTo>
                    <a:lnTo>
                      <a:pt x="419" y="9"/>
                    </a:lnTo>
                    <a:lnTo>
                      <a:pt x="421" y="9"/>
                    </a:lnTo>
                    <a:lnTo>
                      <a:pt x="422" y="9"/>
                    </a:lnTo>
                    <a:lnTo>
                      <a:pt x="423" y="9"/>
                    </a:lnTo>
                    <a:lnTo>
                      <a:pt x="425" y="9"/>
                    </a:lnTo>
                    <a:lnTo>
                      <a:pt x="426" y="9"/>
                    </a:lnTo>
                    <a:lnTo>
                      <a:pt x="426" y="11"/>
                    </a:lnTo>
                    <a:lnTo>
                      <a:pt x="427" y="11"/>
                    </a:lnTo>
                    <a:lnTo>
                      <a:pt x="429" y="11"/>
                    </a:lnTo>
                    <a:lnTo>
                      <a:pt x="430" y="11"/>
                    </a:lnTo>
                    <a:lnTo>
                      <a:pt x="431" y="11"/>
                    </a:lnTo>
                    <a:lnTo>
                      <a:pt x="433" y="12"/>
                    </a:lnTo>
                    <a:lnTo>
                      <a:pt x="434" y="12"/>
                    </a:lnTo>
                    <a:lnTo>
                      <a:pt x="435" y="12"/>
                    </a:lnTo>
                    <a:lnTo>
                      <a:pt x="437" y="13"/>
                    </a:lnTo>
                    <a:lnTo>
                      <a:pt x="438" y="13"/>
                    </a:lnTo>
                    <a:lnTo>
                      <a:pt x="439" y="13"/>
                    </a:lnTo>
                    <a:lnTo>
                      <a:pt x="441" y="15"/>
                    </a:lnTo>
                    <a:lnTo>
                      <a:pt x="443" y="15"/>
                    </a:lnTo>
                    <a:lnTo>
                      <a:pt x="445" y="15"/>
                    </a:lnTo>
                    <a:lnTo>
                      <a:pt x="446" y="16"/>
                    </a:lnTo>
                    <a:lnTo>
                      <a:pt x="449" y="16"/>
                    </a:lnTo>
                    <a:lnTo>
                      <a:pt x="450" y="17"/>
                    </a:lnTo>
                    <a:lnTo>
                      <a:pt x="453" y="17"/>
                    </a:lnTo>
                    <a:lnTo>
                      <a:pt x="455" y="19"/>
                    </a:lnTo>
                    <a:lnTo>
                      <a:pt x="458" y="19"/>
                    </a:lnTo>
                    <a:lnTo>
                      <a:pt x="459" y="20"/>
                    </a:lnTo>
                    <a:lnTo>
                      <a:pt x="462" y="20"/>
                    </a:lnTo>
                    <a:lnTo>
                      <a:pt x="465" y="21"/>
                    </a:lnTo>
                    <a:lnTo>
                      <a:pt x="466" y="21"/>
                    </a:lnTo>
                    <a:lnTo>
                      <a:pt x="467" y="23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4"/>
                    </a:lnTo>
                    <a:lnTo>
                      <a:pt x="474" y="24"/>
                    </a:lnTo>
                    <a:lnTo>
                      <a:pt x="475" y="25"/>
                    </a:lnTo>
                    <a:lnTo>
                      <a:pt x="476" y="25"/>
                    </a:lnTo>
                    <a:lnTo>
                      <a:pt x="478" y="25"/>
                    </a:lnTo>
                    <a:lnTo>
                      <a:pt x="479" y="27"/>
                    </a:lnTo>
                    <a:lnTo>
                      <a:pt x="480" y="27"/>
                    </a:lnTo>
                    <a:lnTo>
                      <a:pt x="482" y="27"/>
                    </a:lnTo>
                    <a:lnTo>
                      <a:pt x="482" y="28"/>
                    </a:lnTo>
                    <a:lnTo>
                      <a:pt x="483" y="28"/>
                    </a:lnTo>
                    <a:lnTo>
                      <a:pt x="484" y="29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31"/>
                    </a:lnTo>
                    <a:lnTo>
                      <a:pt x="490" y="31"/>
                    </a:lnTo>
                    <a:lnTo>
                      <a:pt x="491" y="32"/>
                    </a:lnTo>
                    <a:lnTo>
                      <a:pt x="492" y="32"/>
                    </a:lnTo>
                    <a:lnTo>
                      <a:pt x="494" y="33"/>
                    </a:lnTo>
                    <a:lnTo>
                      <a:pt x="495" y="33"/>
                    </a:lnTo>
                    <a:lnTo>
                      <a:pt x="498" y="35"/>
                    </a:lnTo>
                    <a:lnTo>
                      <a:pt x="499" y="36"/>
                    </a:lnTo>
                    <a:lnTo>
                      <a:pt x="500" y="36"/>
                    </a:lnTo>
                    <a:lnTo>
                      <a:pt x="503" y="37"/>
                    </a:lnTo>
                    <a:lnTo>
                      <a:pt x="504" y="39"/>
                    </a:lnTo>
                    <a:lnTo>
                      <a:pt x="507" y="40"/>
                    </a:lnTo>
                    <a:lnTo>
                      <a:pt x="508" y="40"/>
                    </a:lnTo>
                    <a:lnTo>
                      <a:pt x="511" y="41"/>
                    </a:lnTo>
                    <a:lnTo>
                      <a:pt x="512" y="43"/>
                    </a:lnTo>
                    <a:lnTo>
                      <a:pt x="514" y="43"/>
                    </a:lnTo>
                    <a:lnTo>
                      <a:pt x="516" y="44"/>
                    </a:lnTo>
                    <a:lnTo>
                      <a:pt x="518" y="44"/>
                    </a:lnTo>
                    <a:lnTo>
                      <a:pt x="519" y="45"/>
                    </a:lnTo>
                    <a:lnTo>
                      <a:pt x="520" y="45"/>
                    </a:lnTo>
                    <a:lnTo>
                      <a:pt x="522" y="47"/>
                    </a:lnTo>
                    <a:lnTo>
                      <a:pt x="523" y="47"/>
                    </a:lnTo>
                    <a:lnTo>
                      <a:pt x="523" y="48"/>
                    </a:lnTo>
                    <a:lnTo>
                      <a:pt x="524" y="48"/>
                    </a:lnTo>
                    <a:lnTo>
                      <a:pt x="526" y="49"/>
                    </a:lnTo>
                    <a:lnTo>
                      <a:pt x="527" y="49"/>
                    </a:lnTo>
                    <a:lnTo>
                      <a:pt x="528" y="51"/>
                    </a:lnTo>
                    <a:lnTo>
                      <a:pt x="530" y="51"/>
                    </a:lnTo>
                    <a:lnTo>
                      <a:pt x="531" y="52"/>
                    </a:lnTo>
                    <a:lnTo>
                      <a:pt x="532" y="52"/>
                    </a:lnTo>
                    <a:lnTo>
                      <a:pt x="534" y="53"/>
                    </a:lnTo>
                    <a:lnTo>
                      <a:pt x="535" y="55"/>
                    </a:lnTo>
                    <a:lnTo>
                      <a:pt x="536" y="55"/>
                    </a:lnTo>
                    <a:lnTo>
                      <a:pt x="538" y="56"/>
                    </a:lnTo>
                    <a:lnTo>
                      <a:pt x="539" y="56"/>
                    </a:lnTo>
                    <a:lnTo>
                      <a:pt x="540" y="57"/>
                    </a:lnTo>
                    <a:lnTo>
                      <a:pt x="542" y="57"/>
                    </a:lnTo>
                    <a:lnTo>
                      <a:pt x="543" y="58"/>
                    </a:lnTo>
                    <a:lnTo>
                      <a:pt x="546" y="60"/>
                    </a:lnTo>
                    <a:lnTo>
                      <a:pt x="547" y="60"/>
                    </a:lnTo>
                    <a:lnTo>
                      <a:pt x="548" y="61"/>
                    </a:lnTo>
                    <a:lnTo>
                      <a:pt x="551" y="62"/>
                    </a:lnTo>
                    <a:lnTo>
                      <a:pt x="552" y="64"/>
                    </a:lnTo>
                    <a:lnTo>
                      <a:pt x="553" y="65"/>
                    </a:lnTo>
                    <a:lnTo>
                      <a:pt x="556" y="65"/>
                    </a:lnTo>
                    <a:lnTo>
                      <a:pt x="557" y="66"/>
                    </a:lnTo>
                    <a:lnTo>
                      <a:pt x="559" y="66"/>
                    </a:lnTo>
                    <a:lnTo>
                      <a:pt x="560" y="68"/>
                    </a:lnTo>
                    <a:lnTo>
                      <a:pt x="561" y="69"/>
                    </a:lnTo>
                    <a:lnTo>
                      <a:pt x="563" y="69"/>
                    </a:lnTo>
                    <a:lnTo>
                      <a:pt x="564" y="70"/>
                    </a:lnTo>
                    <a:lnTo>
                      <a:pt x="565" y="70"/>
                    </a:lnTo>
                    <a:lnTo>
                      <a:pt x="567" y="72"/>
                    </a:lnTo>
                    <a:lnTo>
                      <a:pt x="568" y="73"/>
                    </a:lnTo>
                    <a:lnTo>
                      <a:pt x="569" y="73"/>
                    </a:lnTo>
                    <a:lnTo>
                      <a:pt x="571" y="74"/>
                    </a:lnTo>
                    <a:lnTo>
                      <a:pt x="572" y="74"/>
                    </a:lnTo>
                    <a:lnTo>
                      <a:pt x="572" y="76"/>
                    </a:lnTo>
                    <a:lnTo>
                      <a:pt x="573" y="76"/>
                    </a:lnTo>
                    <a:lnTo>
                      <a:pt x="575" y="76"/>
                    </a:lnTo>
                    <a:lnTo>
                      <a:pt x="575" y="77"/>
                    </a:lnTo>
                    <a:lnTo>
                      <a:pt x="576" y="77"/>
                    </a:lnTo>
                    <a:lnTo>
                      <a:pt x="577" y="78"/>
                    </a:lnTo>
                    <a:lnTo>
                      <a:pt x="579" y="78"/>
                    </a:lnTo>
                    <a:lnTo>
                      <a:pt x="580" y="80"/>
                    </a:lnTo>
                    <a:lnTo>
                      <a:pt x="581" y="80"/>
                    </a:lnTo>
                    <a:lnTo>
                      <a:pt x="581" y="81"/>
                    </a:lnTo>
                    <a:lnTo>
                      <a:pt x="583" y="82"/>
                    </a:lnTo>
                    <a:lnTo>
                      <a:pt x="585" y="82"/>
                    </a:lnTo>
                    <a:lnTo>
                      <a:pt x="587" y="84"/>
                    </a:lnTo>
                    <a:lnTo>
                      <a:pt x="588" y="85"/>
                    </a:lnTo>
                    <a:lnTo>
                      <a:pt x="589" y="86"/>
                    </a:lnTo>
                    <a:lnTo>
                      <a:pt x="591" y="86"/>
                    </a:lnTo>
                    <a:lnTo>
                      <a:pt x="592" y="88"/>
                    </a:lnTo>
                    <a:lnTo>
                      <a:pt x="593" y="88"/>
                    </a:lnTo>
                    <a:lnTo>
                      <a:pt x="593" y="89"/>
                    </a:lnTo>
                    <a:lnTo>
                      <a:pt x="595" y="89"/>
                    </a:lnTo>
                    <a:lnTo>
                      <a:pt x="596" y="90"/>
                    </a:lnTo>
                    <a:lnTo>
                      <a:pt x="597" y="90"/>
                    </a:lnTo>
                    <a:lnTo>
                      <a:pt x="597" y="92"/>
                    </a:lnTo>
                    <a:lnTo>
                      <a:pt x="599" y="92"/>
                    </a:lnTo>
                    <a:lnTo>
                      <a:pt x="600" y="93"/>
                    </a:lnTo>
                    <a:lnTo>
                      <a:pt x="601" y="93"/>
                    </a:lnTo>
                    <a:lnTo>
                      <a:pt x="601" y="94"/>
                    </a:lnTo>
                    <a:lnTo>
                      <a:pt x="603" y="94"/>
                    </a:lnTo>
                    <a:lnTo>
                      <a:pt x="604" y="96"/>
                    </a:lnTo>
                    <a:lnTo>
                      <a:pt x="605" y="97"/>
                    </a:lnTo>
                    <a:lnTo>
                      <a:pt x="607" y="97"/>
                    </a:lnTo>
                    <a:lnTo>
                      <a:pt x="607" y="98"/>
                    </a:lnTo>
                    <a:lnTo>
                      <a:pt x="608" y="98"/>
                    </a:lnTo>
                    <a:lnTo>
                      <a:pt x="609" y="100"/>
                    </a:lnTo>
                    <a:lnTo>
                      <a:pt x="611" y="101"/>
                    </a:lnTo>
                    <a:lnTo>
                      <a:pt x="612" y="101"/>
                    </a:lnTo>
                    <a:lnTo>
                      <a:pt x="612" y="102"/>
                    </a:lnTo>
                    <a:lnTo>
                      <a:pt x="613" y="102"/>
                    </a:lnTo>
                    <a:lnTo>
                      <a:pt x="615" y="104"/>
                    </a:lnTo>
                    <a:lnTo>
                      <a:pt x="616" y="105"/>
                    </a:lnTo>
                    <a:lnTo>
                      <a:pt x="617" y="106"/>
                    </a:lnTo>
                    <a:lnTo>
                      <a:pt x="619" y="106"/>
                    </a:lnTo>
                    <a:lnTo>
                      <a:pt x="619" y="108"/>
                    </a:lnTo>
                    <a:lnTo>
                      <a:pt x="620" y="108"/>
                    </a:lnTo>
                    <a:lnTo>
                      <a:pt x="621" y="109"/>
                    </a:lnTo>
                    <a:lnTo>
                      <a:pt x="622" y="110"/>
                    </a:lnTo>
                    <a:lnTo>
                      <a:pt x="624" y="110"/>
                    </a:lnTo>
                    <a:lnTo>
                      <a:pt x="624" y="112"/>
                    </a:lnTo>
                    <a:lnTo>
                      <a:pt x="625" y="112"/>
                    </a:lnTo>
                    <a:lnTo>
                      <a:pt x="625" y="113"/>
                    </a:lnTo>
                    <a:lnTo>
                      <a:pt x="626" y="113"/>
                    </a:lnTo>
                    <a:lnTo>
                      <a:pt x="628" y="114"/>
                    </a:lnTo>
                    <a:lnTo>
                      <a:pt x="629" y="114"/>
                    </a:lnTo>
                    <a:lnTo>
                      <a:pt x="629" y="116"/>
                    </a:lnTo>
                    <a:lnTo>
                      <a:pt x="630" y="116"/>
                    </a:lnTo>
                    <a:lnTo>
                      <a:pt x="632" y="117"/>
                    </a:lnTo>
                    <a:lnTo>
                      <a:pt x="633" y="118"/>
                    </a:lnTo>
                    <a:lnTo>
                      <a:pt x="634" y="118"/>
                    </a:lnTo>
                    <a:lnTo>
                      <a:pt x="634" y="120"/>
                    </a:lnTo>
                    <a:lnTo>
                      <a:pt x="636" y="120"/>
                    </a:lnTo>
                    <a:lnTo>
                      <a:pt x="637" y="121"/>
                    </a:lnTo>
                    <a:lnTo>
                      <a:pt x="638" y="121"/>
                    </a:lnTo>
                    <a:lnTo>
                      <a:pt x="640" y="122"/>
                    </a:lnTo>
                    <a:lnTo>
                      <a:pt x="641" y="124"/>
                    </a:lnTo>
                    <a:lnTo>
                      <a:pt x="642" y="125"/>
                    </a:lnTo>
                    <a:lnTo>
                      <a:pt x="644" y="125"/>
                    </a:lnTo>
                    <a:lnTo>
                      <a:pt x="645" y="126"/>
                    </a:lnTo>
                    <a:lnTo>
                      <a:pt x="646" y="128"/>
                    </a:lnTo>
                    <a:lnTo>
                      <a:pt x="648" y="128"/>
                    </a:lnTo>
                    <a:lnTo>
                      <a:pt x="648" y="129"/>
                    </a:lnTo>
                    <a:lnTo>
                      <a:pt x="649" y="129"/>
                    </a:lnTo>
                    <a:lnTo>
                      <a:pt x="650" y="130"/>
                    </a:lnTo>
                    <a:lnTo>
                      <a:pt x="652" y="131"/>
                    </a:lnTo>
                    <a:lnTo>
                      <a:pt x="653" y="131"/>
                    </a:lnTo>
                    <a:lnTo>
                      <a:pt x="653" y="133"/>
                    </a:lnTo>
                    <a:lnTo>
                      <a:pt x="654" y="133"/>
                    </a:lnTo>
                    <a:lnTo>
                      <a:pt x="654" y="134"/>
                    </a:lnTo>
                    <a:lnTo>
                      <a:pt x="656" y="134"/>
                    </a:lnTo>
                    <a:lnTo>
                      <a:pt x="656" y="135"/>
                    </a:lnTo>
                    <a:lnTo>
                      <a:pt x="657" y="135"/>
                    </a:lnTo>
                    <a:lnTo>
                      <a:pt x="657" y="137"/>
                    </a:lnTo>
                    <a:lnTo>
                      <a:pt x="658" y="138"/>
                    </a:lnTo>
                    <a:lnTo>
                      <a:pt x="660" y="138"/>
                    </a:lnTo>
                    <a:lnTo>
                      <a:pt x="660" y="139"/>
                    </a:lnTo>
                    <a:lnTo>
                      <a:pt x="661" y="141"/>
                    </a:lnTo>
                    <a:lnTo>
                      <a:pt x="662" y="141"/>
                    </a:lnTo>
                    <a:lnTo>
                      <a:pt x="664" y="142"/>
                    </a:lnTo>
                    <a:lnTo>
                      <a:pt x="664" y="143"/>
                    </a:lnTo>
                    <a:lnTo>
                      <a:pt x="665" y="145"/>
                    </a:lnTo>
                    <a:lnTo>
                      <a:pt x="666" y="146"/>
                    </a:lnTo>
                    <a:lnTo>
                      <a:pt x="668" y="147"/>
                    </a:lnTo>
                    <a:lnTo>
                      <a:pt x="669" y="149"/>
                    </a:lnTo>
                    <a:lnTo>
                      <a:pt x="670" y="150"/>
                    </a:lnTo>
                    <a:lnTo>
                      <a:pt x="672" y="151"/>
                    </a:lnTo>
                    <a:lnTo>
                      <a:pt x="673" y="153"/>
                    </a:lnTo>
                    <a:lnTo>
                      <a:pt x="674" y="154"/>
                    </a:lnTo>
                    <a:lnTo>
                      <a:pt x="676" y="155"/>
                    </a:lnTo>
                    <a:lnTo>
                      <a:pt x="677" y="157"/>
                    </a:lnTo>
                    <a:lnTo>
                      <a:pt x="677" y="158"/>
                    </a:lnTo>
                    <a:lnTo>
                      <a:pt x="678" y="158"/>
                    </a:lnTo>
                    <a:lnTo>
                      <a:pt x="680" y="159"/>
                    </a:lnTo>
                    <a:lnTo>
                      <a:pt x="680" y="161"/>
                    </a:lnTo>
                    <a:lnTo>
                      <a:pt x="681" y="161"/>
                    </a:lnTo>
                    <a:lnTo>
                      <a:pt x="681" y="162"/>
                    </a:lnTo>
                    <a:lnTo>
                      <a:pt x="682" y="162"/>
                    </a:lnTo>
                    <a:lnTo>
                      <a:pt x="682" y="163"/>
                    </a:lnTo>
                    <a:lnTo>
                      <a:pt x="684" y="165"/>
                    </a:lnTo>
                    <a:lnTo>
                      <a:pt x="685" y="166"/>
                    </a:lnTo>
                    <a:lnTo>
                      <a:pt x="686" y="167"/>
                    </a:lnTo>
                    <a:lnTo>
                      <a:pt x="686" y="169"/>
                    </a:lnTo>
                    <a:lnTo>
                      <a:pt x="688" y="169"/>
                    </a:lnTo>
                    <a:lnTo>
                      <a:pt x="689" y="170"/>
                    </a:lnTo>
                    <a:lnTo>
                      <a:pt x="689" y="171"/>
                    </a:lnTo>
                    <a:lnTo>
                      <a:pt x="690" y="173"/>
                    </a:lnTo>
                    <a:lnTo>
                      <a:pt x="692" y="174"/>
                    </a:lnTo>
                    <a:lnTo>
                      <a:pt x="693" y="175"/>
                    </a:lnTo>
                    <a:lnTo>
                      <a:pt x="694" y="178"/>
                    </a:lnTo>
                    <a:lnTo>
                      <a:pt x="695" y="179"/>
                    </a:lnTo>
                    <a:lnTo>
                      <a:pt x="697" y="181"/>
                    </a:lnTo>
                    <a:lnTo>
                      <a:pt x="698" y="183"/>
                    </a:lnTo>
                    <a:lnTo>
                      <a:pt x="701" y="185"/>
                    </a:lnTo>
                    <a:lnTo>
                      <a:pt x="702" y="186"/>
                    </a:lnTo>
                    <a:lnTo>
                      <a:pt x="702" y="187"/>
                    </a:lnTo>
                    <a:lnTo>
                      <a:pt x="703" y="189"/>
                    </a:lnTo>
                    <a:lnTo>
                      <a:pt x="705" y="190"/>
                    </a:lnTo>
                    <a:lnTo>
                      <a:pt x="706" y="191"/>
                    </a:lnTo>
                    <a:lnTo>
                      <a:pt x="707" y="193"/>
                    </a:lnTo>
                    <a:lnTo>
                      <a:pt x="707" y="194"/>
                    </a:lnTo>
                    <a:lnTo>
                      <a:pt x="709" y="195"/>
                    </a:lnTo>
                    <a:lnTo>
                      <a:pt x="710" y="197"/>
                    </a:lnTo>
                    <a:lnTo>
                      <a:pt x="710" y="198"/>
                    </a:lnTo>
                    <a:lnTo>
                      <a:pt x="711" y="198"/>
                    </a:lnTo>
                    <a:lnTo>
                      <a:pt x="713" y="199"/>
                    </a:lnTo>
                    <a:lnTo>
                      <a:pt x="713" y="201"/>
                    </a:lnTo>
                    <a:lnTo>
                      <a:pt x="714" y="202"/>
                    </a:lnTo>
                    <a:lnTo>
                      <a:pt x="715" y="203"/>
                    </a:lnTo>
                    <a:lnTo>
                      <a:pt x="717" y="205"/>
                    </a:lnTo>
                    <a:lnTo>
                      <a:pt x="717" y="206"/>
                    </a:lnTo>
                    <a:lnTo>
                      <a:pt x="718" y="207"/>
                    </a:lnTo>
                    <a:lnTo>
                      <a:pt x="719" y="208"/>
                    </a:lnTo>
                    <a:lnTo>
                      <a:pt x="721" y="210"/>
                    </a:lnTo>
                    <a:lnTo>
                      <a:pt x="722" y="212"/>
                    </a:lnTo>
                    <a:lnTo>
                      <a:pt x="722" y="214"/>
                    </a:lnTo>
                    <a:lnTo>
                      <a:pt x="723" y="215"/>
                    </a:lnTo>
                    <a:lnTo>
                      <a:pt x="725" y="216"/>
                    </a:lnTo>
                    <a:lnTo>
                      <a:pt x="726" y="218"/>
                    </a:lnTo>
                    <a:lnTo>
                      <a:pt x="727" y="220"/>
                    </a:lnTo>
                    <a:lnTo>
                      <a:pt x="729" y="222"/>
                    </a:lnTo>
                    <a:lnTo>
                      <a:pt x="730" y="224"/>
                    </a:lnTo>
                    <a:lnTo>
                      <a:pt x="731" y="226"/>
                    </a:lnTo>
                    <a:lnTo>
                      <a:pt x="734" y="228"/>
                    </a:lnTo>
                    <a:lnTo>
                      <a:pt x="735" y="230"/>
                    </a:lnTo>
                    <a:lnTo>
                      <a:pt x="735" y="232"/>
                    </a:lnTo>
                    <a:lnTo>
                      <a:pt x="737" y="234"/>
                    </a:lnTo>
                    <a:lnTo>
                      <a:pt x="738" y="235"/>
                    </a:lnTo>
                    <a:lnTo>
                      <a:pt x="739" y="236"/>
                    </a:lnTo>
                    <a:lnTo>
                      <a:pt x="741" y="238"/>
                    </a:lnTo>
                    <a:lnTo>
                      <a:pt x="742" y="239"/>
                    </a:lnTo>
                    <a:lnTo>
                      <a:pt x="742" y="240"/>
                    </a:lnTo>
                    <a:lnTo>
                      <a:pt x="743" y="242"/>
                    </a:lnTo>
                    <a:lnTo>
                      <a:pt x="745" y="243"/>
                    </a:lnTo>
                    <a:lnTo>
                      <a:pt x="745" y="244"/>
                    </a:lnTo>
                    <a:lnTo>
                      <a:pt x="746" y="246"/>
                    </a:lnTo>
                    <a:lnTo>
                      <a:pt x="746" y="247"/>
                    </a:lnTo>
                    <a:lnTo>
                      <a:pt x="747" y="247"/>
                    </a:lnTo>
                    <a:lnTo>
                      <a:pt x="749" y="248"/>
                    </a:lnTo>
                    <a:lnTo>
                      <a:pt x="749" y="250"/>
                    </a:lnTo>
                    <a:lnTo>
                      <a:pt x="750" y="251"/>
                    </a:lnTo>
                    <a:lnTo>
                      <a:pt x="750" y="252"/>
                    </a:lnTo>
                    <a:lnTo>
                      <a:pt x="751" y="254"/>
                    </a:lnTo>
                    <a:lnTo>
                      <a:pt x="753" y="255"/>
                    </a:lnTo>
                    <a:lnTo>
                      <a:pt x="754" y="256"/>
                    </a:lnTo>
                    <a:lnTo>
                      <a:pt x="754" y="258"/>
                    </a:lnTo>
                    <a:lnTo>
                      <a:pt x="755" y="259"/>
                    </a:lnTo>
                    <a:lnTo>
                      <a:pt x="757" y="260"/>
                    </a:lnTo>
                    <a:lnTo>
                      <a:pt x="758" y="262"/>
                    </a:lnTo>
                    <a:lnTo>
                      <a:pt x="759" y="263"/>
                    </a:lnTo>
                    <a:lnTo>
                      <a:pt x="761" y="266"/>
                    </a:lnTo>
                    <a:lnTo>
                      <a:pt x="762" y="267"/>
                    </a:lnTo>
                    <a:lnTo>
                      <a:pt x="763" y="270"/>
                    </a:lnTo>
                    <a:lnTo>
                      <a:pt x="765" y="271"/>
                    </a:lnTo>
                    <a:lnTo>
                      <a:pt x="766" y="274"/>
                    </a:lnTo>
                    <a:lnTo>
                      <a:pt x="767" y="276"/>
                    </a:lnTo>
                    <a:lnTo>
                      <a:pt x="769" y="278"/>
                    </a:lnTo>
                    <a:lnTo>
                      <a:pt x="770" y="279"/>
                    </a:lnTo>
                    <a:lnTo>
                      <a:pt x="771" y="281"/>
                    </a:lnTo>
                    <a:lnTo>
                      <a:pt x="772" y="283"/>
                    </a:lnTo>
                    <a:lnTo>
                      <a:pt x="774" y="284"/>
                    </a:lnTo>
                    <a:lnTo>
                      <a:pt x="775" y="285"/>
                    </a:lnTo>
                    <a:lnTo>
                      <a:pt x="775" y="287"/>
                    </a:lnTo>
                    <a:lnTo>
                      <a:pt x="776" y="288"/>
                    </a:lnTo>
                    <a:lnTo>
                      <a:pt x="778" y="289"/>
                    </a:lnTo>
                    <a:lnTo>
                      <a:pt x="778" y="291"/>
                    </a:lnTo>
                    <a:lnTo>
                      <a:pt x="779" y="292"/>
                    </a:lnTo>
                    <a:lnTo>
                      <a:pt x="780" y="293"/>
                    </a:lnTo>
                    <a:lnTo>
                      <a:pt x="782" y="295"/>
                    </a:lnTo>
                    <a:lnTo>
                      <a:pt x="782" y="296"/>
                    </a:lnTo>
                    <a:lnTo>
                      <a:pt x="783" y="297"/>
                    </a:lnTo>
                    <a:lnTo>
                      <a:pt x="784" y="299"/>
                    </a:lnTo>
                    <a:lnTo>
                      <a:pt x="784" y="300"/>
                    </a:lnTo>
                    <a:lnTo>
                      <a:pt x="786" y="301"/>
                    </a:lnTo>
                    <a:lnTo>
                      <a:pt x="786" y="303"/>
                    </a:lnTo>
                    <a:lnTo>
                      <a:pt x="787" y="304"/>
                    </a:lnTo>
                    <a:lnTo>
                      <a:pt x="788" y="305"/>
                    </a:lnTo>
                    <a:lnTo>
                      <a:pt x="788" y="307"/>
                    </a:lnTo>
                    <a:lnTo>
                      <a:pt x="790" y="309"/>
                    </a:lnTo>
                    <a:lnTo>
                      <a:pt x="791" y="311"/>
                    </a:lnTo>
                    <a:lnTo>
                      <a:pt x="791" y="312"/>
                    </a:lnTo>
                    <a:lnTo>
                      <a:pt x="792" y="313"/>
                    </a:lnTo>
                    <a:lnTo>
                      <a:pt x="794" y="315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7103" name="Freeform 87">
                <a:extLst>
                  <a:ext uri="{FF2B5EF4-FFF2-40B4-BE49-F238E27FC236}">
                    <a16:creationId xmlns:a16="http://schemas.microsoft.com/office/drawing/2014/main" id="{E88C4FE7-9138-499F-86A4-8691C3FB9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758314"/>
                <a:ext cx="630237" cy="249238"/>
              </a:xfrm>
              <a:custGeom>
                <a:avLst/>
                <a:gdLst>
                  <a:gd name="T0" fmla="*/ 2147483646 w 794"/>
                  <a:gd name="T1" fmla="*/ 2147483646 h 315"/>
                  <a:gd name="T2" fmla="*/ 2147483646 w 794"/>
                  <a:gd name="T3" fmla="*/ 2147483646 h 315"/>
                  <a:gd name="T4" fmla="*/ 2147483646 w 794"/>
                  <a:gd name="T5" fmla="*/ 2147483646 h 315"/>
                  <a:gd name="T6" fmla="*/ 2147483646 w 794"/>
                  <a:gd name="T7" fmla="*/ 2147483646 h 315"/>
                  <a:gd name="T8" fmla="*/ 2147483646 w 794"/>
                  <a:gd name="T9" fmla="*/ 2147483646 h 315"/>
                  <a:gd name="T10" fmla="*/ 2147483646 w 794"/>
                  <a:gd name="T11" fmla="*/ 2147483646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315"/>
                    </a:moveTo>
                    <a:lnTo>
                      <a:pt x="31" y="315"/>
                    </a:lnTo>
                    <a:lnTo>
                      <a:pt x="60" y="315"/>
                    </a:lnTo>
                    <a:lnTo>
                      <a:pt x="86" y="315"/>
                    </a:lnTo>
                    <a:lnTo>
                      <a:pt x="110" y="315"/>
                    </a:lnTo>
                    <a:lnTo>
                      <a:pt x="134" y="315"/>
                    </a:lnTo>
                    <a:lnTo>
                      <a:pt x="155" y="315"/>
                    </a:lnTo>
                    <a:lnTo>
                      <a:pt x="175" y="315"/>
                    </a:lnTo>
                    <a:lnTo>
                      <a:pt x="194" y="315"/>
                    </a:lnTo>
                    <a:lnTo>
                      <a:pt x="211" y="315"/>
                    </a:lnTo>
                    <a:lnTo>
                      <a:pt x="227" y="315"/>
                    </a:lnTo>
                    <a:lnTo>
                      <a:pt x="240" y="315"/>
                    </a:lnTo>
                    <a:lnTo>
                      <a:pt x="254" y="315"/>
                    </a:lnTo>
                    <a:lnTo>
                      <a:pt x="265" y="315"/>
                    </a:lnTo>
                    <a:lnTo>
                      <a:pt x="276" y="315"/>
                    </a:lnTo>
                    <a:lnTo>
                      <a:pt x="287" y="315"/>
                    </a:lnTo>
                    <a:lnTo>
                      <a:pt x="296" y="315"/>
                    </a:lnTo>
                    <a:lnTo>
                      <a:pt x="303" y="315"/>
                    </a:lnTo>
                    <a:lnTo>
                      <a:pt x="311" y="315"/>
                    </a:lnTo>
                    <a:lnTo>
                      <a:pt x="317" y="315"/>
                    </a:lnTo>
                    <a:lnTo>
                      <a:pt x="323" y="315"/>
                    </a:lnTo>
                    <a:lnTo>
                      <a:pt x="328" y="315"/>
                    </a:lnTo>
                    <a:lnTo>
                      <a:pt x="332" y="315"/>
                    </a:lnTo>
                    <a:lnTo>
                      <a:pt x="336" y="315"/>
                    </a:lnTo>
                    <a:lnTo>
                      <a:pt x="338" y="315"/>
                    </a:lnTo>
                    <a:lnTo>
                      <a:pt x="342" y="315"/>
                    </a:lnTo>
                    <a:lnTo>
                      <a:pt x="345" y="315"/>
                    </a:lnTo>
                    <a:lnTo>
                      <a:pt x="348" y="315"/>
                    </a:lnTo>
                    <a:lnTo>
                      <a:pt x="349" y="314"/>
                    </a:lnTo>
                    <a:lnTo>
                      <a:pt x="352" y="314"/>
                    </a:lnTo>
                    <a:lnTo>
                      <a:pt x="353" y="314"/>
                    </a:lnTo>
                    <a:lnTo>
                      <a:pt x="356" y="314"/>
                    </a:lnTo>
                    <a:lnTo>
                      <a:pt x="358" y="314"/>
                    </a:lnTo>
                    <a:lnTo>
                      <a:pt x="360" y="314"/>
                    </a:lnTo>
                    <a:lnTo>
                      <a:pt x="362" y="314"/>
                    </a:lnTo>
                    <a:lnTo>
                      <a:pt x="364" y="314"/>
                    </a:lnTo>
                    <a:lnTo>
                      <a:pt x="366" y="314"/>
                    </a:lnTo>
                    <a:lnTo>
                      <a:pt x="368" y="314"/>
                    </a:lnTo>
                    <a:lnTo>
                      <a:pt x="369" y="314"/>
                    </a:lnTo>
                    <a:lnTo>
                      <a:pt x="370" y="312"/>
                    </a:lnTo>
                    <a:lnTo>
                      <a:pt x="372" y="312"/>
                    </a:lnTo>
                    <a:lnTo>
                      <a:pt x="374" y="312"/>
                    </a:lnTo>
                    <a:lnTo>
                      <a:pt x="376" y="312"/>
                    </a:lnTo>
                    <a:lnTo>
                      <a:pt x="377" y="312"/>
                    </a:lnTo>
                    <a:lnTo>
                      <a:pt x="378" y="312"/>
                    </a:lnTo>
                    <a:lnTo>
                      <a:pt x="380" y="312"/>
                    </a:lnTo>
                    <a:lnTo>
                      <a:pt x="381" y="312"/>
                    </a:lnTo>
                    <a:lnTo>
                      <a:pt x="382" y="312"/>
                    </a:lnTo>
                    <a:lnTo>
                      <a:pt x="384" y="312"/>
                    </a:lnTo>
                    <a:lnTo>
                      <a:pt x="385" y="311"/>
                    </a:lnTo>
                    <a:lnTo>
                      <a:pt x="386" y="311"/>
                    </a:lnTo>
                    <a:lnTo>
                      <a:pt x="388" y="311"/>
                    </a:lnTo>
                    <a:lnTo>
                      <a:pt x="389" y="311"/>
                    </a:lnTo>
                    <a:lnTo>
                      <a:pt x="390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4" y="311"/>
                    </a:lnTo>
                    <a:lnTo>
                      <a:pt x="396" y="310"/>
                    </a:lnTo>
                    <a:lnTo>
                      <a:pt x="398" y="310"/>
                    </a:lnTo>
                    <a:lnTo>
                      <a:pt x="400" y="310"/>
                    </a:lnTo>
                    <a:lnTo>
                      <a:pt x="401" y="310"/>
                    </a:lnTo>
                    <a:lnTo>
                      <a:pt x="403" y="310"/>
                    </a:lnTo>
                    <a:lnTo>
                      <a:pt x="405" y="308"/>
                    </a:lnTo>
                    <a:lnTo>
                      <a:pt x="407" y="308"/>
                    </a:lnTo>
                    <a:lnTo>
                      <a:pt x="409" y="308"/>
                    </a:lnTo>
                    <a:lnTo>
                      <a:pt x="411" y="308"/>
                    </a:lnTo>
                    <a:lnTo>
                      <a:pt x="413" y="307"/>
                    </a:lnTo>
                    <a:lnTo>
                      <a:pt x="414" y="307"/>
                    </a:lnTo>
                    <a:lnTo>
                      <a:pt x="417" y="307"/>
                    </a:lnTo>
                    <a:lnTo>
                      <a:pt x="418" y="307"/>
                    </a:lnTo>
                    <a:lnTo>
                      <a:pt x="419" y="307"/>
                    </a:lnTo>
                    <a:lnTo>
                      <a:pt x="421" y="307"/>
                    </a:lnTo>
                    <a:lnTo>
                      <a:pt x="422" y="306"/>
                    </a:lnTo>
                    <a:lnTo>
                      <a:pt x="423" y="306"/>
                    </a:lnTo>
                    <a:lnTo>
                      <a:pt x="425" y="306"/>
                    </a:lnTo>
                    <a:lnTo>
                      <a:pt x="426" y="306"/>
                    </a:lnTo>
                    <a:lnTo>
                      <a:pt x="427" y="306"/>
                    </a:lnTo>
                    <a:lnTo>
                      <a:pt x="429" y="304"/>
                    </a:lnTo>
                    <a:lnTo>
                      <a:pt x="430" y="304"/>
                    </a:lnTo>
                    <a:lnTo>
                      <a:pt x="431" y="304"/>
                    </a:lnTo>
                    <a:lnTo>
                      <a:pt x="433" y="304"/>
                    </a:lnTo>
                    <a:lnTo>
                      <a:pt x="434" y="303"/>
                    </a:lnTo>
                    <a:lnTo>
                      <a:pt x="435" y="303"/>
                    </a:lnTo>
                    <a:lnTo>
                      <a:pt x="437" y="303"/>
                    </a:lnTo>
                    <a:lnTo>
                      <a:pt x="438" y="303"/>
                    </a:lnTo>
                    <a:lnTo>
                      <a:pt x="439" y="302"/>
                    </a:lnTo>
                    <a:lnTo>
                      <a:pt x="441" y="302"/>
                    </a:lnTo>
                    <a:lnTo>
                      <a:pt x="443" y="300"/>
                    </a:lnTo>
                    <a:lnTo>
                      <a:pt x="445" y="300"/>
                    </a:lnTo>
                    <a:lnTo>
                      <a:pt x="446" y="300"/>
                    </a:lnTo>
                    <a:lnTo>
                      <a:pt x="449" y="299"/>
                    </a:lnTo>
                    <a:lnTo>
                      <a:pt x="450" y="299"/>
                    </a:lnTo>
                    <a:lnTo>
                      <a:pt x="453" y="298"/>
                    </a:lnTo>
                    <a:lnTo>
                      <a:pt x="455" y="296"/>
                    </a:lnTo>
                    <a:lnTo>
                      <a:pt x="458" y="296"/>
                    </a:lnTo>
                    <a:lnTo>
                      <a:pt x="459" y="295"/>
                    </a:lnTo>
                    <a:lnTo>
                      <a:pt x="462" y="295"/>
                    </a:lnTo>
                    <a:lnTo>
                      <a:pt x="465" y="294"/>
                    </a:lnTo>
                    <a:lnTo>
                      <a:pt x="466" y="294"/>
                    </a:lnTo>
                    <a:lnTo>
                      <a:pt x="467" y="294"/>
                    </a:lnTo>
                    <a:lnTo>
                      <a:pt x="470" y="292"/>
                    </a:lnTo>
                    <a:lnTo>
                      <a:pt x="471" y="292"/>
                    </a:lnTo>
                    <a:lnTo>
                      <a:pt x="473" y="291"/>
                    </a:lnTo>
                    <a:lnTo>
                      <a:pt x="474" y="291"/>
                    </a:lnTo>
                    <a:lnTo>
                      <a:pt x="475" y="291"/>
                    </a:lnTo>
                    <a:lnTo>
                      <a:pt x="476" y="290"/>
                    </a:lnTo>
                    <a:lnTo>
                      <a:pt x="478" y="290"/>
                    </a:lnTo>
                    <a:lnTo>
                      <a:pt x="479" y="290"/>
                    </a:lnTo>
                    <a:lnTo>
                      <a:pt x="480" y="288"/>
                    </a:lnTo>
                    <a:lnTo>
                      <a:pt x="482" y="288"/>
                    </a:lnTo>
                    <a:lnTo>
                      <a:pt x="483" y="287"/>
                    </a:lnTo>
                    <a:lnTo>
                      <a:pt x="484" y="287"/>
                    </a:lnTo>
                    <a:lnTo>
                      <a:pt x="486" y="286"/>
                    </a:lnTo>
                    <a:lnTo>
                      <a:pt x="487" y="286"/>
                    </a:lnTo>
                    <a:lnTo>
                      <a:pt x="488" y="286"/>
                    </a:lnTo>
                    <a:lnTo>
                      <a:pt x="490" y="284"/>
                    </a:lnTo>
                    <a:lnTo>
                      <a:pt x="491" y="284"/>
                    </a:lnTo>
                    <a:lnTo>
                      <a:pt x="492" y="283"/>
                    </a:lnTo>
                    <a:lnTo>
                      <a:pt x="494" y="283"/>
                    </a:lnTo>
                    <a:lnTo>
                      <a:pt x="495" y="282"/>
                    </a:lnTo>
                    <a:lnTo>
                      <a:pt x="498" y="280"/>
                    </a:lnTo>
                    <a:lnTo>
                      <a:pt x="499" y="280"/>
                    </a:lnTo>
                    <a:lnTo>
                      <a:pt x="500" y="279"/>
                    </a:lnTo>
                    <a:lnTo>
                      <a:pt x="503" y="278"/>
                    </a:lnTo>
                    <a:lnTo>
                      <a:pt x="504" y="276"/>
                    </a:lnTo>
                    <a:lnTo>
                      <a:pt x="507" y="276"/>
                    </a:lnTo>
                    <a:lnTo>
                      <a:pt x="508" y="275"/>
                    </a:lnTo>
                    <a:lnTo>
                      <a:pt x="511" y="274"/>
                    </a:lnTo>
                    <a:lnTo>
                      <a:pt x="512" y="274"/>
                    </a:lnTo>
                    <a:lnTo>
                      <a:pt x="514" y="272"/>
                    </a:lnTo>
                    <a:lnTo>
                      <a:pt x="516" y="271"/>
                    </a:lnTo>
                    <a:lnTo>
                      <a:pt x="518" y="271"/>
                    </a:lnTo>
                    <a:lnTo>
                      <a:pt x="519" y="270"/>
                    </a:lnTo>
                    <a:lnTo>
                      <a:pt x="520" y="270"/>
                    </a:lnTo>
                    <a:lnTo>
                      <a:pt x="522" y="268"/>
                    </a:lnTo>
                    <a:lnTo>
                      <a:pt x="523" y="268"/>
                    </a:lnTo>
                    <a:lnTo>
                      <a:pt x="524" y="267"/>
                    </a:lnTo>
                    <a:lnTo>
                      <a:pt x="526" y="267"/>
                    </a:lnTo>
                    <a:lnTo>
                      <a:pt x="527" y="266"/>
                    </a:lnTo>
                    <a:lnTo>
                      <a:pt x="528" y="266"/>
                    </a:lnTo>
                    <a:lnTo>
                      <a:pt x="528" y="264"/>
                    </a:lnTo>
                    <a:lnTo>
                      <a:pt x="530" y="264"/>
                    </a:lnTo>
                    <a:lnTo>
                      <a:pt x="531" y="264"/>
                    </a:lnTo>
                    <a:lnTo>
                      <a:pt x="532" y="263"/>
                    </a:lnTo>
                    <a:lnTo>
                      <a:pt x="534" y="263"/>
                    </a:lnTo>
                    <a:lnTo>
                      <a:pt x="534" y="262"/>
                    </a:lnTo>
                    <a:lnTo>
                      <a:pt x="535" y="262"/>
                    </a:lnTo>
                    <a:lnTo>
                      <a:pt x="536" y="261"/>
                    </a:lnTo>
                    <a:lnTo>
                      <a:pt x="538" y="261"/>
                    </a:lnTo>
                    <a:lnTo>
                      <a:pt x="539" y="259"/>
                    </a:lnTo>
                    <a:lnTo>
                      <a:pt x="540" y="259"/>
                    </a:lnTo>
                    <a:lnTo>
                      <a:pt x="542" y="258"/>
                    </a:lnTo>
                    <a:lnTo>
                      <a:pt x="543" y="257"/>
                    </a:lnTo>
                    <a:lnTo>
                      <a:pt x="546" y="257"/>
                    </a:lnTo>
                    <a:lnTo>
                      <a:pt x="547" y="255"/>
                    </a:lnTo>
                    <a:lnTo>
                      <a:pt x="548" y="254"/>
                    </a:lnTo>
                    <a:lnTo>
                      <a:pt x="551" y="253"/>
                    </a:lnTo>
                    <a:lnTo>
                      <a:pt x="552" y="253"/>
                    </a:lnTo>
                    <a:lnTo>
                      <a:pt x="553" y="251"/>
                    </a:lnTo>
                    <a:lnTo>
                      <a:pt x="556" y="250"/>
                    </a:lnTo>
                    <a:lnTo>
                      <a:pt x="557" y="250"/>
                    </a:lnTo>
                    <a:lnTo>
                      <a:pt x="559" y="249"/>
                    </a:lnTo>
                    <a:lnTo>
                      <a:pt x="560" y="247"/>
                    </a:lnTo>
                    <a:lnTo>
                      <a:pt x="561" y="247"/>
                    </a:lnTo>
                    <a:lnTo>
                      <a:pt x="563" y="246"/>
                    </a:lnTo>
                    <a:lnTo>
                      <a:pt x="564" y="245"/>
                    </a:lnTo>
                    <a:lnTo>
                      <a:pt x="565" y="245"/>
                    </a:lnTo>
                    <a:lnTo>
                      <a:pt x="567" y="245"/>
                    </a:lnTo>
                    <a:lnTo>
                      <a:pt x="567" y="243"/>
                    </a:lnTo>
                    <a:lnTo>
                      <a:pt x="568" y="243"/>
                    </a:lnTo>
                    <a:lnTo>
                      <a:pt x="569" y="242"/>
                    </a:lnTo>
                    <a:lnTo>
                      <a:pt x="571" y="242"/>
                    </a:lnTo>
                    <a:lnTo>
                      <a:pt x="572" y="241"/>
                    </a:lnTo>
                    <a:lnTo>
                      <a:pt x="573" y="239"/>
                    </a:lnTo>
                    <a:lnTo>
                      <a:pt x="575" y="239"/>
                    </a:lnTo>
                    <a:lnTo>
                      <a:pt x="575" y="238"/>
                    </a:lnTo>
                    <a:lnTo>
                      <a:pt x="576" y="238"/>
                    </a:lnTo>
                    <a:lnTo>
                      <a:pt x="577" y="237"/>
                    </a:lnTo>
                    <a:lnTo>
                      <a:pt x="579" y="237"/>
                    </a:lnTo>
                    <a:lnTo>
                      <a:pt x="580" y="235"/>
                    </a:lnTo>
                    <a:lnTo>
                      <a:pt x="581" y="235"/>
                    </a:lnTo>
                    <a:lnTo>
                      <a:pt x="581" y="234"/>
                    </a:lnTo>
                    <a:lnTo>
                      <a:pt x="583" y="234"/>
                    </a:lnTo>
                    <a:lnTo>
                      <a:pt x="585" y="233"/>
                    </a:lnTo>
                    <a:lnTo>
                      <a:pt x="587" y="231"/>
                    </a:lnTo>
                    <a:lnTo>
                      <a:pt x="588" y="230"/>
                    </a:lnTo>
                    <a:lnTo>
                      <a:pt x="589" y="230"/>
                    </a:lnTo>
                    <a:lnTo>
                      <a:pt x="591" y="229"/>
                    </a:lnTo>
                    <a:lnTo>
                      <a:pt x="592" y="227"/>
                    </a:lnTo>
                    <a:lnTo>
                      <a:pt x="593" y="227"/>
                    </a:lnTo>
                    <a:lnTo>
                      <a:pt x="593" y="226"/>
                    </a:lnTo>
                    <a:lnTo>
                      <a:pt x="595" y="226"/>
                    </a:lnTo>
                    <a:lnTo>
                      <a:pt x="596" y="225"/>
                    </a:lnTo>
                    <a:lnTo>
                      <a:pt x="597" y="225"/>
                    </a:lnTo>
                    <a:lnTo>
                      <a:pt x="597" y="223"/>
                    </a:lnTo>
                    <a:lnTo>
                      <a:pt x="599" y="223"/>
                    </a:lnTo>
                    <a:lnTo>
                      <a:pt x="600" y="223"/>
                    </a:lnTo>
                    <a:lnTo>
                      <a:pt x="600" y="222"/>
                    </a:lnTo>
                    <a:lnTo>
                      <a:pt x="601" y="222"/>
                    </a:lnTo>
                    <a:lnTo>
                      <a:pt x="603" y="221"/>
                    </a:lnTo>
                    <a:lnTo>
                      <a:pt x="604" y="221"/>
                    </a:lnTo>
                    <a:lnTo>
                      <a:pt x="604" y="219"/>
                    </a:lnTo>
                    <a:lnTo>
                      <a:pt x="605" y="219"/>
                    </a:lnTo>
                    <a:lnTo>
                      <a:pt x="605" y="218"/>
                    </a:lnTo>
                    <a:lnTo>
                      <a:pt x="607" y="218"/>
                    </a:lnTo>
                    <a:lnTo>
                      <a:pt x="608" y="217"/>
                    </a:lnTo>
                    <a:lnTo>
                      <a:pt x="609" y="215"/>
                    </a:lnTo>
                    <a:lnTo>
                      <a:pt x="611" y="214"/>
                    </a:lnTo>
                    <a:lnTo>
                      <a:pt x="612" y="214"/>
                    </a:lnTo>
                    <a:lnTo>
                      <a:pt x="612" y="213"/>
                    </a:lnTo>
                    <a:lnTo>
                      <a:pt x="613" y="213"/>
                    </a:lnTo>
                    <a:lnTo>
                      <a:pt x="615" y="211"/>
                    </a:lnTo>
                    <a:lnTo>
                      <a:pt x="616" y="210"/>
                    </a:lnTo>
                    <a:lnTo>
                      <a:pt x="617" y="209"/>
                    </a:lnTo>
                    <a:lnTo>
                      <a:pt x="619" y="209"/>
                    </a:lnTo>
                    <a:lnTo>
                      <a:pt x="619" y="207"/>
                    </a:lnTo>
                    <a:lnTo>
                      <a:pt x="620" y="207"/>
                    </a:lnTo>
                    <a:lnTo>
                      <a:pt x="621" y="206"/>
                    </a:lnTo>
                    <a:lnTo>
                      <a:pt x="622" y="206"/>
                    </a:lnTo>
                    <a:lnTo>
                      <a:pt x="622" y="205"/>
                    </a:lnTo>
                    <a:lnTo>
                      <a:pt x="624" y="205"/>
                    </a:lnTo>
                    <a:lnTo>
                      <a:pt x="625" y="203"/>
                    </a:lnTo>
                    <a:lnTo>
                      <a:pt x="626" y="202"/>
                    </a:lnTo>
                    <a:lnTo>
                      <a:pt x="628" y="202"/>
                    </a:lnTo>
                    <a:lnTo>
                      <a:pt x="628" y="201"/>
                    </a:lnTo>
                    <a:lnTo>
                      <a:pt x="629" y="201"/>
                    </a:lnTo>
                    <a:lnTo>
                      <a:pt x="630" y="199"/>
                    </a:lnTo>
                    <a:lnTo>
                      <a:pt x="632" y="199"/>
                    </a:lnTo>
                    <a:lnTo>
                      <a:pt x="632" y="198"/>
                    </a:lnTo>
                    <a:lnTo>
                      <a:pt x="633" y="198"/>
                    </a:lnTo>
                    <a:lnTo>
                      <a:pt x="634" y="197"/>
                    </a:lnTo>
                    <a:lnTo>
                      <a:pt x="636" y="195"/>
                    </a:lnTo>
                    <a:lnTo>
                      <a:pt x="637" y="195"/>
                    </a:lnTo>
                    <a:lnTo>
                      <a:pt x="638" y="194"/>
                    </a:lnTo>
                    <a:lnTo>
                      <a:pt x="640" y="193"/>
                    </a:lnTo>
                    <a:lnTo>
                      <a:pt x="641" y="193"/>
                    </a:lnTo>
                    <a:lnTo>
                      <a:pt x="641" y="191"/>
                    </a:lnTo>
                    <a:lnTo>
                      <a:pt x="642" y="191"/>
                    </a:lnTo>
                    <a:lnTo>
                      <a:pt x="644" y="190"/>
                    </a:lnTo>
                    <a:lnTo>
                      <a:pt x="645" y="190"/>
                    </a:lnTo>
                    <a:lnTo>
                      <a:pt x="645" y="189"/>
                    </a:lnTo>
                    <a:lnTo>
                      <a:pt x="646" y="189"/>
                    </a:lnTo>
                    <a:lnTo>
                      <a:pt x="648" y="188"/>
                    </a:lnTo>
                    <a:lnTo>
                      <a:pt x="649" y="186"/>
                    </a:lnTo>
                    <a:lnTo>
                      <a:pt x="650" y="186"/>
                    </a:lnTo>
                    <a:lnTo>
                      <a:pt x="650" y="185"/>
                    </a:lnTo>
                    <a:lnTo>
                      <a:pt x="652" y="185"/>
                    </a:lnTo>
                    <a:lnTo>
                      <a:pt x="652" y="184"/>
                    </a:lnTo>
                    <a:lnTo>
                      <a:pt x="653" y="184"/>
                    </a:lnTo>
                    <a:lnTo>
                      <a:pt x="654" y="182"/>
                    </a:lnTo>
                    <a:lnTo>
                      <a:pt x="656" y="181"/>
                    </a:lnTo>
                    <a:lnTo>
                      <a:pt x="657" y="180"/>
                    </a:lnTo>
                    <a:lnTo>
                      <a:pt x="657" y="178"/>
                    </a:lnTo>
                    <a:lnTo>
                      <a:pt x="658" y="178"/>
                    </a:lnTo>
                    <a:lnTo>
                      <a:pt x="660" y="177"/>
                    </a:lnTo>
                    <a:lnTo>
                      <a:pt x="661" y="176"/>
                    </a:lnTo>
                    <a:lnTo>
                      <a:pt x="662" y="174"/>
                    </a:lnTo>
                    <a:lnTo>
                      <a:pt x="664" y="173"/>
                    </a:lnTo>
                    <a:lnTo>
                      <a:pt x="664" y="172"/>
                    </a:lnTo>
                    <a:lnTo>
                      <a:pt x="665" y="170"/>
                    </a:lnTo>
                    <a:lnTo>
                      <a:pt x="666" y="169"/>
                    </a:lnTo>
                    <a:lnTo>
                      <a:pt x="668" y="168"/>
                    </a:lnTo>
                    <a:lnTo>
                      <a:pt x="669" y="166"/>
                    </a:lnTo>
                    <a:lnTo>
                      <a:pt x="670" y="165"/>
                    </a:lnTo>
                    <a:lnTo>
                      <a:pt x="672" y="165"/>
                    </a:lnTo>
                    <a:lnTo>
                      <a:pt x="673" y="164"/>
                    </a:lnTo>
                    <a:lnTo>
                      <a:pt x="673" y="162"/>
                    </a:lnTo>
                    <a:lnTo>
                      <a:pt x="674" y="161"/>
                    </a:lnTo>
                    <a:lnTo>
                      <a:pt x="676" y="161"/>
                    </a:lnTo>
                    <a:lnTo>
                      <a:pt x="676" y="160"/>
                    </a:lnTo>
                    <a:lnTo>
                      <a:pt x="677" y="158"/>
                    </a:lnTo>
                    <a:lnTo>
                      <a:pt x="678" y="157"/>
                    </a:lnTo>
                    <a:lnTo>
                      <a:pt x="680" y="156"/>
                    </a:lnTo>
                    <a:lnTo>
                      <a:pt x="681" y="154"/>
                    </a:lnTo>
                    <a:lnTo>
                      <a:pt x="682" y="153"/>
                    </a:lnTo>
                    <a:lnTo>
                      <a:pt x="682" y="152"/>
                    </a:lnTo>
                    <a:lnTo>
                      <a:pt x="684" y="152"/>
                    </a:lnTo>
                    <a:lnTo>
                      <a:pt x="684" y="150"/>
                    </a:lnTo>
                    <a:lnTo>
                      <a:pt x="685" y="149"/>
                    </a:lnTo>
                    <a:lnTo>
                      <a:pt x="686" y="149"/>
                    </a:lnTo>
                    <a:lnTo>
                      <a:pt x="686" y="148"/>
                    </a:lnTo>
                    <a:lnTo>
                      <a:pt x="688" y="146"/>
                    </a:lnTo>
                    <a:lnTo>
                      <a:pt x="689" y="145"/>
                    </a:lnTo>
                    <a:lnTo>
                      <a:pt x="689" y="144"/>
                    </a:lnTo>
                    <a:lnTo>
                      <a:pt x="690" y="142"/>
                    </a:lnTo>
                    <a:lnTo>
                      <a:pt x="692" y="141"/>
                    </a:lnTo>
                    <a:lnTo>
                      <a:pt x="693" y="140"/>
                    </a:lnTo>
                    <a:lnTo>
                      <a:pt x="694" y="138"/>
                    </a:lnTo>
                    <a:lnTo>
                      <a:pt x="695" y="136"/>
                    </a:lnTo>
                    <a:lnTo>
                      <a:pt x="697" y="134"/>
                    </a:lnTo>
                    <a:lnTo>
                      <a:pt x="698" y="133"/>
                    </a:lnTo>
                    <a:lnTo>
                      <a:pt x="701" y="130"/>
                    </a:lnTo>
                    <a:lnTo>
                      <a:pt x="702" y="129"/>
                    </a:lnTo>
                    <a:lnTo>
                      <a:pt x="702" y="128"/>
                    </a:lnTo>
                    <a:lnTo>
                      <a:pt x="703" y="126"/>
                    </a:lnTo>
                    <a:lnTo>
                      <a:pt x="705" y="125"/>
                    </a:lnTo>
                    <a:lnTo>
                      <a:pt x="706" y="124"/>
                    </a:lnTo>
                    <a:lnTo>
                      <a:pt x="707" y="122"/>
                    </a:lnTo>
                    <a:lnTo>
                      <a:pt x="707" y="121"/>
                    </a:lnTo>
                    <a:lnTo>
                      <a:pt x="709" y="120"/>
                    </a:lnTo>
                    <a:lnTo>
                      <a:pt x="710" y="120"/>
                    </a:lnTo>
                    <a:lnTo>
                      <a:pt x="710" y="118"/>
                    </a:lnTo>
                    <a:lnTo>
                      <a:pt x="711" y="117"/>
                    </a:lnTo>
                    <a:lnTo>
                      <a:pt x="713" y="116"/>
                    </a:lnTo>
                    <a:lnTo>
                      <a:pt x="714" y="114"/>
                    </a:lnTo>
                    <a:lnTo>
                      <a:pt x="714" y="113"/>
                    </a:lnTo>
                    <a:lnTo>
                      <a:pt x="715" y="112"/>
                    </a:lnTo>
                    <a:lnTo>
                      <a:pt x="717" y="111"/>
                    </a:lnTo>
                    <a:lnTo>
                      <a:pt x="718" y="109"/>
                    </a:lnTo>
                    <a:lnTo>
                      <a:pt x="719" y="108"/>
                    </a:lnTo>
                    <a:lnTo>
                      <a:pt x="719" y="107"/>
                    </a:lnTo>
                    <a:lnTo>
                      <a:pt x="721" y="105"/>
                    </a:lnTo>
                    <a:lnTo>
                      <a:pt x="722" y="104"/>
                    </a:lnTo>
                    <a:lnTo>
                      <a:pt x="722" y="103"/>
                    </a:lnTo>
                    <a:lnTo>
                      <a:pt x="723" y="101"/>
                    </a:lnTo>
                    <a:lnTo>
                      <a:pt x="725" y="99"/>
                    </a:lnTo>
                    <a:lnTo>
                      <a:pt x="726" y="97"/>
                    </a:lnTo>
                    <a:lnTo>
                      <a:pt x="727" y="96"/>
                    </a:lnTo>
                    <a:lnTo>
                      <a:pt x="729" y="93"/>
                    </a:lnTo>
                    <a:lnTo>
                      <a:pt x="730" y="91"/>
                    </a:lnTo>
                    <a:lnTo>
                      <a:pt x="731" y="89"/>
                    </a:lnTo>
                    <a:lnTo>
                      <a:pt x="734" y="87"/>
                    </a:lnTo>
                    <a:lnTo>
                      <a:pt x="735" y="85"/>
                    </a:lnTo>
                    <a:lnTo>
                      <a:pt x="735" y="84"/>
                    </a:lnTo>
                    <a:lnTo>
                      <a:pt x="737" y="81"/>
                    </a:lnTo>
                    <a:lnTo>
                      <a:pt x="738" y="80"/>
                    </a:lnTo>
                    <a:lnTo>
                      <a:pt x="739" y="79"/>
                    </a:lnTo>
                    <a:lnTo>
                      <a:pt x="741" y="77"/>
                    </a:lnTo>
                    <a:lnTo>
                      <a:pt x="742" y="76"/>
                    </a:lnTo>
                    <a:lnTo>
                      <a:pt x="742" y="75"/>
                    </a:lnTo>
                    <a:lnTo>
                      <a:pt x="743" y="73"/>
                    </a:lnTo>
                    <a:lnTo>
                      <a:pt x="745" y="72"/>
                    </a:lnTo>
                    <a:lnTo>
                      <a:pt x="746" y="71"/>
                    </a:lnTo>
                    <a:lnTo>
                      <a:pt x="746" y="69"/>
                    </a:lnTo>
                    <a:lnTo>
                      <a:pt x="747" y="68"/>
                    </a:lnTo>
                    <a:lnTo>
                      <a:pt x="749" y="67"/>
                    </a:lnTo>
                    <a:lnTo>
                      <a:pt x="749" y="65"/>
                    </a:lnTo>
                    <a:lnTo>
                      <a:pt x="750" y="64"/>
                    </a:lnTo>
                    <a:lnTo>
                      <a:pt x="751" y="63"/>
                    </a:lnTo>
                    <a:lnTo>
                      <a:pt x="753" y="61"/>
                    </a:lnTo>
                    <a:lnTo>
                      <a:pt x="754" y="60"/>
                    </a:lnTo>
                    <a:lnTo>
                      <a:pt x="754" y="59"/>
                    </a:lnTo>
                    <a:lnTo>
                      <a:pt x="755" y="57"/>
                    </a:lnTo>
                    <a:lnTo>
                      <a:pt x="757" y="55"/>
                    </a:lnTo>
                    <a:lnTo>
                      <a:pt x="758" y="53"/>
                    </a:lnTo>
                    <a:lnTo>
                      <a:pt x="759" y="52"/>
                    </a:lnTo>
                    <a:lnTo>
                      <a:pt x="761" y="51"/>
                    </a:lnTo>
                    <a:lnTo>
                      <a:pt x="762" y="48"/>
                    </a:lnTo>
                    <a:lnTo>
                      <a:pt x="763" y="47"/>
                    </a:lnTo>
                    <a:lnTo>
                      <a:pt x="765" y="44"/>
                    </a:lnTo>
                    <a:lnTo>
                      <a:pt x="766" y="41"/>
                    </a:lnTo>
                    <a:lnTo>
                      <a:pt x="767" y="40"/>
                    </a:lnTo>
                    <a:lnTo>
                      <a:pt x="769" y="38"/>
                    </a:lnTo>
                    <a:lnTo>
                      <a:pt x="770" y="36"/>
                    </a:lnTo>
                    <a:lnTo>
                      <a:pt x="771" y="35"/>
                    </a:lnTo>
                    <a:lnTo>
                      <a:pt x="772" y="32"/>
                    </a:lnTo>
                    <a:lnTo>
                      <a:pt x="774" y="31"/>
                    </a:lnTo>
                    <a:lnTo>
                      <a:pt x="775" y="30"/>
                    </a:lnTo>
                    <a:lnTo>
                      <a:pt x="775" y="28"/>
                    </a:lnTo>
                    <a:lnTo>
                      <a:pt x="776" y="27"/>
                    </a:lnTo>
                    <a:lnTo>
                      <a:pt x="778" y="26"/>
                    </a:lnTo>
                    <a:lnTo>
                      <a:pt x="778" y="24"/>
                    </a:lnTo>
                    <a:lnTo>
                      <a:pt x="779" y="24"/>
                    </a:lnTo>
                    <a:lnTo>
                      <a:pt x="780" y="23"/>
                    </a:lnTo>
                    <a:lnTo>
                      <a:pt x="780" y="22"/>
                    </a:lnTo>
                    <a:lnTo>
                      <a:pt x="782" y="20"/>
                    </a:lnTo>
                    <a:lnTo>
                      <a:pt x="783" y="19"/>
                    </a:lnTo>
                    <a:lnTo>
                      <a:pt x="783" y="18"/>
                    </a:lnTo>
                    <a:lnTo>
                      <a:pt x="784" y="16"/>
                    </a:lnTo>
                    <a:lnTo>
                      <a:pt x="784" y="15"/>
                    </a:lnTo>
                    <a:lnTo>
                      <a:pt x="786" y="15"/>
                    </a:lnTo>
                    <a:lnTo>
                      <a:pt x="786" y="14"/>
                    </a:lnTo>
                    <a:lnTo>
                      <a:pt x="787" y="12"/>
                    </a:lnTo>
                    <a:lnTo>
                      <a:pt x="787" y="11"/>
                    </a:lnTo>
                    <a:lnTo>
                      <a:pt x="788" y="10"/>
                    </a:lnTo>
                    <a:lnTo>
                      <a:pt x="788" y="8"/>
                    </a:lnTo>
                    <a:lnTo>
                      <a:pt x="790" y="7"/>
                    </a:lnTo>
                    <a:lnTo>
                      <a:pt x="791" y="6"/>
                    </a:lnTo>
                    <a:lnTo>
                      <a:pt x="791" y="4"/>
                    </a:lnTo>
                    <a:lnTo>
                      <a:pt x="792" y="2"/>
                    </a:lnTo>
                    <a:lnTo>
                      <a:pt x="794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7104" name="Freeform 88">
                <a:extLst>
                  <a:ext uri="{FF2B5EF4-FFF2-40B4-BE49-F238E27FC236}">
                    <a16:creationId xmlns:a16="http://schemas.microsoft.com/office/drawing/2014/main" id="{2C871C14-D862-475C-9B39-08B742F80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505902"/>
                <a:ext cx="74612" cy="252412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0"/>
                    </a:moveTo>
                    <a:lnTo>
                      <a:pt x="3" y="4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7" y="13"/>
                    </a:lnTo>
                    <a:lnTo>
                      <a:pt x="9" y="16"/>
                    </a:lnTo>
                    <a:lnTo>
                      <a:pt x="11" y="19"/>
                    </a:lnTo>
                    <a:lnTo>
                      <a:pt x="12" y="20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9" y="33"/>
                    </a:lnTo>
                    <a:lnTo>
                      <a:pt x="20" y="35"/>
                    </a:lnTo>
                    <a:lnTo>
                      <a:pt x="20" y="36"/>
                    </a:lnTo>
                    <a:lnTo>
                      <a:pt x="21" y="37"/>
                    </a:lnTo>
                    <a:lnTo>
                      <a:pt x="21" y="39"/>
                    </a:lnTo>
                    <a:lnTo>
                      <a:pt x="23" y="40"/>
                    </a:lnTo>
                    <a:lnTo>
                      <a:pt x="23" y="41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4" y="45"/>
                    </a:lnTo>
                    <a:lnTo>
                      <a:pt x="25" y="47"/>
                    </a:lnTo>
                    <a:lnTo>
                      <a:pt x="25" y="48"/>
                    </a:lnTo>
                    <a:lnTo>
                      <a:pt x="27" y="49"/>
                    </a:lnTo>
                    <a:lnTo>
                      <a:pt x="27" y="51"/>
                    </a:lnTo>
                    <a:lnTo>
                      <a:pt x="28" y="52"/>
                    </a:lnTo>
                    <a:lnTo>
                      <a:pt x="28" y="53"/>
                    </a:lnTo>
                    <a:lnTo>
                      <a:pt x="29" y="55"/>
                    </a:lnTo>
                    <a:lnTo>
                      <a:pt x="29" y="57"/>
                    </a:lnTo>
                    <a:lnTo>
                      <a:pt x="31" y="58"/>
                    </a:lnTo>
                    <a:lnTo>
                      <a:pt x="31" y="60"/>
                    </a:lnTo>
                    <a:lnTo>
                      <a:pt x="32" y="62"/>
                    </a:lnTo>
                    <a:lnTo>
                      <a:pt x="32" y="64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5" y="70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7" y="74"/>
                    </a:lnTo>
                    <a:lnTo>
                      <a:pt x="37" y="76"/>
                    </a:lnTo>
                    <a:lnTo>
                      <a:pt x="37" y="77"/>
                    </a:lnTo>
                    <a:lnTo>
                      <a:pt x="39" y="78"/>
                    </a:lnTo>
                    <a:lnTo>
                      <a:pt x="39" y="80"/>
                    </a:lnTo>
                    <a:lnTo>
                      <a:pt x="40" y="81"/>
                    </a:lnTo>
                    <a:lnTo>
                      <a:pt x="40" y="82"/>
                    </a:lnTo>
                    <a:lnTo>
                      <a:pt x="41" y="84"/>
                    </a:lnTo>
                    <a:lnTo>
                      <a:pt x="41" y="85"/>
                    </a:lnTo>
                    <a:lnTo>
                      <a:pt x="41" y="86"/>
                    </a:lnTo>
                    <a:lnTo>
                      <a:pt x="42" y="88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4" y="93"/>
                    </a:lnTo>
                    <a:lnTo>
                      <a:pt x="44" y="94"/>
                    </a:lnTo>
                    <a:lnTo>
                      <a:pt x="45" y="96"/>
                    </a:lnTo>
                    <a:lnTo>
                      <a:pt x="45" y="98"/>
                    </a:lnTo>
                    <a:lnTo>
                      <a:pt x="46" y="100"/>
                    </a:lnTo>
                    <a:lnTo>
                      <a:pt x="48" y="102"/>
                    </a:lnTo>
                    <a:lnTo>
                      <a:pt x="48" y="105"/>
                    </a:lnTo>
                    <a:lnTo>
                      <a:pt x="49" y="106"/>
                    </a:lnTo>
                    <a:lnTo>
                      <a:pt x="49" y="109"/>
                    </a:lnTo>
                    <a:lnTo>
                      <a:pt x="50" y="110"/>
                    </a:lnTo>
                    <a:lnTo>
                      <a:pt x="52" y="112"/>
                    </a:lnTo>
                    <a:lnTo>
                      <a:pt x="52" y="113"/>
                    </a:lnTo>
                    <a:lnTo>
                      <a:pt x="52" y="116"/>
                    </a:lnTo>
                    <a:lnTo>
                      <a:pt x="53" y="117"/>
                    </a:lnTo>
                    <a:lnTo>
                      <a:pt x="53" y="118"/>
                    </a:lnTo>
                    <a:lnTo>
                      <a:pt x="54" y="120"/>
                    </a:lnTo>
                    <a:lnTo>
                      <a:pt x="54" y="121"/>
                    </a:lnTo>
                    <a:lnTo>
                      <a:pt x="54" y="122"/>
                    </a:lnTo>
                    <a:lnTo>
                      <a:pt x="56" y="122"/>
                    </a:lnTo>
                    <a:lnTo>
                      <a:pt x="56" y="124"/>
                    </a:lnTo>
                    <a:lnTo>
                      <a:pt x="56" y="125"/>
                    </a:lnTo>
                    <a:lnTo>
                      <a:pt x="57" y="126"/>
                    </a:lnTo>
                    <a:lnTo>
                      <a:pt x="57" y="128"/>
                    </a:lnTo>
                    <a:lnTo>
                      <a:pt x="57" y="129"/>
                    </a:lnTo>
                    <a:lnTo>
                      <a:pt x="57" y="130"/>
                    </a:lnTo>
                    <a:lnTo>
                      <a:pt x="58" y="131"/>
                    </a:lnTo>
                    <a:lnTo>
                      <a:pt x="58" y="133"/>
                    </a:lnTo>
                    <a:lnTo>
                      <a:pt x="60" y="134"/>
                    </a:lnTo>
                    <a:lnTo>
                      <a:pt x="60" y="135"/>
                    </a:lnTo>
                    <a:lnTo>
                      <a:pt x="60" y="137"/>
                    </a:lnTo>
                    <a:lnTo>
                      <a:pt x="61" y="139"/>
                    </a:lnTo>
                    <a:lnTo>
                      <a:pt x="61" y="141"/>
                    </a:lnTo>
                    <a:lnTo>
                      <a:pt x="61" y="142"/>
                    </a:lnTo>
                    <a:lnTo>
                      <a:pt x="62" y="143"/>
                    </a:lnTo>
                    <a:lnTo>
                      <a:pt x="62" y="146"/>
                    </a:lnTo>
                    <a:lnTo>
                      <a:pt x="64" y="147"/>
                    </a:lnTo>
                    <a:lnTo>
                      <a:pt x="64" y="150"/>
                    </a:lnTo>
                    <a:lnTo>
                      <a:pt x="65" y="153"/>
                    </a:lnTo>
                    <a:lnTo>
                      <a:pt x="65" y="154"/>
                    </a:lnTo>
                    <a:lnTo>
                      <a:pt x="66" y="157"/>
                    </a:lnTo>
                    <a:lnTo>
                      <a:pt x="66" y="158"/>
                    </a:lnTo>
                    <a:lnTo>
                      <a:pt x="68" y="159"/>
                    </a:lnTo>
                    <a:lnTo>
                      <a:pt x="68" y="162"/>
                    </a:lnTo>
                    <a:lnTo>
                      <a:pt x="68" y="163"/>
                    </a:lnTo>
                    <a:lnTo>
                      <a:pt x="69" y="165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0" y="170"/>
                    </a:lnTo>
                    <a:lnTo>
                      <a:pt x="70" y="171"/>
                    </a:lnTo>
                    <a:lnTo>
                      <a:pt x="70" y="173"/>
                    </a:lnTo>
                    <a:lnTo>
                      <a:pt x="72" y="173"/>
                    </a:lnTo>
                    <a:lnTo>
                      <a:pt x="72" y="174"/>
                    </a:lnTo>
                    <a:lnTo>
                      <a:pt x="72" y="175"/>
                    </a:lnTo>
                    <a:lnTo>
                      <a:pt x="72" y="177"/>
                    </a:lnTo>
                    <a:lnTo>
                      <a:pt x="73" y="178"/>
                    </a:lnTo>
                    <a:lnTo>
                      <a:pt x="73" y="179"/>
                    </a:lnTo>
                    <a:lnTo>
                      <a:pt x="73" y="181"/>
                    </a:lnTo>
                    <a:lnTo>
                      <a:pt x="74" y="182"/>
                    </a:lnTo>
                    <a:lnTo>
                      <a:pt x="74" y="183"/>
                    </a:lnTo>
                    <a:lnTo>
                      <a:pt x="74" y="185"/>
                    </a:lnTo>
                    <a:lnTo>
                      <a:pt x="76" y="186"/>
                    </a:lnTo>
                    <a:lnTo>
                      <a:pt x="76" y="187"/>
                    </a:lnTo>
                    <a:lnTo>
                      <a:pt x="76" y="189"/>
                    </a:lnTo>
                    <a:lnTo>
                      <a:pt x="77" y="190"/>
                    </a:lnTo>
                    <a:lnTo>
                      <a:pt x="77" y="193"/>
                    </a:lnTo>
                    <a:lnTo>
                      <a:pt x="78" y="194"/>
                    </a:lnTo>
                    <a:lnTo>
                      <a:pt x="78" y="197"/>
                    </a:lnTo>
                    <a:lnTo>
                      <a:pt x="78" y="198"/>
                    </a:lnTo>
                    <a:lnTo>
                      <a:pt x="80" y="201"/>
                    </a:lnTo>
                    <a:lnTo>
                      <a:pt x="80" y="203"/>
                    </a:lnTo>
                    <a:lnTo>
                      <a:pt x="81" y="205"/>
                    </a:lnTo>
                    <a:lnTo>
                      <a:pt x="81" y="206"/>
                    </a:lnTo>
                    <a:lnTo>
                      <a:pt x="82" y="208"/>
                    </a:lnTo>
                    <a:lnTo>
                      <a:pt x="82" y="210"/>
                    </a:lnTo>
                    <a:lnTo>
                      <a:pt x="82" y="211"/>
                    </a:lnTo>
                    <a:lnTo>
                      <a:pt x="84" y="212"/>
                    </a:lnTo>
                    <a:lnTo>
                      <a:pt x="84" y="214"/>
                    </a:lnTo>
                    <a:lnTo>
                      <a:pt x="84" y="215"/>
                    </a:lnTo>
                    <a:lnTo>
                      <a:pt x="85" y="216"/>
                    </a:lnTo>
                    <a:lnTo>
                      <a:pt x="85" y="218"/>
                    </a:lnTo>
                    <a:lnTo>
                      <a:pt x="85" y="219"/>
                    </a:lnTo>
                    <a:lnTo>
                      <a:pt x="85" y="220"/>
                    </a:lnTo>
                    <a:lnTo>
                      <a:pt x="86" y="222"/>
                    </a:lnTo>
                    <a:lnTo>
                      <a:pt x="86" y="223"/>
                    </a:lnTo>
                    <a:lnTo>
                      <a:pt x="86" y="224"/>
                    </a:lnTo>
                    <a:lnTo>
                      <a:pt x="86" y="226"/>
                    </a:lnTo>
                    <a:lnTo>
                      <a:pt x="86" y="227"/>
                    </a:lnTo>
                    <a:lnTo>
                      <a:pt x="86" y="228"/>
                    </a:lnTo>
                    <a:lnTo>
                      <a:pt x="86" y="230"/>
                    </a:lnTo>
                    <a:lnTo>
                      <a:pt x="88" y="231"/>
                    </a:lnTo>
                    <a:lnTo>
                      <a:pt x="88" y="232"/>
                    </a:lnTo>
                    <a:lnTo>
                      <a:pt x="88" y="234"/>
                    </a:lnTo>
                    <a:lnTo>
                      <a:pt x="88" y="235"/>
                    </a:lnTo>
                    <a:lnTo>
                      <a:pt x="88" y="236"/>
                    </a:lnTo>
                    <a:lnTo>
                      <a:pt x="88" y="238"/>
                    </a:lnTo>
                    <a:lnTo>
                      <a:pt x="88" y="239"/>
                    </a:lnTo>
                    <a:lnTo>
                      <a:pt x="88" y="242"/>
                    </a:lnTo>
                    <a:lnTo>
                      <a:pt x="88" y="243"/>
                    </a:lnTo>
                    <a:lnTo>
                      <a:pt x="88" y="246"/>
                    </a:lnTo>
                    <a:lnTo>
                      <a:pt x="89" y="247"/>
                    </a:lnTo>
                    <a:lnTo>
                      <a:pt x="89" y="248"/>
                    </a:lnTo>
                    <a:lnTo>
                      <a:pt x="89" y="250"/>
                    </a:lnTo>
                    <a:lnTo>
                      <a:pt x="89" y="251"/>
                    </a:lnTo>
                    <a:lnTo>
                      <a:pt x="89" y="252"/>
                    </a:lnTo>
                    <a:lnTo>
                      <a:pt x="89" y="254"/>
                    </a:lnTo>
                    <a:lnTo>
                      <a:pt x="89" y="255"/>
                    </a:lnTo>
                    <a:lnTo>
                      <a:pt x="89" y="256"/>
                    </a:lnTo>
                    <a:lnTo>
                      <a:pt x="89" y="258"/>
                    </a:lnTo>
                    <a:lnTo>
                      <a:pt x="89" y="259"/>
                    </a:lnTo>
                    <a:lnTo>
                      <a:pt x="89" y="260"/>
                    </a:lnTo>
                    <a:lnTo>
                      <a:pt x="90" y="260"/>
                    </a:lnTo>
                    <a:lnTo>
                      <a:pt x="90" y="262"/>
                    </a:lnTo>
                    <a:lnTo>
                      <a:pt x="90" y="263"/>
                    </a:lnTo>
                    <a:lnTo>
                      <a:pt x="90" y="264"/>
                    </a:lnTo>
                    <a:lnTo>
                      <a:pt x="90" y="266"/>
                    </a:lnTo>
                    <a:lnTo>
                      <a:pt x="90" y="267"/>
                    </a:lnTo>
                    <a:lnTo>
                      <a:pt x="90" y="268"/>
                    </a:lnTo>
                    <a:lnTo>
                      <a:pt x="90" y="270"/>
                    </a:lnTo>
                    <a:lnTo>
                      <a:pt x="92" y="270"/>
                    </a:lnTo>
                    <a:lnTo>
                      <a:pt x="92" y="271"/>
                    </a:lnTo>
                    <a:lnTo>
                      <a:pt x="92" y="272"/>
                    </a:lnTo>
                    <a:lnTo>
                      <a:pt x="92" y="274"/>
                    </a:lnTo>
                    <a:lnTo>
                      <a:pt x="92" y="275"/>
                    </a:lnTo>
                    <a:lnTo>
                      <a:pt x="92" y="276"/>
                    </a:lnTo>
                    <a:lnTo>
                      <a:pt x="93" y="278"/>
                    </a:lnTo>
                    <a:lnTo>
                      <a:pt x="93" y="279"/>
                    </a:lnTo>
                    <a:lnTo>
                      <a:pt x="93" y="280"/>
                    </a:lnTo>
                    <a:lnTo>
                      <a:pt x="93" y="281"/>
                    </a:lnTo>
                    <a:lnTo>
                      <a:pt x="93" y="283"/>
                    </a:lnTo>
                    <a:lnTo>
                      <a:pt x="94" y="284"/>
                    </a:lnTo>
                    <a:lnTo>
                      <a:pt x="94" y="285"/>
                    </a:lnTo>
                    <a:lnTo>
                      <a:pt x="94" y="287"/>
                    </a:lnTo>
                    <a:lnTo>
                      <a:pt x="94" y="288"/>
                    </a:lnTo>
                    <a:lnTo>
                      <a:pt x="94" y="289"/>
                    </a:lnTo>
                    <a:lnTo>
                      <a:pt x="94" y="291"/>
                    </a:lnTo>
                    <a:lnTo>
                      <a:pt x="94" y="292"/>
                    </a:lnTo>
                    <a:lnTo>
                      <a:pt x="94" y="293"/>
                    </a:lnTo>
                    <a:lnTo>
                      <a:pt x="94" y="295"/>
                    </a:lnTo>
                    <a:lnTo>
                      <a:pt x="94" y="296"/>
                    </a:lnTo>
                    <a:lnTo>
                      <a:pt x="94" y="297"/>
                    </a:lnTo>
                    <a:lnTo>
                      <a:pt x="94" y="299"/>
                    </a:lnTo>
                    <a:lnTo>
                      <a:pt x="94" y="300"/>
                    </a:lnTo>
                    <a:lnTo>
                      <a:pt x="94" y="303"/>
                    </a:lnTo>
                    <a:lnTo>
                      <a:pt x="94" y="304"/>
                    </a:lnTo>
                    <a:lnTo>
                      <a:pt x="94" y="305"/>
                    </a:lnTo>
                    <a:lnTo>
                      <a:pt x="93" y="308"/>
                    </a:lnTo>
                    <a:lnTo>
                      <a:pt x="93" y="309"/>
                    </a:lnTo>
                    <a:lnTo>
                      <a:pt x="93" y="312"/>
                    </a:lnTo>
                    <a:lnTo>
                      <a:pt x="93" y="315"/>
                    </a:lnTo>
                    <a:lnTo>
                      <a:pt x="93" y="317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7105" name="Freeform 89">
                <a:extLst>
                  <a:ext uri="{FF2B5EF4-FFF2-40B4-BE49-F238E27FC236}">
                    <a16:creationId xmlns:a16="http://schemas.microsoft.com/office/drawing/2014/main" id="{F1F2F8A4-D41B-4091-B800-8553F8C28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755138"/>
                <a:ext cx="74612" cy="252413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317"/>
                    </a:moveTo>
                    <a:lnTo>
                      <a:pt x="3" y="314"/>
                    </a:lnTo>
                    <a:lnTo>
                      <a:pt x="4" y="310"/>
                    </a:lnTo>
                    <a:lnTo>
                      <a:pt x="5" y="308"/>
                    </a:lnTo>
                    <a:lnTo>
                      <a:pt x="7" y="305"/>
                    </a:lnTo>
                    <a:lnTo>
                      <a:pt x="9" y="302"/>
                    </a:lnTo>
                    <a:lnTo>
                      <a:pt x="11" y="300"/>
                    </a:lnTo>
                    <a:lnTo>
                      <a:pt x="12" y="297"/>
                    </a:lnTo>
                    <a:lnTo>
                      <a:pt x="13" y="294"/>
                    </a:lnTo>
                    <a:lnTo>
                      <a:pt x="13" y="293"/>
                    </a:lnTo>
                    <a:lnTo>
                      <a:pt x="15" y="290"/>
                    </a:lnTo>
                    <a:lnTo>
                      <a:pt x="16" y="289"/>
                    </a:lnTo>
                    <a:lnTo>
                      <a:pt x="17" y="288"/>
                    </a:lnTo>
                    <a:lnTo>
                      <a:pt x="17" y="286"/>
                    </a:lnTo>
                    <a:lnTo>
                      <a:pt x="19" y="284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21" y="280"/>
                    </a:lnTo>
                    <a:lnTo>
                      <a:pt x="21" y="278"/>
                    </a:lnTo>
                    <a:lnTo>
                      <a:pt x="23" y="277"/>
                    </a:lnTo>
                    <a:lnTo>
                      <a:pt x="23" y="276"/>
                    </a:lnTo>
                    <a:lnTo>
                      <a:pt x="23" y="274"/>
                    </a:lnTo>
                    <a:lnTo>
                      <a:pt x="24" y="274"/>
                    </a:lnTo>
                    <a:lnTo>
                      <a:pt x="24" y="273"/>
                    </a:lnTo>
                    <a:lnTo>
                      <a:pt x="25" y="272"/>
                    </a:lnTo>
                    <a:lnTo>
                      <a:pt x="25" y="270"/>
                    </a:lnTo>
                    <a:lnTo>
                      <a:pt x="27" y="269"/>
                    </a:lnTo>
                    <a:lnTo>
                      <a:pt x="27" y="268"/>
                    </a:lnTo>
                    <a:lnTo>
                      <a:pt x="28" y="266"/>
                    </a:lnTo>
                    <a:lnTo>
                      <a:pt x="28" y="264"/>
                    </a:lnTo>
                    <a:lnTo>
                      <a:pt x="29" y="263"/>
                    </a:lnTo>
                    <a:lnTo>
                      <a:pt x="29" y="261"/>
                    </a:lnTo>
                    <a:lnTo>
                      <a:pt x="31" y="259"/>
                    </a:lnTo>
                    <a:lnTo>
                      <a:pt x="31" y="257"/>
                    </a:lnTo>
                    <a:lnTo>
                      <a:pt x="32" y="256"/>
                    </a:lnTo>
                    <a:lnTo>
                      <a:pt x="32" y="255"/>
                    </a:lnTo>
                    <a:lnTo>
                      <a:pt x="33" y="253"/>
                    </a:lnTo>
                    <a:lnTo>
                      <a:pt x="33" y="251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6" y="247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7" y="243"/>
                    </a:lnTo>
                    <a:lnTo>
                      <a:pt x="37" y="241"/>
                    </a:lnTo>
                    <a:lnTo>
                      <a:pt x="39" y="240"/>
                    </a:lnTo>
                    <a:lnTo>
                      <a:pt x="39" y="239"/>
                    </a:lnTo>
                    <a:lnTo>
                      <a:pt x="39" y="237"/>
                    </a:lnTo>
                    <a:lnTo>
                      <a:pt x="40" y="237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2" y="229"/>
                    </a:lnTo>
                    <a:lnTo>
                      <a:pt x="42" y="228"/>
                    </a:lnTo>
                    <a:lnTo>
                      <a:pt x="42" y="227"/>
                    </a:lnTo>
                    <a:lnTo>
                      <a:pt x="44" y="225"/>
                    </a:lnTo>
                    <a:lnTo>
                      <a:pt x="44" y="223"/>
                    </a:lnTo>
                    <a:lnTo>
                      <a:pt x="45" y="221"/>
                    </a:lnTo>
                    <a:lnTo>
                      <a:pt x="45" y="220"/>
                    </a:lnTo>
                    <a:lnTo>
                      <a:pt x="46" y="217"/>
                    </a:lnTo>
                    <a:lnTo>
                      <a:pt x="48" y="215"/>
                    </a:lnTo>
                    <a:lnTo>
                      <a:pt x="48" y="213"/>
                    </a:lnTo>
                    <a:lnTo>
                      <a:pt x="49" y="211"/>
                    </a:lnTo>
                    <a:lnTo>
                      <a:pt x="49" y="209"/>
                    </a:lnTo>
                    <a:lnTo>
                      <a:pt x="50" y="207"/>
                    </a:lnTo>
                    <a:lnTo>
                      <a:pt x="52" y="205"/>
                    </a:lnTo>
                    <a:lnTo>
                      <a:pt x="52" y="204"/>
                    </a:lnTo>
                    <a:lnTo>
                      <a:pt x="52" y="203"/>
                    </a:lnTo>
                    <a:lnTo>
                      <a:pt x="53" y="201"/>
                    </a:lnTo>
                    <a:lnTo>
                      <a:pt x="53" y="200"/>
                    </a:lnTo>
                    <a:lnTo>
                      <a:pt x="54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6" y="195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7" y="191"/>
                    </a:lnTo>
                    <a:lnTo>
                      <a:pt x="57" y="190"/>
                    </a:lnTo>
                    <a:lnTo>
                      <a:pt x="57" y="188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4"/>
                    </a:lnTo>
                    <a:lnTo>
                      <a:pt x="60" y="183"/>
                    </a:lnTo>
                    <a:lnTo>
                      <a:pt x="60" y="182"/>
                    </a:lnTo>
                    <a:lnTo>
                      <a:pt x="60" y="180"/>
                    </a:lnTo>
                    <a:lnTo>
                      <a:pt x="61" y="179"/>
                    </a:lnTo>
                    <a:lnTo>
                      <a:pt x="61" y="176"/>
                    </a:lnTo>
                    <a:lnTo>
                      <a:pt x="61" y="175"/>
                    </a:lnTo>
                    <a:lnTo>
                      <a:pt x="62" y="174"/>
                    </a:lnTo>
                    <a:lnTo>
                      <a:pt x="62" y="171"/>
                    </a:lnTo>
                    <a:lnTo>
                      <a:pt x="64" y="170"/>
                    </a:lnTo>
                    <a:lnTo>
                      <a:pt x="64" y="167"/>
                    </a:lnTo>
                    <a:lnTo>
                      <a:pt x="65" y="164"/>
                    </a:lnTo>
                    <a:lnTo>
                      <a:pt x="65" y="163"/>
                    </a:lnTo>
                    <a:lnTo>
                      <a:pt x="66" y="160"/>
                    </a:lnTo>
                    <a:lnTo>
                      <a:pt x="66" y="159"/>
                    </a:lnTo>
                    <a:lnTo>
                      <a:pt x="68" y="158"/>
                    </a:lnTo>
                    <a:lnTo>
                      <a:pt x="68" y="156"/>
                    </a:lnTo>
                    <a:lnTo>
                      <a:pt x="68" y="154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0" y="148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72" y="144"/>
                    </a:lnTo>
                    <a:lnTo>
                      <a:pt x="72" y="143"/>
                    </a:lnTo>
                    <a:lnTo>
                      <a:pt x="72" y="142"/>
                    </a:lnTo>
                    <a:lnTo>
                      <a:pt x="72" y="140"/>
                    </a:lnTo>
                    <a:lnTo>
                      <a:pt x="73" y="139"/>
                    </a:lnTo>
                    <a:lnTo>
                      <a:pt x="73" y="138"/>
                    </a:lnTo>
                    <a:lnTo>
                      <a:pt x="74" y="136"/>
                    </a:lnTo>
                    <a:lnTo>
                      <a:pt x="74" y="135"/>
                    </a:lnTo>
                    <a:lnTo>
                      <a:pt x="74" y="134"/>
                    </a:lnTo>
                    <a:lnTo>
                      <a:pt x="76" y="132"/>
                    </a:lnTo>
                    <a:lnTo>
                      <a:pt x="76" y="130"/>
                    </a:lnTo>
                    <a:lnTo>
                      <a:pt x="76" y="128"/>
                    </a:lnTo>
                    <a:lnTo>
                      <a:pt x="77" y="127"/>
                    </a:lnTo>
                    <a:lnTo>
                      <a:pt x="77" y="126"/>
                    </a:lnTo>
                    <a:lnTo>
                      <a:pt x="78" y="123"/>
                    </a:lnTo>
                    <a:lnTo>
                      <a:pt x="78" y="122"/>
                    </a:lnTo>
                    <a:lnTo>
                      <a:pt x="78" y="119"/>
                    </a:lnTo>
                    <a:lnTo>
                      <a:pt x="80" y="116"/>
                    </a:lnTo>
                    <a:lnTo>
                      <a:pt x="80" y="115"/>
                    </a:lnTo>
                    <a:lnTo>
                      <a:pt x="81" y="113"/>
                    </a:lnTo>
                    <a:lnTo>
                      <a:pt x="81" y="111"/>
                    </a:lnTo>
                    <a:lnTo>
                      <a:pt x="82" y="110"/>
                    </a:lnTo>
                    <a:lnTo>
                      <a:pt x="82" y="107"/>
                    </a:lnTo>
                    <a:lnTo>
                      <a:pt x="82" y="106"/>
                    </a:lnTo>
                    <a:lnTo>
                      <a:pt x="84" y="105"/>
                    </a:lnTo>
                    <a:lnTo>
                      <a:pt x="84" y="103"/>
                    </a:lnTo>
                    <a:lnTo>
                      <a:pt x="84" y="102"/>
                    </a:lnTo>
                    <a:lnTo>
                      <a:pt x="85" y="101"/>
                    </a:lnTo>
                    <a:lnTo>
                      <a:pt x="85" y="99"/>
                    </a:lnTo>
                    <a:lnTo>
                      <a:pt x="85" y="98"/>
                    </a:lnTo>
                    <a:lnTo>
                      <a:pt x="85" y="97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3"/>
                    </a:lnTo>
                    <a:lnTo>
                      <a:pt x="86" y="91"/>
                    </a:lnTo>
                    <a:lnTo>
                      <a:pt x="86" y="90"/>
                    </a:lnTo>
                    <a:lnTo>
                      <a:pt x="86" y="89"/>
                    </a:lnTo>
                    <a:lnTo>
                      <a:pt x="86" y="87"/>
                    </a:lnTo>
                    <a:lnTo>
                      <a:pt x="88" y="87"/>
                    </a:lnTo>
                    <a:lnTo>
                      <a:pt x="88" y="86"/>
                    </a:lnTo>
                    <a:lnTo>
                      <a:pt x="88" y="85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8" y="79"/>
                    </a:lnTo>
                    <a:lnTo>
                      <a:pt x="88" y="78"/>
                    </a:lnTo>
                    <a:lnTo>
                      <a:pt x="88" y="77"/>
                    </a:lnTo>
                    <a:lnTo>
                      <a:pt x="88" y="74"/>
                    </a:lnTo>
                    <a:lnTo>
                      <a:pt x="88" y="73"/>
                    </a:lnTo>
                    <a:lnTo>
                      <a:pt x="89" y="70"/>
                    </a:lnTo>
                    <a:lnTo>
                      <a:pt x="89" y="69"/>
                    </a:lnTo>
                    <a:lnTo>
                      <a:pt x="89" y="67"/>
                    </a:lnTo>
                    <a:lnTo>
                      <a:pt x="89" y="66"/>
                    </a:lnTo>
                    <a:lnTo>
                      <a:pt x="89" y="65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89" y="61"/>
                    </a:lnTo>
                    <a:lnTo>
                      <a:pt x="89" y="59"/>
                    </a:lnTo>
                    <a:lnTo>
                      <a:pt x="89" y="58"/>
                    </a:lnTo>
                    <a:lnTo>
                      <a:pt x="90" y="57"/>
                    </a:lnTo>
                    <a:lnTo>
                      <a:pt x="90" y="55"/>
                    </a:lnTo>
                    <a:lnTo>
                      <a:pt x="90" y="54"/>
                    </a:lnTo>
                    <a:lnTo>
                      <a:pt x="90" y="53"/>
                    </a:lnTo>
                    <a:lnTo>
                      <a:pt x="90" y="51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2" y="47"/>
                    </a:lnTo>
                    <a:lnTo>
                      <a:pt x="92" y="46"/>
                    </a:lnTo>
                    <a:lnTo>
                      <a:pt x="92" y="45"/>
                    </a:lnTo>
                    <a:lnTo>
                      <a:pt x="92" y="43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3" y="40"/>
                    </a:lnTo>
                    <a:lnTo>
                      <a:pt x="93" y="38"/>
                    </a:lnTo>
                    <a:lnTo>
                      <a:pt x="93" y="37"/>
                    </a:lnTo>
                    <a:lnTo>
                      <a:pt x="93" y="36"/>
                    </a:lnTo>
                    <a:lnTo>
                      <a:pt x="93" y="34"/>
                    </a:lnTo>
                    <a:lnTo>
                      <a:pt x="94" y="33"/>
                    </a:lnTo>
                    <a:lnTo>
                      <a:pt x="94" y="32"/>
                    </a:lnTo>
                    <a:lnTo>
                      <a:pt x="94" y="30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4" y="24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0"/>
                    </a:lnTo>
                    <a:lnTo>
                      <a:pt x="94" y="18"/>
                    </a:lnTo>
                    <a:lnTo>
                      <a:pt x="94" y="17"/>
                    </a:lnTo>
                    <a:lnTo>
                      <a:pt x="94" y="16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3" y="10"/>
                    </a:lnTo>
                    <a:lnTo>
                      <a:pt x="93" y="8"/>
                    </a:lnTo>
                    <a:lnTo>
                      <a:pt x="93" y="5"/>
                    </a:lnTo>
                    <a:lnTo>
                      <a:pt x="93" y="2"/>
                    </a:lnTo>
                    <a:lnTo>
                      <a:pt x="93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27058" name="Freeform 45">
              <a:extLst>
                <a:ext uri="{FF2B5EF4-FFF2-40B4-BE49-F238E27FC236}">
                  <a16:creationId xmlns:a16="http://schemas.microsoft.com/office/drawing/2014/main" id="{893B2D56-D82D-4AAD-8A3A-E0B0A84E5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674" y="2957298"/>
              <a:ext cx="3699109" cy="2735272"/>
            </a:xfrm>
            <a:custGeom>
              <a:avLst/>
              <a:gdLst>
                <a:gd name="T0" fmla="*/ 1278345235 w 10704"/>
                <a:gd name="T1" fmla="*/ 0 h 21003"/>
                <a:gd name="T2" fmla="*/ 2388662 w 10704"/>
                <a:gd name="T3" fmla="*/ 1102418 h 21003"/>
                <a:gd name="T4" fmla="*/ 0 w 10704"/>
                <a:gd name="T5" fmla="*/ 356221155 h 21003"/>
                <a:gd name="T6" fmla="*/ 135430103 w 10704"/>
                <a:gd name="T7" fmla="*/ 356102383 h 210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04" h="21003">
                  <a:moveTo>
                    <a:pt x="10704" y="0"/>
                  </a:move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1134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7059" name="Line 14">
              <a:extLst>
                <a:ext uri="{FF2B5EF4-FFF2-40B4-BE49-F238E27FC236}">
                  <a16:creationId xmlns:a16="http://schemas.microsoft.com/office/drawing/2014/main" id="{64EF081A-1DE3-406D-A2E0-8D63B4EA7A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07413" y="5790467"/>
              <a:ext cx="580100" cy="31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7060" name="TextBox 51">
              <a:extLst>
                <a:ext uri="{FF2B5EF4-FFF2-40B4-BE49-F238E27FC236}">
                  <a16:creationId xmlns:a16="http://schemas.microsoft.com/office/drawing/2014/main" id="{30B6627B-ED41-49CB-949F-ADCB752BFB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75820" y="599816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27061" name="TextBox 51">
              <a:extLst>
                <a:ext uri="{FF2B5EF4-FFF2-40B4-BE49-F238E27FC236}">
                  <a16:creationId xmlns:a16="http://schemas.microsoft.com/office/drawing/2014/main" id="{075E27CB-FA21-4821-97F7-3479781625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9" y="588809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7062" name="TextBox 51">
              <a:extLst>
                <a:ext uri="{FF2B5EF4-FFF2-40B4-BE49-F238E27FC236}">
                  <a16:creationId xmlns:a16="http://schemas.microsoft.com/office/drawing/2014/main" id="{ECA20030-926C-481F-A376-089131F138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3622" y="588809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27063" name="TextBox 51">
              <a:extLst>
                <a:ext uri="{FF2B5EF4-FFF2-40B4-BE49-F238E27FC236}">
                  <a16:creationId xmlns:a16="http://schemas.microsoft.com/office/drawing/2014/main" id="{6F6DA8A1-60AD-4219-BDE9-9164227470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353" y="530726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7064" name="TextBox 51">
              <a:extLst>
                <a:ext uri="{FF2B5EF4-FFF2-40B4-BE49-F238E27FC236}">
                  <a16:creationId xmlns:a16="http://schemas.microsoft.com/office/drawing/2014/main" id="{A99C2C98-7D11-44E6-A054-F878EC385D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9" y="4990627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27065" name="Freeform 48">
              <a:extLst>
                <a:ext uri="{FF2B5EF4-FFF2-40B4-BE49-F238E27FC236}">
                  <a16:creationId xmlns:a16="http://schemas.microsoft.com/office/drawing/2014/main" id="{92D77E86-7047-4A59-BE9D-3BC27EB50B3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594887" y="2914643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7066" name="Freeform 48">
              <a:extLst>
                <a:ext uri="{FF2B5EF4-FFF2-40B4-BE49-F238E27FC236}">
                  <a16:creationId xmlns:a16="http://schemas.microsoft.com/office/drawing/2014/main" id="{9B016C3A-09C9-4590-9F48-4A717FC0231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434954" y="2931576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7067" name="Freeform 5">
              <a:extLst>
                <a:ext uri="{FF2B5EF4-FFF2-40B4-BE49-F238E27FC236}">
                  <a16:creationId xmlns:a16="http://schemas.microsoft.com/office/drawing/2014/main" id="{C7ADB237-9DFC-4642-864B-1544A4C2C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272" y="5755462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7068" name="Freeform 7">
              <a:extLst>
                <a:ext uri="{FF2B5EF4-FFF2-40B4-BE49-F238E27FC236}">
                  <a16:creationId xmlns:a16="http://schemas.microsoft.com/office/drawing/2014/main" id="{89EE0A6E-0007-4269-8E46-31B246158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167" y="5867731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7069" name="TextBox 51">
              <a:extLst>
                <a:ext uri="{FF2B5EF4-FFF2-40B4-BE49-F238E27FC236}">
                  <a16:creationId xmlns:a16="http://schemas.microsoft.com/office/drawing/2014/main" id="{35419626-DC78-40F3-A48B-9D66790CA9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9028" y="5486655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grpSp>
          <p:nvGrpSpPr>
            <p:cNvPr id="427070" name="Group 4">
              <a:extLst>
                <a:ext uri="{FF2B5EF4-FFF2-40B4-BE49-F238E27FC236}">
                  <a16:creationId xmlns:a16="http://schemas.microsoft.com/office/drawing/2014/main" id="{40893B38-214E-48F5-A909-07411A66E1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62243" y="1638205"/>
              <a:ext cx="3228751" cy="750888"/>
              <a:chOff x="5768352" y="3768775"/>
              <a:chExt cx="3229577" cy="750332"/>
            </a:xfrm>
          </p:grpSpPr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FD2EA860-642B-2645-9B62-40EAED2A7BFD}"/>
                  </a:ext>
                </a:extLst>
              </p:cNvPr>
              <p:cNvCxnSpPr/>
              <p:nvPr/>
            </p:nvCxnSpPr>
            <p:spPr>
              <a:xfrm flipV="1">
                <a:off x="5768098" y="4206085"/>
                <a:ext cx="1980137" cy="15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8FC6CF71-E1A4-554D-95E4-7DF8279C44B8}"/>
                  </a:ext>
                </a:extLst>
              </p:cNvPr>
              <p:cNvCxnSpPr/>
              <p:nvPr/>
            </p:nvCxnSpPr>
            <p:spPr>
              <a:xfrm>
                <a:off x="7749823" y="4064873"/>
                <a:ext cx="565300" cy="1586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386DA828-A030-904B-BA1C-C97354EC4466}"/>
                  </a:ext>
                </a:extLst>
              </p:cNvPr>
              <p:cNvCxnSpPr/>
              <p:nvPr/>
            </p:nvCxnSpPr>
            <p:spPr>
              <a:xfrm>
                <a:off x="7745059" y="4345710"/>
                <a:ext cx="565300" cy="15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D981B112-2B8F-1F46-88F6-7439B3098518}"/>
                  </a:ext>
                </a:extLst>
              </p:cNvPr>
              <p:cNvCxnSpPr/>
              <p:nvPr/>
            </p:nvCxnSpPr>
            <p:spPr>
              <a:xfrm flipH="1" flipV="1">
                <a:off x="7749823" y="4061700"/>
                <a:ext cx="3176" cy="28401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7099" name="TextBox 93">
                <a:extLst>
                  <a:ext uri="{FF2B5EF4-FFF2-40B4-BE49-F238E27FC236}">
                    <a16:creationId xmlns:a16="http://schemas.microsoft.com/office/drawing/2014/main" id="{AFF4F5BF-8A07-4C65-AB5D-A5F5E48FDB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76877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27100" name="TextBox 6">
                <a:extLst>
                  <a:ext uri="{FF2B5EF4-FFF2-40B4-BE49-F238E27FC236}">
                    <a16:creationId xmlns:a16="http://schemas.microsoft.com/office/drawing/2014/main" id="{BC4ACE56-38F1-4A70-A9AF-100AC522C6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149775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7101" name="Freeform 48">
                <a:extLst>
                  <a:ext uri="{FF2B5EF4-FFF2-40B4-BE49-F238E27FC236}">
                    <a16:creationId xmlns:a16="http://schemas.microsoft.com/office/drawing/2014/main" id="{DEA2C292-48AA-4A68-A322-DC5FF1E7807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08850" y="4183965"/>
                <a:ext cx="77241" cy="73098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27071" name="Group 88">
              <a:extLst>
                <a:ext uri="{FF2B5EF4-FFF2-40B4-BE49-F238E27FC236}">
                  <a16:creationId xmlns:a16="http://schemas.microsoft.com/office/drawing/2014/main" id="{6F33333A-B5EB-4620-8287-E197AF1337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53438" y="2428748"/>
              <a:ext cx="2803076" cy="749300"/>
              <a:chOff x="6194136" y="3853561"/>
              <a:chExt cx="2803793" cy="750332"/>
            </a:xfrm>
          </p:grpSpPr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3571BCDF-1102-3940-9786-E9E1DD3616C5}"/>
                  </a:ext>
                </a:extLst>
              </p:cNvPr>
              <p:cNvCxnSpPr/>
              <p:nvPr/>
            </p:nvCxnSpPr>
            <p:spPr>
              <a:xfrm>
                <a:off x="6194803" y="4204544"/>
                <a:ext cx="1565690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ACD9ECAE-23F8-DC4B-BD3D-F394421A62A7}"/>
                  </a:ext>
                </a:extLst>
              </p:cNvPr>
              <p:cNvCxnSpPr/>
              <p:nvPr/>
            </p:nvCxnSpPr>
            <p:spPr>
              <a:xfrm>
                <a:off x="7744614" y="4064622"/>
                <a:ext cx="565300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Straight Connector 99">
                <a:extLst>
                  <a:ext uri="{FF2B5EF4-FFF2-40B4-BE49-F238E27FC236}">
                    <a16:creationId xmlns:a16="http://schemas.microsoft.com/office/drawing/2014/main" id="{4E13E949-B8B9-9549-854C-54E4C24BAD8F}"/>
                  </a:ext>
                </a:extLst>
              </p:cNvPr>
              <p:cNvCxnSpPr/>
              <p:nvPr/>
            </p:nvCxnSpPr>
            <p:spPr>
              <a:xfrm>
                <a:off x="7739851" y="4339695"/>
                <a:ext cx="565300" cy="15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D70863B6-0340-0C48-82E2-AB45386A6D6C}"/>
                  </a:ext>
                </a:extLst>
              </p:cNvPr>
              <p:cNvCxnSpPr/>
              <p:nvPr/>
            </p:nvCxnSpPr>
            <p:spPr>
              <a:xfrm flipH="1" flipV="1">
                <a:off x="7749378" y="4056672"/>
                <a:ext cx="3176" cy="284614"/>
              </a:xfrm>
              <a:prstGeom prst="line">
                <a:avLst/>
              </a:prstGeom>
              <a:solidFill>
                <a:srgbClr val="00B050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7092" name="TextBox 93">
                <a:extLst>
                  <a:ext uri="{FF2B5EF4-FFF2-40B4-BE49-F238E27FC236}">
                    <a16:creationId xmlns:a16="http://schemas.microsoft.com/office/drawing/2014/main" id="{A974B696-2AEC-45D3-B23F-760B42BDE94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853561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27093" name="TextBox 6">
                <a:extLst>
                  <a:ext uri="{FF2B5EF4-FFF2-40B4-BE49-F238E27FC236}">
                    <a16:creationId xmlns:a16="http://schemas.microsoft.com/office/drawing/2014/main" id="{29D392DE-6189-436A-B335-20DD372AA9B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234561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7094" name="Freeform 48">
                <a:extLst>
                  <a:ext uri="{FF2B5EF4-FFF2-40B4-BE49-F238E27FC236}">
                    <a16:creationId xmlns:a16="http://schemas.microsoft.com/office/drawing/2014/main" id="{C211EFF4-31AD-4D0F-8ABB-650CD1F6BE7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08850" y="4178383"/>
                <a:ext cx="77241" cy="73253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27072" name="Group 8">
              <a:extLst>
                <a:ext uri="{FF2B5EF4-FFF2-40B4-BE49-F238E27FC236}">
                  <a16:creationId xmlns:a16="http://schemas.microsoft.com/office/drawing/2014/main" id="{5465A178-4D24-41CB-A987-01F4A7F471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8227" y="3282987"/>
              <a:ext cx="1863862" cy="914400"/>
              <a:chOff x="7168853" y="823310"/>
              <a:chExt cx="1863684" cy="915796"/>
            </a:xfrm>
          </p:grpSpPr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E6131D61-0D05-8A4D-98AD-855D2CB23284}"/>
                  </a:ext>
                </a:extLst>
              </p:cNvPr>
              <p:cNvCxnSpPr/>
              <p:nvPr/>
            </p:nvCxnSpPr>
            <p:spPr>
              <a:xfrm flipV="1">
                <a:off x="7169302" y="1288857"/>
                <a:ext cx="1122265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36E4E505-A5E0-3A4B-85C7-E78D0E43E942}"/>
                  </a:ext>
                </a:extLst>
              </p:cNvPr>
              <p:cNvCxnSpPr/>
              <p:nvPr/>
            </p:nvCxnSpPr>
            <p:spPr>
              <a:xfrm>
                <a:off x="7750277" y="1024875"/>
                <a:ext cx="565101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EFD5F8E3-22FC-7144-B4C2-313226404D16}"/>
                  </a:ext>
                </a:extLst>
              </p:cNvPr>
              <p:cNvCxnSpPr/>
              <p:nvPr/>
            </p:nvCxnSpPr>
            <p:spPr>
              <a:xfrm>
                <a:off x="7745514" y="1521034"/>
                <a:ext cx="565101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Straight Connector 108">
                <a:extLst>
                  <a:ext uri="{FF2B5EF4-FFF2-40B4-BE49-F238E27FC236}">
                    <a16:creationId xmlns:a16="http://schemas.microsoft.com/office/drawing/2014/main" id="{FB2B0AC9-A9A6-004D-86A8-495C6B0CD74F}"/>
                  </a:ext>
                </a:extLst>
              </p:cNvPr>
              <p:cNvCxnSpPr/>
              <p:nvPr/>
            </p:nvCxnSpPr>
            <p:spPr>
              <a:xfrm flipH="1" flipV="1">
                <a:off x="7745514" y="1018514"/>
                <a:ext cx="3175" cy="505701"/>
              </a:xfrm>
              <a:prstGeom prst="line">
                <a:avLst/>
              </a:prstGeom>
              <a:solidFill>
                <a:srgbClr val="00B050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7084" name="TextBox 101">
                <a:extLst>
                  <a:ext uri="{FF2B5EF4-FFF2-40B4-BE49-F238E27FC236}">
                    <a16:creationId xmlns:a16="http://schemas.microsoft.com/office/drawing/2014/main" id="{F0796289-FDA2-4B5E-B327-F97EA2B6D99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0792" y="108674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27085" name="TextBox 6">
                <a:extLst>
                  <a:ext uri="{FF2B5EF4-FFF2-40B4-BE49-F238E27FC236}">
                    <a16:creationId xmlns:a16="http://schemas.microsoft.com/office/drawing/2014/main" id="{148CE8CA-701C-4671-A92F-4CA39F7A0A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16032" y="823310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7086" name="Freeform 48">
                <a:extLst>
                  <a:ext uri="{FF2B5EF4-FFF2-40B4-BE49-F238E27FC236}">
                    <a16:creationId xmlns:a16="http://schemas.microsoft.com/office/drawing/2014/main" id="{14B2BBDD-EEC1-4174-B59A-7A55C46118F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10106" y="1261218"/>
                <a:ext cx="73145" cy="73264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7087" name="TextBox 107">
                <a:extLst>
                  <a:ext uri="{FF2B5EF4-FFF2-40B4-BE49-F238E27FC236}">
                    <a16:creationId xmlns:a16="http://schemas.microsoft.com/office/drawing/2014/main" id="{32EE2BF2-67E4-49FB-8A6D-4D3D23E598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96438" y="1369774"/>
                <a:ext cx="736099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Done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sp>
          <p:nvSpPr>
            <p:cNvPr id="427073" name="Freeform 48">
              <a:extLst>
                <a:ext uri="{FF2B5EF4-FFF2-40B4-BE49-F238E27FC236}">
                  <a16:creationId xmlns:a16="http://schemas.microsoft.com/office/drawing/2014/main" id="{E3C6A2AD-5E3A-4283-A0F5-242E6EF9C57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232937" y="2733668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7074" name="Freeform 48">
              <a:extLst>
                <a:ext uri="{FF2B5EF4-FFF2-40B4-BE49-F238E27FC236}">
                  <a16:creationId xmlns:a16="http://schemas.microsoft.com/office/drawing/2014/main" id="{292C6865-D8A2-4A33-881E-CB4045F85E2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823362" y="2047868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7075" name="TextBox 51">
              <a:extLst>
                <a:ext uri="{FF2B5EF4-FFF2-40B4-BE49-F238E27FC236}">
                  <a16:creationId xmlns:a16="http://schemas.microsoft.com/office/drawing/2014/main" id="{9260F770-973D-4D7F-9025-2B7F9F68FC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4300" y="162108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7076" name="TextBox 51">
              <a:extLst>
                <a:ext uri="{FF2B5EF4-FFF2-40B4-BE49-F238E27FC236}">
                  <a16:creationId xmlns:a16="http://schemas.microsoft.com/office/drawing/2014/main" id="{6E8B6948-747F-4FF4-8109-86B0406173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2587" y="238993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7077" name="TextBox 51">
              <a:extLst>
                <a:ext uri="{FF2B5EF4-FFF2-40B4-BE49-F238E27FC236}">
                  <a16:creationId xmlns:a16="http://schemas.microsoft.com/office/drawing/2014/main" id="{EBA55F83-86D5-44AE-B43F-D4B2383C81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0875" y="333344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27078" name="Freeform 45">
              <a:extLst>
                <a:ext uri="{FF2B5EF4-FFF2-40B4-BE49-F238E27FC236}">
                  <a16:creationId xmlns:a16="http://schemas.microsoft.com/office/drawing/2014/main" id="{68D0BAA4-3333-4725-AD84-16C69E14FA0F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852089" y="2959411"/>
              <a:ext cx="4372447" cy="3609986"/>
            </a:xfrm>
            <a:custGeom>
              <a:avLst/>
              <a:gdLst>
                <a:gd name="T0" fmla="*/ 1541469344 w 10704"/>
                <a:gd name="T1" fmla="*/ 86678321 h 150349"/>
                <a:gd name="T2" fmla="*/ 1782751296 w 10704"/>
                <a:gd name="T3" fmla="*/ 86601655 h 150349"/>
                <a:gd name="T4" fmla="*/ 1786088637 w 10704"/>
                <a:gd name="T5" fmla="*/ 0 h 150349"/>
                <a:gd name="T6" fmla="*/ 3337340 w 10704"/>
                <a:gd name="T7" fmla="*/ 37481 h 150349"/>
                <a:gd name="T8" fmla="*/ 0 w 10704"/>
                <a:gd name="T9" fmla="*/ 12108528 h 150349"/>
                <a:gd name="T10" fmla="*/ 164025176 w 10704"/>
                <a:gd name="T11" fmla="*/ 12104494 h 1503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04" h="150349">
                  <a:moveTo>
                    <a:pt x="9238" y="150349"/>
                  </a:moveTo>
                  <a:lnTo>
                    <a:pt x="10684" y="150216"/>
                  </a:lnTo>
                  <a:cubicBezTo>
                    <a:pt x="10716" y="100026"/>
                    <a:pt x="10672" y="50190"/>
                    <a:pt x="10704" y="0"/>
                  </a:cubicBez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983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7079" name="Freeform 48">
              <a:extLst>
                <a:ext uri="{FF2B5EF4-FFF2-40B4-BE49-F238E27FC236}">
                  <a16:creationId xmlns:a16="http://schemas.microsoft.com/office/drawing/2014/main" id="{DABE5B64-2495-457C-8445-60465366403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186470" y="3716834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427011" name="Group 115">
            <a:extLst>
              <a:ext uri="{FF2B5EF4-FFF2-40B4-BE49-F238E27FC236}">
                <a16:creationId xmlns:a16="http://schemas.microsoft.com/office/drawing/2014/main" id="{1B578685-1F86-4D16-9FC2-03A90CAC1B30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58763" y="1071563"/>
            <a:ext cx="3546475" cy="1455737"/>
            <a:chOff x="27330" y="2051709"/>
            <a:chExt cx="2697218" cy="1108075"/>
          </a:xfrm>
        </p:grpSpPr>
        <p:pic>
          <p:nvPicPr>
            <p:cNvPr id="427012" name="Picture 119">
              <a:extLst>
                <a:ext uri="{FF2B5EF4-FFF2-40B4-BE49-F238E27FC236}">
                  <a16:creationId xmlns:a16="http://schemas.microsoft.com/office/drawing/2014/main" id="{4D3564A8-60C6-4857-A714-5E29390D045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330" y="2145256"/>
              <a:ext cx="2697218" cy="92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427013" name="Straight Connector 120">
              <a:extLst>
                <a:ext uri="{FF2B5EF4-FFF2-40B4-BE49-F238E27FC236}">
                  <a16:creationId xmlns:a16="http://schemas.microsoft.com/office/drawing/2014/main" id="{91CC93F6-3E44-4AAF-8CDA-9734167CE2D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162223" y="2051709"/>
              <a:ext cx="7937" cy="1108075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8033" name="Title 1">
            <a:extLst>
              <a:ext uri="{FF2B5EF4-FFF2-40B4-BE49-F238E27FC236}">
                <a16:creationId xmlns:a16="http://schemas.microsoft.com/office/drawing/2014/main" id="{1BB9CE2D-9E49-4E80-AC1F-9C4AB5A7146D}"/>
              </a:ext>
            </a:extLst>
          </p:cNvPr>
          <p:cNvSpPr txBox="1">
            <a:spLocks/>
          </p:cNvSpPr>
          <p:nvPr/>
        </p:nvSpPr>
        <p:spPr bwMode="auto">
          <a:xfrm>
            <a:off x="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How Does It Work?</a:t>
            </a:r>
          </a:p>
        </p:txBody>
      </p:sp>
      <p:grpSp>
        <p:nvGrpSpPr>
          <p:cNvPr id="428034" name="Group 3">
            <a:extLst>
              <a:ext uri="{FF2B5EF4-FFF2-40B4-BE49-F238E27FC236}">
                <a16:creationId xmlns:a16="http://schemas.microsoft.com/office/drawing/2014/main" id="{646C3DEB-21D5-4757-AE0D-B4BB4D27B6AA}"/>
              </a:ext>
            </a:extLst>
          </p:cNvPr>
          <p:cNvGrpSpPr>
            <a:grpSpLocks/>
          </p:cNvGrpSpPr>
          <p:nvPr/>
        </p:nvGrpSpPr>
        <p:grpSpPr bwMode="auto">
          <a:xfrm>
            <a:off x="93663" y="1319213"/>
            <a:ext cx="8997950" cy="5249862"/>
            <a:chOff x="92960" y="1318445"/>
            <a:chExt cx="8998034" cy="5250952"/>
          </a:xfrm>
        </p:grpSpPr>
        <p:sp>
          <p:nvSpPr>
            <p:cNvPr id="428038" name="TextBox 51">
              <a:extLst>
                <a:ext uri="{FF2B5EF4-FFF2-40B4-BE49-F238E27FC236}">
                  <a16:creationId xmlns:a16="http://schemas.microsoft.com/office/drawing/2014/main" id="{B60C1F37-35CB-43B5-9890-D2667CDDB4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3160" y="5486655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28039" name="Line 14">
              <a:extLst>
                <a:ext uri="{FF2B5EF4-FFF2-40B4-BE49-F238E27FC236}">
                  <a16:creationId xmlns:a16="http://schemas.microsoft.com/office/drawing/2014/main" id="{37BDDA55-E238-45FB-AE06-3E85F1BC8D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9416" y="5920630"/>
              <a:ext cx="10703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8040" name="Line 14">
              <a:extLst>
                <a:ext uri="{FF2B5EF4-FFF2-40B4-BE49-F238E27FC236}">
                  <a16:creationId xmlns:a16="http://schemas.microsoft.com/office/drawing/2014/main" id="{5013047F-B507-454D-8FF0-57D2262887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50" y="5937564"/>
              <a:ext cx="14246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8041" name="Rectangle 7">
              <a:extLst>
                <a:ext uri="{FF2B5EF4-FFF2-40B4-BE49-F238E27FC236}">
                  <a16:creationId xmlns:a16="http://schemas.microsoft.com/office/drawing/2014/main" id="{58B69D44-0745-4E1D-AC4C-1AED93388F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7960" y="5073446"/>
              <a:ext cx="1806575" cy="10302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042" name="Freeform 8">
              <a:extLst>
                <a:ext uri="{FF2B5EF4-FFF2-40B4-BE49-F238E27FC236}">
                  <a16:creationId xmlns:a16="http://schemas.microsoft.com/office/drawing/2014/main" id="{305676AD-7B20-4D3E-9FDE-63D175DD2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960" y="5302046"/>
              <a:ext cx="158750" cy="160338"/>
            </a:xfrm>
            <a:custGeom>
              <a:avLst/>
              <a:gdLst>
                <a:gd name="T0" fmla="*/ 0 w 202"/>
                <a:gd name="T1" fmla="*/ 630239 h 202"/>
                <a:gd name="T2" fmla="*/ 0 w 202"/>
                <a:gd name="T3" fmla="*/ 630239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8043" name="Rectangle 10">
              <a:extLst>
                <a:ext uri="{FF2B5EF4-FFF2-40B4-BE49-F238E27FC236}">
                  <a16:creationId xmlns:a16="http://schemas.microsoft.com/office/drawing/2014/main" id="{0347D2A0-C1EC-4B19-B2AF-87B27687A2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4323" y="5765596"/>
              <a:ext cx="65723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clear_n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044" name="Rectangle 11">
              <a:extLst>
                <a:ext uri="{FF2B5EF4-FFF2-40B4-BE49-F238E27FC236}">
                  <a16:creationId xmlns:a16="http://schemas.microsoft.com/office/drawing/2014/main" id="{6C93E24B-ADBB-4E61-83E6-7646F2BB1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1010" y="5465559"/>
              <a:ext cx="1331912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2-bit up-counter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045" name="Line 14">
              <a:extLst>
                <a:ext uri="{FF2B5EF4-FFF2-40B4-BE49-F238E27FC236}">
                  <a16:creationId xmlns:a16="http://schemas.microsoft.com/office/drawing/2014/main" id="{F8CC17A7-BA80-4D81-9A67-94E4799B83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48" y="5396934"/>
              <a:ext cx="4202381" cy="39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8046" name="Rectangle 17">
              <a:extLst>
                <a:ext uri="{FF2B5EF4-FFF2-40B4-BE49-F238E27FC236}">
                  <a16:creationId xmlns:a16="http://schemas.microsoft.com/office/drawing/2014/main" id="{98313B8D-20AE-47B0-8CA6-96CA82C2D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895" y="5791514"/>
              <a:ext cx="166712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047" name="Rectangle 18">
              <a:extLst>
                <a:ext uri="{FF2B5EF4-FFF2-40B4-BE49-F238E27FC236}">
                  <a16:creationId xmlns:a16="http://schemas.microsoft.com/office/drawing/2014/main" id="{699B8531-AE3E-4F5D-A63B-07B5E8674B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7935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048" name="Rectangle 19">
              <a:extLst>
                <a:ext uri="{FF2B5EF4-FFF2-40B4-BE49-F238E27FC236}">
                  <a16:creationId xmlns:a16="http://schemas.microsoft.com/office/drawing/2014/main" id="{829CD937-7E3A-487C-A547-CFBF5D42F0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6560" y="3084309"/>
              <a:ext cx="1806575" cy="107473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049" name="Rectangle 20">
              <a:extLst>
                <a:ext uri="{FF2B5EF4-FFF2-40B4-BE49-F238E27FC236}">
                  <a16:creationId xmlns:a16="http://schemas.microsoft.com/office/drawing/2014/main" id="{B6D447CD-5BDF-4329-A419-321407BA6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2398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050" name="Line 21">
              <a:extLst>
                <a:ext uri="{FF2B5EF4-FFF2-40B4-BE49-F238E27FC236}">
                  <a16:creationId xmlns:a16="http://schemas.microsoft.com/office/drawing/2014/main" id="{2ECC3ADE-C8B9-4412-90E4-4CE5929D85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473545" y="1898087"/>
              <a:ext cx="2103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8051" name="Line 22">
              <a:extLst>
                <a:ext uri="{FF2B5EF4-FFF2-40B4-BE49-F238E27FC236}">
                  <a16:creationId xmlns:a16="http://schemas.microsoft.com/office/drawing/2014/main" id="{EEADA168-A1C4-4F58-9E87-FDB8DAD2C0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20235" y="1895799"/>
              <a:ext cx="3168" cy="11885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8052" name="Rectangle 23">
              <a:extLst>
                <a:ext uri="{FF2B5EF4-FFF2-40B4-BE49-F238E27FC236}">
                  <a16:creationId xmlns:a16="http://schemas.microsoft.com/office/drawing/2014/main" id="{D9DAE7B9-76FA-445C-B279-7435DEA0C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9598" y="3843134"/>
              <a:ext cx="2276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En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053" name="Rectangle 24">
              <a:extLst>
                <a:ext uri="{FF2B5EF4-FFF2-40B4-BE49-F238E27FC236}">
                  <a16:creationId xmlns:a16="http://schemas.microsoft.com/office/drawing/2014/main" id="{AEED1030-7D4A-4001-8E42-D0B51F381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7860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054" name="Rectangle 25">
              <a:extLst>
                <a:ext uri="{FF2B5EF4-FFF2-40B4-BE49-F238E27FC236}">
                  <a16:creationId xmlns:a16="http://schemas.microsoft.com/office/drawing/2014/main" id="{FDC72E82-D7D7-49B8-AD13-1FC2C27DC5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6285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055" name="Rectangle 26">
              <a:extLst>
                <a:ext uri="{FF2B5EF4-FFF2-40B4-BE49-F238E27FC236}">
                  <a16:creationId xmlns:a16="http://schemas.microsoft.com/office/drawing/2014/main" id="{971D734F-C436-4038-9B35-FE484B6271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2148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056" name="Rectangle 27">
              <a:extLst>
                <a:ext uri="{FF2B5EF4-FFF2-40B4-BE49-F238E27FC236}">
                  <a16:creationId xmlns:a16="http://schemas.microsoft.com/office/drawing/2014/main" id="{71CD9305-02F6-4498-A03F-638DD556C1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6610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057" name="Rectangle 28">
              <a:extLst>
                <a:ext uri="{FF2B5EF4-FFF2-40B4-BE49-F238E27FC236}">
                  <a16:creationId xmlns:a16="http://schemas.microsoft.com/office/drawing/2014/main" id="{4E1663F9-7435-4F0F-A550-0C7950DAD5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79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058" name="Rectangle 29">
              <a:extLst>
                <a:ext uri="{FF2B5EF4-FFF2-40B4-BE49-F238E27FC236}">
                  <a16:creationId xmlns:a16="http://schemas.microsoft.com/office/drawing/2014/main" id="{5ADA049A-75FE-48C0-A4A0-4291E3F1F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522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059" name="Rectangle 30">
              <a:extLst>
                <a:ext uri="{FF2B5EF4-FFF2-40B4-BE49-F238E27FC236}">
                  <a16:creationId xmlns:a16="http://schemas.microsoft.com/office/drawing/2014/main" id="{72C3AC57-3638-46F6-B932-67AAFE1179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3035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060" name="Rectangle 31">
              <a:extLst>
                <a:ext uri="{FF2B5EF4-FFF2-40B4-BE49-F238E27FC236}">
                  <a16:creationId xmlns:a16="http://schemas.microsoft.com/office/drawing/2014/main" id="{3449FD33-972E-4E13-8564-053787F4E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3048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061" name="Rectangle 32">
              <a:extLst>
                <a:ext uri="{FF2B5EF4-FFF2-40B4-BE49-F238E27FC236}">
                  <a16:creationId xmlns:a16="http://schemas.microsoft.com/office/drawing/2014/main" id="{0BB81815-7683-42A7-A044-CA8656C07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974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062" name="Line 33">
              <a:extLst>
                <a:ext uri="{FF2B5EF4-FFF2-40B4-BE49-F238E27FC236}">
                  <a16:creationId xmlns:a16="http://schemas.microsoft.com/office/drawing/2014/main" id="{F0097EDE-7F45-4A69-883E-1CD8913070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66219" y="1895799"/>
              <a:ext cx="1583" cy="11885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8063" name="Line 34">
              <a:extLst>
                <a:ext uri="{FF2B5EF4-FFF2-40B4-BE49-F238E27FC236}">
                  <a16:creationId xmlns:a16="http://schemas.microsoft.com/office/drawing/2014/main" id="{874BF6B2-898F-403A-A6D0-F220FD9119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862119" y="1898087"/>
              <a:ext cx="2465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8064" name="Rectangle 37">
              <a:extLst>
                <a:ext uri="{FF2B5EF4-FFF2-40B4-BE49-F238E27FC236}">
                  <a16:creationId xmlns:a16="http://schemas.microsoft.com/office/drawing/2014/main" id="{CB030617-F986-481E-9457-300FA08C5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817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065" name="Rectangle 38">
              <a:extLst>
                <a:ext uri="{FF2B5EF4-FFF2-40B4-BE49-F238E27FC236}">
                  <a16:creationId xmlns:a16="http://schemas.microsoft.com/office/drawing/2014/main" id="{52B74C91-AE5E-47A6-BAE5-FB88EB4B78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1510" y="4657521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066" name="Rectangle 45">
              <a:extLst>
                <a:ext uri="{FF2B5EF4-FFF2-40B4-BE49-F238E27FC236}">
                  <a16:creationId xmlns:a16="http://schemas.microsoft.com/office/drawing/2014/main" id="{4BCA32B2-C15C-43D2-A6A7-B992FFABE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6123" y="3519284"/>
              <a:ext cx="11938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2-to-4 decoder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067" name="Rectangle 46">
              <a:extLst>
                <a:ext uri="{FF2B5EF4-FFF2-40B4-BE49-F238E27FC236}">
                  <a16:creationId xmlns:a16="http://schemas.microsoft.com/office/drawing/2014/main" id="{7A7BC525-5D92-4680-998A-BD2BCDCA04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3735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068" name="Rectangle 47">
              <a:extLst>
                <a:ext uri="{FF2B5EF4-FFF2-40B4-BE49-F238E27FC236}">
                  <a16:creationId xmlns:a16="http://schemas.microsoft.com/office/drawing/2014/main" id="{47D8E8A0-513F-441A-B269-D975611F64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0898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069" name="Rectangle 48">
              <a:extLst>
                <a:ext uri="{FF2B5EF4-FFF2-40B4-BE49-F238E27FC236}">
                  <a16:creationId xmlns:a16="http://schemas.microsoft.com/office/drawing/2014/main" id="{30F2586F-F3D6-4F7C-8A12-1C9E8C3C11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8410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070" name="Rectangle 49">
              <a:extLst>
                <a:ext uri="{FF2B5EF4-FFF2-40B4-BE49-F238E27FC236}">
                  <a16:creationId xmlns:a16="http://schemas.microsoft.com/office/drawing/2014/main" id="{1D9F7937-CD71-49DE-93FC-DA7B35D050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5573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071" name="Rectangle 50">
              <a:extLst>
                <a:ext uri="{FF2B5EF4-FFF2-40B4-BE49-F238E27FC236}">
                  <a16:creationId xmlns:a16="http://schemas.microsoft.com/office/drawing/2014/main" id="{9D9B656C-D44C-46B8-827B-49CC9DD7A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60" y="5214195"/>
              <a:ext cx="55143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Clock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cxnSp>
          <p:nvCxnSpPr>
            <p:cNvPr id="428072" name="Straight Arrow Connector 2">
              <a:extLst>
                <a:ext uri="{FF2B5EF4-FFF2-40B4-BE49-F238E27FC236}">
                  <a16:creationId xmlns:a16="http://schemas.microsoft.com/office/drawing/2014/main" id="{FB552682-B15B-45C7-A38C-00B48753370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109145" y="4165226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8073" name="Straight Arrow Connector 52">
              <a:extLst>
                <a:ext uri="{FF2B5EF4-FFF2-40B4-BE49-F238E27FC236}">
                  <a16:creationId xmlns:a16="http://schemas.microsoft.com/office/drawing/2014/main" id="{9D20E53F-0C79-4688-9649-6C81B5E849B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38675" y="4169345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8074" name="Straight Arrow Connector 53">
              <a:extLst>
                <a:ext uri="{FF2B5EF4-FFF2-40B4-BE49-F238E27FC236}">
                  <a16:creationId xmlns:a16="http://schemas.microsoft.com/office/drawing/2014/main" id="{C1BED371-0D69-4AC8-9DB5-1A65E135DB2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706475" y="4171404"/>
              <a:ext cx="0" cy="423475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28075" name="Freeform 5">
              <a:extLst>
                <a:ext uri="{FF2B5EF4-FFF2-40B4-BE49-F238E27FC236}">
                  <a16:creationId xmlns:a16="http://schemas.microsoft.com/office/drawing/2014/main" id="{5CC4FB8D-3457-4137-80E7-FC294E0FD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005" y="5772396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8076" name="Freeform 7">
              <a:extLst>
                <a:ext uri="{FF2B5EF4-FFF2-40B4-BE49-F238E27FC236}">
                  <a16:creationId xmlns:a16="http://schemas.microsoft.com/office/drawing/2014/main" id="{C23652FE-465A-4FBD-B657-A470B6F1C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900" y="5884665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8077" name="TextBox 7">
              <a:extLst>
                <a:ext uri="{FF2B5EF4-FFF2-40B4-BE49-F238E27FC236}">
                  <a16:creationId xmlns:a16="http://schemas.microsoft.com/office/drawing/2014/main" id="{F7C43EE9-67EC-4618-AD7D-8EA9754F0B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8312" y="4594022"/>
              <a:ext cx="874713" cy="461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28078" name="TextBox 7">
              <a:extLst>
                <a:ext uri="{FF2B5EF4-FFF2-40B4-BE49-F238E27FC236}">
                  <a16:creationId xmlns:a16="http://schemas.microsoft.com/office/drawing/2014/main" id="{93F40F4B-0457-4EB8-8DFB-87C31F1215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8566" y="1318445"/>
              <a:ext cx="199797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28079" name="TextBox 51">
              <a:extLst>
                <a:ext uri="{FF2B5EF4-FFF2-40B4-BE49-F238E27FC236}">
                  <a16:creationId xmlns:a16="http://schemas.microsoft.com/office/drawing/2014/main" id="{95A0025A-1698-467D-86E8-156679999D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4287" y="541396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8080" name="AutoShape 57">
              <a:extLst>
                <a:ext uri="{FF2B5EF4-FFF2-40B4-BE49-F238E27FC236}">
                  <a16:creationId xmlns:a16="http://schemas.microsoft.com/office/drawing/2014/main" id="{C626381D-D3E6-4734-86B5-0B68AF21A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501" y="5556352"/>
              <a:ext cx="554038" cy="47148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grpSp>
          <p:nvGrpSpPr>
            <p:cNvPr id="428081" name="Group 66">
              <a:extLst>
                <a:ext uri="{FF2B5EF4-FFF2-40B4-BE49-F238E27FC236}">
                  <a16:creationId xmlns:a16="http://schemas.microsoft.com/office/drawing/2014/main" id="{E65A0036-7C77-41CC-90E2-B94B038905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24676" y="5661598"/>
              <a:ext cx="636587" cy="501650"/>
              <a:chOff x="4164013" y="5505902"/>
              <a:chExt cx="636587" cy="501650"/>
            </a:xfrm>
          </p:grpSpPr>
          <p:sp>
            <p:nvSpPr>
              <p:cNvPr id="428126" name="Freeform 86">
                <a:extLst>
                  <a:ext uri="{FF2B5EF4-FFF2-40B4-BE49-F238E27FC236}">
                    <a16:creationId xmlns:a16="http://schemas.microsoft.com/office/drawing/2014/main" id="{8FC5E60E-9294-4150-A726-3C5D1D7E7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505902"/>
                <a:ext cx="630237" cy="249237"/>
              </a:xfrm>
              <a:custGeom>
                <a:avLst/>
                <a:gdLst>
                  <a:gd name="T0" fmla="*/ 2147483646 w 794"/>
                  <a:gd name="T1" fmla="*/ 0 h 315"/>
                  <a:gd name="T2" fmla="*/ 2147483646 w 794"/>
                  <a:gd name="T3" fmla="*/ 0 h 315"/>
                  <a:gd name="T4" fmla="*/ 2147483646 w 794"/>
                  <a:gd name="T5" fmla="*/ 0 h 315"/>
                  <a:gd name="T6" fmla="*/ 2147483646 w 794"/>
                  <a:gd name="T7" fmla="*/ 0 h 315"/>
                  <a:gd name="T8" fmla="*/ 2147483646 w 794"/>
                  <a:gd name="T9" fmla="*/ 0 h 315"/>
                  <a:gd name="T10" fmla="*/ 2147483646 w 794"/>
                  <a:gd name="T11" fmla="*/ 0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0"/>
                    </a:moveTo>
                    <a:lnTo>
                      <a:pt x="31" y="0"/>
                    </a:lnTo>
                    <a:lnTo>
                      <a:pt x="60" y="0"/>
                    </a:lnTo>
                    <a:lnTo>
                      <a:pt x="86" y="0"/>
                    </a:lnTo>
                    <a:lnTo>
                      <a:pt x="110" y="0"/>
                    </a:lnTo>
                    <a:lnTo>
                      <a:pt x="134" y="0"/>
                    </a:lnTo>
                    <a:lnTo>
                      <a:pt x="155" y="0"/>
                    </a:lnTo>
                    <a:lnTo>
                      <a:pt x="175" y="0"/>
                    </a:lnTo>
                    <a:lnTo>
                      <a:pt x="194" y="0"/>
                    </a:lnTo>
                    <a:lnTo>
                      <a:pt x="211" y="0"/>
                    </a:lnTo>
                    <a:lnTo>
                      <a:pt x="227" y="0"/>
                    </a:lnTo>
                    <a:lnTo>
                      <a:pt x="240" y="0"/>
                    </a:lnTo>
                    <a:lnTo>
                      <a:pt x="254" y="0"/>
                    </a:lnTo>
                    <a:lnTo>
                      <a:pt x="265" y="0"/>
                    </a:lnTo>
                    <a:lnTo>
                      <a:pt x="276" y="0"/>
                    </a:lnTo>
                    <a:lnTo>
                      <a:pt x="287" y="0"/>
                    </a:lnTo>
                    <a:lnTo>
                      <a:pt x="296" y="0"/>
                    </a:lnTo>
                    <a:lnTo>
                      <a:pt x="303" y="0"/>
                    </a:lnTo>
                    <a:lnTo>
                      <a:pt x="311" y="0"/>
                    </a:lnTo>
                    <a:lnTo>
                      <a:pt x="317" y="0"/>
                    </a:lnTo>
                    <a:lnTo>
                      <a:pt x="323" y="0"/>
                    </a:lnTo>
                    <a:lnTo>
                      <a:pt x="328" y="0"/>
                    </a:lnTo>
                    <a:lnTo>
                      <a:pt x="332" y="0"/>
                    </a:lnTo>
                    <a:lnTo>
                      <a:pt x="336" y="1"/>
                    </a:lnTo>
                    <a:lnTo>
                      <a:pt x="338" y="1"/>
                    </a:lnTo>
                    <a:lnTo>
                      <a:pt x="342" y="1"/>
                    </a:lnTo>
                    <a:lnTo>
                      <a:pt x="345" y="1"/>
                    </a:lnTo>
                    <a:lnTo>
                      <a:pt x="348" y="1"/>
                    </a:lnTo>
                    <a:lnTo>
                      <a:pt x="349" y="1"/>
                    </a:lnTo>
                    <a:lnTo>
                      <a:pt x="352" y="1"/>
                    </a:lnTo>
                    <a:lnTo>
                      <a:pt x="353" y="1"/>
                    </a:lnTo>
                    <a:lnTo>
                      <a:pt x="356" y="1"/>
                    </a:lnTo>
                    <a:lnTo>
                      <a:pt x="358" y="1"/>
                    </a:lnTo>
                    <a:lnTo>
                      <a:pt x="360" y="1"/>
                    </a:lnTo>
                    <a:lnTo>
                      <a:pt x="362" y="3"/>
                    </a:lnTo>
                    <a:lnTo>
                      <a:pt x="364" y="3"/>
                    </a:lnTo>
                    <a:lnTo>
                      <a:pt x="366" y="3"/>
                    </a:lnTo>
                    <a:lnTo>
                      <a:pt x="368" y="3"/>
                    </a:lnTo>
                    <a:lnTo>
                      <a:pt x="369" y="3"/>
                    </a:lnTo>
                    <a:lnTo>
                      <a:pt x="370" y="3"/>
                    </a:lnTo>
                    <a:lnTo>
                      <a:pt x="372" y="3"/>
                    </a:lnTo>
                    <a:lnTo>
                      <a:pt x="374" y="3"/>
                    </a:lnTo>
                    <a:lnTo>
                      <a:pt x="376" y="3"/>
                    </a:lnTo>
                    <a:lnTo>
                      <a:pt x="377" y="3"/>
                    </a:lnTo>
                    <a:lnTo>
                      <a:pt x="378" y="3"/>
                    </a:lnTo>
                    <a:lnTo>
                      <a:pt x="380" y="4"/>
                    </a:lnTo>
                    <a:lnTo>
                      <a:pt x="381" y="4"/>
                    </a:lnTo>
                    <a:lnTo>
                      <a:pt x="382" y="4"/>
                    </a:lnTo>
                    <a:lnTo>
                      <a:pt x="384" y="4"/>
                    </a:lnTo>
                    <a:lnTo>
                      <a:pt x="385" y="4"/>
                    </a:lnTo>
                    <a:lnTo>
                      <a:pt x="386" y="4"/>
                    </a:lnTo>
                    <a:lnTo>
                      <a:pt x="388" y="4"/>
                    </a:lnTo>
                    <a:lnTo>
                      <a:pt x="389" y="4"/>
                    </a:lnTo>
                    <a:lnTo>
                      <a:pt x="390" y="4"/>
                    </a:lnTo>
                    <a:lnTo>
                      <a:pt x="392" y="5"/>
                    </a:lnTo>
                    <a:lnTo>
                      <a:pt x="393" y="5"/>
                    </a:lnTo>
                    <a:lnTo>
                      <a:pt x="394" y="5"/>
                    </a:lnTo>
                    <a:lnTo>
                      <a:pt x="396" y="5"/>
                    </a:lnTo>
                    <a:lnTo>
                      <a:pt x="398" y="5"/>
                    </a:lnTo>
                    <a:lnTo>
                      <a:pt x="400" y="5"/>
                    </a:lnTo>
                    <a:lnTo>
                      <a:pt x="401" y="7"/>
                    </a:lnTo>
                    <a:lnTo>
                      <a:pt x="403" y="7"/>
                    </a:lnTo>
                    <a:lnTo>
                      <a:pt x="405" y="7"/>
                    </a:lnTo>
                    <a:lnTo>
                      <a:pt x="407" y="7"/>
                    </a:lnTo>
                    <a:lnTo>
                      <a:pt x="409" y="8"/>
                    </a:lnTo>
                    <a:lnTo>
                      <a:pt x="411" y="8"/>
                    </a:lnTo>
                    <a:lnTo>
                      <a:pt x="413" y="8"/>
                    </a:lnTo>
                    <a:lnTo>
                      <a:pt x="414" y="8"/>
                    </a:lnTo>
                    <a:lnTo>
                      <a:pt x="417" y="8"/>
                    </a:lnTo>
                    <a:lnTo>
                      <a:pt x="418" y="8"/>
                    </a:lnTo>
                    <a:lnTo>
                      <a:pt x="419" y="9"/>
                    </a:lnTo>
                    <a:lnTo>
                      <a:pt x="421" y="9"/>
                    </a:lnTo>
                    <a:lnTo>
                      <a:pt x="422" y="9"/>
                    </a:lnTo>
                    <a:lnTo>
                      <a:pt x="423" y="9"/>
                    </a:lnTo>
                    <a:lnTo>
                      <a:pt x="425" y="9"/>
                    </a:lnTo>
                    <a:lnTo>
                      <a:pt x="426" y="9"/>
                    </a:lnTo>
                    <a:lnTo>
                      <a:pt x="426" y="11"/>
                    </a:lnTo>
                    <a:lnTo>
                      <a:pt x="427" y="11"/>
                    </a:lnTo>
                    <a:lnTo>
                      <a:pt x="429" y="11"/>
                    </a:lnTo>
                    <a:lnTo>
                      <a:pt x="430" y="11"/>
                    </a:lnTo>
                    <a:lnTo>
                      <a:pt x="431" y="11"/>
                    </a:lnTo>
                    <a:lnTo>
                      <a:pt x="433" y="12"/>
                    </a:lnTo>
                    <a:lnTo>
                      <a:pt x="434" y="12"/>
                    </a:lnTo>
                    <a:lnTo>
                      <a:pt x="435" y="12"/>
                    </a:lnTo>
                    <a:lnTo>
                      <a:pt x="437" y="13"/>
                    </a:lnTo>
                    <a:lnTo>
                      <a:pt x="438" y="13"/>
                    </a:lnTo>
                    <a:lnTo>
                      <a:pt x="439" y="13"/>
                    </a:lnTo>
                    <a:lnTo>
                      <a:pt x="441" y="15"/>
                    </a:lnTo>
                    <a:lnTo>
                      <a:pt x="443" y="15"/>
                    </a:lnTo>
                    <a:lnTo>
                      <a:pt x="445" y="15"/>
                    </a:lnTo>
                    <a:lnTo>
                      <a:pt x="446" y="16"/>
                    </a:lnTo>
                    <a:lnTo>
                      <a:pt x="449" y="16"/>
                    </a:lnTo>
                    <a:lnTo>
                      <a:pt x="450" y="17"/>
                    </a:lnTo>
                    <a:lnTo>
                      <a:pt x="453" y="17"/>
                    </a:lnTo>
                    <a:lnTo>
                      <a:pt x="455" y="19"/>
                    </a:lnTo>
                    <a:lnTo>
                      <a:pt x="458" y="19"/>
                    </a:lnTo>
                    <a:lnTo>
                      <a:pt x="459" y="20"/>
                    </a:lnTo>
                    <a:lnTo>
                      <a:pt x="462" y="20"/>
                    </a:lnTo>
                    <a:lnTo>
                      <a:pt x="465" y="21"/>
                    </a:lnTo>
                    <a:lnTo>
                      <a:pt x="466" y="21"/>
                    </a:lnTo>
                    <a:lnTo>
                      <a:pt x="467" y="23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4"/>
                    </a:lnTo>
                    <a:lnTo>
                      <a:pt x="474" y="24"/>
                    </a:lnTo>
                    <a:lnTo>
                      <a:pt x="475" y="25"/>
                    </a:lnTo>
                    <a:lnTo>
                      <a:pt x="476" y="25"/>
                    </a:lnTo>
                    <a:lnTo>
                      <a:pt x="478" y="25"/>
                    </a:lnTo>
                    <a:lnTo>
                      <a:pt x="479" y="27"/>
                    </a:lnTo>
                    <a:lnTo>
                      <a:pt x="480" y="27"/>
                    </a:lnTo>
                    <a:lnTo>
                      <a:pt x="482" y="27"/>
                    </a:lnTo>
                    <a:lnTo>
                      <a:pt x="482" y="28"/>
                    </a:lnTo>
                    <a:lnTo>
                      <a:pt x="483" y="28"/>
                    </a:lnTo>
                    <a:lnTo>
                      <a:pt x="484" y="29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31"/>
                    </a:lnTo>
                    <a:lnTo>
                      <a:pt x="490" y="31"/>
                    </a:lnTo>
                    <a:lnTo>
                      <a:pt x="491" y="32"/>
                    </a:lnTo>
                    <a:lnTo>
                      <a:pt x="492" y="32"/>
                    </a:lnTo>
                    <a:lnTo>
                      <a:pt x="494" y="33"/>
                    </a:lnTo>
                    <a:lnTo>
                      <a:pt x="495" y="33"/>
                    </a:lnTo>
                    <a:lnTo>
                      <a:pt x="498" y="35"/>
                    </a:lnTo>
                    <a:lnTo>
                      <a:pt x="499" y="36"/>
                    </a:lnTo>
                    <a:lnTo>
                      <a:pt x="500" y="36"/>
                    </a:lnTo>
                    <a:lnTo>
                      <a:pt x="503" y="37"/>
                    </a:lnTo>
                    <a:lnTo>
                      <a:pt x="504" y="39"/>
                    </a:lnTo>
                    <a:lnTo>
                      <a:pt x="507" y="40"/>
                    </a:lnTo>
                    <a:lnTo>
                      <a:pt x="508" y="40"/>
                    </a:lnTo>
                    <a:lnTo>
                      <a:pt x="511" y="41"/>
                    </a:lnTo>
                    <a:lnTo>
                      <a:pt x="512" y="43"/>
                    </a:lnTo>
                    <a:lnTo>
                      <a:pt x="514" y="43"/>
                    </a:lnTo>
                    <a:lnTo>
                      <a:pt x="516" y="44"/>
                    </a:lnTo>
                    <a:lnTo>
                      <a:pt x="518" y="44"/>
                    </a:lnTo>
                    <a:lnTo>
                      <a:pt x="519" y="45"/>
                    </a:lnTo>
                    <a:lnTo>
                      <a:pt x="520" y="45"/>
                    </a:lnTo>
                    <a:lnTo>
                      <a:pt x="522" y="47"/>
                    </a:lnTo>
                    <a:lnTo>
                      <a:pt x="523" y="47"/>
                    </a:lnTo>
                    <a:lnTo>
                      <a:pt x="523" y="48"/>
                    </a:lnTo>
                    <a:lnTo>
                      <a:pt x="524" y="48"/>
                    </a:lnTo>
                    <a:lnTo>
                      <a:pt x="526" y="49"/>
                    </a:lnTo>
                    <a:lnTo>
                      <a:pt x="527" y="49"/>
                    </a:lnTo>
                    <a:lnTo>
                      <a:pt x="528" y="51"/>
                    </a:lnTo>
                    <a:lnTo>
                      <a:pt x="530" y="51"/>
                    </a:lnTo>
                    <a:lnTo>
                      <a:pt x="531" y="52"/>
                    </a:lnTo>
                    <a:lnTo>
                      <a:pt x="532" y="52"/>
                    </a:lnTo>
                    <a:lnTo>
                      <a:pt x="534" y="53"/>
                    </a:lnTo>
                    <a:lnTo>
                      <a:pt x="535" y="55"/>
                    </a:lnTo>
                    <a:lnTo>
                      <a:pt x="536" y="55"/>
                    </a:lnTo>
                    <a:lnTo>
                      <a:pt x="538" y="56"/>
                    </a:lnTo>
                    <a:lnTo>
                      <a:pt x="539" y="56"/>
                    </a:lnTo>
                    <a:lnTo>
                      <a:pt x="540" y="57"/>
                    </a:lnTo>
                    <a:lnTo>
                      <a:pt x="542" y="57"/>
                    </a:lnTo>
                    <a:lnTo>
                      <a:pt x="543" y="58"/>
                    </a:lnTo>
                    <a:lnTo>
                      <a:pt x="546" y="60"/>
                    </a:lnTo>
                    <a:lnTo>
                      <a:pt x="547" y="60"/>
                    </a:lnTo>
                    <a:lnTo>
                      <a:pt x="548" y="61"/>
                    </a:lnTo>
                    <a:lnTo>
                      <a:pt x="551" y="62"/>
                    </a:lnTo>
                    <a:lnTo>
                      <a:pt x="552" y="64"/>
                    </a:lnTo>
                    <a:lnTo>
                      <a:pt x="553" y="65"/>
                    </a:lnTo>
                    <a:lnTo>
                      <a:pt x="556" y="65"/>
                    </a:lnTo>
                    <a:lnTo>
                      <a:pt x="557" y="66"/>
                    </a:lnTo>
                    <a:lnTo>
                      <a:pt x="559" y="66"/>
                    </a:lnTo>
                    <a:lnTo>
                      <a:pt x="560" y="68"/>
                    </a:lnTo>
                    <a:lnTo>
                      <a:pt x="561" y="69"/>
                    </a:lnTo>
                    <a:lnTo>
                      <a:pt x="563" y="69"/>
                    </a:lnTo>
                    <a:lnTo>
                      <a:pt x="564" y="70"/>
                    </a:lnTo>
                    <a:lnTo>
                      <a:pt x="565" y="70"/>
                    </a:lnTo>
                    <a:lnTo>
                      <a:pt x="567" y="72"/>
                    </a:lnTo>
                    <a:lnTo>
                      <a:pt x="568" y="73"/>
                    </a:lnTo>
                    <a:lnTo>
                      <a:pt x="569" y="73"/>
                    </a:lnTo>
                    <a:lnTo>
                      <a:pt x="571" y="74"/>
                    </a:lnTo>
                    <a:lnTo>
                      <a:pt x="572" y="74"/>
                    </a:lnTo>
                    <a:lnTo>
                      <a:pt x="572" y="76"/>
                    </a:lnTo>
                    <a:lnTo>
                      <a:pt x="573" y="76"/>
                    </a:lnTo>
                    <a:lnTo>
                      <a:pt x="575" y="76"/>
                    </a:lnTo>
                    <a:lnTo>
                      <a:pt x="575" y="77"/>
                    </a:lnTo>
                    <a:lnTo>
                      <a:pt x="576" y="77"/>
                    </a:lnTo>
                    <a:lnTo>
                      <a:pt x="577" y="78"/>
                    </a:lnTo>
                    <a:lnTo>
                      <a:pt x="579" y="78"/>
                    </a:lnTo>
                    <a:lnTo>
                      <a:pt x="580" y="80"/>
                    </a:lnTo>
                    <a:lnTo>
                      <a:pt x="581" y="80"/>
                    </a:lnTo>
                    <a:lnTo>
                      <a:pt x="581" y="81"/>
                    </a:lnTo>
                    <a:lnTo>
                      <a:pt x="583" y="82"/>
                    </a:lnTo>
                    <a:lnTo>
                      <a:pt x="585" y="82"/>
                    </a:lnTo>
                    <a:lnTo>
                      <a:pt x="587" y="84"/>
                    </a:lnTo>
                    <a:lnTo>
                      <a:pt x="588" y="85"/>
                    </a:lnTo>
                    <a:lnTo>
                      <a:pt x="589" y="86"/>
                    </a:lnTo>
                    <a:lnTo>
                      <a:pt x="591" y="86"/>
                    </a:lnTo>
                    <a:lnTo>
                      <a:pt x="592" y="88"/>
                    </a:lnTo>
                    <a:lnTo>
                      <a:pt x="593" y="88"/>
                    </a:lnTo>
                    <a:lnTo>
                      <a:pt x="593" y="89"/>
                    </a:lnTo>
                    <a:lnTo>
                      <a:pt x="595" y="89"/>
                    </a:lnTo>
                    <a:lnTo>
                      <a:pt x="596" y="90"/>
                    </a:lnTo>
                    <a:lnTo>
                      <a:pt x="597" y="90"/>
                    </a:lnTo>
                    <a:lnTo>
                      <a:pt x="597" y="92"/>
                    </a:lnTo>
                    <a:lnTo>
                      <a:pt x="599" y="92"/>
                    </a:lnTo>
                    <a:lnTo>
                      <a:pt x="600" y="93"/>
                    </a:lnTo>
                    <a:lnTo>
                      <a:pt x="601" y="93"/>
                    </a:lnTo>
                    <a:lnTo>
                      <a:pt x="601" y="94"/>
                    </a:lnTo>
                    <a:lnTo>
                      <a:pt x="603" y="94"/>
                    </a:lnTo>
                    <a:lnTo>
                      <a:pt x="604" y="96"/>
                    </a:lnTo>
                    <a:lnTo>
                      <a:pt x="605" y="97"/>
                    </a:lnTo>
                    <a:lnTo>
                      <a:pt x="607" y="97"/>
                    </a:lnTo>
                    <a:lnTo>
                      <a:pt x="607" y="98"/>
                    </a:lnTo>
                    <a:lnTo>
                      <a:pt x="608" y="98"/>
                    </a:lnTo>
                    <a:lnTo>
                      <a:pt x="609" y="100"/>
                    </a:lnTo>
                    <a:lnTo>
                      <a:pt x="611" y="101"/>
                    </a:lnTo>
                    <a:lnTo>
                      <a:pt x="612" y="101"/>
                    </a:lnTo>
                    <a:lnTo>
                      <a:pt x="612" y="102"/>
                    </a:lnTo>
                    <a:lnTo>
                      <a:pt x="613" y="102"/>
                    </a:lnTo>
                    <a:lnTo>
                      <a:pt x="615" y="104"/>
                    </a:lnTo>
                    <a:lnTo>
                      <a:pt x="616" y="105"/>
                    </a:lnTo>
                    <a:lnTo>
                      <a:pt x="617" y="106"/>
                    </a:lnTo>
                    <a:lnTo>
                      <a:pt x="619" y="106"/>
                    </a:lnTo>
                    <a:lnTo>
                      <a:pt x="619" y="108"/>
                    </a:lnTo>
                    <a:lnTo>
                      <a:pt x="620" y="108"/>
                    </a:lnTo>
                    <a:lnTo>
                      <a:pt x="621" y="109"/>
                    </a:lnTo>
                    <a:lnTo>
                      <a:pt x="622" y="110"/>
                    </a:lnTo>
                    <a:lnTo>
                      <a:pt x="624" y="110"/>
                    </a:lnTo>
                    <a:lnTo>
                      <a:pt x="624" y="112"/>
                    </a:lnTo>
                    <a:lnTo>
                      <a:pt x="625" y="112"/>
                    </a:lnTo>
                    <a:lnTo>
                      <a:pt x="625" y="113"/>
                    </a:lnTo>
                    <a:lnTo>
                      <a:pt x="626" y="113"/>
                    </a:lnTo>
                    <a:lnTo>
                      <a:pt x="628" y="114"/>
                    </a:lnTo>
                    <a:lnTo>
                      <a:pt x="629" y="114"/>
                    </a:lnTo>
                    <a:lnTo>
                      <a:pt x="629" y="116"/>
                    </a:lnTo>
                    <a:lnTo>
                      <a:pt x="630" y="116"/>
                    </a:lnTo>
                    <a:lnTo>
                      <a:pt x="632" y="117"/>
                    </a:lnTo>
                    <a:lnTo>
                      <a:pt x="633" y="118"/>
                    </a:lnTo>
                    <a:lnTo>
                      <a:pt x="634" y="118"/>
                    </a:lnTo>
                    <a:lnTo>
                      <a:pt x="634" y="120"/>
                    </a:lnTo>
                    <a:lnTo>
                      <a:pt x="636" y="120"/>
                    </a:lnTo>
                    <a:lnTo>
                      <a:pt x="637" y="121"/>
                    </a:lnTo>
                    <a:lnTo>
                      <a:pt x="638" y="121"/>
                    </a:lnTo>
                    <a:lnTo>
                      <a:pt x="640" y="122"/>
                    </a:lnTo>
                    <a:lnTo>
                      <a:pt x="641" y="124"/>
                    </a:lnTo>
                    <a:lnTo>
                      <a:pt x="642" y="125"/>
                    </a:lnTo>
                    <a:lnTo>
                      <a:pt x="644" y="125"/>
                    </a:lnTo>
                    <a:lnTo>
                      <a:pt x="645" y="126"/>
                    </a:lnTo>
                    <a:lnTo>
                      <a:pt x="646" y="128"/>
                    </a:lnTo>
                    <a:lnTo>
                      <a:pt x="648" y="128"/>
                    </a:lnTo>
                    <a:lnTo>
                      <a:pt x="648" y="129"/>
                    </a:lnTo>
                    <a:lnTo>
                      <a:pt x="649" y="129"/>
                    </a:lnTo>
                    <a:lnTo>
                      <a:pt x="650" y="130"/>
                    </a:lnTo>
                    <a:lnTo>
                      <a:pt x="652" y="131"/>
                    </a:lnTo>
                    <a:lnTo>
                      <a:pt x="653" y="131"/>
                    </a:lnTo>
                    <a:lnTo>
                      <a:pt x="653" y="133"/>
                    </a:lnTo>
                    <a:lnTo>
                      <a:pt x="654" y="133"/>
                    </a:lnTo>
                    <a:lnTo>
                      <a:pt x="654" y="134"/>
                    </a:lnTo>
                    <a:lnTo>
                      <a:pt x="656" y="134"/>
                    </a:lnTo>
                    <a:lnTo>
                      <a:pt x="656" y="135"/>
                    </a:lnTo>
                    <a:lnTo>
                      <a:pt x="657" y="135"/>
                    </a:lnTo>
                    <a:lnTo>
                      <a:pt x="657" y="137"/>
                    </a:lnTo>
                    <a:lnTo>
                      <a:pt x="658" y="138"/>
                    </a:lnTo>
                    <a:lnTo>
                      <a:pt x="660" y="138"/>
                    </a:lnTo>
                    <a:lnTo>
                      <a:pt x="660" y="139"/>
                    </a:lnTo>
                    <a:lnTo>
                      <a:pt x="661" y="141"/>
                    </a:lnTo>
                    <a:lnTo>
                      <a:pt x="662" y="141"/>
                    </a:lnTo>
                    <a:lnTo>
                      <a:pt x="664" y="142"/>
                    </a:lnTo>
                    <a:lnTo>
                      <a:pt x="664" y="143"/>
                    </a:lnTo>
                    <a:lnTo>
                      <a:pt x="665" y="145"/>
                    </a:lnTo>
                    <a:lnTo>
                      <a:pt x="666" y="146"/>
                    </a:lnTo>
                    <a:lnTo>
                      <a:pt x="668" y="147"/>
                    </a:lnTo>
                    <a:lnTo>
                      <a:pt x="669" y="149"/>
                    </a:lnTo>
                    <a:lnTo>
                      <a:pt x="670" y="150"/>
                    </a:lnTo>
                    <a:lnTo>
                      <a:pt x="672" y="151"/>
                    </a:lnTo>
                    <a:lnTo>
                      <a:pt x="673" y="153"/>
                    </a:lnTo>
                    <a:lnTo>
                      <a:pt x="674" y="154"/>
                    </a:lnTo>
                    <a:lnTo>
                      <a:pt x="676" y="155"/>
                    </a:lnTo>
                    <a:lnTo>
                      <a:pt x="677" y="157"/>
                    </a:lnTo>
                    <a:lnTo>
                      <a:pt x="677" y="158"/>
                    </a:lnTo>
                    <a:lnTo>
                      <a:pt x="678" y="158"/>
                    </a:lnTo>
                    <a:lnTo>
                      <a:pt x="680" y="159"/>
                    </a:lnTo>
                    <a:lnTo>
                      <a:pt x="680" y="161"/>
                    </a:lnTo>
                    <a:lnTo>
                      <a:pt x="681" y="161"/>
                    </a:lnTo>
                    <a:lnTo>
                      <a:pt x="681" y="162"/>
                    </a:lnTo>
                    <a:lnTo>
                      <a:pt x="682" y="162"/>
                    </a:lnTo>
                    <a:lnTo>
                      <a:pt x="682" y="163"/>
                    </a:lnTo>
                    <a:lnTo>
                      <a:pt x="684" y="165"/>
                    </a:lnTo>
                    <a:lnTo>
                      <a:pt x="685" y="166"/>
                    </a:lnTo>
                    <a:lnTo>
                      <a:pt x="686" y="167"/>
                    </a:lnTo>
                    <a:lnTo>
                      <a:pt x="686" y="169"/>
                    </a:lnTo>
                    <a:lnTo>
                      <a:pt x="688" y="169"/>
                    </a:lnTo>
                    <a:lnTo>
                      <a:pt x="689" y="170"/>
                    </a:lnTo>
                    <a:lnTo>
                      <a:pt x="689" y="171"/>
                    </a:lnTo>
                    <a:lnTo>
                      <a:pt x="690" y="173"/>
                    </a:lnTo>
                    <a:lnTo>
                      <a:pt x="692" y="174"/>
                    </a:lnTo>
                    <a:lnTo>
                      <a:pt x="693" y="175"/>
                    </a:lnTo>
                    <a:lnTo>
                      <a:pt x="694" y="178"/>
                    </a:lnTo>
                    <a:lnTo>
                      <a:pt x="695" y="179"/>
                    </a:lnTo>
                    <a:lnTo>
                      <a:pt x="697" y="181"/>
                    </a:lnTo>
                    <a:lnTo>
                      <a:pt x="698" y="183"/>
                    </a:lnTo>
                    <a:lnTo>
                      <a:pt x="701" y="185"/>
                    </a:lnTo>
                    <a:lnTo>
                      <a:pt x="702" y="186"/>
                    </a:lnTo>
                    <a:lnTo>
                      <a:pt x="702" y="187"/>
                    </a:lnTo>
                    <a:lnTo>
                      <a:pt x="703" y="189"/>
                    </a:lnTo>
                    <a:lnTo>
                      <a:pt x="705" y="190"/>
                    </a:lnTo>
                    <a:lnTo>
                      <a:pt x="706" y="191"/>
                    </a:lnTo>
                    <a:lnTo>
                      <a:pt x="707" y="193"/>
                    </a:lnTo>
                    <a:lnTo>
                      <a:pt x="707" y="194"/>
                    </a:lnTo>
                    <a:lnTo>
                      <a:pt x="709" y="195"/>
                    </a:lnTo>
                    <a:lnTo>
                      <a:pt x="710" y="197"/>
                    </a:lnTo>
                    <a:lnTo>
                      <a:pt x="710" y="198"/>
                    </a:lnTo>
                    <a:lnTo>
                      <a:pt x="711" y="198"/>
                    </a:lnTo>
                    <a:lnTo>
                      <a:pt x="713" y="199"/>
                    </a:lnTo>
                    <a:lnTo>
                      <a:pt x="713" y="201"/>
                    </a:lnTo>
                    <a:lnTo>
                      <a:pt x="714" y="202"/>
                    </a:lnTo>
                    <a:lnTo>
                      <a:pt x="715" y="203"/>
                    </a:lnTo>
                    <a:lnTo>
                      <a:pt x="717" y="205"/>
                    </a:lnTo>
                    <a:lnTo>
                      <a:pt x="717" y="206"/>
                    </a:lnTo>
                    <a:lnTo>
                      <a:pt x="718" y="207"/>
                    </a:lnTo>
                    <a:lnTo>
                      <a:pt x="719" y="208"/>
                    </a:lnTo>
                    <a:lnTo>
                      <a:pt x="721" y="210"/>
                    </a:lnTo>
                    <a:lnTo>
                      <a:pt x="722" y="212"/>
                    </a:lnTo>
                    <a:lnTo>
                      <a:pt x="722" y="214"/>
                    </a:lnTo>
                    <a:lnTo>
                      <a:pt x="723" y="215"/>
                    </a:lnTo>
                    <a:lnTo>
                      <a:pt x="725" y="216"/>
                    </a:lnTo>
                    <a:lnTo>
                      <a:pt x="726" y="218"/>
                    </a:lnTo>
                    <a:lnTo>
                      <a:pt x="727" y="220"/>
                    </a:lnTo>
                    <a:lnTo>
                      <a:pt x="729" y="222"/>
                    </a:lnTo>
                    <a:lnTo>
                      <a:pt x="730" y="224"/>
                    </a:lnTo>
                    <a:lnTo>
                      <a:pt x="731" y="226"/>
                    </a:lnTo>
                    <a:lnTo>
                      <a:pt x="734" y="228"/>
                    </a:lnTo>
                    <a:lnTo>
                      <a:pt x="735" y="230"/>
                    </a:lnTo>
                    <a:lnTo>
                      <a:pt x="735" y="232"/>
                    </a:lnTo>
                    <a:lnTo>
                      <a:pt x="737" y="234"/>
                    </a:lnTo>
                    <a:lnTo>
                      <a:pt x="738" y="235"/>
                    </a:lnTo>
                    <a:lnTo>
                      <a:pt x="739" y="236"/>
                    </a:lnTo>
                    <a:lnTo>
                      <a:pt x="741" y="238"/>
                    </a:lnTo>
                    <a:lnTo>
                      <a:pt x="742" y="239"/>
                    </a:lnTo>
                    <a:lnTo>
                      <a:pt x="742" y="240"/>
                    </a:lnTo>
                    <a:lnTo>
                      <a:pt x="743" y="242"/>
                    </a:lnTo>
                    <a:lnTo>
                      <a:pt x="745" y="243"/>
                    </a:lnTo>
                    <a:lnTo>
                      <a:pt x="745" y="244"/>
                    </a:lnTo>
                    <a:lnTo>
                      <a:pt x="746" y="246"/>
                    </a:lnTo>
                    <a:lnTo>
                      <a:pt x="746" y="247"/>
                    </a:lnTo>
                    <a:lnTo>
                      <a:pt x="747" y="247"/>
                    </a:lnTo>
                    <a:lnTo>
                      <a:pt x="749" y="248"/>
                    </a:lnTo>
                    <a:lnTo>
                      <a:pt x="749" y="250"/>
                    </a:lnTo>
                    <a:lnTo>
                      <a:pt x="750" y="251"/>
                    </a:lnTo>
                    <a:lnTo>
                      <a:pt x="750" y="252"/>
                    </a:lnTo>
                    <a:lnTo>
                      <a:pt x="751" y="254"/>
                    </a:lnTo>
                    <a:lnTo>
                      <a:pt x="753" y="255"/>
                    </a:lnTo>
                    <a:lnTo>
                      <a:pt x="754" y="256"/>
                    </a:lnTo>
                    <a:lnTo>
                      <a:pt x="754" y="258"/>
                    </a:lnTo>
                    <a:lnTo>
                      <a:pt x="755" y="259"/>
                    </a:lnTo>
                    <a:lnTo>
                      <a:pt x="757" y="260"/>
                    </a:lnTo>
                    <a:lnTo>
                      <a:pt x="758" y="262"/>
                    </a:lnTo>
                    <a:lnTo>
                      <a:pt x="759" y="263"/>
                    </a:lnTo>
                    <a:lnTo>
                      <a:pt x="761" y="266"/>
                    </a:lnTo>
                    <a:lnTo>
                      <a:pt x="762" y="267"/>
                    </a:lnTo>
                    <a:lnTo>
                      <a:pt x="763" y="270"/>
                    </a:lnTo>
                    <a:lnTo>
                      <a:pt x="765" y="271"/>
                    </a:lnTo>
                    <a:lnTo>
                      <a:pt x="766" y="274"/>
                    </a:lnTo>
                    <a:lnTo>
                      <a:pt x="767" y="276"/>
                    </a:lnTo>
                    <a:lnTo>
                      <a:pt x="769" y="278"/>
                    </a:lnTo>
                    <a:lnTo>
                      <a:pt x="770" y="279"/>
                    </a:lnTo>
                    <a:lnTo>
                      <a:pt x="771" y="281"/>
                    </a:lnTo>
                    <a:lnTo>
                      <a:pt x="772" y="283"/>
                    </a:lnTo>
                    <a:lnTo>
                      <a:pt x="774" y="284"/>
                    </a:lnTo>
                    <a:lnTo>
                      <a:pt x="775" y="285"/>
                    </a:lnTo>
                    <a:lnTo>
                      <a:pt x="775" y="287"/>
                    </a:lnTo>
                    <a:lnTo>
                      <a:pt x="776" y="288"/>
                    </a:lnTo>
                    <a:lnTo>
                      <a:pt x="778" y="289"/>
                    </a:lnTo>
                    <a:lnTo>
                      <a:pt x="778" y="291"/>
                    </a:lnTo>
                    <a:lnTo>
                      <a:pt x="779" y="292"/>
                    </a:lnTo>
                    <a:lnTo>
                      <a:pt x="780" y="293"/>
                    </a:lnTo>
                    <a:lnTo>
                      <a:pt x="782" y="295"/>
                    </a:lnTo>
                    <a:lnTo>
                      <a:pt x="782" y="296"/>
                    </a:lnTo>
                    <a:lnTo>
                      <a:pt x="783" y="297"/>
                    </a:lnTo>
                    <a:lnTo>
                      <a:pt x="784" y="299"/>
                    </a:lnTo>
                    <a:lnTo>
                      <a:pt x="784" y="300"/>
                    </a:lnTo>
                    <a:lnTo>
                      <a:pt x="786" y="301"/>
                    </a:lnTo>
                    <a:lnTo>
                      <a:pt x="786" y="303"/>
                    </a:lnTo>
                    <a:lnTo>
                      <a:pt x="787" y="304"/>
                    </a:lnTo>
                    <a:lnTo>
                      <a:pt x="788" y="305"/>
                    </a:lnTo>
                    <a:lnTo>
                      <a:pt x="788" y="307"/>
                    </a:lnTo>
                    <a:lnTo>
                      <a:pt x="790" y="309"/>
                    </a:lnTo>
                    <a:lnTo>
                      <a:pt x="791" y="311"/>
                    </a:lnTo>
                    <a:lnTo>
                      <a:pt x="791" y="312"/>
                    </a:lnTo>
                    <a:lnTo>
                      <a:pt x="792" y="313"/>
                    </a:lnTo>
                    <a:lnTo>
                      <a:pt x="794" y="315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8127" name="Freeform 87">
                <a:extLst>
                  <a:ext uri="{FF2B5EF4-FFF2-40B4-BE49-F238E27FC236}">
                    <a16:creationId xmlns:a16="http://schemas.microsoft.com/office/drawing/2014/main" id="{E54FE6F4-5991-42BD-AD54-034E886D1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758314"/>
                <a:ext cx="630237" cy="249238"/>
              </a:xfrm>
              <a:custGeom>
                <a:avLst/>
                <a:gdLst>
                  <a:gd name="T0" fmla="*/ 2147483646 w 794"/>
                  <a:gd name="T1" fmla="*/ 2147483646 h 315"/>
                  <a:gd name="T2" fmla="*/ 2147483646 w 794"/>
                  <a:gd name="T3" fmla="*/ 2147483646 h 315"/>
                  <a:gd name="T4" fmla="*/ 2147483646 w 794"/>
                  <a:gd name="T5" fmla="*/ 2147483646 h 315"/>
                  <a:gd name="T6" fmla="*/ 2147483646 w 794"/>
                  <a:gd name="T7" fmla="*/ 2147483646 h 315"/>
                  <a:gd name="T8" fmla="*/ 2147483646 w 794"/>
                  <a:gd name="T9" fmla="*/ 2147483646 h 315"/>
                  <a:gd name="T10" fmla="*/ 2147483646 w 794"/>
                  <a:gd name="T11" fmla="*/ 2147483646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315"/>
                    </a:moveTo>
                    <a:lnTo>
                      <a:pt x="31" y="315"/>
                    </a:lnTo>
                    <a:lnTo>
                      <a:pt x="60" y="315"/>
                    </a:lnTo>
                    <a:lnTo>
                      <a:pt x="86" y="315"/>
                    </a:lnTo>
                    <a:lnTo>
                      <a:pt x="110" y="315"/>
                    </a:lnTo>
                    <a:lnTo>
                      <a:pt x="134" y="315"/>
                    </a:lnTo>
                    <a:lnTo>
                      <a:pt x="155" y="315"/>
                    </a:lnTo>
                    <a:lnTo>
                      <a:pt x="175" y="315"/>
                    </a:lnTo>
                    <a:lnTo>
                      <a:pt x="194" y="315"/>
                    </a:lnTo>
                    <a:lnTo>
                      <a:pt x="211" y="315"/>
                    </a:lnTo>
                    <a:lnTo>
                      <a:pt x="227" y="315"/>
                    </a:lnTo>
                    <a:lnTo>
                      <a:pt x="240" y="315"/>
                    </a:lnTo>
                    <a:lnTo>
                      <a:pt x="254" y="315"/>
                    </a:lnTo>
                    <a:lnTo>
                      <a:pt x="265" y="315"/>
                    </a:lnTo>
                    <a:lnTo>
                      <a:pt x="276" y="315"/>
                    </a:lnTo>
                    <a:lnTo>
                      <a:pt x="287" y="315"/>
                    </a:lnTo>
                    <a:lnTo>
                      <a:pt x="296" y="315"/>
                    </a:lnTo>
                    <a:lnTo>
                      <a:pt x="303" y="315"/>
                    </a:lnTo>
                    <a:lnTo>
                      <a:pt x="311" y="315"/>
                    </a:lnTo>
                    <a:lnTo>
                      <a:pt x="317" y="315"/>
                    </a:lnTo>
                    <a:lnTo>
                      <a:pt x="323" y="315"/>
                    </a:lnTo>
                    <a:lnTo>
                      <a:pt x="328" y="315"/>
                    </a:lnTo>
                    <a:lnTo>
                      <a:pt x="332" y="315"/>
                    </a:lnTo>
                    <a:lnTo>
                      <a:pt x="336" y="315"/>
                    </a:lnTo>
                    <a:lnTo>
                      <a:pt x="338" y="315"/>
                    </a:lnTo>
                    <a:lnTo>
                      <a:pt x="342" y="315"/>
                    </a:lnTo>
                    <a:lnTo>
                      <a:pt x="345" y="315"/>
                    </a:lnTo>
                    <a:lnTo>
                      <a:pt x="348" y="315"/>
                    </a:lnTo>
                    <a:lnTo>
                      <a:pt x="349" y="314"/>
                    </a:lnTo>
                    <a:lnTo>
                      <a:pt x="352" y="314"/>
                    </a:lnTo>
                    <a:lnTo>
                      <a:pt x="353" y="314"/>
                    </a:lnTo>
                    <a:lnTo>
                      <a:pt x="356" y="314"/>
                    </a:lnTo>
                    <a:lnTo>
                      <a:pt x="358" y="314"/>
                    </a:lnTo>
                    <a:lnTo>
                      <a:pt x="360" y="314"/>
                    </a:lnTo>
                    <a:lnTo>
                      <a:pt x="362" y="314"/>
                    </a:lnTo>
                    <a:lnTo>
                      <a:pt x="364" y="314"/>
                    </a:lnTo>
                    <a:lnTo>
                      <a:pt x="366" y="314"/>
                    </a:lnTo>
                    <a:lnTo>
                      <a:pt x="368" y="314"/>
                    </a:lnTo>
                    <a:lnTo>
                      <a:pt x="369" y="314"/>
                    </a:lnTo>
                    <a:lnTo>
                      <a:pt x="370" y="312"/>
                    </a:lnTo>
                    <a:lnTo>
                      <a:pt x="372" y="312"/>
                    </a:lnTo>
                    <a:lnTo>
                      <a:pt x="374" y="312"/>
                    </a:lnTo>
                    <a:lnTo>
                      <a:pt x="376" y="312"/>
                    </a:lnTo>
                    <a:lnTo>
                      <a:pt x="377" y="312"/>
                    </a:lnTo>
                    <a:lnTo>
                      <a:pt x="378" y="312"/>
                    </a:lnTo>
                    <a:lnTo>
                      <a:pt x="380" y="312"/>
                    </a:lnTo>
                    <a:lnTo>
                      <a:pt x="381" y="312"/>
                    </a:lnTo>
                    <a:lnTo>
                      <a:pt x="382" y="312"/>
                    </a:lnTo>
                    <a:lnTo>
                      <a:pt x="384" y="312"/>
                    </a:lnTo>
                    <a:lnTo>
                      <a:pt x="385" y="311"/>
                    </a:lnTo>
                    <a:lnTo>
                      <a:pt x="386" y="311"/>
                    </a:lnTo>
                    <a:lnTo>
                      <a:pt x="388" y="311"/>
                    </a:lnTo>
                    <a:lnTo>
                      <a:pt x="389" y="311"/>
                    </a:lnTo>
                    <a:lnTo>
                      <a:pt x="390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4" y="311"/>
                    </a:lnTo>
                    <a:lnTo>
                      <a:pt x="396" y="310"/>
                    </a:lnTo>
                    <a:lnTo>
                      <a:pt x="398" y="310"/>
                    </a:lnTo>
                    <a:lnTo>
                      <a:pt x="400" y="310"/>
                    </a:lnTo>
                    <a:lnTo>
                      <a:pt x="401" y="310"/>
                    </a:lnTo>
                    <a:lnTo>
                      <a:pt x="403" y="310"/>
                    </a:lnTo>
                    <a:lnTo>
                      <a:pt x="405" y="308"/>
                    </a:lnTo>
                    <a:lnTo>
                      <a:pt x="407" y="308"/>
                    </a:lnTo>
                    <a:lnTo>
                      <a:pt x="409" y="308"/>
                    </a:lnTo>
                    <a:lnTo>
                      <a:pt x="411" y="308"/>
                    </a:lnTo>
                    <a:lnTo>
                      <a:pt x="413" y="307"/>
                    </a:lnTo>
                    <a:lnTo>
                      <a:pt x="414" y="307"/>
                    </a:lnTo>
                    <a:lnTo>
                      <a:pt x="417" y="307"/>
                    </a:lnTo>
                    <a:lnTo>
                      <a:pt x="418" y="307"/>
                    </a:lnTo>
                    <a:lnTo>
                      <a:pt x="419" y="307"/>
                    </a:lnTo>
                    <a:lnTo>
                      <a:pt x="421" y="307"/>
                    </a:lnTo>
                    <a:lnTo>
                      <a:pt x="422" y="306"/>
                    </a:lnTo>
                    <a:lnTo>
                      <a:pt x="423" y="306"/>
                    </a:lnTo>
                    <a:lnTo>
                      <a:pt x="425" y="306"/>
                    </a:lnTo>
                    <a:lnTo>
                      <a:pt x="426" y="306"/>
                    </a:lnTo>
                    <a:lnTo>
                      <a:pt x="427" y="306"/>
                    </a:lnTo>
                    <a:lnTo>
                      <a:pt x="429" y="304"/>
                    </a:lnTo>
                    <a:lnTo>
                      <a:pt x="430" y="304"/>
                    </a:lnTo>
                    <a:lnTo>
                      <a:pt x="431" y="304"/>
                    </a:lnTo>
                    <a:lnTo>
                      <a:pt x="433" y="304"/>
                    </a:lnTo>
                    <a:lnTo>
                      <a:pt x="434" y="303"/>
                    </a:lnTo>
                    <a:lnTo>
                      <a:pt x="435" y="303"/>
                    </a:lnTo>
                    <a:lnTo>
                      <a:pt x="437" y="303"/>
                    </a:lnTo>
                    <a:lnTo>
                      <a:pt x="438" y="303"/>
                    </a:lnTo>
                    <a:lnTo>
                      <a:pt x="439" y="302"/>
                    </a:lnTo>
                    <a:lnTo>
                      <a:pt x="441" y="302"/>
                    </a:lnTo>
                    <a:lnTo>
                      <a:pt x="443" y="300"/>
                    </a:lnTo>
                    <a:lnTo>
                      <a:pt x="445" y="300"/>
                    </a:lnTo>
                    <a:lnTo>
                      <a:pt x="446" y="300"/>
                    </a:lnTo>
                    <a:lnTo>
                      <a:pt x="449" y="299"/>
                    </a:lnTo>
                    <a:lnTo>
                      <a:pt x="450" y="299"/>
                    </a:lnTo>
                    <a:lnTo>
                      <a:pt x="453" y="298"/>
                    </a:lnTo>
                    <a:lnTo>
                      <a:pt x="455" y="296"/>
                    </a:lnTo>
                    <a:lnTo>
                      <a:pt x="458" y="296"/>
                    </a:lnTo>
                    <a:lnTo>
                      <a:pt x="459" y="295"/>
                    </a:lnTo>
                    <a:lnTo>
                      <a:pt x="462" y="295"/>
                    </a:lnTo>
                    <a:lnTo>
                      <a:pt x="465" y="294"/>
                    </a:lnTo>
                    <a:lnTo>
                      <a:pt x="466" y="294"/>
                    </a:lnTo>
                    <a:lnTo>
                      <a:pt x="467" y="294"/>
                    </a:lnTo>
                    <a:lnTo>
                      <a:pt x="470" y="292"/>
                    </a:lnTo>
                    <a:lnTo>
                      <a:pt x="471" y="292"/>
                    </a:lnTo>
                    <a:lnTo>
                      <a:pt x="473" y="291"/>
                    </a:lnTo>
                    <a:lnTo>
                      <a:pt x="474" y="291"/>
                    </a:lnTo>
                    <a:lnTo>
                      <a:pt x="475" y="291"/>
                    </a:lnTo>
                    <a:lnTo>
                      <a:pt x="476" y="290"/>
                    </a:lnTo>
                    <a:lnTo>
                      <a:pt x="478" y="290"/>
                    </a:lnTo>
                    <a:lnTo>
                      <a:pt x="479" y="290"/>
                    </a:lnTo>
                    <a:lnTo>
                      <a:pt x="480" y="288"/>
                    </a:lnTo>
                    <a:lnTo>
                      <a:pt x="482" y="288"/>
                    </a:lnTo>
                    <a:lnTo>
                      <a:pt x="483" y="287"/>
                    </a:lnTo>
                    <a:lnTo>
                      <a:pt x="484" y="287"/>
                    </a:lnTo>
                    <a:lnTo>
                      <a:pt x="486" y="286"/>
                    </a:lnTo>
                    <a:lnTo>
                      <a:pt x="487" y="286"/>
                    </a:lnTo>
                    <a:lnTo>
                      <a:pt x="488" y="286"/>
                    </a:lnTo>
                    <a:lnTo>
                      <a:pt x="490" y="284"/>
                    </a:lnTo>
                    <a:lnTo>
                      <a:pt x="491" y="284"/>
                    </a:lnTo>
                    <a:lnTo>
                      <a:pt x="492" y="283"/>
                    </a:lnTo>
                    <a:lnTo>
                      <a:pt x="494" y="283"/>
                    </a:lnTo>
                    <a:lnTo>
                      <a:pt x="495" y="282"/>
                    </a:lnTo>
                    <a:lnTo>
                      <a:pt x="498" y="280"/>
                    </a:lnTo>
                    <a:lnTo>
                      <a:pt x="499" y="280"/>
                    </a:lnTo>
                    <a:lnTo>
                      <a:pt x="500" y="279"/>
                    </a:lnTo>
                    <a:lnTo>
                      <a:pt x="503" y="278"/>
                    </a:lnTo>
                    <a:lnTo>
                      <a:pt x="504" y="276"/>
                    </a:lnTo>
                    <a:lnTo>
                      <a:pt x="507" y="276"/>
                    </a:lnTo>
                    <a:lnTo>
                      <a:pt x="508" y="275"/>
                    </a:lnTo>
                    <a:lnTo>
                      <a:pt x="511" y="274"/>
                    </a:lnTo>
                    <a:lnTo>
                      <a:pt x="512" y="274"/>
                    </a:lnTo>
                    <a:lnTo>
                      <a:pt x="514" y="272"/>
                    </a:lnTo>
                    <a:lnTo>
                      <a:pt x="516" y="271"/>
                    </a:lnTo>
                    <a:lnTo>
                      <a:pt x="518" y="271"/>
                    </a:lnTo>
                    <a:lnTo>
                      <a:pt x="519" y="270"/>
                    </a:lnTo>
                    <a:lnTo>
                      <a:pt x="520" y="270"/>
                    </a:lnTo>
                    <a:lnTo>
                      <a:pt x="522" y="268"/>
                    </a:lnTo>
                    <a:lnTo>
                      <a:pt x="523" y="268"/>
                    </a:lnTo>
                    <a:lnTo>
                      <a:pt x="524" y="267"/>
                    </a:lnTo>
                    <a:lnTo>
                      <a:pt x="526" y="267"/>
                    </a:lnTo>
                    <a:lnTo>
                      <a:pt x="527" y="266"/>
                    </a:lnTo>
                    <a:lnTo>
                      <a:pt x="528" y="266"/>
                    </a:lnTo>
                    <a:lnTo>
                      <a:pt x="528" y="264"/>
                    </a:lnTo>
                    <a:lnTo>
                      <a:pt x="530" y="264"/>
                    </a:lnTo>
                    <a:lnTo>
                      <a:pt x="531" y="264"/>
                    </a:lnTo>
                    <a:lnTo>
                      <a:pt x="532" y="263"/>
                    </a:lnTo>
                    <a:lnTo>
                      <a:pt x="534" y="263"/>
                    </a:lnTo>
                    <a:lnTo>
                      <a:pt x="534" y="262"/>
                    </a:lnTo>
                    <a:lnTo>
                      <a:pt x="535" y="262"/>
                    </a:lnTo>
                    <a:lnTo>
                      <a:pt x="536" y="261"/>
                    </a:lnTo>
                    <a:lnTo>
                      <a:pt x="538" y="261"/>
                    </a:lnTo>
                    <a:lnTo>
                      <a:pt x="539" y="259"/>
                    </a:lnTo>
                    <a:lnTo>
                      <a:pt x="540" y="259"/>
                    </a:lnTo>
                    <a:lnTo>
                      <a:pt x="542" y="258"/>
                    </a:lnTo>
                    <a:lnTo>
                      <a:pt x="543" y="257"/>
                    </a:lnTo>
                    <a:lnTo>
                      <a:pt x="546" y="257"/>
                    </a:lnTo>
                    <a:lnTo>
                      <a:pt x="547" y="255"/>
                    </a:lnTo>
                    <a:lnTo>
                      <a:pt x="548" y="254"/>
                    </a:lnTo>
                    <a:lnTo>
                      <a:pt x="551" y="253"/>
                    </a:lnTo>
                    <a:lnTo>
                      <a:pt x="552" y="253"/>
                    </a:lnTo>
                    <a:lnTo>
                      <a:pt x="553" y="251"/>
                    </a:lnTo>
                    <a:lnTo>
                      <a:pt x="556" y="250"/>
                    </a:lnTo>
                    <a:lnTo>
                      <a:pt x="557" y="250"/>
                    </a:lnTo>
                    <a:lnTo>
                      <a:pt x="559" y="249"/>
                    </a:lnTo>
                    <a:lnTo>
                      <a:pt x="560" y="247"/>
                    </a:lnTo>
                    <a:lnTo>
                      <a:pt x="561" y="247"/>
                    </a:lnTo>
                    <a:lnTo>
                      <a:pt x="563" y="246"/>
                    </a:lnTo>
                    <a:lnTo>
                      <a:pt x="564" y="245"/>
                    </a:lnTo>
                    <a:lnTo>
                      <a:pt x="565" y="245"/>
                    </a:lnTo>
                    <a:lnTo>
                      <a:pt x="567" y="245"/>
                    </a:lnTo>
                    <a:lnTo>
                      <a:pt x="567" y="243"/>
                    </a:lnTo>
                    <a:lnTo>
                      <a:pt x="568" y="243"/>
                    </a:lnTo>
                    <a:lnTo>
                      <a:pt x="569" y="242"/>
                    </a:lnTo>
                    <a:lnTo>
                      <a:pt x="571" y="242"/>
                    </a:lnTo>
                    <a:lnTo>
                      <a:pt x="572" y="241"/>
                    </a:lnTo>
                    <a:lnTo>
                      <a:pt x="573" y="239"/>
                    </a:lnTo>
                    <a:lnTo>
                      <a:pt x="575" y="239"/>
                    </a:lnTo>
                    <a:lnTo>
                      <a:pt x="575" y="238"/>
                    </a:lnTo>
                    <a:lnTo>
                      <a:pt x="576" y="238"/>
                    </a:lnTo>
                    <a:lnTo>
                      <a:pt x="577" y="237"/>
                    </a:lnTo>
                    <a:lnTo>
                      <a:pt x="579" y="237"/>
                    </a:lnTo>
                    <a:lnTo>
                      <a:pt x="580" y="235"/>
                    </a:lnTo>
                    <a:lnTo>
                      <a:pt x="581" y="235"/>
                    </a:lnTo>
                    <a:lnTo>
                      <a:pt x="581" y="234"/>
                    </a:lnTo>
                    <a:lnTo>
                      <a:pt x="583" y="234"/>
                    </a:lnTo>
                    <a:lnTo>
                      <a:pt x="585" y="233"/>
                    </a:lnTo>
                    <a:lnTo>
                      <a:pt x="587" y="231"/>
                    </a:lnTo>
                    <a:lnTo>
                      <a:pt x="588" y="230"/>
                    </a:lnTo>
                    <a:lnTo>
                      <a:pt x="589" y="230"/>
                    </a:lnTo>
                    <a:lnTo>
                      <a:pt x="591" y="229"/>
                    </a:lnTo>
                    <a:lnTo>
                      <a:pt x="592" y="227"/>
                    </a:lnTo>
                    <a:lnTo>
                      <a:pt x="593" y="227"/>
                    </a:lnTo>
                    <a:lnTo>
                      <a:pt x="593" y="226"/>
                    </a:lnTo>
                    <a:lnTo>
                      <a:pt x="595" y="226"/>
                    </a:lnTo>
                    <a:lnTo>
                      <a:pt x="596" y="225"/>
                    </a:lnTo>
                    <a:lnTo>
                      <a:pt x="597" y="225"/>
                    </a:lnTo>
                    <a:lnTo>
                      <a:pt x="597" y="223"/>
                    </a:lnTo>
                    <a:lnTo>
                      <a:pt x="599" y="223"/>
                    </a:lnTo>
                    <a:lnTo>
                      <a:pt x="600" y="223"/>
                    </a:lnTo>
                    <a:lnTo>
                      <a:pt x="600" y="222"/>
                    </a:lnTo>
                    <a:lnTo>
                      <a:pt x="601" y="222"/>
                    </a:lnTo>
                    <a:lnTo>
                      <a:pt x="603" y="221"/>
                    </a:lnTo>
                    <a:lnTo>
                      <a:pt x="604" y="221"/>
                    </a:lnTo>
                    <a:lnTo>
                      <a:pt x="604" y="219"/>
                    </a:lnTo>
                    <a:lnTo>
                      <a:pt x="605" y="219"/>
                    </a:lnTo>
                    <a:lnTo>
                      <a:pt x="605" y="218"/>
                    </a:lnTo>
                    <a:lnTo>
                      <a:pt x="607" y="218"/>
                    </a:lnTo>
                    <a:lnTo>
                      <a:pt x="608" y="217"/>
                    </a:lnTo>
                    <a:lnTo>
                      <a:pt x="609" y="215"/>
                    </a:lnTo>
                    <a:lnTo>
                      <a:pt x="611" y="214"/>
                    </a:lnTo>
                    <a:lnTo>
                      <a:pt x="612" y="214"/>
                    </a:lnTo>
                    <a:lnTo>
                      <a:pt x="612" y="213"/>
                    </a:lnTo>
                    <a:lnTo>
                      <a:pt x="613" y="213"/>
                    </a:lnTo>
                    <a:lnTo>
                      <a:pt x="615" y="211"/>
                    </a:lnTo>
                    <a:lnTo>
                      <a:pt x="616" y="210"/>
                    </a:lnTo>
                    <a:lnTo>
                      <a:pt x="617" y="209"/>
                    </a:lnTo>
                    <a:lnTo>
                      <a:pt x="619" y="209"/>
                    </a:lnTo>
                    <a:lnTo>
                      <a:pt x="619" y="207"/>
                    </a:lnTo>
                    <a:lnTo>
                      <a:pt x="620" y="207"/>
                    </a:lnTo>
                    <a:lnTo>
                      <a:pt x="621" y="206"/>
                    </a:lnTo>
                    <a:lnTo>
                      <a:pt x="622" y="206"/>
                    </a:lnTo>
                    <a:lnTo>
                      <a:pt x="622" y="205"/>
                    </a:lnTo>
                    <a:lnTo>
                      <a:pt x="624" y="205"/>
                    </a:lnTo>
                    <a:lnTo>
                      <a:pt x="625" y="203"/>
                    </a:lnTo>
                    <a:lnTo>
                      <a:pt x="626" y="202"/>
                    </a:lnTo>
                    <a:lnTo>
                      <a:pt x="628" y="202"/>
                    </a:lnTo>
                    <a:lnTo>
                      <a:pt x="628" y="201"/>
                    </a:lnTo>
                    <a:lnTo>
                      <a:pt x="629" y="201"/>
                    </a:lnTo>
                    <a:lnTo>
                      <a:pt x="630" y="199"/>
                    </a:lnTo>
                    <a:lnTo>
                      <a:pt x="632" y="199"/>
                    </a:lnTo>
                    <a:lnTo>
                      <a:pt x="632" y="198"/>
                    </a:lnTo>
                    <a:lnTo>
                      <a:pt x="633" y="198"/>
                    </a:lnTo>
                    <a:lnTo>
                      <a:pt x="634" y="197"/>
                    </a:lnTo>
                    <a:lnTo>
                      <a:pt x="636" y="195"/>
                    </a:lnTo>
                    <a:lnTo>
                      <a:pt x="637" y="195"/>
                    </a:lnTo>
                    <a:lnTo>
                      <a:pt x="638" y="194"/>
                    </a:lnTo>
                    <a:lnTo>
                      <a:pt x="640" y="193"/>
                    </a:lnTo>
                    <a:lnTo>
                      <a:pt x="641" y="193"/>
                    </a:lnTo>
                    <a:lnTo>
                      <a:pt x="641" y="191"/>
                    </a:lnTo>
                    <a:lnTo>
                      <a:pt x="642" y="191"/>
                    </a:lnTo>
                    <a:lnTo>
                      <a:pt x="644" y="190"/>
                    </a:lnTo>
                    <a:lnTo>
                      <a:pt x="645" y="190"/>
                    </a:lnTo>
                    <a:lnTo>
                      <a:pt x="645" y="189"/>
                    </a:lnTo>
                    <a:lnTo>
                      <a:pt x="646" y="189"/>
                    </a:lnTo>
                    <a:lnTo>
                      <a:pt x="648" y="188"/>
                    </a:lnTo>
                    <a:lnTo>
                      <a:pt x="649" y="186"/>
                    </a:lnTo>
                    <a:lnTo>
                      <a:pt x="650" y="186"/>
                    </a:lnTo>
                    <a:lnTo>
                      <a:pt x="650" y="185"/>
                    </a:lnTo>
                    <a:lnTo>
                      <a:pt x="652" y="185"/>
                    </a:lnTo>
                    <a:lnTo>
                      <a:pt x="652" y="184"/>
                    </a:lnTo>
                    <a:lnTo>
                      <a:pt x="653" y="184"/>
                    </a:lnTo>
                    <a:lnTo>
                      <a:pt x="654" y="182"/>
                    </a:lnTo>
                    <a:lnTo>
                      <a:pt x="656" y="181"/>
                    </a:lnTo>
                    <a:lnTo>
                      <a:pt x="657" y="180"/>
                    </a:lnTo>
                    <a:lnTo>
                      <a:pt x="657" y="178"/>
                    </a:lnTo>
                    <a:lnTo>
                      <a:pt x="658" y="178"/>
                    </a:lnTo>
                    <a:lnTo>
                      <a:pt x="660" y="177"/>
                    </a:lnTo>
                    <a:lnTo>
                      <a:pt x="661" y="176"/>
                    </a:lnTo>
                    <a:lnTo>
                      <a:pt x="662" y="174"/>
                    </a:lnTo>
                    <a:lnTo>
                      <a:pt x="664" y="173"/>
                    </a:lnTo>
                    <a:lnTo>
                      <a:pt x="664" y="172"/>
                    </a:lnTo>
                    <a:lnTo>
                      <a:pt x="665" y="170"/>
                    </a:lnTo>
                    <a:lnTo>
                      <a:pt x="666" y="169"/>
                    </a:lnTo>
                    <a:lnTo>
                      <a:pt x="668" y="168"/>
                    </a:lnTo>
                    <a:lnTo>
                      <a:pt x="669" y="166"/>
                    </a:lnTo>
                    <a:lnTo>
                      <a:pt x="670" y="165"/>
                    </a:lnTo>
                    <a:lnTo>
                      <a:pt x="672" y="165"/>
                    </a:lnTo>
                    <a:lnTo>
                      <a:pt x="673" y="164"/>
                    </a:lnTo>
                    <a:lnTo>
                      <a:pt x="673" y="162"/>
                    </a:lnTo>
                    <a:lnTo>
                      <a:pt x="674" y="161"/>
                    </a:lnTo>
                    <a:lnTo>
                      <a:pt x="676" y="161"/>
                    </a:lnTo>
                    <a:lnTo>
                      <a:pt x="676" y="160"/>
                    </a:lnTo>
                    <a:lnTo>
                      <a:pt x="677" y="158"/>
                    </a:lnTo>
                    <a:lnTo>
                      <a:pt x="678" y="157"/>
                    </a:lnTo>
                    <a:lnTo>
                      <a:pt x="680" y="156"/>
                    </a:lnTo>
                    <a:lnTo>
                      <a:pt x="681" y="154"/>
                    </a:lnTo>
                    <a:lnTo>
                      <a:pt x="682" y="153"/>
                    </a:lnTo>
                    <a:lnTo>
                      <a:pt x="682" y="152"/>
                    </a:lnTo>
                    <a:lnTo>
                      <a:pt x="684" y="152"/>
                    </a:lnTo>
                    <a:lnTo>
                      <a:pt x="684" y="150"/>
                    </a:lnTo>
                    <a:lnTo>
                      <a:pt x="685" y="149"/>
                    </a:lnTo>
                    <a:lnTo>
                      <a:pt x="686" y="149"/>
                    </a:lnTo>
                    <a:lnTo>
                      <a:pt x="686" y="148"/>
                    </a:lnTo>
                    <a:lnTo>
                      <a:pt x="688" y="146"/>
                    </a:lnTo>
                    <a:lnTo>
                      <a:pt x="689" y="145"/>
                    </a:lnTo>
                    <a:lnTo>
                      <a:pt x="689" y="144"/>
                    </a:lnTo>
                    <a:lnTo>
                      <a:pt x="690" y="142"/>
                    </a:lnTo>
                    <a:lnTo>
                      <a:pt x="692" y="141"/>
                    </a:lnTo>
                    <a:lnTo>
                      <a:pt x="693" y="140"/>
                    </a:lnTo>
                    <a:lnTo>
                      <a:pt x="694" y="138"/>
                    </a:lnTo>
                    <a:lnTo>
                      <a:pt x="695" y="136"/>
                    </a:lnTo>
                    <a:lnTo>
                      <a:pt x="697" y="134"/>
                    </a:lnTo>
                    <a:lnTo>
                      <a:pt x="698" y="133"/>
                    </a:lnTo>
                    <a:lnTo>
                      <a:pt x="701" y="130"/>
                    </a:lnTo>
                    <a:lnTo>
                      <a:pt x="702" y="129"/>
                    </a:lnTo>
                    <a:lnTo>
                      <a:pt x="702" y="128"/>
                    </a:lnTo>
                    <a:lnTo>
                      <a:pt x="703" y="126"/>
                    </a:lnTo>
                    <a:lnTo>
                      <a:pt x="705" y="125"/>
                    </a:lnTo>
                    <a:lnTo>
                      <a:pt x="706" y="124"/>
                    </a:lnTo>
                    <a:lnTo>
                      <a:pt x="707" y="122"/>
                    </a:lnTo>
                    <a:lnTo>
                      <a:pt x="707" y="121"/>
                    </a:lnTo>
                    <a:lnTo>
                      <a:pt x="709" y="120"/>
                    </a:lnTo>
                    <a:lnTo>
                      <a:pt x="710" y="120"/>
                    </a:lnTo>
                    <a:lnTo>
                      <a:pt x="710" y="118"/>
                    </a:lnTo>
                    <a:lnTo>
                      <a:pt x="711" y="117"/>
                    </a:lnTo>
                    <a:lnTo>
                      <a:pt x="713" y="116"/>
                    </a:lnTo>
                    <a:lnTo>
                      <a:pt x="714" y="114"/>
                    </a:lnTo>
                    <a:lnTo>
                      <a:pt x="714" y="113"/>
                    </a:lnTo>
                    <a:lnTo>
                      <a:pt x="715" y="112"/>
                    </a:lnTo>
                    <a:lnTo>
                      <a:pt x="717" y="111"/>
                    </a:lnTo>
                    <a:lnTo>
                      <a:pt x="718" y="109"/>
                    </a:lnTo>
                    <a:lnTo>
                      <a:pt x="719" y="108"/>
                    </a:lnTo>
                    <a:lnTo>
                      <a:pt x="719" y="107"/>
                    </a:lnTo>
                    <a:lnTo>
                      <a:pt x="721" y="105"/>
                    </a:lnTo>
                    <a:lnTo>
                      <a:pt x="722" y="104"/>
                    </a:lnTo>
                    <a:lnTo>
                      <a:pt x="722" y="103"/>
                    </a:lnTo>
                    <a:lnTo>
                      <a:pt x="723" y="101"/>
                    </a:lnTo>
                    <a:lnTo>
                      <a:pt x="725" y="99"/>
                    </a:lnTo>
                    <a:lnTo>
                      <a:pt x="726" y="97"/>
                    </a:lnTo>
                    <a:lnTo>
                      <a:pt x="727" y="96"/>
                    </a:lnTo>
                    <a:lnTo>
                      <a:pt x="729" y="93"/>
                    </a:lnTo>
                    <a:lnTo>
                      <a:pt x="730" y="91"/>
                    </a:lnTo>
                    <a:lnTo>
                      <a:pt x="731" y="89"/>
                    </a:lnTo>
                    <a:lnTo>
                      <a:pt x="734" y="87"/>
                    </a:lnTo>
                    <a:lnTo>
                      <a:pt x="735" y="85"/>
                    </a:lnTo>
                    <a:lnTo>
                      <a:pt x="735" y="84"/>
                    </a:lnTo>
                    <a:lnTo>
                      <a:pt x="737" y="81"/>
                    </a:lnTo>
                    <a:lnTo>
                      <a:pt x="738" y="80"/>
                    </a:lnTo>
                    <a:lnTo>
                      <a:pt x="739" y="79"/>
                    </a:lnTo>
                    <a:lnTo>
                      <a:pt x="741" y="77"/>
                    </a:lnTo>
                    <a:lnTo>
                      <a:pt x="742" y="76"/>
                    </a:lnTo>
                    <a:lnTo>
                      <a:pt x="742" y="75"/>
                    </a:lnTo>
                    <a:lnTo>
                      <a:pt x="743" y="73"/>
                    </a:lnTo>
                    <a:lnTo>
                      <a:pt x="745" y="72"/>
                    </a:lnTo>
                    <a:lnTo>
                      <a:pt x="746" y="71"/>
                    </a:lnTo>
                    <a:lnTo>
                      <a:pt x="746" y="69"/>
                    </a:lnTo>
                    <a:lnTo>
                      <a:pt x="747" y="68"/>
                    </a:lnTo>
                    <a:lnTo>
                      <a:pt x="749" y="67"/>
                    </a:lnTo>
                    <a:lnTo>
                      <a:pt x="749" y="65"/>
                    </a:lnTo>
                    <a:lnTo>
                      <a:pt x="750" y="64"/>
                    </a:lnTo>
                    <a:lnTo>
                      <a:pt x="751" y="63"/>
                    </a:lnTo>
                    <a:lnTo>
                      <a:pt x="753" y="61"/>
                    </a:lnTo>
                    <a:lnTo>
                      <a:pt x="754" y="60"/>
                    </a:lnTo>
                    <a:lnTo>
                      <a:pt x="754" y="59"/>
                    </a:lnTo>
                    <a:lnTo>
                      <a:pt x="755" y="57"/>
                    </a:lnTo>
                    <a:lnTo>
                      <a:pt x="757" y="55"/>
                    </a:lnTo>
                    <a:lnTo>
                      <a:pt x="758" y="53"/>
                    </a:lnTo>
                    <a:lnTo>
                      <a:pt x="759" y="52"/>
                    </a:lnTo>
                    <a:lnTo>
                      <a:pt x="761" y="51"/>
                    </a:lnTo>
                    <a:lnTo>
                      <a:pt x="762" y="48"/>
                    </a:lnTo>
                    <a:lnTo>
                      <a:pt x="763" y="47"/>
                    </a:lnTo>
                    <a:lnTo>
                      <a:pt x="765" y="44"/>
                    </a:lnTo>
                    <a:lnTo>
                      <a:pt x="766" y="41"/>
                    </a:lnTo>
                    <a:lnTo>
                      <a:pt x="767" y="40"/>
                    </a:lnTo>
                    <a:lnTo>
                      <a:pt x="769" y="38"/>
                    </a:lnTo>
                    <a:lnTo>
                      <a:pt x="770" y="36"/>
                    </a:lnTo>
                    <a:lnTo>
                      <a:pt x="771" y="35"/>
                    </a:lnTo>
                    <a:lnTo>
                      <a:pt x="772" y="32"/>
                    </a:lnTo>
                    <a:lnTo>
                      <a:pt x="774" y="31"/>
                    </a:lnTo>
                    <a:lnTo>
                      <a:pt x="775" y="30"/>
                    </a:lnTo>
                    <a:lnTo>
                      <a:pt x="775" y="28"/>
                    </a:lnTo>
                    <a:lnTo>
                      <a:pt x="776" y="27"/>
                    </a:lnTo>
                    <a:lnTo>
                      <a:pt x="778" y="26"/>
                    </a:lnTo>
                    <a:lnTo>
                      <a:pt x="778" y="24"/>
                    </a:lnTo>
                    <a:lnTo>
                      <a:pt x="779" y="24"/>
                    </a:lnTo>
                    <a:lnTo>
                      <a:pt x="780" y="23"/>
                    </a:lnTo>
                    <a:lnTo>
                      <a:pt x="780" y="22"/>
                    </a:lnTo>
                    <a:lnTo>
                      <a:pt x="782" y="20"/>
                    </a:lnTo>
                    <a:lnTo>
                      <a:pt x="783" y="19"/>
                    </a:lnTo>
                    <a:lnTo>
                      <a:pt x="783" y="18"/>
                    </a:lnTo>
                    <a:lnTo>
                      <a:pt x="784" y="16"/>
                    </a:lnTo>
                    <a:lnTo>
                      <a:pt x="784" y="15"/>
                    </a:lnTo>
                    <a:lnTo>
                      <a:pt x="786" y="15"/>
                    </a:lnTo>
                    <a:lnTo>
                      <a:pt x="786" y="14"/>
                    </a:lnTo>
                    <a:lnTo>
                      <a:pt x="787" y="12"/>
                    </a:lnTo>
                    <a:lnTo>
                      <a:pt x="787" y="11"/>
                    </a:lnTo>
                    <a:lnTo>
                      <a:pt x="788" y="10"/>
                    </a:lnTo>
                    <a:lnTo>
                      <a:pt x="788" y="8"/>
                    </a:lnTo>
                    <a:lnTo>
                      <a:pt x="790" y="7"/>
                    </a:lnTo>
                    <a:lnTo>
                      <a:pt x="791" y="6"/>
                    </a:lnTo>
                    <a:lnTo>
                      <a:pt x="791" y="4"/>
                    </a:lnTo>
                    <a:lnTo>
                      <a:pt x="792" y="2"/>
                    </a:lnTo>
                    <a:lnTo>
                      <a:pt x="794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8128" name="Freeform 88">
                <a:extLst>
                  <a:ext uri="{FF2B5EF4-FFF2-40B4-BE49-F238E27FC236}">
                    <a16:creationId xmlns:a16="http://schemas.microsoft.com/office/drawing/2014/main" id="{855471B1-4F8C-4BF4-BA71-34338D061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505902"/>
                <a:ext cx="74612" cy="252412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0"/>
                    </a:moveTo>
                    <a:lnTo>
                      <a:pt x="3" y="4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7" y="13"/>
                    </a:lnTo>
                    <a:lnTo>
                      <a:pt x="9" y="16"/>
                    </a:lnTo>
                    <a:lnTo>
                      <a:pt x="11" y="19"/>
                    </a:lnTo>
                    <a:lnTo>
                      <a:pt x="12" y="20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9" y="33"/>
                    </a:lnTo>
                    <a:lnTo>
                      <a:pt x="20" y="35"/>
                    </a:lnTo>
                    <a:lnTo>
                      <a:pt x="20" y="36"/>
                    </a:lnTo>
                    <a:lnTo>
                      <a:pt x="21" y="37"/>
                    </a:lnTo>
                    <a:lnTo>
                      <a:pt x="21" y="39"/>
                    </a:lnTo>
                    <a:lnTo>
                      <a:pt x="23" y="40"/>
                    </a:lnTo>
                    <a:lnTo>
                      <a:pt x="23" y="41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4" y="45"/>
                    </a:lnTo>
                    <a:lnTo>
                      <a:pt x="25" y="47"/>
                    </a:lnTo>
                    <a:lnTo>
                      <a:pt x="25" y="48"/>
                    </a:lnTo>
                    <a:lnTo>
                      <a:pt x="27" y="49"/>
                    </a:lnTo>
                    <a:lnTo>
                      <a:pt x="27" y="51"/>
                    </a:lnTo>
                    <a:lnTo>
                      <a:pt x="28" y="52"/>
                    </a:lnTo>
                    <a:lnTo>
                      <a:pt x="28" y="53"/>
                    </a:lnTo>
                    <a:lnTo>
                      <a:pt x="29" y="55"/>
                    </a:lnTo>
                    <a:lnTo>
                      <a:pt x="29" y="57"/>
                    </a:lnTo>
                    <a:lnTo>
                      <a:pt x="31" y="58"/>
                    </a:lnTo>
                    <a:lnTo>
                      <a:pt x="31" y="60"/>
                    </a:lnTo>
                    <a:lnTo>
                      <a:pt x="32" y="62"/>
                    </a:lnTo>
                    <a:lnTo>
                      <a:pt x="32" y="64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5" y="70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7" y="74"/>
                    </a:lnTo>
                    <a:lnTo>
                      <a:pt x="37" y="76"/>
                    </a:lnTo>
                    <a:lnTo>
                      <a:pt x="37" y="77"/>
                    </a:lnTo>
                    <a:lnTo>
                      <a:pt x="39" y="78"/>
                    </a:lnTo>
                    <a:lnTo>
                      <a:pt x="39" y="80"/>
                    </a:lnTo>
                    <a:lnTo>
                      <a:pt x="40" y="81"/>
                    </a:lnTo>
                    <a:lnTo>
                      <a:pt x="40" y="82"/>
                    </a:lnTo>
                    <a:lnTo>
                      <a:pt x="41" y="84"/>
                    </a:lnTo>
                    <a:lnTo>
                      <a:pt x="41" y="85"/>
                    </a:lnTo>
                    <a:lnTo>
                      <a:pt x="41" y="86"/>
                    </a:lnTo>
                    <a:lnTo>
                      <a:pt x="42" y="88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4" y="93"/>
                    </a:lnTo>
                    <a:lnTo>
                      <a:pt x="44" y="94"/>
                    </a:lnTo>
                    <a:lnTo>
                      <a:pt x="45" y="96"/>
                    </a:lnTo>
                    <a:lnTo>
                      <a:pt x="45" y="98"/>
                    </a:lnTo>
                    <a:lnTo>
                      <a:pt x="46" y="100"/>
                    </a:lnTo>
                    <a:lnTo>
                      <a:pt x="48" y="102"/>
                    </a:lnTo>
                    <a:lnTo>
                      <a:pt x="48" y="105"/>
                    </a:lnTo>
                    <a:lnTo>
                      <a:pt x="49" y="106"/>
                    </a:lnTo>
                    <a:lnTo>
                      <a:pt x="49" y="109"/>
                    </a:lnTo>
                    <a:lnTo>
                      <a:pt x="50" y="110"/>
                    </a:lnTo>
                    <a:lnTo>
                      <a:pt x="52" y="112"/>
                    </a:lnTo>
                    <a:lnTo>
                      <a:pt x="52" y="113"/>
                    </a:lnTo>
                    <a:lnTo>
                      <a:pt x="52" y="116"/>
                    </a:lnTo>
                    <a:lnTo>
                      <a:pt x="53" y="117"/>
                    </a:lnTo>
                    <a:lnTo>
                      <a:pt x="53" y="118"/>
                    </a:lnTo>
                    <a:lnTo>
                      <a:pt x="54" y="120"/>
                    </a:lnTo>
                    <a:lnTo>
                      <a:pt x="54" y="121"/>
                    </a:lnTo>
                    <a:lnTo>
                      <a:pt x="54" y="122"/>
                    </a:lnTo>
                    <a:lnTo>
                      <a:pt x="56" y="122"/>
                    </a:lnTo>
                    <a:lnTo>
                      <a:pt x="56" y="124"/>
                    </a:lnTo>
                    <a:lnTo>
                      <a:pt x="56" y="125"/>
                    </a:lnTo>
                    <a:lnTo>
                      <a:pt x="57" y="126"/>
                    </a:lnTo>
                    <a:lnTo>
                      <a:pt x="57" y="128"/>
                    </a:lnTo>
                    <a:lnTo>
                      <a:pt x="57" y="129"/>
                    </a:lnTo>
                    <a:lnTo>
                      <a:pt x="57" y="130"/>
                    </a:lnTo>
                    <a:lnTo>
                      <a:pt x="58" y="131"/>
                    </a:lnTo>
                    <a:lnTo>
                      <a:pt x="58" y="133"/>
                    </a:lnTo>
                    <a:lnTo>
                      <a:pt x="60" y="134"/>
                    </a:lnTo>
                    <a:lnTo>
                      <a:pt x="60" y="135"/>
                    </a:lnTo>
                    <a:lnTo>
                      <a:pt x="60" y="137"/>
                    </a:lnTo>
                    <a:lnTo>
                      <a:pt x="61" y="139"/>
                    </a:lnTo>
                    <a:lnTo>
                      <a:pt x="61" y="141"/>
                    </a:lnTo>
                    <a:lnTo>
                      <a:pt x="61" y="142"/>
                    </a:lnTo>
                    <a:lnTo>
                      <a:pt x="62" y="143"/>
                    </a:lnTo>
                    <a:lnTo>
                      <a:pt x="62" y="146"/>
                    </a:lnTo>
                    <a:lnTo>
                      <a:pt x="64" y="147"/>
                    </a:lnTo>
                    <a:lnTo>
                      <a:pt x="64" y="150"/>
                    </a:lnTo>
                    <a:lnTo>
                      <a:pt x="65" y="153"/>
                    </a:lnTo>
                    <a:lnTo>
                      <a:pt x="65" y="154"/>
                    </a:lnTo>
                    <a:lnTo>
                      <a:pt x="66" y="157"/>
                    </a:lnTo>
                    <a:lnTo>
                      <a:pt x="66" y="158"/>
                    </a:lnTo>
                    <a:lnTo>
                      <a:pt x="68" y="159"/>
                    </a:lnTo>
                    <a:lnTo>
                      <a:pt x="68" y="162"/>
                    </a:lnTo>
                    <a:lnTo>
                      <a:pt x="68" y="163"/>
                    </a:lnTo>
                    <a:lnTo>
                      <a:pt x="69" y="165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0" y="170"/>
                    </a:lnTo>
                    <a:lnTo>
                      <a:pt x="70" y="171"/>
                    </a:lnTo>
                    <a:lnTo>
                      <a:pt x="70" y="173"/>
                    </a:lnTo>
                    <a:lnTo>
                      <a:pt x="72" y="173"/>
                    </a:lnTo>
                    <a:lnTo>
                      <a:pt x="72" y="174"/>
                    </a:lnTo>
                    <a:lnTo>
                      <a:pt x="72" y="175"/>
                    </a:lnTo>
                    <a:lnTo>
                      <a:pt x="72" y="177"/>
                    </a:lnTo>
                    <a:lnTo>
                      <a:pt x="73" y="178"/>
                    </a:lnTo>
                    <a:lnTo>
                      <a:pt x="73" y="179"/>
                    </a:lnTo>
                    <a:lnTo>
                      <a:pt x="73" y="181"/>
                    </a:lnTo>
                    <a:lnTo>
                      <a:pt x="74" y="182"/>
                    </a:lnTo>
                    <a:lnTo>
                      <a:pt x="74" y="183"/>
                    </a:lnTo>
                    <a:lnTo>
                      <a:pt x="74" y="185"/>
                    </a:lnTo>
                    <a:lnTo>
                      <a:pt x="76" y="186"/>
                    </a:lnTo>
                    <a:lnTo>
                      <a:pt x="76" y="187"/>
                    </a:lnTo>
                    <a:lnTo>
                      <a:pt x="76" y="189"/>
                    </a:lnTo>
                    <a:lnTo>
                      <a:pt x="77" y="190"/>
                    </a:lnTo>
                    <a:lnTo>
                      <a:pt x="77" y="193"/>
                    </a:lnTo>
                    <a:lnTo>
                      <a:pt x="78" y="194"/>
                    </a:lnTo>
                    <a:lnTo>
                      <a:pt x="78" y="197"/>
                    </a:lnTo>
                    <a:lnTo>
                      <a:pt x="78" y="198"/>
                    </a:lnTo>
                    <a:lnTo>
                      <a:pt x="80" y="201"/>
                    </a:lnTo>
                    <a:lnTo>
                      <a:pt x="80" y="203"/>
                    </a:lnTo>
                    <a:lnTo>
                      <a:pt x="81" y="205"/>
                    </a:lnTo>
                    <a:lnTo>
                      <a:pt x="81" y="206"/>
                    </a:lnTo>
                    <a:lnTo>
                      <a:pt x="82" y="208"/>
                    </a:lnTo>
                    <a:lnTo>
                      <a:pt x="82" y="210"/>
                    </a:lnTo>
                    <a:lnTo>
                      <a:pt x="82" y="211"/>
                    </a:lnTo>
                    <a:lnTo>
                      <a:pt x="84" y="212"/>
                    </a:lnTo>
                    <a:lnTo>
                      <a:pt x="84" y="214"/>
                    </a:lnTo>
                    <a:lnTo>
                      <a:pt x="84" y="215"/>
                    </a:lnTo>
                    <a:lnTo>
                      <a:pt x="85" y="216"/>
                    </a:lnTo>
                    <a:lnTo>
                      <a:pt x="85" y="218"/>
                    </a:lnTo>
                    <a:lnTo>
                      <a:pt x="85" y="219"/>
                    </a:lnTo>
                    <a:lnTo>
                      <a:pt x="85" y="220"/>
                    </a:lnTo>
                    <a:lnTo>
                      <a:pt x="86" y="222"/>
                    </a:lnTo>
                    <a:lnTo>
                      <a:pt x="86" y="223"/>
                    </a:lnTo>
                    <a:lnTo>
                      <a:pt x="86" y="224"/>
                    </a:lnTo>
                    <a:lnTo>
                      <a:pt x="86" y="226"/>
                    </a:lnTo>
                    <a:lnTo>
                      <a:pt x="86" y="227"/>
                    </a:lnTo>
                    <a:lnTo>
                      <a:pt x="86" y="228"/>
                    </a:lnTo>
                    <a:lnTo>
                      <a:pt x="86" y="230"/>
                    </a:lnTo>
                    <a:lnTo>
                      <a:pt x="88" y="231"/>
                    </a:lnTo>
                    <a:lnTo>
                      <a:pt x="88" y="232"/>
                    </a:lnTo>
                    <a:lnTo>
                      <a:pt x="88" y="234"/>
                    </a:lnTo>
                    <a:lnTo>
                      <a:pt x="88" y="235"/>
                    </a:lnTo>
                    <a:lnTo>
                      <a:pt x="88" y="236"/>
                    </a:lnTo>
                    <a:lnTo>
                      <a:pt x="88" y="238"/>
                    </a:lnTo>
                    <a:lnTo>
                      <a:pt x="88" y="239"/>
                    </a:lnTo>
                    <a:lnTo>
                      <a:pt x="88" y="242"/>
                    </a:lnTo>
                    <a:lnTo>
                      <a:pt x="88" y="243"/>
                    </a:lnTo>
                    <a:lnTo>
                      <a:pt x="88" y="246"/>
                    </a:lnTo>
                    <a:lnTo>
                      <a:pt x="89" y="247"/>
                    </a:lnTo>
                    <a:lnTo>
                      <a:pt x="89" y="248"/>
                    </a:lnTo>
                    <a:lnTo>
                      <a:pt x="89" y="250"/>
                    </a:lnTo>
                    <a:lnTo>
                      <a:pt x="89" y="251"/>
                    </a:lnTo>
                    <a:lnTo>
                      <a:pt x="89" y="252"/>
                    </a:lnTo>
                    <a:lnTo>
                      <a:pt x="89" y="254"/>
                    </a:lnTo>
                    <a:lnTo>
                      <a:pt x="89" y="255"/>
                    </a:lnTo>
                    <a:lnTo>
                      <a:pt x="89" y="256"/>
                    </a:lnTo>
                    <a:lnTo>
                      <a:pt x="89" y="258"/>
                    </a:lnTo>
                    <a:lnTo>
                      <a:pt x="89" y="259"/>
                    </a:lnTo>
                    <a:lnTo>
                      <a:pt x="89" y="260"/>
                    </a:lnTo>
                    <a:lnTo>
                      <a:pt x="90" y="260"/>
                    </a:lnTo>
                    <a:lnTo>
                      <a:pt x="90" y="262"/>
                    </a:lnTo>
                    <a:lnTo>
                      <a:pt x="90" y="263"/>
                    </a:lnTo>
                    <a:lnTo>
                      <a:pt x="90" y="264"/>
                    </a:lnTo>
                    <a:lnTo>
                      <a:pt x="90" y="266"/>
                    </a:lnTo>
                    <a:lnTo>
                      <a:pt x="90" y="267"/>
                    </a:lnTo>
                    <a:lnTo>
                      <a:pt x="90" y="268"/>
                    </a:lnTo>
                    <a:lnTo>
                      <a:pt x="90" y="270"/>
                    </a:lnTo>
                    <a:lnTo>
                      <a:pt x="92" y="270"/>
                    </a:lnTo>
                    <a:lnTo>
                      <a:pt x="92" y="271"/>
                    </a:lnTo>
                    <a:lnTo>
                      <a:pt x="92" y="272"/>
                    </a:lnTo>
                    <a:lnTo>
                      <a:pt x="92" y="274"/>
                    </a:lnTo>
                    <a:lnTo>
                      <a:pt x="92" y="275"/>
                    </a:lnTo>
                    <a:lnTo>
                      <a:pt x="92" y="276"/>
                    </a:lnTo>
                    <a:lnTo>
                      <a:pt x="93" y="278"/>
                    </a:lnTo>
                    <a:lnTo>
                      <a:pt x="93" y="279"/>
                    </a:lnTo>
                    <a:lnTo>
                      <a:pt x="93" y="280"/>
                    </a:lnTo>
                    <a:lnTo>
                      <a:pt x="93" y="281"/>
                    </a:lnTo>
                    <a:lnTo>
                      <a:pt x="93" y="283"/>
                    </a:lnTo>
                    <a:lnTo>
                      <a:pt x="94" y="284"/>
                    </a:lnTo>
                    <a:lnTo>
                      <a:pt x="94" y="285"/>
                    </a:lnTo>
                    <a:lnTo>
                      <a:pt x="94" y="287"/>
                    </a:lnTo>
                    <a:lnTo>
                      <a:pt x="94" y="288"/>
                    </a:lnTo>
                    <a:lnTo>
                      <a:pt x="94" y="289"/>
                    </a:lnTo>
                    <a:lnTo>
                      <a:pt x="94" y="291"/>
                    </a:lnTo>
                    <a:lnTo>
                      <a:pt x="94" y="292"/>
                    </a:lnTo>
                    <a:lnTo>
                      <a:pt x="94" y="293"/>
                    </a:lnTo>
                    <a:lnTo>
                      <a:pt x="94" y="295"/>
                    </a:lnTo>
                    <a:lnTo>
                      <a:pt x="94" y="296"/>
                    </a:lnTo>
                    <a:lnTo>
                      <a:pt x="94" y="297"/>
                    </a:lnTo>
                    <a:lnTo>
                      <a:pt x="94" y="299"/>
                    </a:lnTo>
                    <a:lnTo>
                      <a:pt x="94" y="300"/>
                    </a:lnTo>
                    <a:lnTo>
                      <a:pt x="94" y="303"/>
                    </a:lnTo>
                    <a:lnTo>
                      <a:pt x="94" y="304"/>
                    </a:lnTo>
                    <a:lnTo>
                      <a:pt x="94" y="305"/>
                    </a:lnTo>
                    <a:lnTo>
                      <a:pt x="93" y="308"/>
                    </a:lnTo>
                    <a:lnTo>
                      <a:pt x="93" y="309"/>
                    </a:lnTo>
                    <a:lnTo>
                      <a:pt x="93" y="312"/>
                    </a:lnTo>
                    <a:lnTo>
                      <a:pt x="93" y="315"/>
                    </a:lnTo>
                    <a:lnTo>
                      <a:pt x="93" y="317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8129" name="Freeform 89">
                <a:extLst>
                  <a:ext uri="{FF2B5EF4-FFF2-40B4-BE49-F238E27FC236}">
                    <a16:creationId xmlns:a16="http://schemas.microsoft.com/office/drawing/2014/main" id="{EF5DEDCF-45BA-41C7-ABE0-FB1189989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755138"/>
                <a:ext cx="74612" cy="252413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317"/>
                    </a:moveTo>
                    <a:lnTo>
                      <a:pt x="3" y="314"/>
                    </a:lnTo>
                    <a:lnTo>
                      <a:pt x="4" y="310"/>
                    </a:lnTo>
                    <a:lnTo>
                      <a:pt x="5" y="308"/>
                    </a:lnTo>
                    <a:lnTo>
                      <a:pt x="7" y="305"/>
                    </a:lnTo>
                    <a:lnTo>
                      <a:pt x="9" y="302"/>
                    </a:lnTo>
                    <a:lnTo>
                      <a:pt x="11" y="300"/>
                    </a:lnTo>
                    <a:lnTo>
                      <a:pt x="12" y="297"/>
                    </a:lnTo>
                    <a:lnTo>
                      <a:pt x="13" y="294"/>
                    </a:lnTo>
                    <a:lnTo>
                      <a:pt x="13" y="293"/>
                    </a:lnTo>
                    <a:lnTo>
                      <a:pt x="15" y="290"/>
                    </a:lnTo>
                    <a:lnTo>
                      <a:pt x="16" y="289"/>
                    </a:lnTo>
                    <a:lnTo>
                      <a:pt x="17" y="288"/>
                    </a:lnTo>
                    <a:lnTo>
                      <a:pt x="17" y="286"/>
                    </a:lnTo>
                    <a:lnTo>
                      <a:pt x="19" y="284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21" y="280"/>
                    </a:lnTo>
                    <a:lnTo>
                      <a:pt x="21" y="278"/>
                    </a:lnTo>
                    <a:lnTo>
                      <a:pt x="23" y="277"/>
                    </a:lnTo>
                    <a:lnTo>
                      <a:pt x="23" y="276"/>
                    </a:lnTo>
                    <a:lnTo>
                      <a:pt x="23" y="274"/>
                    </a:lnTo>
                    <a:lnTo>
                      <a:pt x="24" y="274"/>
                    </a:lnTo>
                    <a:lnTo>
                      <a:pt x="24" y="273"/>
                    </a:lnTo>
                    <a:lnTo>
                      <a:pt x="25" y="272"/>
                    </a:lnTo>
                    <a:lnTo>
                      <a:pt x="25" y="270"/>
                    </a:lnTo>
                    <a:lnTo>
                      <a:pt x="27" y="269"/>
                    </a:lnTo>
                    <a:lnTo>
                      <a:pt x="27" y="268"/>
                    </a:lnTo>
                    <a:lnTo>
                      <a:pt x="28" y="266"/>
                    </a:lnTo>
                    <a:lnTo>
                      <a:pt x="28" y="264"/>
                    </a:lnTo>
                    <a:lnTo>
                      <a:pt x="29" y="263"/>
                    </a:lnTo>
                    <a:lnTo>
                      <a:pt x="29" y="261"/>
                    </a:lnTo>
                    <a:lnTo>
                      <a:pt x="31" y="259"/>
                    </a:lnTo>
                    <a:lnTo>
                      <a:pt x="31" y="257"/>
                    </a:lnTo>
                    <a:lnTo>
                      <a:pt x="32" y="256"/>
                    </a:lnTo>
                    <a:lnTo>
                      <a:pt x="32" y="255"/>
                    </a:lnTo>
                    <a:lnTo>
                      <a:pt x="33" y="253"/>
                    </a:lnTo>
                    <a:lnTo>
                      <a:pt x="33" y="251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6" y="247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7" y="243"/>
                    </a:lnTo>
                    <a:lnTo>
                      <a:pt x="37" y="241"/>
                    </a:lnTo>
                    <a:lnTo>
                      <a:pt x="39" y="240"/>
                    </a:lnTo>
                    <a:lnTo>
                      <a:pt x="39" y="239"/>
                    </a:lnTo>
                    <a:lnTo>
                      <a:pt x="39" y="237"/>
                    </a:lnTo>
                    <a:lnTo>
                      <a:pt x="40" y="237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2" y="229"/>
                    </a:lnTo>
                    <a:lnTo>
                      <a:pt x="42" y="228"/>
                    </a:lnTo>
                    <a:lnTo>
                      <a:pt x="42" y="227"/>
                    </a:lnTo>
                    <a:lnTo>
                      <a:pt x="44" y="225"/>
                    </a:lnTo>
                    <a:lnTo>
                      <a:pt x="44" y="223"/>
                    </a:lnTo>
                    <a:lnTo>
                      <a:pt x="45" y="221"/>
                    </a:lnTo>
                    <a:lnTo>
                      <a:pt x="45" y="220"/>
                    </a:lnTo>
                    <a:lnTo>
                      <a:pt x="46" y="217"/>
                    </a:lnTo>
                    <a:lnTo>
                      <a:pt x="48" y="215"/>
                    </a:lnTo>
                    <a:lnTo>
                      <a:pt x="48" y="213"/>
                    </a:lnTo>
                    <a:lnTo>
                      <a:pt x="49" y="211"/>
                    </a:lnTo>
                    <a:lnTo>
                      <a:pt x="49" y="209"/>
                    </a:lnTo>
                    <a:lnTo>
                      <a:pt x="50" y="207"/>
                    </a:lnTo>
                    <a:lnTo>
                      <a:pt x="52" y="205"/>
                    </a:lnTo>
                    <a:lnTo>
                      <a:pt x="52" y="204"/>
                    </a:lnTo>
                    <a:lnTo>
                      <a:pt x="52" y="203"/>
                    </a:lnTo>
                    <a:lnTo>
                      <a:pt x="53" y="201"/>
                    </a:lnTo>
                    <a:lnTo>
                      <a:pt x="53" y="200"/>
                    </a:lnTo>
                    <a:lnTo>
                      <a:pt x="54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6" y="195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7" y="191"/>
                    </a:lnTo>
                    <a:lnTo>
                      <a:pt x="57" y="190"/>
                    </a:lnTo>
                    <a:lnTo>
                      <a:pt x="57" y="188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4"/>
                    </a:lnTo>
                    <a:lnTo>
                      <a:pt x="60" y="183"/>
                    </a:lnTo>
                    <a:lnTo>
                      <a:pt x="60" y="182"/>
                    </a:lnTo>
                    <a:lnTo>
                      <a:pt x="60" y="180"/>
                    </a:lnTo>
                    <a:lnTo>
                      <a:pt x="61" y="179"/>
                    </a:lnTo>
                    <a:lnTo>
                      <a:pt x="61" y="176"/>
                    </a:lnTo>
                    <a:lnTo>
                      <a:pt x="61" y="175"/>
                    </a:lnTo>
                    <a:lnTo>
                      <a:pt x="62" y="174"/>
                    </a:lnTo>
                    <a:lnTo>
                      <a:pt x="62" y="171"/>
                    </a:lnTo>
                    <a:lnTo>
                      <a:pt x="64" y="170"/>
                    </a:lnTo>
                    <a:lnTo>
                      <a:pt x="64" y="167"/>
                    </a:lnTo>
                    <a:lnTo>
                      <a:pt x="65" y="164"/>
                    </a:lnTo>
                    <a:lnTo>
                      <a:pt x="65" y="163"/>
                    </a:lnTo>
                    <a:lnTo>
                      <a:pt x="66" y="160"/>
                    </a:lnTo>
                    <a:lnTo>
                      <a:pt x="66" y="159"/>
                    </a:lnTo>
                    <a:lnTo>
                      <a:pt x="68" y="158"/>
                    </a:lnTo>
                    <a:lnTo>
                      <a:pt x="68" y="156"/>
                    </a:lnTo>
                    <a:lnTo>
                      <a:pt x="68" y="154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0" y="148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72" y="144"/>
                    </a:lnTo>
                    <a:lnTo>
                      <a:pt x="72" y="143"/>
                    </a:lnTo>
                    <a:lnTo>
                      <a:pt x="72" y="142"/>
                    </a:lnTo>
                    <a:lnTo>
                      <a:pt x="72" y="140"/>
                    </a:lnTo>
                    <a:lnTo>
                      <a:pt x="73" y="139"/>
                    </a:lnTo>
                    <a:lnTo>
                      <a:pt x="73" y="138"/>
                    </a:lnTo>
                    <a:lnTo>
                      <a:pt x="74" y="136"/>
                    </a:lnTo>
                    <a:lnTo>
                      <a:pt x="74" y="135"/>
                    </a:lnTo>
                    <a:lnTo>
                      <a:pt x="74" y="134"/>
                    </a:lnTo>
                    <a:lnTo>
                      <a:pt x="76" y="132"/>
                    </a:lnTo>
                    <a:lnTo>
                      <a:pt x="76" y="130"/>
                    </a:lnTo>
                    <a:lnTo>
                      <a:pt x="76" y="128"/>
                    </a:lnTo>
                    <a:lnTo>
                      <a:pt x="77" y="127"/>
                    </a:lnTo>
                    <a:lnTo>
                      <a:pt x="77" y="126"/>
                    </a:lnTo>
                    <a:lnTo>
                      <a:pt x="78" y="123"/>
                    </a:lnTo>
                    <a:lnTo>
                      <a:pt x="78" y="122"/>
                    </a:lnTo>
                    <a:lnTo>
                      <a:pt x="78" y="119"/>
                    </a:lnTo>
                    <a:lnTo>
                      <a:pt x="80" y="116"/>
                    </a:lnTo>
                    <a:lnTo>
                      <a:pt x="80" y="115"/>
                    </a:lnTo>
                    <a:lnTo>
                      <a:pt x="81" y="113"/>
                    </a:lnTo>
                    <a:lnTo>
                      <a:pt x="81" y="111"/>
                    </a:lnTo>
                    <a:lnTo>
                      <a:pt x="82" y="110"/>
                    </a:lnTo>
                    <a:lnTo>
                      <a:pt x="82" y="107"/>
                    </a:lnTo>
                    <a:lnTo>
                      <a:pt x="82" y="106"/>
                    </a:lnTo>
                    <a:lnTo>
                      <a:pt x="84" y="105"/>
                    </a:lnTo>
                    <a:lnTo>
                      <a:pt x="84" y="103"/>
                    </a:lnTo>
                    <a:lnTo>
                      <a:pt x="84" y="102"/>
                    </a:lnTo>
                    <a:lnTo>
                      <a:pt x="85" y="101"/>
                    </a:lnTo>
                    <a:lnTo>
                      <a:pt x="85" y="99"/>
                    </a:lnTo>
                    <a:lnTo>
                      <a:pt x="85" y="98"/>
                    </a:lnTo>
                    <a:lnTo>
                      <a:pt x="85" y="97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3"/>
                    </a:lnTo>
                    <a:lnTo>
                      <a:pt x="86" y="91"/>
                    </a:lnTo>
                    <a:lnTo>
                      <a:pt x="86" y="90"/>
                    </a:lnTo>
                    <a:lnTo>
                      <a:pt x="86" y="89"/>
                    </a:lnTo>
                    <a:lnTo>
                      <a:pt x="86" y="87"/>
                    </a:lnTo>
                    <a:lnTo>
                      <a:pt x="88" y="87"/>
                    </a:lnTo>
                    <a:lnTo>
                      <a:pt x="88" y="86"/>
                    </a:lnTo>
                    <a:lnTo>
                      <a:pt x="88" y="85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8" y="79"/>
                    </a:lnTo>
                    <a:lnTo>
                      <a:pt x="88" y="78"/>
                    </a:lnTo>
                    <a:lnTo>
                      <a:pt x="88" y="77"/>
                    </a:lnTo>
                    <a:lnTo>
                      <a:pt x="88" y="74"/>
                    </a:lnTo>
                    <a:lnTo>
                      <a:pt x="88" y="73"/>
                    </a:lnTo>
                    <a:lnTo>
                      <a:pt x="89" y="70"/>
                    </a:lnTo>
                    <a:lnTo>
                      <a:pt x="89" y="69"/>
                    </a:lnTo>
                    <a:lnTo>
                      <a:pt x="89" y="67"/>
                    </a:lnTo>
                    <a:lnTo>
                      <a:pt x="89" y="66"/>
                    </a:lnTo>
                    <a:lnTo>
                      <a:pt x="89" y="65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89" y="61"/>
                    </a:lnTo>
                    <a:lnTo>
                      <a:pt x="89" y="59"/>
                    </a:lnTo>
                    <a:lnTo>
                      <a:pt x="89" y="58"/>
                    </a:lnTo>
                    <a:lnTo>
                      <a:pt x="90" y="57"/>
                    </a:lnTo>
                    <a:lnTo>
                      <a:pt x="90" y="55"/>
                    </a:lnTo>
                    <a:lnTo>
                      <a:pt x="90" y="54"/>
                    </a:lnTo>
                    <a:lnTo>
                      <a:pt x="90" y="53"/>
                    </a:lnTo>
                    <a:lnTo>
                      <a:pt x="90" y="51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2" y="47"/>
                    </a:lnTo>
                    <a:lnTo>
                      <a:pt x="92" y="46"/>
                    </a:lnTo>
                    <a:lnTo>
                      <a:pt x="92" y="45"/>
                    </a:lnTo>
                    <a:lnTo>
                      <a:pt x="92" y="43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3" y="40"/>
                    </a:lnTo>
                    <a:lnTo>
                      <a:pt x="93" y="38"/>
                    </a:lnTo>
                    <a:lnTo>
                      <a:pt x="93" y="37"/>
                    </a:lnTo>
                    <a:lnTo>
                      <a:pt x="93" y="36"/>
                    </a:lnTo>
                    <a:lnTo>
                      <a:pt x="93" y="34"/>
                    </a:lnTo>
                    <a:lnTo>
                      <a:pt x="94" y="33"/>
                    </a:lnTo>
                    <a:lnTo>
                      <a:pt x="94" y="32"/>
                    </a:lnTo>
                    <a:lnTo>
                      <a:pt x="94" y="30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4" y="24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0"/>
                    </a:lnTo>
                    <a:lnTo>
                      <a:pt x="94" y="18"/>
                    </a:lnTo>
                    <a:lnTo>
                      <a:pt x="94" y="17"/>
                    </a:lnTo>
                    <a:lnTo>
                      <a:pt x="94" y="16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3" y="10"/>
                    </a:lnTo>
                    <a:lnTo>
                      <a:pt x="93" y="8"/>
                    </a:lnTo>
                    <a:lnTo>
                      <a:pt x="93" y="5"/>
                    </a:lnTo>
                    <a:lnTo>
                      <a:pt x="93" y="2"/>
                    </a:lnTo>
                    <a:lnTo>
                      <a:pt x="93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28082" name="Freeform 45">
              <a:extLst>
                <a:ext uri="{FF2B5EF4-FFF2-40B4-BE49-F238E27FC236}">
                  <a16:creationId xmlns:a16="http://schemas.microsoft.com/office/drawing/2014/main" id="{2996829E-804E-4441-A23E-23AA0587C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674" y="2957298"/>
              <a:ext cx="3699109" cy="2735272"/>
            </a:xfrm>
            <a:custGeom>
              <a:avLst/>
              <a:gdLst>
                <a:gd name="T0" fmla="*/ 1278345235 w 10704"/>
                <a:gd name="T1" fmla="*/ 0 h 21003"/>
                <a:gd name="T2" fmla="*/ 2388662 w 10704"/>
                <a:gd name="T3" fmla="*/ 1102418 h 21003"/>
                <a:gd name="T4" fmla="*/ 0 w 10704"/>
                <a:gd name="T5" fmla="*/ 356221155 h 21003"/>
                <a:gd name="T6" fmla="*/ 135430103 w 10704"/>
                <a:gd name="T7" fmla="*/ 356102383 h 210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04" h="21003">
                  <a:moveTo>
                    <a:pt x="10704" y="0"/>
                  </a:move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1134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8083" name="Line 14">
              <a:extLst>
                <a:ext uri="{FF2B5EF4-FFF2-40B4-BE49-F238E27FC236}">
                  <a16:creationId xmlns:a16="http://schemas.microsoft.com/office/drawing/2014/main" id="{6C3D5323-7492-45C8-8BDC-4B4632EF43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07413" y="5790467"/>
              <a:ext cx="580100" cy="31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8084" name="TextBox 51">
              <a:extLst>
                <a:ext uri="{FF2B5EF4-FFF2-40B4-BE49-F238E27FC236}">
                  <a16:creationId xmlns:a16="http://schemas.microsoft.com/office/drawing/2014/main" id="{4121EB05-ED61-47C4-B771-A0815481BA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75820" y="599816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28085" name="TextBox 51">
              <a:extLst>
                <a:ext uri="{FF2B5EF4-FFF2-40B4-BE49-F238E27FC236}">
                  <a16:creationId xmlns:a16="http://schemas.microsoft.com/office/drawing/2014/main" id="{8AC10BEA-76F2-4B99-8822-10EEA140E1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9" y="588809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8086" name="TextBox 51">
              <a:extLst>
                <a:ext uri="{FF2B5EF4-FFF2-40B4-BE49-F238E27FC236}">
                  <a16:creationId xmlns:a16="http://schemas.microsoft.com/office/drawing/2014/main" id="{3332F6A3-AD28-4B00-BBF6-5CFD62B5F3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3622" y="588809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28087" name="TextBox 51">
              <a:extLst>
                <a:ext uri="{FF2B5EF4-FFF2-40B4-BE49-F238E27FC236}">
                  <a16:creationId xmlns:a16="http://schemas.microsoft.com/office/drawing/2014/main" id="{8F8E039A-EC08-43E6-B1E5-0856E81953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353" y="530726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8088" name="TextBox 51">
              <a:extLst>
                <a:ext uri="{FF2B5EF4-FFF2-40B4-BE49-F238E27FC236}">
                  <a16:creationId xmlns:a16="http://schemas.microsoft.com/office/drawing/2014/main" id="{86637EA4-2800-4E68-ADCD-4901AA8CA0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9" y="4990627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8089" name="Freeform 48">
              <a:extLst>
                <a:ext uri="{FF2B5EF4-FFF2-40B4-BE49-F238E27FC236}">
                  <a16:creationId xmlns:a16="http://schemas.microsoft.com/office/drawing/2014/main" id="{8C8C992D-72ED-4273-A465-B477159DFC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594887" y="2914643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8090" name="Freeform 48">
              <a:extLst>
                <a:ext uri="{FF2B5EF4-FFF2-40B4-BE49-F238E27FC236}">
                  <a16:creationId xmlns:a16="http://schemas.microsoft.com/office/drawing/2014/main" id="{DDADC190-85C6-42EC-80BF-AA0B724A462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434954" y="2931576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8091" name="Freeform 5">
              <a:extLst>
                <a:ext uri="{FF2B5EF4-FFF2-40B4-BE49-F238E27FC236}">
                  <a16:creationId xmlns:a16="http://schemas.microsoft.com/office/drawing/2014/main" id="{D31A8F94-E978-4521-9C57-88C5C64C8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272" y="5755462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8092" name="Freeform 7">
              <a:extLst>
                <a:ext uri="{FF2B5EF4-FFF2-40B4-BE49-F238E27FC236}">
                  <a16:creationId xmlns:a16="http://schemas.microsoft.com/office/drawing/2014/main" id="{24FA9E28-9C01-434C-88D5-AC5533BD4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167" y="5867731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8093" name="TextBox 51">
              <a:extLst>
                <a:ext uri="{FF2B5EF4-FFF2-40B4-BE49-F238E27FC236}">
                  <a16:creationId xmlns:a16="http://schemas.microsoft.com/office/drawing/2014/main" id="{7745D80C-567E-40CA-AE03-8CF185F994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9028" y="5486655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grpSp>
          <p:nvGrpSpPr>
            <p:cNvPr id="428094" name="Group 4">
              <a:extLst>
                <a:ext uri="{FF2B5EF4-FFF2-40B4-BE49-F238E27FC236}">
                  <a16:creationId xmlns:a16="http://schemas.microsoft.com/office/drawing/2014/main" id="{2F7774A8-FB2C-4D39-8E7F-E19DDBFEB3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62243" y="1638205"/>
              <a:ext cx="3228751" cy="750888"/>
              <a:chOff x="5768352" y="3768775"/>
              <a:chExt cx="3229577" cy="750332"/>
            </a:xfrm>
          </p:grpSpPr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6C118ED5-909D-064B-ACB4-968B9081B889}"/>
                  </a:ext>
                </a:extLst>
              </p:cNvPr>
              <p:cNvCxnSpPr/>
              <p:nvPr/>
            </p:nvCxnSpPr>
            <p:spPr>
              <a:xfrm flipV="1">
                <a:off x="5768098" y="4206085"/>
                <a:ext cx="1980137" cy="15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7F59FD03-FA4D-534E-9A5A-5FC1E25249E3}"/>
                  </a:ext>
                </a:extLst>
              </p:cNvPr>
              <p:cNvCxnSpPr/>
              <p:nvPr/>
            </p:nvCxnSpPr>
            <p:spPr>
              <a:xfrm>
                <a:off x="7749823" y="4064873"/>
                <a:ext cx="565300" cy="1586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B4475B9A-1471-974D-A577-A9156D641547}"/>
                  </a:ext>
                </a:extLst>
              </p:cNvPr>
              <p:cNvCxnSpPr/>
              <p:nvPr/>
            </p:nvCxnSpPr>
            <p:spPr>
              <a:xfrm>
                <a:off x="7745059" y="4345710"/>
                <a:ext cx="565300" cy="15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283DCDB3-1A92-7548-A87E-EBF5E3106C4F}"/>
                  </a:ext>
                </a:extLst>
              </p:cNvPr>
              <p:cNvCxnSpPr/>
              <p:nvPr/>
            </p:nvCxnSpPr>
            <p:spPr>
              <a:xfrm flipH="1" flipV="1">
                <a:off x="7749823" y="4061700"/>
                <a:ext cx="3176" cy="28401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8123" name="TextBox 93">
                <a:extLst>
                  <a:ext uri="{FF2B5EF4-FFF2-40B4-BE49-F238E27FC236}">
                    <a16:creationId xmlns:a16="http://schemas.microsoft.com/office/drawing/2014/main" id="{646297B9-30B7-4234-AF65-C6EDB01CE80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76877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28124" name="TextBox 6">
                <a:extLst>
                  <a:ext uri="{FF2B5EF4-FFF2-40B4-BE49-F238E27FC236}">
                    <a16:creationId xmlns:a16="http://schemas.microsoft.com/office/drawing/2014/main" id="{2E0BBC45-A441-4039-A00D-616A83EB2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149775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8125" name="Freeform 48">
                <a:extLst>
                  <a:ext uri="{FF2B5EF4-FFF2-40B4-BE49-F238E27FC236}">
                    <a16:creationId xmlns:a16="http://schemas.microsoft.com/office/drawing/2014/main" id="{A9B52E49-CBF9-4E41-898D-D40CDE4494E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08850" y="4183965"/>
                <a:ext cx="77241" cy="73098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28095" name="Group 88">
              <a:extLst>
                <a:ext uri="{FF2B5EF4-FFF2-40B4-BE49-F238E27FC236}">
                  <a16:creationId xmlns:a16="http://schemas.microsoft.com/office/drawing/2014/main" id="{94AFB738-D357-415E-A4D0-E7AB7A0C4A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53438" y="2428748"/>
              <a:ext cx="2803076" cy="749300"/>
              <a:chOff x="6194136" y="3853561"/>
              <a:chExt cx="2803793" cy="750332"/>
            </a:xfrm>
          </p:grpSpPr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202E3BDC-7625-7A4E-9F7C-8939EA87B258}"/>
                  </a:ext>
                </a:extLst>
              </p:cNvPr>
              <p:cNvCxnSpPr/>
              <p:nvPr/>
            </p:nvCxnSpPr>
            <p:spPr>
              <a:xfrm>
                <a:off x="6194803" y="4204544"/>
                <a:ext cx="1565690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7542ED28-6B15-D245-83DC-5C339C4A206E}"/>
                  </a:ext>
                </a:extLst>
              </p:cNvPr>
              <p:cNvCxnSpPr/>
              <p:nvPr/>
            </p:nvCxnSpPr>
            <p:spPr>
              <a:xfrm>
                <a:off x="7744614" y="4064622"/>
                <a:ext cx="565300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Straight Connector 99">
                <a:extLst>
                  <a:ext uri="{FF2B5EF4-FFF2-40B4-BE49-F238E27FC236}">
                    <a16:creationId xmlns:a16="http://schemas.microsoft.com/office/drawing/2014/main" id="{36BA5BE2-F544-8B4D-AC25-FA3516FA126B}"/>
                  </a:ext>
                </a:extLst>
              </p:cNvPr>
              <p:cNvCxnSpPr/>
              <p:nvPr/>
            </p:nvCxnSpPr>
            <p:spPr>
              <a:xfrm>
                <a:off x="7739851" y="4339695"/>
                <a:ext cx="565300" cy="15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0937BE85-D279-774A-ACF2-78A67475ECDB}"/>
                  </a:ext>
                </a:extLst>
              </p:cNvPr>
              <p:cNvCxnSpPr/>
              <p:nvPr/>
            </p:nvCxnSpPr>
            <p:spPr>
              <a:xfrm flipH="1" flipV="1">
                <a:off x="7749378" y="4056672"/>
                <a:ext cx="3176" cy="284614"/>
              </a:xfrm>
              <a:prstGeom prst="line">
                <a:avLst/>
              </a:prstGeom>
              <a:solidFill>
                <a:srgbClr val="00B050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8116" name="TextBox 93">
                <a:extLst>
                  <a:ext uri="{FF2B5EF4-FFF2-40B4-BE49-F238E27FC236}">
                    <a16:creationId xmlns:a16="http://schemas.microsoft.com/office/drawing/2014/main" id="{4809A6B6-2B6C-4D42-9385-C1562F1125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853561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28117" name="TextBox 6">
                <a:extLst>
                  <a:ext uri="{FF2B5EF4-FFF2-40B4-BE49-F238E27FC236}">
                    <a16:creationId xmlns:a16="http://schemas.microsoft.com/office/drawing/2014/main" id="{3AE7617D-03B0-4DB9-B30E-49CF83E9C19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234561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8118" name="Freeform 48">
                <a:extLst>
                  <a:ext uri="{FF2B5EF4-FFF2-40B4-BE49-F238E27FC236}">
                    <a16:creationId xmlns:a16="http://schemas.microsoft.com/office/drawing/2014/main" id="{9D41CF03-6549-4E4E-85AB-9ABAB3DC7C7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08850" y="4178383"/>
                <a:ext cx="77241" cy="73253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28096" name="Group 8">
              <a:extLst>
                <a:ext uri="{FF2B5EF4-FFF2-40B4-BE49-F238E27FC236}">
                  <a16:creationId xmlns:a16="http://schemas.microsoft.com/office/drawing/2014/main" id="{4D080156-3A9F-4AFB-A879-6D3A6E0DC8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8227" y="3282987"/>
              <a:ext cx="1863862" cy="914400"/>
              <a:chOff x="7168853" y="823310"/>
              <a:chExt cx="1863684" cy="915796"/>
            </a:xfrm>
          </p:grpSpPr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FC22A6F3-D97F-BC45-86AD-BA347A89503F}"/>
                  </a:ext>
                </a:extLst>
              </p:cNvPr>
              <p:cNvCxnSpPr/>
              <p:nvPr/>
            </p:nvCxnSpPr>
            <p:spPr>
              <a:xfrm flipV="1">
                <a:off x="7169302" y="1288857"/>
                <a:ext cx="1122265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D5F4E2D4-CCD6-DA44-9B18-53FAC4B64EEF}"/>
                  </a:ext>
                </a:extLst>
              </p:cNvPr>
              <p:cNvCxnSpPr/>
              <p:nvPr/>
            </p:nvCxnSpPr>
            <p:spPr>
              <a:xfrm>
                <a:off x="7750277" y="1024875"/>
                <a:ext cx="565101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0204A7DD-BA95-5846-90B4-5908A545887A}"/>
                  </a:ext>
                </a:extLst>
              </p:cNvPr>
              <p:cNvCxnSpPr/>
              <p:nvPr/>
            </p:nvCxnSpPr>
            <p:spPr>
              <a:xfrm>
                <a:off x="7745514" y="1521034"/>
                <a:ext cx="565101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Straight Connector 108">
                <a:extLst>
                  <a:ext uri="{FF2B5EF4-FFF2-40B4-BE49-F238E27FC236}">
                    <a16:creationId xmlns:a16="http://schemas.microsoft.com/office/drawing/2014/main" id="{BCDA7000-D66B-A742-9BD0-7B779B865E5A}"/>
                  </a:ext>
                </a:extLst>
              </p:cNvPr>
              <p:cNvCxnSpPr/>
              <p:nvPr/>
            </p:nvCxnSpPr>
            <p:spPr>
              <a:xfrm flipH="1" flipV="1">
                <a:off x="7745514" y="1018514"/>
                <a:ext cx="3175" cy="505701"/>
              </a:xfrm>
              <a:prstGeom prst="line">
                <a:avLst/>
              </a:prstGeom>
              <a:solidFill>
                <a:srgbClr val="00B050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8108" name="TextBox 101">
                <a:extLst>
                  <a:ext uri="{FF2B5EF4-FFF2-40B4-BE49-F238E27FC236}">
                    <a16:creationId xmlns:a16="http://schemas.microsoft.com/office/drawing/2014/main" id="{3F27794C-C612-466A-A323-D9D6F9C7A8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0792" y="108674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28109" name="TextBox 6">
                <a:extLst>
                  <a:ext uri="{FF2B5EF4-FFF2-40B4-BE49-F238E27FC236}">
                    <a16:creationId xmlns:a16="http://schemas.microsoft.com/office/drawing/2014/main" id="{BA824171-5AAC-4313-B250-517201A0079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16032" y="823310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8110" name="Freeform 48">
                <a:extLst>
                  <a:ext uri="{FF2B5EF4-FFF2-40B4-BE49-F238E27FC236}">
                    <a16:creationId xmlns:a16="http://schemas.microsoft.com/office/drawing/2014/main" id="{A3833ECB-406B-4D70-ABCB-F60A134782A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10106" y="1261218"/>
                <a:ext cx="73145" cy="73264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8111" name="TextBox 107">
                <a:extLst>
                  <a:ext uri="{FF2B5EF4-FFF2-40B4-BE49-F238E27FC236}">
                    <a16:creationId xmlns:a16="http://schemas.microsoft.com/office/drawing/2014/main" id="{AC93D4A4-82CE-48C9-A4D9-FFCA22DE27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96438" y="1369774"/>
                <a:ext cx="736099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Done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sp>
          <p:nvSpPr>
            <p:cNvPr id="428097" name="Freeform 48">
              <a:extLst>
                <a:ext uri="{FF2B5EF4-FFF2-40B4-BE49-F238E27FC236}">
                  <a16:creationId xmlns:a16="http://schemas.microsoft.com/office/drawing/2014/main" id="{8257B780-7F7A-4186-8649-6AD2C762305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232937" y="2733668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8098" name="Freeform 48">
              <a:extLst>
                <a:ext uri="{FF2B5EF4-FFF2-40B4-BE49-F238E27FC236}">
                  <a16:creationId xmlns:a16="http://schemas.microsoft.com/office/drawing/2014/main" id="{9A0A255E-472D-4768-97A7-6EFF0987DF2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823362" y="2047868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8099" name="TextBox 51">
              <a:extLst>
                <a:ext uri="{FF2B5EF4-FFF2-40B4-BE49-F238E27FC236}">
                  <a16:creationId xmlns:a16="http://schemas.microsoft.com/office/drawing/2014/main" id="{4C8A1D05-B65C-4B4F-863A-BB109A44B4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4300" y="162108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8100" name="TextBox 51">
              <a:extLst>
                <a:ext uri="{FF2B5EF4-FFF2-40B4-BE49-F238E27FC236}">
                  <a16:creationId xmlns:a16="http://schemas.microsoft.com/office/drawing/2014/main" id="{DE158BD8-6497-429C-AE86-2FA0C623CF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2587" y="238993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8101" name="TextBox 51">
              <a:extLst>
                <a:ext uri="{FF2B5EF4-FFF2-40B4-BE49-F238E27FC236}">
                  <a16:creationId xmlns:a16="http://schemas.microsoft.com/office/drawing/2014/main" id="{8D1A9433-80EE-4679-9866-0F674D1867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0875" y="333344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28102" name="Freeform 45">
              <a:extLst>
                <a:ext uri="{FF2B5EF4-FFF2-40B4-BE49-F238E27FC236}">
                  <a16:creationId xmlns:a16="http://schemas.microsoft.com/office/drawing/2014/main" id="{D437B1BA-A925-42BB-A11A-1F3B6142B8EE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852089" y="2959411"/>
              <a:ext cx="4372447" cy="3609986"/>
            </a:xfrm>
            <a:custGeom>
              <a:avLst/>
              <a:gdLst>
                <a:gd name="T0" fmla="*/ 1541469344 w 10704"/>
                <a:gd name="T1" fmla="*/ 86678321 h 150349"/>
                <a:gd name="T2" fmla="*/ 1782751296 w 10704"/>
                <a:gd name="T3" fmla="*/ 86601655 h 150349"/>
                <a:gd name="T4" fmla="*/ 1786088637 w 10704"/>
                <a:gd name="T5" fmla="*/ 0 h 150349"/>
                <a:gd name="T6" fmla="*/ 3337340 w 10704"/>
                <a:gd name="T7" fmla="*/ 37481 h 150349"/>
                <a:gd name="T8" fmla="*/ 0 w 10704"/>
                <a:gd name="T9" fmla="*/ 12108528 h 150349"/>
                <a:gd name="T10" fmla="*/ 164025176 w 10704"/>
                <a:gd name="T11" fmla="*/ 12104494 h 1503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04" h="150349">
                  <a:moveTo>
                    <a:pt x="9238" y="150349"/>
                  </a:moveTo>
                  <a:lnTo>
                    <a:pt x="10684" y="150216"/>
                  </a:lnTo>
                  <a:cubicBezTo>
                    <a:pt x="10716" y="100026"/>
                    <a:pt x="10672" y="50190"/>
                    <a:pt x="10704" y="0"/>
                  </a:cubicBez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983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8103" name="Freeform 48">
              <a:extLst>
                <a:ext uri="{FF2B5EF4-FFF2-40B4-BE49-F238E27FC236}">
                  <a16:creationId xmlns:a16="http://schemas.microsoft.com/office/drawing/2014/main" id="{71B1D304-3872-4395-BDA6-29D4C69F901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186470" y="3716834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428035" name="Group 115">
            <a:extLst>
              <a:ext uri="{FF2B5EF4-FFF2-40B4-BE49-F238E27FC236}">
                <a16:creationId xmlns:a16="http://schemas.microsoft.com/office/drawing/2014/main" id="{9014479F-BD57-4614-9AB8-C3D9562611C5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58763" y="1071563"/>
            <a:ext cx="3546475" cy="1455737"/>
            <a:chOff x="27330" y="2051709"/>
            <a:chExt cx="2697218" cy="1108075"/>
          </a:xfrm>
        </p:grpSpPr>
        <p:pic>
          <p:nvPicPr>
            <p:cNvPr id="428036" name="Picture 119">
              <a:extLst>
                <a:ext uri="{FF2B5EF4-FFF2-40B4-BE49-F238E27FC236}">
                  <a16:creationId xmlns:a16="http://schemas.microsoft.com/office/drawing/2014/main" id="{03D2A522-A981-420A-ADD2-68820D5D799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330" y="2145256"/>
              <a:ext cx="2697218" cy="92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428037" name="Straight Connector 120">
              <a:extLst>
                <a:ext uri="{FF2B5EF4-FFF2-40B4-BE49-F238E27FC236}">
                  <a16:creationId xmlns:a16="http://schemas.microsoft.com/office/drawing/2014/main" id="{4B103EF0-F542-4BB4-90C8-6284ADDE076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310727" y="2051709"/>
              <a:ext cx="7937" cy="1108075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9057" name="Title 1">
            <a:extLst>
              <a:ext uri="{FF2B5EF4-FFF2-40B4-BE49-F238E27FC236}">
                <a16:creationId xmlns:a16="http://schemas.microsoft.com/office/drawing/2014/main" id="{6E32A5D4-28F7-4692-96D7-EB5BBE4AEC62}"/>
              </a:ext>
            </a:extLst>
          </p:cNvPr>
          <p:cNvSpPr txBox="1">
            <a:spLocks/>
          </p:cNvSpPr>
          <p:nvPr/>
        </p:nvSpPr>
        <p:spPr bwMode="auto">
          <a:xfrm>
            <a:off x="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How Does It Work?</a:t>
            </a:r>
          </a:p>
        </p:txBody>
      </p:sp>
      <p:grpSp>
        <p:nvGrpSpPr>
          <p:cNvPr id="429058" name="Group 3">
            <a:extLst>
              <a:ext uri="{FF2B5EF4-FFF2-40B4-BE49-F238E27FC236}">
                <a16:creationId xmlns:a16="http://schemas.microsoft.com/office/drawing/2014/main" id="{E0E92097-8FFE-472C-8C98-B138CEE4F191}"/>
              </a:ext>
            </a:extLst>
          </p:cNvPr>
          <p:cNvGrpSpPr>
            <a:grpSpLocks/>
          </p:cNvGrpSpPr>
          <p:nvPr/>
        </p:nvGrpSpPr>
        <p:grpSpPr bwMode="auto">
          <a:xfrm>
            <a:off x="93663" y="1319213"/>
            <a:ext cx="8997950" cy="5249862"/>
            <a:chOff x="92960" y="1318445"/>
            <a:chExt cx="8998034" cy="5250952"/>
          </a:xfrm>
        </p:grpSpPr>
        <p:sp>
          <p:nvSpPr>
            <p:cNvPr id="429062" name="TextBox 51">
              <a:extLst>
                <a:ext uri="{FF2B5EF4-FFF2-40B4-BE49-F238E27FC236}">
                  <a16:creationId xmlns:a16="http://schemas.microsoft.com/office/drawing/2014/main" id="{1FEC8835-3676-4F88-8BFB-B86D1FCE55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3160" y="5486655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29063" name="Line 14">
              <a:extLst>
                <a:ext uri="{FF2B5EF4-FFF2-40B4-BE49-F238E27FC236}">
                  <a16:creationId xmlns:a16="http://schemas.microsoft.com/office/drawing/2014/main" id="{92990740-E378-4BA0-9B83-52C807A338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9416" y="5920630"/>
              <a:ext cx="10703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9064" name="Line 14">
              <a:extLst>
                <a:ext uri="{FF2B5EF4-FFF2-40B4-BE49-F238E27FC236}">
                  <a16:creationId xmlns:a16="http://schemas.microsoft.com/office/drawing/2014/main" id="{4B91A485-4507-47A3-BA4C-B6D48BB72A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50" y="5937564"/>
              <a:ext cx="14246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9065" name="Rectangle 7">
              <a:extLst>
                <a:ext uri="{FF2B5EF4-FFF2-40B4-BE49-F238E27FC236}">
                  <a16:creationId xmlns:a16="http://schemas.microsoft.com/office/drawing/2014/main" id="{5463A712-F25C-4F8C-A1F6-972ADFBC77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7960" y="5073446"/>
              <a:ext cx="1806575" cy="10302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066" name="Freeform 8">
              <a:extLst>
                <a:ext uri="{FF2B5EF4-FFF2-40B4-BE49-F238E27FC236}">
                  <a16:creationId xmlns:a16="http://schemas.microsoft.com/office/drawing/2014/main" id="{F8BDEDE2-72B8-4653-9077-0087EFC8B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960" y="5302046"/>
              <a:ext cx="158750" cy="160338"/>
            </a:xfrm>
            <a:custGeom>
              <a:avLst/>
              <a:gdLst>
                <a:gd name="T0" fmla="*/ 0 w 202"/>
                <a:gd name="T1" fmla="*/ 630239 h 202"/>
                <a:gd name="T2" fmla="*/ 0 w 202"/>
                <a:gd name="T3" fmla="*/ 630239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9067" name="Rectangle 10">
              <a:extLst>
                <a:ext uri="{FF2B5EF4-FFF2-40B4-BE49-F238E27FC236}">
                  <a16:creationId xmlns:a16="http://schemas.microsoft.com/office/drawing/2014/main" id="{C6F236CE-F3A3-4598-9173-4B543AE60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4323" y="5765596"/>
              <a:ext cx="65723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clear_n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068" name="Rectangle 11">
              <a:extLst>
                <a:ext uri="{FF2B5EF4-FFF2-40B4-BE49-F238E27FC236}">
                  <a16:creationId xmlns:a16="http://schemas.microsoft.com/office/drawing/2014/main" id="{0DA58FD5-071B-4015-9F48-6376318A2F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1010" y="5465559"/>
              <a:ext cx="1331912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2-bit up-counter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069" name="Line 14">
              <a:extLst>
                <a:ext uri="{FF2B5EF4-FFF2-40B4-BE49-F238E27FC236}">
                  <a16:creationId xmlns:a16="http://schemas.microsoft.com/office/drawing/2014/main" id="{E3929DE2-6829-48DD-9902-AE7ECED557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48" y="5396934"/>
              <a:ext cx="4202381" cy="39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9070" name="Rectangle 17">
              <a:extLst>
                <a:ext uri="{FF2B5EF4-FFF2-40B4-BE49-F238E27FC236}">
                  <a16:creationId xmlns:a16="http://schemas.microsoft.com/office/drawing/2014/main" id="{018D75B6-5DDE-4C16-B9F7-F800716149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895" y="5791514"/>
              <a:ext cx="166712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071" name="Rectangle 18">
              <a:extLst>
                <a:ext uri="{FF2B5EF4-FFF2-40B4-BE49-F238E27FC236}">
                  <a16:creationId xmlns:a16="http://schemas.microsoft.com/office/drawing/2014/main" id="{8FAE67C7-BA54-443C-BD8A-2E3CF9AF7A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7935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072" name="Rectangle 19">
              <a:extLst>
                <a:ext uri="{FF2B5EF4-FFF2-40B4-BE49-F238E27FC236}">
                  <a16:creationId xmlns:a16="http://schemas.microsoft.com/office/drawing/2014/main" id="{1BA33E36-D591-479F-BA79-94FD15F876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6560" y="3084309"/>
              <a:ext cx="1806575" cy="107473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073" name="Rectangle 20">
              <a:extLst>
                <a:ext uri="{FF2B5EF4-FFF2-40B4-BE49-F238E27FC236}">
                  <a16:creationId xmlns:a16="http://schemas.microsoft.com/office/drawing/2014/main" id="{BBE1F511-FBA0-4E9F-8FA5-64A25E0A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2398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074" name="Line 21">
              <a:extLst>
                <a:ext uri="{FF2B5EF4-FFF2-40B4-BE49-F238E27FC236}">
                  <a16:creationId xmlns:a16="http://schemas.microsoft.com/office/drawing/2014/main" id="{B8CF1DF4-8482-40B1-8A3C-BC38198CA3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473545" y="1898087"/>
              <a:ext cx="2103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9075" name="Line 22">
              <a:extLst>
                <a:ext uri="{FF2B5EF4-FFF2-40B4-BE49-F238E27FC236}">
                  <a16:creationId xmlns:a16="http://schemas.microsoft.com/office/drawing/2014/main" id="{9F91CA9E-6AB2-44C2-93FA-2703BFF0BE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20235" y="1895799"/>
              <a:ext cx="3168" cy="11885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9076" name="Rectangle 23">
              <a:extLst>
                <a:ext uri="{FF2B5EF4-FFF2-40B4-BE49-F238E27FC236}">
                  <a16:creationId xmlns:a16="http://schemas.microsoft.com/office/drawing/2014/main" id="{46985310-8A12-40C3-8A77-BE844B5638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9598" y="3843134"/>
              <a:ext cx="2276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En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077" name="Rectangle 24">
              <a:extLst>
                <a:ext uri="{FF2B5EF4-FFF2-40B4-BE49-F238E27FC236}">
                  <a16:creationId xmlns:a16="http://schemas.microsoft.com/office/drawing/2014/main" id="{7C9059EC-44BF-46C2-AD33-F39DE5E879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7860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078" name="Rectangle 25">
              <a:extLst>
                <a:ext uri="{FF2B5EF4-FFF2-40B4-BE49-F238E27FC236}">
                  <a16:creationId xmlns:a16="http://schemas.microsoft.com/office/drawing/2014/main" id="{53E4154E-E286-4FFD-A6F1-DC260627E1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6285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079" name="Rectangle 26">
              <a:extLst>
                <a:ext uri="{FF2B5EF4-FFF2-40B4-BE49-F238E27FC236}">
                  <a16:creationId xmlns:a16="http://schemas.microsoft.com/office/drawing/2014/main" id="{4456CDC1-8FCD-48D1-AC6D-F0B8E016D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2148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080" name="Rectangle 27">
              <a:extLst>
                <a:ext uri="{FF2B5EF4-FFF2-40B4-BE49-F238E27FC236}">
                  <a16:creationId xmlns:a16="http://schemas.microsoft.com/office/drawing/2014/main" id="{EAF7C110-7163-4343-BB28-C2FDD8A8FB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6610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081" name="Rectangle 28">
              <a:extLst>
                <a:ext uri="{FF2B5EF4-FFF2-40B4-BE49-F238E27FC236}">
                  <a16:creationId xmlns:a16="http://schemas.microsoft.com/office/drawing/2014/main" id="{541889A9-8B49-415C-AD88-AD7B7A9EA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79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082" name="Rectangle 29">
              <a:extLst>
                <a:ext uri="{FF2B5EF4-FFF2-40B4-BE49-F238E27FC236}">
                  <a16:creationId xmlns:a16="http://schemas.microsoft.com/office/drawing/2014/main" id="{6C772E60-DC4F-4EA3-ADE4-4D67E1D76C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522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083" name="Rectangle 30">
              <a:extLst>
                <a:ext uri="{FF2B5EF4-FFF2-40B4-BE49-F238E27FC236}">
                  <a16:creationId xmlns:a16="http://schemas.microsoft.com/office/drawing/2014/main" id="{DB13697B-BBE2-4FA0-804C-A006A31B28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3035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084" name="Rectangle 31">
              <a:extLst>
                <a:ext uri="{FF2B5EF4-FFF2-40B4-BE49-F238E27FC236}">
                  <a16:creationId xmlns:a16="http://schemas.microsoft.com/office/drawing/2014/main" id="{DF812DC9-1E4C-4DCC-92CE-FD44261E3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3048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085" name="Rectangle 32">
              <a:extLst>
                <a:ext uri="{FF2B5EF4-FFF2-40B4-BE49-F238E27FC236}">
                  <a16:creationId xmlns:a16="http://schemas.microsoft.com/office/drawing/2014/main" id="{E079ADF6-A1C2-4014-9FA0-43F3BBF6C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974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086" name="Line 33">
              <a:extLst>
                <a:ext uri="{FF2B5EF4-FFF2-40B4-BE49-F238E27FC236}">
                  <a16:creationId xmlns:a16="http://schemas.microsoft.com/office/drawing/2014/main" id="{0C18EF8F-5439-4BA6-8F84-B60764FEFE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66219" y="1895799"/>
              <a:ext cx="1583" cy="11885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9087" name="Line 34">
              <a:extLst>
                <a:ext uri="{FF2B5EF4-FFF2-40B4-BE49-F238E27FC236}">
                  <a16:creationId xmlns:a16="http://schemas.microsoft.com/office/drawing/2014/main" id="{BE19396B-D45C-471E-82CD-6F86844727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862119" y="1898087"/>
              <a:ext cx="2465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9088" name="Rectangle 37">
              <a:extLst>
                <a:ext uri="{FF2B5EF4-FFF2-40B4-BE49-F238E27FC236}">
                  <a16:creationId xmlns:a16="http://schemas.microsoft.com/office/drawing/2014/main" id="{E971A9D9-1383-4607-A030-3AA651F5D5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817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089" name="Rectangle 38">
              <a:extLst>
                <a:ext uri="{FF2B5EF4-FFF2-40B4-BE49-F238E27FC236}">
                  <a16:creationId xmlns:a16="http://schemas.microsoft.com/office/drawing/2014/main" id="{64AFFFB0-BB22-402E-94D0-F8744B7435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1510" y="4657521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090" name="Rectangle 45">
              <a:extLst>
                <a:ext uri="{FF2B5EF4-FFF2-40B4-BE49-F238E27FC236}">
                  <a16:creationId xmlns:a16="http://schemas.microsoft.com/office/drawing/2014/main" id="{B88A9AF4-C07F-4237-A75A-C5C09E7A5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6123" y="3519284"/>
              <a:ext cx="11938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2-to-4 decoder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091" name="Rectangle 46">
              <a:extLst>
                <a:ext uri="{FF2B5EF4-FFF2-40B4-BE49-F238E27FC236}">
                  <a16:creationId xmlns:a16="http://schemas.microsoft.com/office/drawing/2014/main" id="{0504F01C-1633-43D6-A296-60A033713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3735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092" name="Rectangle 47">
              <a:extLst>
                <a:ext uri="{FF2B5EF4-FFF2-40B4-BE49-F238E27FC236}">
                  <a16:creationId xmlns:a16="http://schemas.microsoft.com/office/drawing/2014/main" id="{6005C98C-7D05-4DEB-9092-D518172A4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0898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093" name="Rectangle 48">
              <a:extLst>
                <a:ext uri="{FF2B5EF4-FFF2-40B4-BE49-F238E27FC236}">
                  <a16:creationId xmlns:a16="http://schemas.microsoft.com/office/drawing/2014/main" id="{135925E5-F4F0-4F4E-9575-B0286C4C4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8410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094" name="Rectangle 49">
              <a:extLst>
                <a:ext uri="{FF2B5EF4-FFF2-40B4-BE49-F238E27FC236}">
                  <a16:creationId xmlns:a16="http://schemas.microsoft.com/office/drawing/2014/main" id="{2671A059-E783-4208-ADD8-B6DE3E3676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5573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095" name="Rectangle 50">
              <a:extLst>
                <a:ext uri="{FF2B5EF4-FFF2-40B4-BE49-F238E27FC236}">
                  <a16:creationId xmlns:a16="http://schemas.microsoft.com/office/drawing/2014/main" id="{D8FBB53A-B5AC-4C8D-ACA0-8E861D375F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60" y="5214195"/>
              <a:ext cx="55143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Clock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cxnSp>
          <p:nvCxnSpPr>
            <p:cNvPr id="429096" name="Straight Arrow Connector 2">
              <a:extLst>
                <a:ext uri="{FF2B5EF4-FFF2-40B4-BE49-F238E27FC236}">
                  <a16:creationId xmlns:a16="http://schemas.microsoft.com/office/drawing/2014/main" id="{E7A0A693-B23D-43D0-859D-AF370FAAD3B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109145" y="4165226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9097" name="Straight Arrow Connector 52">
              <a:extLst>
                <a:ext uri="{FF2B5EF4-FFF2-40B4-BE49-F238E27FC236}">
                  <a16:creationId xmlns:a16="http://schemas.microsoft.com/office/drawing/2014/main" id="{EEA2667A-A9BF-4497-9011-759FB2C901F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38675" y="4169345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9098" name="Straight Arrow Connector 53">
              <a:extLst>
                <a:ext uri="{FF2B5EF4-FFF2-40B4-BE49-F238E27FC236}">
                  <a16:creationId xmlns:a16="http://schemas.microsoft.com/office/drawing/2014/main" id="{F82307A0-D4D8-4F14-AEFE-A4F22310BD5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706475" y="4171404"/>
              <a:ext cx="0" cy="423475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29099" name="Freeform 5">
              <a:extLst>
                <a:ext uri="{FF2B5EF4-FFF2-40B4-BE49-F238E27FC236}">
                  <a16:creationId xmlns:a16="http://schemas.microsoft.com/office/drawing/2014/main" id="{1A45B671-6ABD-4415-82EA-EA9BF56E3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005" y="5772396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9100" name="Freeform 7">
              <a:extLst>
                <a:ext uri="{FF2B5EF4-FFF2-40B4-BE49-F238E27FC236}">
                  <a16:creationId xmlns:a16="http://schemas.microsoft.com/office/drawing/2014/main" id="{FDEA7F1C-9748-425D-B49D-CB1BEF426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900" y="5884665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9101" name="TextBox 7">
              <a:extLst>
                <a:ext uri="{FF2B5EF4-FFF2-40B4-BE49-F238E27FC236}">
                  <a16:creationId xmlns:a16="http://schemas.microsoft.com/office/drawing/2014/main" id="{CE886629-EE3A-4004-A50D-786423754A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8312" y="4594022"/>
              <a:ext cx="874713" cy="461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9102" name="TextBox 7">
              <a:extLst>
                <a:ext uri="{FF2B5EF4-FFF2-40B4-BE49-F238E27FC236}">
                  <a16:creationId xmlns:a16="http://schemas.microsoft.com/office/drawing/2014/main" id="{9A862013-0F3E-4D94-9837-671C7FF4EF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8566" y="1318445"/>
              <a:ext cx="199797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9103" name="TextBox 51">
              <a:extLst>
                <a:ext uri="{FF2B5EF4-FFF2-40B4-BE49-F238E27FC236}">
                  <a16:creationId xmlns:a16="http://schemas.microsoft.com/office/drawing/2014/main" id="{56B0869B-A821-4017-9238-63FC432AC2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4287" y="541396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29104" name="AutoShape 57">
              <a:extLst>
                <a:ext uri="{FF2B5EF4-FFF2-40B4-BE49-F238E27FC236}">
                  <a16:creationId xmlns:a16="http://schemas.microsoft.com/office/drawing/2014/main" id="{0CA84659-0F3F-4B2E-8319-1206FA3B3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501" y="5556352"/>
              <a:ext cx="554038" cy="47148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grpSp>
          <p:nvGrpSpPr>
            <p:cNvPr id="429105" name="Group 66">
              <a:extLst>
                <a:ext uri="{FF2B5EF4-FFF2-40B4-BE49-F238E27FC236}">
                  <a16:creationId xmlns:a16="http://schemas.microsoft.com/office/drawing/2014/main" id="{4646E9AE-2C7C-460B-928B-C65FB86C15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24676" y="5661598"/>
              <a:ext cx="636587" cy="501650"/>
              <a:chOff x="4164013" y="5505902"/>
              <a:chExt cx="636587" cy="501650"/>
            </a:xfrm>
          </p:grpSpPr>
          <p:sp>
            <p:nvSpPr>
              <p:cNvPr id="429150" name="Freeform 86">
                <a:extLst>
                  <a:ext uri="{FF2B5EF4-FFF2-40B4-BE49-F238E27FC236}">
                    <a16:creationId xmlns:a16="http://schemas.microsoft.com/office/drawing/2014/main" id="{48797621-AD4A-4CED-9214-9E129F120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505902"/>
                <a:ext cx="630237" cy="249237"/>
              </a:xfrm>
              <a:custGeom>
                <a:avLst/>
                <a:gdLst>
                  <a:gd name="T0" fmla="*/ 2147483646 w 794"/>
                  <a:gd name="T1" fmla="*/ 0 h 315"/>
                  <a:gd name="T2" fmla="*/ 2147483646 w 794"/>
                  <a:gd name="T3" fmla="*/ 0 h 315"/>
                  <a:gd name="T4" fmla="*/ 2147483646 w 794"/>
                  <a:gd name="T5" fmla="*/ 0 h 315"/>
                  <a:gd name="T6" fmla="*/ 2147483646 w 794"/>
                  <a:gd name="T7" fmla="*/ 0 h 315"/>
                  <a:gd name="T8" fmla="*/ 2147483646 w 794"/>
                  <a:gd name="T9" fmla="*/ 0 h 315"/>
                  <a:gd name="T10" fmla="*/ 2147483646 w 794"/>
                  <a:gd name="T11" fmla="*/ 0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0"/>
                    </a:moveTo>
                    <a:lnTo>
                      <a:pt x="31" y="0"/>
                    </a:lnTo>
                    <a:lnTo>
                      <a:pt x="60" y="0"/>
                    </a:lnTo>
                    <a:lnTo>
                      <a:pt x="86" y="0"/>
                    </a:lnTo>
                    <a:lnTo>
                      <a:pt x="110" y="0"/>
                    </a:lnTo>
                    <a:lnTo>
                      <a:pt x="134" y="0"/>
                    </a:lnTo>
                    <a:lnTo>
                      <a:pt x="155" y="0"/>
                    </a:lnTo>
                    <a:lnTo>
                      <a:pt x="175" y="0"/>
                    </a:lnTo>
                    <a:lnTo>
                      <a:pt x="194" y="0"/>
                    </a:lnTo>
                    <a:lnTo>
                      <a:pt x="211" y="0"/>
                    </a:lnTo>
                    <a:lnTo>
                      <a:pt x="227" y="0"/>
                    </a:lnTo>
                    <a:lnTo>
                      <a:pt x="240" y="0"/>
                    </a:lnTo>
                    <a:lnTo>
                      <a:pt x="254" y="0"/>
                    </a:lnTo>
                    <a:lnTo>
                      <a:pt x="265" y="0"/>
                    </a:lnTo>
                    <a:lnTo>
                      <a:pt x="276" y="0"/>
                    </a:lnTo>
                    <a:lnTo>
                      <a:pt x="287" y="0"/>
                    </a:lnTo>
                    <a:lnTo>
                      <a:pt x="296" y="0"/>
                    </a:lnTo>
                    <a:lnTo>
                      <a:pt x="303" y="0"/>
                    </a:lnTo>
                    <a:lnTo>
                      <a:pt x="311" y="0"/>
                    </a:lnTo>
                    <a:lnTo>
                      <a:pt x="317" y="0"/>
                    </a:lnTo>
                    <a:lnTo>
                      <a:pt x="323" y="0"/>
                    </a:lnTo>
                    <a:lnTo>
                      <a:pt x="328" y="0"/>
                    </a:lnTo>
                    <a:lnTo>
                      <a:pt x="332" y="0"/>
                    </a:lnTo>
                    <a:lnTo>
                      <a:pt x="336" y="1"/>
                    </a:lnTo>
                    <a:lnTo>
                      <a:pt x="338" y="1"/>
                    </a:lnTo>
                    <a:lnTo>
                      <a:pt x="342" y="1"/>
                    </a:lnTo>
                    <a:lnTo>
                      <a:pt x="345" y="1"/>
                    </a:lnTo>
                    <a:lnTo>
                      <a:pt x="348" y="1"/>
                    </a:lnTo>
                    <a:lnTo>
                      <a:pt x="349" y="1"/>
                    </a:lnTo>
                    <a:lnTo>
                      <a:pt x="352" y="1"/>
                    </a:lnTo>
                    <a:lnTo>
                      <a:pt x="353" y="1"/>
                    </a:lnTo>
                    <a:lnTo>
                      <a:pt x="356" y="1"/>
                    </a:lnTo>
                    <a:lnTo>
                      <a:pt x="358" y="1"/>
                    </a:lnTo>
                    <a:lnTo>
                      <a:pt x="360" y="1"/>
                    </a:lnTo>
                    <a:lnTo>
                      <a:pt x="362" y="3"/>
                    </a:lnTo>
                    <a:lnTo>
                      <a:pt x="364" y="3"/>
                    </a:lnTo>
                    <a:lnTo>
                      <a:pt x="366" y="3"/>
                    </a:lnTo>
                    <a:lnTo>
                      <a:pt x="368" y="3"/>
                    </a:lnTo>
                    <a:lnTo>
                      <a:pt x="369" y="3"/>
                    </a:lnTo>
                    <a:lnTo>
                      <a:pt x="370" y="3"/>
                    </a:lnTo>
                    <a:lnTo>
                      <a:pt x="372" y="3"/>
                    </a:lnTo>
                    <a:lnTo>
                      <a:pt x="374" y="3"/>
                    </a:lnTo>
                    <a:lnTo>
                      <a:pt x="376" y="3"/>
                    </a:lnTo>
                    <a:lnTo>
                      <a:pt x="377" y="3"/>
                    </a:lnTo>
                    <a:lnTo>
                      <a:pt x="378" y="3"/>
                    </a:lnTo>
                    <a:lnTo>
                      <a:pt x="380" y="4"/>
                    </a:lnTo>
                    <a:lnTo>
                      <a:pt x="381" y="4"/>
                    </a:lnTo>
                    <a:lnTo>
                      <a:pt x="382" y="4"/>
                    </a:lnTo>
                    <a:lnTo>
                      <a:pt x="384" y="4"/>
                    </a:lnTo>
                    <a:lnTo>
                      <a:pt x="385" y="4"/>
                    </a:lnTo>
                    <a:lnTo>
                      <a:pt x="386" y="4"/>
                    </a:lnTo>
                    <a:lnTo>
                      <a:pt x="388" y="4"/>
                    </a:lnTo>
                    <a:lnTo>
                      <a:pt x="389" y="4"/>
                    </a:lnTo>
                    <a:lnTo>
                      <a:pt x="390" y="4"/>
                    </a:lnTo>
                    <a:lnTo>
                      <a:pt x="392" y="5"/>
                    </a:lnTo>
                    <a:lnTo>
                      <a:pt x="393" y="5"/>
                    </a:lnTo>
                    <a:lnTo>
                      <a:pt x="394" y="5"/>
                    </a:lnTo>
                    <a:lnTo>
                      <a:pt x="396" y="5"/>
                    </a:lnTo>
                    <a:lnTo>
                      <a:pt x="398" y="5"/>
                    </a:lnTo>
                    <a:lnTo>
                      <a:pt x="400" y="5"/>
                    </a:lnTo>
                    <a:lnTo>
                      <a:pt x="401" y="7"/>
                    </a:lnTo>
                    <a:lnTo>
                      <a:pt x="403" y="7"/>
                    </a:lnTo>
                    <a:lnTo>
                      <a:pt x="405" y="7"/>
                    </a:lnTo>
                    <a:lnTo>
                      <a:pt x="407" y="7"/>
                    </a:lnTo>
                    <a:lnTo>
                      <a:pt x="409" y="8"/>
                    </a:lnTo>
                    <a:lnTo>
                      <a:pt x="411" y="8"/>
                    </a:lnTo>
                    <a:lnTo>
                      <a:pt x="413" y="8"/>
                    </a:lnTo>
                    <a:lnTo>
                      <a:pt x="414" y="8"/>
                    </a:lnTo>
                    <a:lnTo>
                      <a:pt x="417" y="8"/>
                    </a:lnTo>
                    <a:lnTo>
                      <a:pt x="418" y="8"/>
                    </a:lnTo>
                    <a:lnTo>
                      <a:pt x="419" y="9"/>
                    </a:lnTo>
                    <a:lnTo>
                      <a:pt x="421" y="9"/>
                    </a:lnTo>
                    <a:lnTo>
                      <a:pt x="422" y="9"/>
                    </a:lnTo>
                    <a:lnTo>
                      <a:pt x="423" y="9"/>
                    </a:lnTo>
                    <a:lnTo>
                      <a:pt x="425" y="9"/>
                    </a:lnTo>
                    <a:lnTo>
                      <a:pt x="426" y="9"/>
                    </a:lnTo>
                    <a:lnTo>
                      <a:pt x="426" y="11"/>
                    </a:lnTo>
                    <a:lnTo>
                      <a:pt x="427" y="11"/>
                    </a:lnTo>
                    <a:lnTo>
                      <a:pt x="429" y="11"/>
                    </a:lnTo>
                    <a:lnTo>
                      <a:pt x="430" y="11"/>
                    </a:lnTo>
                    <a:lnTo>
                      <a:pt x="431" y="11"/>
                    </a:lnTo>
                    <a:lnTo>
                      <a:pt x="433" y="12"/>
                    </a:lnTo>
                    <a:lnTo>
                      <a:pt x="434" y="12"/>
                    </a:lnTo>
                    <a:lnTo>
                      <a:pt x="435" y="12"/>
                    </a:lnTo>
                    <a:lnTo>
                      <a:pt x="437" y="13"/>
                    </a:lnTo>
                    <a:lnTo>
                      <a:pt x="438" y="13"/>
                    </a:lnTo>
                    <a:lnTo>
                      <a:pt x="439" y="13"/>
                    </a:lnTo>
                    <a:lnTo>
                      <a:pt x="441" y="15"/>
                    </a:lnTo>
                    <a:lnTo>
                      <a:pt x="443" y="15"/>
                    </a:lnTo>
                    <a:lnTo>
                      <a:pt x="445" y="15"/>
                    </a:lnTo>
                    <a:lnTo>
                      <a:pt x="446" y="16"/>
                    </a:lnTo>
                    <a:lnTo>
                      <a:pt x="449" y="16"/>
                    </a:lnTo>
                    <a:lnTo>
                      <a:pt x="450" y="17"/>
                    </a:lnTo>
                    <a:lnTo>
                      <a:pt x="453" y="17"/>
                    </a:lnTo>
                    <a:lnTo>
                      <a:pt x="455" y="19"/>
                    </a:lnTo>
                    <a:lnTo>
                      <a:pt x="458" y="19"/>
                    </a:lnTo>
                    <a:lnTo>
                      <a:pt x="459" y="20"/>
                    </a:lnTo>
                    <a:lnTo>
                      <a:pt x="462" y="20"/>
                    </a:lnTo>
                    <a:lnTo>
                      <a:pt x="465" y="21"/>
                    </a:lnTo>
                    <a:lnTo>
                      <a:pt x="466" y="21"/>
                    </a:lnTo>
                    <a:lnTo>
                      <a:pt x="467" y="23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4"/>
                    </a:lnTo>
                    <a:lnTo>
                      <a:pt x="474" y="24"/>
                    </a:lnTo>
                    <a:lnTo>
                      <a:pt x="475" y="25"/>
                    </a:lnTo>
                    <a:lnTo>
                      <a:pt x="476" y="25"/>
                    </a:lnTo>
                    <a:lnTo>
                      <a:pt x="478" y="25"/>
                    </a:lnTo>
                    <a:lnTo>
                      <a:pt x="479" y="27"/>
                    </a:lnTo>
                    <a:lnTo>
                      <a:pt x="480" y="27"/>
                    </a:lnTo>
                    <a:lnTo>
                      <a:pt x="482" y="27"/>
                    </a:lnTo>
                    <a:lnTo>
                      <a:pt x="482" y="28"/>
                    </a:lnTo>
                    <a:lnTo>
                      <a:pt x="483" y="28"/>
                    </a:lnTo>
                    <a:lnTo>
                      <a:pt x="484" y="29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31"/>
                    </a:lnTo>
                    <a:lnTo>
                      <a:pt x="490" y="31"/>
                    </a:lnTo>
                    <a:lnTo>
                      <a:pt x="491" y="32"/>
                    </a:lnTo>
                    <a:lnTo>
                      <a:pt x="492" y="32"/>
                    </a:lnTo>
                    <a:lnTo>
                      <a:pt x="494" y="33"/>
                    </a:lnTo>
                    <a:lnTo>
                      <a:pt x="495" y="33"/>
                    </a:lnTo>
                    <a:lnTo>
                      <a:pt x="498" y="35"/>
                    </a:lnTo>
                    <a:lnTo>
                      <a:pt x="499" y="36"/>
                    </a:lnTo>
                    <a:lnTo>
                      <a:pt x="500" y="36"/>
                    </a:lnTo>
                    <a:lnTo>
                      <a:pt x="503" y="37"/>
                    </a:lnTo>
                    <a:lnTo>
                      <a:pt x="504" y="39"/>
                    </a:lnTo>
                    <a:lnTo>
                      <a:pt x="507" y="40"/>
                    </a:lnTo>
                    <a:lnTo>
                      <a:pt x="508" y="40"/>
                    </a:lnTo>
                    <a:lnTo>
                      <a:pt x="511" y="41"/>
                    </a:lnTo>
                    <a:lnTo>
                      <a:pt x="512" y="43"/>
                    </a:lnTo>
                    <a:lnTo>
                      <a:pt x="514" y="43"/>
                    </a:lnTo>
                    <a:lnTo>
                      <a:pt x="516" y="44"/>
                    </a:lnTo>
                    <a:lnTo>
                      <a:pt x="518" y="44"/>
                    </a:lnTo>
                    <a:lnTo>
                      <a:pt x="519" y="45"/>
                    </a:lnTo>
                    <a:lnTo>
                      <a:pt x="520" y="45"/>
                    </a:lnTo>
                    <a:lnTo>
                      <a:pt x="522" y="47"/>
                    </a:lnTo>
                    <a:lnTo>
                      <a:pt x="523" y="47"/>
                    </a:lnTo>
                    <a:lnTo>
                      <a:pt x="523" y="48"/>
                    </a:lnTo>
                    <a:lnTo>
                      <a:pt x="524" y="48"/>
                    </a:lnTo>
                    <a:lnTo>
                      <a:pt x="526" y="49"/>
                    </a:lnTo>
                    <a:lnTo>
                      <a:pt x="527" y="49"/>
                    </a:lnTo>
                    <a:lnTo>
                      <a:pt x="528" y="51"/>
                    </a:lnTo>
                    <a:lnTo>
                      <a:pt x="530" y="51"/>
                    </a:lnTo>
                    <a:lnTo>
                      <a:pt x="531" y="52"/>
                    </a:lnTo>
                    <a:lnTo>
                      <a:pt x="532" y="52"/>
                    </a:lnTo>
                    <a:lnTo>
                      <a:pt x="534" y="53"/>
                    </a:lnTo>
                    <a:lnTo>
                      <a:pt x="535" y="55"/>
                    </a:lnTo>
                    <a:lnTo>
                      <a:pt x="536" y="55"/>
                    </a:lnTo>
                    <a:lnTo>
                      <a:pt x="538" y="56"/>
                    </a:lnTo>
                    <a:lnTo>
                      <a:pt x="539" y="56"/>
                    </a:lnTo>
                    <a:lnTo>
                      <a:pt x="540" y="57"/>
                    </a:lnTo>
                    <a:lnTo>
                      <a:pt x="542" y="57"/>
                    </a:lnTo>
                    <a:lnTo>
                      <a:pt x="543" y="58"/>
                    </a:lnTo>
                    <a:lnTo>
                      <a:pt x="546" y="60"/>
                    </a:lnTo>
                    <a:lnTo>
                      <a:pt x="547" y="60"/>
                    </a:lnTo>
                    <a:lnTo>
                      <a:pt x="548" y="61"/>
                    </a:lnTo>
                    <a:lnTo>
                      <a:pt x="551" y="62"/>
                    </a:lnTo>
                    <a:lnTo>
                      <a:pt x="552" y="64"/>
                    </a:lnTo>
                    <a:lnTo>
                      <a:pt x="553" y="65"/>
                    </a:lnTo>
                    <a:lnTo>
                      <a:pt x="556" y="65"/>
                    </a:lnTo>
                    <a:lnTo>
                      <a:pt x="557" y="66"/>
                    </a:lnTo>
                    <a:lnTo>
                      <a:pt x="559" y="66"/>
                    </a:lnTo>
                    <a:lnTo>
                      <a:pt x="560" y="68"/>
                    </a:lnTo>
                    <a:lnTo>
                      <a:pt x="561" y="69"/>
                    </a:lnTo>
                    <a:lnTo>
                      <a:pt x="563" y="69"/>
                    </a:lnTo>
                    <a:lnTo>
                      <a:pt x="564" y="70"/>
                    </a:lnTo>
                    <a:lnTo>
                      <a:pt x="565" y="70"/>
                    </a:lnTo>
                    <a:lnTo>
                      <a:pt x="567" y="72"/>
                    </a:lnTo>
                    <a:lnTo>
                      <a:pt x="568" y="73"/>
                    </a:lnTo>
                    <a:lnTo>
                      <a:pt x="569" y="73"/>
                    </a:lnTo>
                    <a:lnTo>
                      <a:pt x="571" y="74"/>
                    </a:lnTo>
                    <a:lnTo>
                      <a:pt x="572" y="74"/>
                    </a:lnTo>
                    <a:lnTo>
                      <a:pt x="572" y="76"/>
                    </a:lnTo>
                    <a:lnTo>
                      <a:pt x="573" y="76"/>
                    </a:lnTo>
                    <a:lnTo>
                      <a:pt x="575" y="76"/>
                    </a:lnTo>
                    <a:lnTo>
                      <a:pt x="575" y="77"/>
                    </a:lnTo>
                    <a:lnTo>
                      <a:pt x="576" y="77"/>
                    </a:lnTo>
                    <a:lnTo>
                      <a:pt x="577" y="78"/>
                    </a:lnTo>
                    <a:lnTo>
                      <a:pt x="579" y="78"/>
                    </a:lnTo>
                    <a:lnTo>
                      <a:pt x="580" y="80"/>
                    </a:lnTo>
                    <a:lnTo>
                      <a:pt x="581" y="80"/>
                    </a:lnTo>
                    <a:lnTo>
                      <a:pt x="581" y="81"/>
                    </a:lnTo>
                    <a:lnTo>
                      <a:pt x="583" y="82"/>
                    </a:lnTo>
                    <a:lnTo>
                      <a:pt x="585" y="82"/>
                    </a:lnTo>
                    <a:lnTo>
                      <a:pt x="587" y="84"/>
                    </a:lnTo>
                    <a:lnTo>
                      <a:pt x="588" y="85"/>
                    </a:lnTo>
                    <a:lnTo>
                      <a:pt x="589" y="86"/>
                    </a:lnTo>
                    <a:lnTo>
                      <a:pt x="591" y="86"/>
                    </a:lnTo>
                    <a:lnTo>
                      <a:pt x="592" y="88"/>
                    </a:lnTo>
                    <a:lnTo>
                      <a:pt x="593" y="88"/>
                    </a:lnTo>
                    <a:lnTo>
                      <a:pt x="593" y="89"/>
                    </a:lnTo>
                    <a:lnTo>
                      <a:pt x="595" y="89"/>
                    </a:lnTo>
                    <a:lnTo>
                      <a:pt x="596" y="90"/>
                    </a:lnTo>
                    <a:lnTo>
                      <a:pt x="597" y="90"/>
                    </a:lnTo>
                    <a:lnTo>
                      <a:pt x="597" y="92"/>
                    </a:lnTo>
                    <a:lnTo>
                      <a:pt x="599" y="92"/>
                    </a:lnTo>
                    <a:lnTo>
                      <a:pt x="600" y="93"/>
                    </a:lnTo>
                    <a:lnTo>
                      <a:pt x="601" y="93"/>
                    </a:lnTo>
                    <a:lnTo>
                      <a:pt x="601" y="94"/>
                    </a:lnTo>
                    <a:lnTo>
                      <a:pt x="603" y="94"/>
                    </a:lnTo>
                    <a:lnTo>
                      <a:pt x="604" y="96"/>
                    </a:lnTo>
                    <a:lnTo>
                      <a:pt x="605" y="97"/>
                    </a:lnTo>
                    <a:lnTo>
                      <a:pt x="607" y="97"/>
                    </a:lnTo>
                    <a:lnTo>
                      <a:pt x="607" y="98"/>
                    </a:lnTo>
                    <a:lnTo>
                      <a:pt x="608" y="98"/>
                    </a:lnTo>
                    <a:lnTo>
                      <a:pt x="609" y="100"/>
                    </a:lnTo>
                    <a:lnTo>
                      <a:pt x="611" y="101"/>
                    </a:lnTo>
                    <a:lnTo>
                      <a:pt x="612" y="101"/>
                    </a:lnTo>
                    <a:lnTo>
                      <a:pt x="612" y="102"/>
                    </a:lnTo>
                    <a:lnTo>
                      <a:pt x="613" y="102"/>
                    </a:lnTo>
                    <a:lnTo>
                      <a:pt x="615" y="104"/>
                    </a:lnTo>
                    <a:lnTo>
                      <a:pt x="616" y="105"/>
                    </a:lnTo>
                    <a:lnTo>
                      <a:pt x="617" y="106"/>
                    </a:lnTo>
                    <a:lnTo>
                      <a:pt x="619" y="106"/>
                    </a:lnTo>
                    <a:lnTo>
                      <a:pt x="619" y="108"/>
                    </a:lnTo>
                    <a:lnTo>
                      <a:pt x="620" y="108"/>
                    </a:lnTo>
                    <a:lnTo>
                      <a:pt x="621" y="109"/>
                    </a:lnTo>
                    <a:lnTo>
                      <a:pt x="622" y="110"/>
                    </a:lnTo>
                    <a:lnTo>
                      <a:pt x="624" y="110"/>
                    </a:lnTo>
                    <a:lnTo>
                      <a:pt x="624" y="112"/>
                    </a:lnTo>
                    <a:lnTo>
                      <a:pt x="625" y="112"/>
                    </a:lnTo>
                    <a:lnTo>
                      <a:pt x="625" y="113"/>
                    </a:lnTo>
                    <a:lnTo>
                      <a:pt x="626" y="113"/>
                    </a:lnTo>
                    <a:lnTo>
                      <a:pt x="628" y="114"/>
                    </a:lnTo>
                    <a:lnTo>
                      <a:pt x="629" y="114"/>
                    </a:lnTo>
                    <a:lnTo>
                      <a:pt x="629" y="116"/>
                    </a:lnTo>
                    <a:lnTo>
                      <a:pt x="630" y="116"/>
                    </a:lnTo>
                    <a:lnTo>
                      <a:pt x="632" y="117"/>
                    </a:lnTo>
                    <a:lnTo>
                      <a:pt x="633" y="118"/>
                    </a:lnTo>
                    <a:lnTo>
                      <a:pt x="634" y="118"/>
                    </a:lnTo>
                    <a:lnTo>
                      <a:pt x="634" y="120"/>
                    </a:lnTo>
                    <a:lnTo>
                      <a:pt x="636" y="120"/>
                    </a:lnTo>
                    <a:lnTo>
                      <a:pt x="637" y="121"/>
                    </a:lnTo>
                    <a:lnTo>
                      <a:pt x="638" y="121"/>
                    </a:lnTo>
                    <a:lnTo>
                      <a:pt x="640" y="122"/>
                    </a:lnTo>
                    <a:lnTo>
                      <a:pt x="641" y="124"/>
                    </a:lnTo>
                    <a:lnTo>
                      <a:pt x="642" y="125"/>
                    </a:lnTo>
                    <a:lnTo>
                      <a:pt x="644" y="125"/>
                    </a:lnTo>
                    <a:lnTo>
                      <a:pt x="645" y="126"/>
                    </a:lnTo>
                    <a:lnTo>
                      <a:pt x="646" y="128"/>
                    </a:lnTo>
                    <a:lnTo>
                      <a:pt x="648" y="128"/>
                    </a:lnTo>
                    <a:lnTo>
                      <a:pt x="648" y="129"/>
                    </a:lnTo>
                    <a:lnTo>
                      <a:pt x="649" y="129"/>
                    </a:lnTo>
                    <a:lnTo>
                      <a:pt x="650" y="130"/>
                    </a:lnTo>
                    <a:lnTo>
                      <a:pt x="652" y="131"/>
                    </a:lnTo>
                    <a:lnTo>
                      <a:pt x="653" y="131"/>
                    </a:lnTo>
                    <a:lnTo>
                      <a:pt x="653" y="133"/>
                    </a:lnTo>
                    <a:lnTo>
                      <a:pt x="654" y="133"/>
                    </a:lnTo>
                    <a:lnTo>
                      <a:pt x="654" y="134"/>
                    </a:lnTo>
                    <a:lnTo>
                      <a:pt x="656" y="134"/>
                    </a:lnTo>
                    <a:lnTo>
                      <a:pt x="656" y="135"/>
                    </a:lnTo>
                    <a:lnTo>
                      <a:pt x="657" y="135"/>
                    </a:lnTo>
                    <a:lnTo>
                      <a:pt x="657" y="137"/>
                    </a:lnTo>
                    <a:lnTo>
                      <a:pt x="658" y="138"/>
                    </a:lnTo>
                    <a:lnTo>
                      <a:pt x="660" y="138"/>
                    </a:lnTo>
                    <a:lnTo>
                      <a:pt x="660" y="139"/>
                    </a:lnTo>
                    <a:lnTo>
                      <a:pt x="661" y="141"/>
                    </a:lnTo>
                    <a:lnTo>
                      <a:pt x="662" y="141"/>
                    </a:lnTo>
                    <a:lnTo>
                      <a:pt x="664" y="142"/>
                    </a:lnTo>
                    <a:lnTo>
                      <a:pt x="664" y="143"/>
                    </a:lnTo>
                    <a:lnTo>
                      <a:pt x="665" y="145"/>
                    </a:lnTo>
                    <a:lnTo>
                      <a:pt x="666" y="146"/>
                    </a:lnTo>
                    <a:lnTo>
                      <a:pt x="668" y="147"/>
                    </a:lnTo>
                    <a:lnTo>
                      <a:pt x="669" y="149"/>
                    </a:lnTo>
                    <a:lnTo>
                      <a:pt x="670" y="150"/>
                    </a:lnTo>
                    <a:lnTo>
                      <a:pt x="672" y="151"/>
                    </a:lnTo>
                    <a:lnTo>
                      <a:pt x="673" y="153"/>
                    </a:lnTo>
                    <a:lnTo>
                      <a:pt x="674" y="154"/>
                    </a:lnTo>
                    <a:lnTo>
                      <a:pt x="676" y="155"/>
                    </a:lnTo>
                    <a:lnTo>
                      <a:pt x="677" y="157"/>
                    </a:lnTo>
                    <a:lnTo>
                      <a:pt x="677" y="158"/>
                    </a:lnTo>
                    <a:lnTo>
                      <a:pt x="678" y="158"/>
                    </a:lnTo>
                    <a:lnTo>
                      <a:pt x="680" y="159"/>
                    </a:lnTo>
                    <a:lnTo>
                      <a:pt x="680" y="161"/>
                    </a:lnTo>
                    <a:lnTo>
                      <a:pt x="681" y="161"/>
                    </a:lnTo>
                    <a:lnTo>
                      <a:pt x="681" y="162"/>
                    </a:lnTo>
                    <a:lnTo>
                      <a:pt x="682" y="162"/>
                    </a:lnTo>
                    <a:lnTo>
                      <a:pt x="682" y="163"/>
                    </a:lnTo>
                    <a:lnTo>
                      <a:pt x="684" y="165"/>
                    </a:lnTo>
                    <a:lnTo>
                      <a:pt x="685" y="166"/>
                    </a:lnTo>
                    <a:lnTo>
                      <a:pt x="686" y="167"/>
                    </a:lnTo>
                    <a:lnTo>
                      <a:pt x="686" y="169"/>
                    </a:lnTo>
                    <a:lnTo>
                      <a:pt x="688" y="169"/>
                    </a:lnTo>
                    <a:lnTo>
                      <a:pt x="689" y="170"/>
                    </a:lnTo>
                    <a:lnTo>
                      <a:pt x="689" y="171"/>
                    </a:lnTo>
                    <a:lnTo>
                      <a:pt x="690" y="173"/>
                    </a:lnTo>
                    <a:lnTo>
                      <a:pt x="692" y="174"/>
                    </a:lnTo>
                    <a:lnTo>
                      <a:pt x="693" y="175"/>
                    </a:lnTo>
                    <a:lnTo>
                      <a:pt x="694" y="178"/>
                    </a:lnTo>
                    <a:lnTo>
                      <a:pt x="695" y="179"/>
                    </a:lnTo>
                    <a:lnTo>
                      <a:pt x="697" y="181"/>
                    </a:lnTo>
                    <a:lnTo>
                      <a:pt x="698" y="183"/>
                    </a:lnTo>
                    <a:lnTo>
                      <a:pt x="701" y="185"/>
                    </a:lnTo>
                    <a:lnTo>
                      <a:pt x="702" y="186"/>
                    </a:lnTo>
                    <a:lnTo>
                      <a:pt x="702" y="187"/>
                    </a:lnTo>
                    <a:lnTo>
                      <a:pt x="703" y="189"/>
                    </a:lnTo>
                    <a:lnTo>
                      <a:pt x="705" y="190"/>
                    </a:lnTo>
                    <a:lnTo>
                      <a:pt x="706" y="191"/>
                    </a:lnTo>
                    <a:lnTo>
                      <a:pt x="707" y="193"/>
                    </a:lnTo>
                    <a:lnTo>
                      <a:pt x="707" y="194"/>
                    </a:lnTo>
                    <a:lnTo>
                      <a:pt x="709" y="195"/>
                    </a:lnTo>
                    <a:lnTo>
                      <a:pt x="710" y="197"/>
                    </a:lnTo>
                    <a:lnTo>
                      <a:pt x="710" y="198"/>
                    </a:lnTo>
                    <a:lnTo>
                      <a:pt x="711" y="198"/>
                    </a:lnTo>
                    <a:lnTo>
                      <a:pt x="713" y="199"/>
                    </a:lnTo>
                    <a:lnTo>
                      <a:pt x="713" y="201"/>
                    </a:lnTo>
                    <a:lnTo>
                      <a:pt x="714" y="202"/>
                    </a:lnTo>
                    <a:lnTo>
                      <a:pt x="715" y="203"/>
                    </a:lnTo>
                    <a:lnTo>
                      <a:pt x="717" y="205"/>
                    </a:lnTo>
                    <a:lnTo>
                      <a:pt x="717" y="206"/>
                    </a:lnTo>
                    <a:lnTo>
                      <a:pt x="718" y="207"/>
                    </a:lnTo>
                    <a:lnTo>
                      <a:pt x="719" y="208"/>
                    </a:lnTo>
                    <a:lnTo>
                      <a:pt x="721" y="210"/>
                    </a:lnTo>
                    <a:lnTo>
                      <a:pt x="722" y="212"/>
                    </a:lnTo>
                    <a:lnTo>
                      <a:pt x="722" y="214"/>
                    </a:lnTo>
                    <a:lnTo>
                      <a:pt x="723" y="215"/>
                    </a:lnTo>
                    <a:lnTo>
                      <a:pt x="725" y="216"/>
                    </a:lnTo>
                    <a:lnTo>
                      <a:pt x="726" y="218"/>
                    </a:lnTo>
                    <a:lnTo>
                      <a:pt x="727" y="220"/>
                    </a:lnTo>
                    <a:lnTo>
                      <a:pt x="729" y="222"/>
                    </a:lnTo>
                    <a:lnTo>
                      <a:pt x="730" y="224"/>
                    </a:lnTo>
                    <a:lnTo>
                      <a:pt x="731" y="226"/>
                    </a:lnTo>
                    <a:lnTo>
                      <a:pt x="734" y="228"/>
                    </a:lnTo>
                    <a:lnTo>
                      <a:pt x="735" y="230"/>
                    </a:lnTo>
                    <a:lnTo>
                      <a:pt x="735" y="232"/>
                    </a:lnTo>
                    <a:lnTo>
                      <a:pt x="737" y="234"/>
                    </a:lnTo>
                    <a:lnTo>
                      <a:pt x="738" y="235"/>
                    </a:lnTo>
                    <a:lnTo>
                      <a:pt x="739" y="236"/>
                    </a:lnTo>
                    <a:lnTo>
                      <a:pt x="741" y="238"/>
                    </a:lnTo>
                    <a:lnTo>
                      <a:pt x="742" y="239"/>
                    </a:lnTo>
                    <a:lnTo>
                      <a:pt x="742" y="240"/>
                    </a:lnTo>
                    <a:lnTo>
                      <a:pt x="743" y="242"/>
                    </a:lnTo>
                    <a:lnTo>
                      <a:pt x="745" y="243"/>
                    </a:lnTo>
                    <a:lnTo>
                      <a:pt x="745" y="244"/>
                    </a:lnTo>
                    <a:lnTo>
                      <a:pt x="746" y="246"/>
                    </a:lnTo>
                    <a:lnTo>
                      <a:pt x="746" y="247"/>
                    </a:lnTo>
                    <a:lnTo>
                      <a:pt x="747" y="247"/>
                    </a:lnTo>
                    <a:lnTo>
                      <a:pt x="749" y="248"/>
                    </a:lnTo>
                    <a:lnTo>
                      <a:pt x="749" y="250"/>
                    </a:lnTo>
                    <a:lnTo>
                      <a:pt x="750" y="251"/>
                    </a:lnTo>
                    <a:lnTo>
                      <a:pt x="750" y="252"/>
                    </a:lnTo>
                    <a:lnTo>
                      <a:pt x="751" y="254"/>
                    </a:lnTo>
                    <a:lnTo>
                      <a:pt x="753" y="255"/>
                    </a:lnTo>
                    <a:lnTo>
                      <a:pt x="754" y="256"/>
                    </a:lnTo>
                    <a:lnTo>
                      <a:pt x="754" y="258"/>
                    </a:lnTo>
                    <a:lnTo>
                      <a:pt x="755" y="259"/>
                    </a:lnTo>
                    <a:lnTo>
                      <a:pt x="757" y="260"/>
                    </a:lnTo>
                    <a:lnTo>
                      <a:pt x="758" y="262"/>
                    </a:lnTo>
                    <a:lnTo>
                      <a:pt x="759" y="263"/>
                    </a:lnTo>
                    <a:lnTo>
                      <a:pt x="761" y="266"/>
                    </a:lnTo>
                    <a:lnTo>
                      <a:pt x="762" y="267"/>
                    </a:lnTo>
                    <a:lnTo>
                      <a:pt x="763" y="270"/>
                    </a:lnTo>
                    <a:lnTo>
                      <a:pt x="765" y="271"/>
                    </a:lnTo>
                    <a:lnTo>
                      <a:pt x="766" y="274"/>
                    </a:lnTo>
                    <a:lnTo>
                      <a:pt x="767" y="276"/>
                    </a:lnTo>
                    <a:lnTo>
                      <a:pt x="769" y="278"/>
                    </a:lnTo>
                    <a:lnTo>
                      <a:pt x="770" y="279"/>
                    </a:lnTo>
                    <a:lnTo>
                      <a:pt x="771" y="281"/>
                    </a:lnTo>
                    <a:lnTo>
                      <a:pt x="772" y="283"/>
                    </a:lnTo>
                    <a:lnTo>
                      <a:pt x="774" y="284"/>
                    </a:lnTo>
                    <a:lnTo>
                      <a:pt x="775" y="285"/>
                    </a:lnTo>
                    <a:lnTo>
                      <a:pt x="775" y="287"/>
                    </a:lnTo>
                    <a:lnTo>
                      <a:pt x="776" y="288"/>
                    </a:lnTo>
                    <a:lnTo>
                      <a:pt x="778" y="289"/>
                    </a:lnTo>
                    <a:lnTo>
                      <a:pt x="778" y="291"/>
                    </a:lnTo>
                    <a:lnTo>
                      <a:pt x="779" y="292"/>
                    </a:lnTo>
                    <a:lnTo>
                      <a:pt x="780" y="293"/>
                    </a:lnTo>
                    <a:lnTo>
                      <a:pt x="782" y="295"/>
                    </a:lnTo>
                    <a:lnTo>
                      <a:pt x="782" y="296"/>
                    </a:lnTo>
                    <a:lnTo>
                      <a:pt x="783" y="297"/>
                    </a:lnTo>
                    <a:lnTo>
                      <a:pt x="784" y="299"/>
                    </a:lnTo>
                    <a:lnTo>
                      <a:pt x="784" y="300"/>
                    </a:lnTo>
                    <a:lnTo>
                      <a:pt x="786" y="301"/>
                    </a:lnTo>
                    <a:lnTo>
                      <a:pt x="786" y="303"/>
                    </a:lnTo>
                    <a:lnTo>
                      <a:pt x="787" y="304"/>
                    </a:lnTo>
                    <a:lnTo>
                      <a:pt x="788" y="305"/>
                    </a:lnTo>
                    <a:lnTo>
                      <a:pt x="788" y="307"/>
                    </a:lnTo>
                    <a:lnTo>
                      <a:pt x="790" y="309"/>
                    </a:lnTo>
                    <a:lnTo>
                      <a:pt x="791" y="311"/>
                    </a:lnTo>
                    <a:lnTo>
                      <a:pt x="791" y="312"/>
                    </a:lnTo>
                    <a:lnTo>
                      <a:pt x="792" y="313"/>
                    </a:lnTo>
                    <a:lnTo>
                      <a:pt x="794" y="315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9151" name="Freeform 87">
                <a:extLst>
                  <a:ext uri="{FF2B5EF4-FFF2-40B4-BE49-F238E27FC236}">
                    <a16:creationId xmlns:a16="http://schemas.microsoft.com/office/drawing/2014/main" id="{DDA36495-8B92-441A-BA4F-941B461F6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758314"/>
                <a:ext cx="630237" cy="249238"/>
              </a:xfrm>
              <a:custGeom>
                <a:avLst/>
                <a:gdLst>
                  <a:gd name="T0" fmla="*/ 2147483646 w 794"/>
                  <a:gd name="T1" fmla="*/ 2147483646 h 315"/>
                  <a:gd name="T2" fmla="*/ 2147483646 w 794"/>
                  <a:gd name="T3" fmla="*/ 2147483646 h 315"/>
                  <a:gd name="T4" fmla="*/ 2147483646 w 794"/>
                  <a:gd name="T5" fmla="*/ 2147483646 h 315"/>
                  <a:gd name="T6" fmla="*/ 2147483646 w 794"/>
                  <a:gd name="T7" fmla="*/ 2147483646 h 315"/>
                  <a:gd name="T8" fmla="*/ 2147483646 w 794"/>
                  <a:gd name="T9" fmla="*/ 2147483646 h 315"/>
                  <a:gd name="T10" fmla="*/ 2147483646 w 794"/>
                  <a:gd name="T11" fmla="*/ 2147483646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315"/>
                    </a:moveTo>
                    <a:lnTo>
                      <a:pt x="31" y="315"/>
                    </a:lnTo>
                    <a:lnTo>
                      <a:pt x="60" y="315"/>
                    </a:lnTo>
                    <a:lnTo>
                      <a:pt x="86" y="315"/>
                    </a:lnTo>
                    <a:lnTo>
                      <a:pt x="110" y="315"/>
                    </a:lnTo>
                    <a:lnTo>
                      <a:pt x="134" y="315"/>
                    </a:lnTo>
                    <a:lnTo>
                      <a:pt x="155" y="315"/>
                    </a:lnTo>
                    <a:lnTo>
                      <a:pt x="175" y="315"/>
                    </a:lnTo>
                    <a:lnTo>
                      <a:pt x="194" y="315"/>
                    </a:lnTo>
                    <a:lnTo>
                      <a:pt x="211" y="315"/>
                    </a:lnTo>
                    <a:lnTo>
                      <a:pt x="227" y="315"/>
                    </a:lnTo>
                    <a:lnTo>
                      <a:pt x="240" y="315"/>
                    </a:lnTo>
                    <a:lnTo>
                      <a:pt x="254" y="315"/>
                    </a:lnTo>
                    <a:lnTo>
                      <a:pt x="265" y="315"/>
                    </a:lnTo>
                    <a:lnTo>
                      <a:pt x="276" y="315"/>
                    </a:lnTo>
                    <a:lnTo>
                      <a:pt x="287" y="315"/>
                    </a:lnTo>
                    <a:lnTo>
                      <a:pt x="296" y="315"/>
                    </a:lnTo>
                    <a:lnTo>
                      <a:pt x="303" y="315"/>
                    </a:lnTo>
                    <a:lnTo>
                      <a:pt x="311" y="315"/>
                    </a:lnTo>
                    <a:lnTo>
                      <a:pt x="317" y="315"/>
                    </a:lnTo>
                    <a:lnTo>
                      <a:pt x="323" y="315"/>
                    </a:lnTo>
                    <a:lnTo>
                      <a:pt x="328" y="315"/>
                    </a:lnTo>
                    <a:lnTo>
                      <a:pt x="332" y="315"/>
                    </a:lnTo>
                    <a:lnTo>
                      <a:pt x="336" y="315"/>
                    </a:lnTo>
                    <a:lnTo>
                      <a:pt x="338" y="315"/>
                    </a:lnTo>
                    <a:lnTo>
                      <a:pt x="342" y="315"/>
                    </a:lnTo>
                    <a:lnTo>
                      <a:pt x="345" y="315"/>
                    </a:lnTo>
                    <a:lnTo>
                      <a:pt x="348" y="315"/>
                    </a:lnTo>
                    <a:lnTo>
                      <a:pt x="349" y="314"/>
                    </a:lnTo>
                    <a:lnTo>
                      <a:pt x="352" y="314"/>
                    </a:lnTo>
                    <a:lnTo>
                      <a:pt x="353" y="314"/>
                    </a:lnTo>
                    <a:lnTo>
                      <a:pt x="356" y="314"/>
                    </a:lnTo>
                    <a:lnTo>
                      <a:pt x="358" y="314"/>
                    </a:lnTo>
                    <a:lnTo>
                      <a:pt x="360" y="314"/>
                    </a:lnTo>
                    <a:lnTo>
                      <a:pt x="362" y="314"/>
                    </a:lnTo>
                    <a:lnTo>
                      <a:pt x="364" y="314"/>
                    </a:lnTo>
                    <a:lnTo>
                      <a:pt x="366" y="314"/>
                    </a:lnTo>
                    <a:lnTo>
                      <a:pt x="368" y="314"/>
                    </a:lnTo>
                    <a:lnTo>
                      <a:pt x="369" y="314"/>
                    </a:lnTo>
                    <a:lnTo>
                      <a:pt x="370" y="312"/>
                    </a:lnTo>
                    <a:lnTo>
                      <a:pt x="372" y="312"/>
                    </a:lnTo>
                    <a:lnTo>
                      <a:pt x="374" y="312"/>
                    </a:lnTo>
                    <a:lnTo>
                      <a:pt x="376" y="312"/>
                    </a:lnTo>
                    <a:lnTo>
                      <a:pt x="377" y="312"/>
                    </a:lnTo>
                    <a:lnTo>
                      <a:pt x="378" y="312"/>
                    </a:lnTo>
                    <a:lnTo>
                      <a:pt x="380" y="312"/>
                    </a:lnTo>
                    <a:lnTo>
                      <a:pt x="381" y="312"/>
                    </a:lnTo>
                    <a:lnTo>
                      <a:pt x="382" y="312"/>
                    </a:lnTo>
                    <a:lnTo>
                      <a:pt x="384" y="312"/>
                    </a:lnTo>
                    <a:lnTo>
                      <a:pt x="385" y="311"/>
                    </a:lnTo>
                    <a:lnTo>
                      <a:pt x="386" y="311"/>
                    </a:lnTo>
                    <a:lnTo>
                      <a:pt x="388" y="311"/>
                    </a:lnTo>
                    <a:lnTo>
                      <a:pt x="389" y="311"/>
                    </a:lnTo>
                    <a:lnTo>
                      <a:pt x="390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4" y="311"/>
                    </a:lnTo>
                    <a:lnTo>
                      <a:pt x="396" y="310"/>
                    </a:lnTo>
                    <a:lnTo>
                      <a:pt x="398" y="310"/>
                    </a:lnTo>
                    <a:lnTo>
                      <a:pt x="400" y="310"/>
                    </a:lnTo>
                    <a:lnTo>
                      <a:pt x="401" y="310"/>
                    </a:lnTo>
                    <a:lnTo>
                      <a:pt x="403" y="310"/>
                    </a:lnTo>
                    <a:lnTo>
                      <a:pt x="405" y="308"/>
                    </a:lnTo>
                    <a:lnTo>
                      <a:pt x="407" y="308"/>
                    </a:lnTo>
                    <a:lnTo>
                      <a:pt x="409" y="308"/>
                    </a:lnTo>
                    <a:lnTo>
                      <a:pt x="411" y="308"/>
                    </a:lnTo>
                    <a:lnTo>
                      <a:pt x="413" y="307"/>
                    </a:lnTo>
                    <a:lnTo>
                      <a:pt x="414" y="307"/>
                    </a:lnTo>
                    <a:lnTo>
                      <a:pt x="417" y="307"/>
                    </a:lnTo>
                    <a:lnTo>
                      <a:pt x="418" y="307"/>
                    </a:lnTo>
                    <a:lnTo>
                      <a:pt x="419" y="307"/>
                    </a:lnTo>
                    <a:lnTo>
                      <a:pt x="421" y="307"/>
                    </a:lnTo>
                    <a:lnTo>
                      <a:pt x="422" y="306"/>
                    </a:lnTo>
                    <a:lnTo>
                      <a:pt x="423" y="306"/>
                    </a:lnTo>
                    <a:lnTo>
                      <a:pt x="425" y="306"/>
                    </a:lnTo>
                    <a:lnTo>
                      <a:pt x="426" y="306"/>
                    </a:lnTo>
                    <a:lnTo>
                      <a:pt x="427" y="306"/>
                    </a:lnTo>
                    <a:lnTo>
                      <a:pt x="429" y="304"/>
                    </a:lnTo>
                    <a:lnTo>
                      <a:pt x="430" y="304"/>
                    </a:lnTo>
                    <a:lnTo>
                      <a:pt x="431" y="304"/>
                    </a:lnTo>
                    <a:lnTo>
                      <a:pt x="433" y="304"/>
                    </a:lnTo>
                    <a:lnTo>
                      <a:pt x="434" y="303"/>
                    </a:lnTo>
                    <a:lnTo>
                      <a:pt x="435" y="303"/>
                    </a:lnTo>
                    <a:lnTo>
                      <a:pt x="437" y="303"/>
                    </a:lnTo>
                    <a:lnTo>
                      <a:pt x="438" y="303"/>
                    </a:lnTo>
                    <a:lnTo>
                      <a:pt x="439" y="302"/>
                    </a:lnTo>
                    <a:lnTo>
                      <a:pt x="441" y="302"/>
                    </a:lnTo>
                    <a:lnTo>
                      <a:pt x="443" y="300"/>
                    </a:lnTo>
                    <a:lnTo>
                      <a:pt x="445" y="300"/>
                    </a:lnTo>
                    <a:lnTo>
                      <a:pt x="446" y="300"/>
                    </a:lnTo>
                    <a:lnTo>
                      <a:pt x="449" y="299"/>
                    </a:lnTo>
                    <a:lnTo>
                      <a:pt x="450" y="299"/>
                    </a:lnTo>
                    <a:lnTo>
                      <a:pt x="453" y="298"/>
                    </a:lnTo>
                    <a:lnTo>
                      <a:pt x="455" y="296"/>
                    </a:lnTo>
                    <a:lnTo>
                      <a:pt x="458" y="296"/>
                    </a:lnTo>
                    <a:lnTo>
                      <a:pt x="459" y="295"/>
                    </a:lnTo>
                    <a:lnTo>
                      <a:pt x="462" y="295"/>
                    </a:lnTo>
                    <a:lnTo>
                      <a:pt x="465" y="294"/>
                    </a:lnTo>
                    <a:lnTo>
                      <a:pt x="466" y="294"/>
                    </a:lnTo>
                    <a:lnTo>
                      <a:pt x="467" y="294"/>
                    </a:lnTo>
                    <a:lnTo>
                      <a:pt x="470" y="292"/>
                    </a:lnTo>
                    <a:lnTo>
                      <a:pt x="471" y="292"/>
                    </a:lnTo>
                    <a:lnTo>
                      <a:pt x="473" y="291"/>
                    </a:lnTo>
                    <a:lnTo>
                      <a:pt x="474" y="291"/>
                    </a:lnTo>
                    <a:lnTo>
                      <a:pt x="475" y="291"/>
                    </a:lnTo>
                    <a:lnTo>
                      <a:pt x="476" y="290"/>
                    </a:lnTo>
                    <a:lnTo>
                      <a:pt x="478" y="290"/>
                    </a:lnTo>
                    <a:lnTo>
                      <a:pt x="479" y="290"/>
                    </a:lnTo>
                    <a:lnTo>
                      <a:pt x="480" y="288"/>
                    </a:lnTo>
                    <a:lnTo>
                      <a:pt x="482" y="288"/>
                    </a:lnTo>
                    <a:lnTo>
                      <a:pt x="483" y="287"/>
                    </a:lnTo>
                    <a:lnTo>
                      <a:pt x="484" y="287"/>
                    </a:lnTo>
                    <a:lnTo>
                      <a:pt x="486" y="286"/>
                    </a:lnTo>
                    <a:lnTo>
                      <a:pt x="487" y="286"/>
                    </a:lnTo>
                    <a:lnTo>
                      <a:pt x="488" y="286"/>
                    </a:lnTo>
                    <a:lnTo>
                      <a:pt x="490" y="284"/>
                    </a:lnTo>
                    <a:lnTo>
                      <a:pt x="491" y="284"/>
                    </a:lnTo>
                    <a:lnTo>
                      <a:pt x="492" y="283"/>
                    </a:lnTo>
                    <a:lnTo>
                      <a:pt x="494" y="283"/>
                    </a:lnTo>
                    <a:lnTo>
                      <a:pt x="495" y="282"/>
                    </a:lnTo>
                    <a:lnTo>
                      <a:pt x="498" y="280"/>
                    </a:lnTo>
                    <a:lnTo>
                      <a:pt x="499" y="280"/>
                    </a:lnTo>
                    <a:lnTo>
                      <a:pt x="500" y="279"/>
                    </a:lnTo>
                    <a:lnTo>
                      <a:pt x="503" y="278"/>
                    </a:lnTo>
                    <a:lnTo>
                      <a:pt x="504" y="276"/>
                    </a:lnTo>
                    <a:lnTo>
                      <a:pt x="507" y="276"/>
                    </a:lnTo>
                    <a:lnTo>
                      <a:pt x="508" y="275"/>
                    </a:lnTo>
                    <a:lnTo>
                      <a:pt x="511" y="274"/>
                    </a:lnTo>
                    <a:lnTo>
                      <a:pt x="512" y="274"/>
                    </a:lnTo>
                    <a:lnTo>
                      <a:pt x="514" y="272"/>
                    </a:lnTo>
                    <a:lnTo>
                      <a:pt x="516" y="271"/>
                    </a:lnTo>
                    <a:lnTo>
                      <a:pt x="518" y="271"/>
                    </a:lnTo>
                    <a:lnTo>
                      <a:pt x="519" y="270"/>
                    </a:lnTo>
                    <a:lnTo>
                      <a:pt x="520" y="270"/>
                    </a:lnTo>
                    <a:lnTo>
                      <a:pt x="522" y="268"/>
                    </a:lnTo>
                    <a:lnTo>
                      <a:pt x="523" y="268"/>
                    </a:lnTo>
                    <a:lnTo>
                      <a:pt x="524" y="267"/>
                    </a:lnTo>
                    <a:lnTo>
                      <a:pt x="526" y="267"/>
                    </a:lnTo>
                    <a:lnTo>
                      <a:pt x="527" y="266"/>
                    </a:lnTo>
                    <a:lnTo>
                      <a:pt x="528" y="266"/>
                    </a:lnTo>
                    <a:lnTo>
                      <a:pt x="528" y="264"/>
                    </a:lnTo>
                    <a:lnTo>
                      <a:pt x="530" y="264"/>
                    </a:lnTo>
                    <a:lnTo>
                      <a:pt x="531" y="264"/>
                    </a:lnTo>
                    <a:lnTo>
                      <a:pt x="532" y="263"/>
                    </a:lnTo>
                    <a:lnTo>
                      <a:pt x="534" y="263"/>
                    </a:lnTo>
                    <a:lnTo>
                      <a:pt x="534" y="262"/>
                    </a:lnTo>
                    <a:lnTo>
                      <a:pt x="535" y="262"/>
                    </a:lnTo>
                    <a:lnTo>
                      <a:pt x="536" y="261"/>
                    </a:lnTo>
                    <a:lnTo>
                      <a:pt x="538" y="261"/>
                    </a:lnTo>
                    <a:lnTo>
                      <a:pt x="539" y="259"/>
                    </a:lnTo>
                    <a:lnTo>
                      <a:pt x="540" y="259"/>
                    </a:lnTo>
                    <a:lnTo>
                      <a:pt x="542" y="258"/>
                    </a:lnTo>
                    <a:lnTo>
                      <a:pt x="543" y="257"/>
                    </a:lnTo>
                    <a:lnTo>
                      <a:pt x="546" y="257"/>
                    </a:lnTo>
                    <a:lnTo>
                      <a:pt x="547" y="255"/>
                    </a:lnTo>
                    <a:lnTo>
                      <a:pt x="548" y="254"/>
                    </a:lnTo>
                    <a:lnTo>
                      <a:pt x="551" y="253"/>
                    </a:lnTo>
                    <a:lnTo>
                      <a:pt x="552" y="253"/>
                    </a:lnTo>
                    <a:lnTo>
                      <a:pt x="553" y="251"/>
                    </a:lnTo>
                    <a:lnTo>
                      <a:pt x="556" y="250"/>
                    </a:lnTo>
                    <a:lnTo>
                      <a:pt x="557" y="250"/>
                    </a:lnTo>
                    <a:lnTo>
                      <a:pt x="559" y="249"/>
                    </a:lnTo>
                    <a:lnTo>
                      <a:pt x="560" y="247"/>
                    </a:lnTo>
                    <a:lnTo>
                      <a:pt x="561" y="247"/>
                    </a:lnTo>
                    <a:lnTo>
                      <a:pt x="563" y="246"/>
                    </a:lnTo>
                    <a:lnTo>
                      <a:pt x="564" y="245"/>
                    </a:lnTo>
                    <a:lnTo>
                      <a:pt x="565" y="245"/>
                    </a:lnTo>
                    <a:lnTo>
                      <a:pt x="567" y="245"/>
                    </a:lnTo>
                    <a:lnTo>
                      <a:pt x="567" y="243"/>
                    </a:lnTo>
                    <a:lnTo>
                      <a:pt x="568" y="243"/>
                    </a:lnTo>
                    <a:lnTo>
                      <a:pt x="569" y="242"/>
                    </a:lnTo>
                    <a:lnTo>
                      <a:pt x="571" y="242"/>
                    </a:lnTo>
                    <a:lnTo>
                      <a:pt x="572" y="241"/>
                    </a:lnTo>
                    <a:lnTo>
                      <a:pt x="573" y="239"/>
                    </a:lnTo>
                    <a:lnTo>
                      <a:pt x="575" y="239"/>
                    </a:lnTo>
                    <a:lnTo>
                      <a:pt x="575" y="238"/>
                    </a:lnTo>
                    <a:lnTo>
                      <a:pt x="576" y="238"/>
                    </a:lnTo>
                    <a:lnTo>
                      <a:pt x="577" y="237"/>
                    </a:lnTo>
                    <a:lnTo>
                      <a:pt x="579" y="237"/>
                    </a:lnTo>
                    <a:lnTo>
                      <a:pt x="580" y="235"/>
                    </a:lnTo>
                    <a:lnTo>
                      <a:pt x="581" y="235"/>
                    </a:lnTo>
                    <a:lnTo>
                      <a:pt x="581" y="234"/>
                    </a:lnTo>
                    <a:lnTo>
                      <a:pt x="583" y="234"/>
                    </a:lnTo>
                    <a:lnTo>
                      <a:pt x="585" y="233"/>
                    </a:lnTo>
                    <a:lnTo>
                      <a:pt x="587" y="231"/>
                    </a:lnTo>
                    <a:lnTo>
                      <a:pt x="588" y="230"/>
                    </a:lnTo>
                    <a:lnTo>
                      <a:pt x="589" y="230"/>
                    </a:lnTo>
                    <a:lnTo>
                      <a:pt x="591" y="229"/>
                    </a:lnTo>
                    <a:lnTo>
                      <a:pt x="592" y="227"/>
                    </a:lnTo>
                    <a:lnTo>
                      <a:pt x="593" y="227"/>
                    </a:lnTo>
                    <a:lnTo>
                      <a:pt x="593" y="226"/>
                    </a:lnTo>
                    <a:lnTo>
                      <a:pt x="595" y="226"/>
                    </a:lnTo>
                    <a:lnTo>
                      <a:pt x="596" y="225"/>
                    </a:lnTo>
                    <a:lnTo>
                      <a:pt x="597" y="225"/>
                    </a:lnTo>
                    <a:lnTo>
                      <a:pt x="597" y="223"/>
                    </a:lnTo>
                    <a:lnTo>
                      <a:pt x="599" y="223"/>
                    </a:lnTo>
                    <a:lnTo>
                      <a:pt x="600" y="223"/>
                    </a:lnTo>
                    <a:lnTo>
                      <a:pt x="600" y="222"/>
                    </a:lnTo>
                    <a:lnTo>
                      <a:pt x="601" y="222"/>
                    </a:lnTo>
                    <a:lnTo>
                      <a:pt x="603" y="221"/>
                    </a:lnTo>
                    <a:lnTo>
                      <a:pt x="604" y="221"/>
                    </a:lnTo>
                    <a:lnTo>
                      <a:pt x="604" y="219"/>
                    </a:lnTo>
                    <a:lnTo>
                      <a:pt x="605" y="219"/>
                    </a:lnTo>
                    <a:lnTo>
                      <a:pt x="605" y="218"/>
                    </a:lnTo>
                    <a:lnTo>
                      <a:pt x="607" y="218"/>
                    </a:lnTo>
                    <a:lnTo>
                      <a:pt x="608" y="217"/>
                    </a:lnTo>
                    <a:lnTo>
                      <a:pt x="609" y="215"/>
                    </a:lnTo>
                    <a:lnTo>
                      <a:pt x="611" y="214"/>
                    </a:lnTo>
                    <a:lnTo>
                      <a:pt x="612" y="214"/>
                    </a:lnTo>
                    <a:lnTo>
                      <a:pt x="612" y="213"/>
                    </a:lnTo>
                    <a:lnTo>
                      <a:pt x="613" y="213"/>
                    </a:lnTo>
                    <a:lnTo>
                      <a:pt x="615" y="211"/>
                    </a:lnTo>
                    <a:lnTo>
                      <a:pt x="616" y="210"/>
                    </a:lnTo>
                    <a:lnTo>
                      <a:pt x="617" y="209"/>
                    </a:lnTo>
                    <a:lnTo>
                      <a:pt x="619" y="209"/>
                    </a:lnTo>
                    <a:lnTo>
                      <a:pt x="619" y="207"/>
                    </a:lnTo>
                    <a:lnTo>
                      <a:pt x="620" y="207"/>
                    </a:lnTo>
                    <a:lnTo>
                      <a:pt x="621" y="206"/>
                    </a:lnTo>
                    <a:lnTo>
                      <a:pt x="622" y="206"/>
                    </a:lnTo>
                    <a:lnTo>
                      <a:pt x="622" y="205"/>
                    </a:lnTo>
                    <a:lnTo>
                      <a:pt x="624" y="205"/>
                    </a:lnTo>
                    <a:lnTo>
                      <a:pt x="625" y="203"/>
                    </a:lnTo>
                    <a:lnTo>
                      <a:pt x="626" y="202"/>
                    </a:lnTo>
                    <a:lnTo>
                      <a:pt x="628" y="202"/>
                    </a:lnTo>
                    <a:lnTo>
                      <a:pt x="628" y="201"/>
                    </a:lnTo>
                    <a:lnTo>
                      <a:pt x="629" y="201"/>
                    </a:lnTo>
                    <a:lnTo>
                      <a:pt x="630" y="199"/>
                    </a:lnTo>
                    <a:lnTo>
                      <a:pt x="632" y="199"/>
                    </a:lnTo>
                    <a:lnTo>
                      <a:pt x="632" y="198"/>
                    </a:lnTo>
                    <a:lnTo>
                      <a:pt x="633" y="198"/>
                    </a:lnTo>
                    <a:lnTo>
                      <a:pt x="634" y="197"/>
                    </a:lnTo>
                    <a:lnTo>
                      <a:pt x="636" y="195"/>
                    </a:lnTo>
                    <a:lnTo>
                      <a:pt x="637" y="195"/>
                    </a:lnTo>
                    <a:lnTo>
                      <a:pt x="638" y="194"/>
                    </a:lnTo>
                    <a:lnTo>
                      <a:pt x="640" y="193"/>
                    </a:lnTo>
                    <a:lnTo>
                      <a:pt x="641" y="193"/>
                    </a:lnTo>
                    <a:lnTo>
                      <a:pt x="641" y="191"/>
                    </a:lnTo>
                    <a:lnTo>
                      <a:pt x="642" y="191"/>
                    </a:lnTo>
                    <a:lnTo>
                      <a:pt x="644" y="190"/>
                    </a:lnTo>
                    <a:lnTo>
                      <a:pt x="645" y="190"/>
                    </a:lnTo>
                    <a:lnTo>
                      <a:pt x="645" y="189"/>
                    </a:lnTo>
                    <a:lnTo>
                      <a:pt x="646" y="189"/>
                    </a:lnTo>
                    <a:lnTo>
                      <a:pt x="648" y="188"/>
                    </a:lnTo>
                    <a:lnTo>
                      <a:pt x="649" y="186"/>
                    </a:lnTo>
                    <a:lnTo>
                      <a:pt x="650" y="186"/>
                    </a:lnTo>
                    <a:lnTo>
                      <a:pt x="650" y="185"/>
                    </a:lnTo>
                    <a:lnTo>
                      <a:pt x="652" y="185"/>
                    </a:lnTo>
                    <a:lnTo>
                      <a:pt x="652" y="184"/>
                    </a:lnTo>
                    <a:lnTo>
                      <a:pt x="653" y="184"/>
                    </a:lnTo>
                    <a:lnTo>
                      <a:pt x="654" y="182"/>
                    </a:lnTo>
                    <a:lnTo>
                      <a:pt x="656" y="181"/>
                    </a:lnTo>
                    <a:lnTo>
                      <a:pt x="657" y="180"/>
                    </a:lnTo>
                    <a:lnTo>
                      <a:pt x="657" y="178"/>
                    </a:lnTo>
                    <a:lnTo>
                      <a:pt x="658" y="178"/>
                    </a:lnTo>
                    <a:lnTo>
                      <a:pt x="660" y="177"/>
                    </a:lnTo>
                    <a:lnTo>
                      <a:pt x="661" y="176"/>
                    </a:lnTo>
                    <a:lnTo>
                      <a:pt x="662" y="174"/>
                    </a:lnTo>
                    <a:lnTo>
                      <a:pt x="664" y="173"/>
                    </a:lnTo>
                    <a:lnTo>
                      <a:pt x="664" y="172"/>
                    </a:lnTo>
                    <a:lnTo>
                      <a:pt x="665" y="170"/>
                    </a:lnTo>
                    <a:lnTo>
                      <a:pt x="666" y="169"/>
                    </a:lnTo>
                    <a:lnTo>
                      <a:pt x="668" y="168"/>
                    </a:lnTo>
                    <a:lnTo>
                      <a:pt x="669" y="166"/>
                    </a:lnTo>
                    <a:lnTo>
                      <a:pt x="670" y="165"/>
                    </a:lnTo>
                    <a:lnTo>
                      <a:pt x="672" y="165"/>
                    </a:lnTo>
                    <a:lnTo>
                      <a:pt x="673" y="164"/>
                    </a:lnTo>
                    <a:lnTo>
                      <a:pt x="673" y="162"/>
                    </a:lnTo>
                    <a:lnTo>
                      <a:pt x="674" y="161"/>
                    </a:lnTo>
                    <a:lnTo>
                      <a:pt x="676" y="161"/>
                    </a:lnTo>
                    <a:lnTo>
                      <a:pt x="676" y="160"/>
                    </a:lnTo>
                    <a:lnTo>
                      <a:pt x="677" y="158"/>
                    </a:lnTo>
                    <a:lnTo>
                      <a:pt x="678" y="157"/>
                    </a:lnTo>
                    <a:lnTo>
                      <a:pt x="680" y="156"/>
                    </a:lnTo>
                    <a:lnTo>
                      <a:pt x="681" y="154"/>
                    </a:lnTo>
                    <a:lnTo>
                      <a:pt x="682" y="153"/>
                    </a:lnTo>
                    <a:lnTo>
                      <a:pt x="682" y="152"/>
                    </a:lnTo>
                    <a:lnTo>
                      <a:pt x="684" y="152"/>
                    </a:lnTo>
                    <a:lnTo>
                      <a:pt x="684" y="150"/>
                    </a:lnTo>
                    <a:lnTo>
                      <a:pt x="685" y="149"/>
                    </a:lnTo>
                    <a:lnTo>
                      <a:pt x="686" y="149"/>
                    </a:lnTo>
                    <a:lnTo>
                      <a:pt x="686" y="148"/>
                    </a:lnTo>
                    <a:lnTo>
                      <a:pt x="688" y="146"/>
                    </a:lnTo>
                    <a:lnTo>
                      <a:pt x="689" y="145"/>
                    </a:lnTo>
                    <a:lnTo>
                      <a:pt x="689" y="144"/>
                    </a:lnTo>
                    <a:lnTo>
                      <a:pt x="690" y="142"/>
                    </a:lnTo>
                    <a:lnTo>
                      <a:pt x="692" y="141"/>
                    </a:lnTo>
                    <a:lnTo>
                      <a:pt x="693" y="140"/>
                    </a:lnTo>
                    <a:lnTo>
                      <a:pt x="694" y="138"/>
                    </a:lnTo>
                    <a:lnTo>
                      <a:pt x="695" y="136"/>
                    </a:lnTo>
                    <a:lnTo>
                      <a:pt x="697" y="134"/>
                    </a:lnTo>
                    <a:lnTo>
                      <a:pt x="698" y="133"/>
                    </a:lnTo>
                    <a:lnTo>
                      <a:pt x="701" y="130"/>
                    </a:lnTo>
                    <a:lnTo>
                      <a:pt x="702" y="129"/>
                    </a:lnTo>
                    <a:lnTo>
                      <a:pt x="702" y="128"/>
                    </a:lnTo>
                    <a:lnTo>
                      <a:pt x="703" y="126"/>
                    </a:lnTo>
                    <a:lnTo>
                      <a:pt x="705" y="125"/>
                    </a:lnTo>
                    <a:lnTo>
                      <a:pt x="706" y="124"/>
                    </a:lnTo>
                    <a:lnTo>
                      <a:pt x="707" y="122"/>
                    </a:lnTo>
                    <a:lnTo>
                      <a:pt x="707" y="121"/>
                    </a:lnTo>
                    <a:lnTo>
                      <a:pt x="709" y="120"/>
                    </a:lnTo>
                    <a:lnTo>
                      <a:pt x="710" y="120"/>
                    </a:lnTo>
                    <a:lnTo>
                      <a:pt x="710" y="118"/>
                    </a:lnTo>
                    <a:lnTo>
                      <a:pt x="711" y="117"/>
                    </a:lnTo>
                    <a:lnTo>
                      <a:pt x="713" y="116"/>
                    </a:lnTo>
                    <a:lnTo>
                      <a:pt x="714" y="114"/>
                    </a:lnTo>
                    <a:lnTo>
                      <a:pt x="714" y="113"/>
                    </a:lnTo>
                    <a:lnTo>
                      <a:pt x="715" y="112"/>
                    </a:lnTo>
                    <a:lnTo>
                      <a:pt x="717" y="111"/>
                    </a:lnTo>
                    <a:lnTo>
                      <a:pt x="718" y="109"/>
                    </a:lnTo>
                    <a:lnTo>
                      <a:pt x="719" y="108"/>
                    </a:lnTo>
                    <a:lnTo>
                      <a:pt x="719" y="107"/>
                    </a:lnTo>
                    <a:lnTo>
                      <a:pt x="721" y="105"/>
                    </a:lnTo>
                    <a:lnTo>
                      <a:pt x="722" y="104"/>
                    </a:lnTo>
                    <a:lnTo>
                      <a:pt x="722" y="103"/>
                    </a:lnTo>
                    <a:lnTo>
                      <a:pt x="723" y="101"/>
                    </a:lnTo>
                    <a:lnTo>
                      <a:pt x="725" y="99"/>
                    </a:lnTo>
                    <a:lnTo>
                      <a:pt x="726" y="97"/>
                    </a:lnTo>
                    <a:lnTo>
                      <a:pt x="727" y="96"/>
                    </a:lnTo>
                    <a:lnTo>
                      <a:pt x="729" y="93"/>
                    </a:lnTo>
                    <a:lnTo>
                      <a:pt x="730" y="91"/>
                    </a:lnTo>
                    <a:lnTo>
                      <a:pt x="731" y="89"/>
                    </a:lnTo>
                    <a:lnTo>
                      <a:pt x="734" y="87"/>
                    </a:lnTo>
                    <a:lnTo>
                      <a:pt x="735" y="85"/>
                    </a:lnTo>
                    <a:lnTo>
                      <a:pt x="735" y="84"/>
                    </a:lnTo>
                    <a:lnTo>
                      <a:pt x="737" y="81"/>
                    </a:lnTo>
                    <a:lnTo>
                      <a:pt x="738" y="80"/>
                    </a:lnTo>
                    <a:lnTo>
                      <a:pt x="739" y="79"/>
                    </a:lnTo>
                    <a:lnTo>
                      <a:pt x="741" y="77"/>
                    </a:lnTo>
                    <a:lnTo>
                      <a:pt x="742" y="76"/>
                    </a:lnTo>
                    <a:lnTo>
                      <a:pt x="742" y="75"/>
                    </a:lnTo>
                    <a:lnTo>
                      <a:pt x="743" y="73"/>
                    </a:lnTo>
                    <a:lnTo>
                      <a:pt x="745" y="72"/>
                    </a:lnTo>
                    <a:lnTo>
                      <a:pt x="746" y="71"/>
                    </a:lnTo>
                    <a:lnTo>
                      <a:pt x="746" y="69"/>
                    </a:lnTo>
                    <a:lnTo>
                      <a:pt x="747" y="68"/>
                    </a:lnTo>
                    <a:lnTo>
                      <a:pt x="749" y="67"/>
                    </a:lnTo>
                    <a:lnTo>
                      <a:pt x="749" y="65"/>
                    </a:lnTo>
                    <a:lnTo>
                      <a:pt x="750" y="64"/>
                    </a:lnTo>
                    <a:lnTo>
                      <a:pt x="751" y="63"/>
                    </a:lnTo>
                    <a:lnTo>
                      <a:pt x="753" y="61"/>
                    </a:lnTo>
                    <a:lnTo>
                      <a:pt x="754" y="60"/>
                    </a:lnTo>
                    <a:lnTo>
                      <a:pt x="754" y="59"/>
                    </a:lnTo>
                    <a:lnTo>
                      <a:pt x="755" y="57"/>
                    </a:lnTo>
                    <a:lnTo>
                      <a:pt x="757" y="55"/>
                    </a:lnTo>
                    <a:lnTo>
                      <a:pt x="758" y="53"/>
                    </a:lnTo>
                    <a:lnTo>
                      <a:pt x="759" y="52"/>
                    </a:lnTo>
                    <a:lnTo>
                      <a:pt x="761" y="51"/>
                    </a:lnTo>
                    <a:lnTo>
                      <a:pt x="762" y="48"/>
                    </a:lnTo>
                    <a:lnTo>
                      <a:pt x="763" y="47"/>
                    </a:lnTo>
                    <a:lnTo>
                      <a:pt x="765" y="44"/>
                    </a:lnTo>
                    <a:lnTo>
                      <a:pt x="766" y="41"/>
                    </a:lnTo>
                    <a:lnTo>
                      <a:pt x="767" y="40"/>
                    </a:lnTo>
                    <a:lnTo>
                      <a:pt x="769" y="38"/>
                    </a:lnTo>
                    <a:lnTo>
                      <a:pt x="770" y="36"/>
                    </a:lnTo>
                    <a:lnTo>
                      <a:pt x="771" y="35"/>
                    </a:lnTo>
                    <a:lnTo>
                      <a:pt x="772" y="32"/>
                    </a:lnTo>
                    <a:lnTo>
                      <a:pt x="774" y="31"/>
                    </a:lnTo>
                    <a:lnTo>
                      <a:pt x="775" y="30"/>
                    </a:lnTo>
                    <a:lnTo>
                      <a:pt x="775" y="28"/>
                    </a:lnTo>
                    <a:lnTo>
                      <a:pt x="776" y="27"/>
                    </a:lnTo>
                    <a:lnTo>
                      <a:pt x="778" y="26"/>
                    </a:lnTo>
                    <a:lnTo>
                      <a:pt x="778" y="24"/>
                    </a:lnTo>
                    <a:lnTo>
                      <a:pt x="779" y="24"/>
                    </a:lnTo>
                    <a:lnTo>
                      <a:pt x="780" y="23"/>
                    </a:lnTo>
                    <a:lnTo>
                      <a:pt x="780" y="22"/>
                    </a:lnTo>
                    <a:lnTo>
                      <a:pt x="782" y="20"/>
                    </a:lnTo>
                    <a:lnTo>
                      <a:pt x="783" y="19"/>
                    </a:lnTo>
                    <a:lnTo>
                      <a:pt x="783" y="18"/>
                    </a:lnTo>
                    <a:lnTo>
                      <a:pt x="784" y="16"/>
                    </a:lnTo>
                    <a:lnTo>
                      <a:pt x="784" y="15"/>
                    </a:lnTo>
                    <a:lnTo>
                      <a:pt x="786" y="15"/>
                    </a:lnTo>
                    <a:lnTo>
                      <a:pt x="786" y="14"/>
                    </a:lnTo>
                    <a:lnTo>
                      <a:pt x="787" y="12"/>
                    </a:lnTo>
                    <a:lnTo>
                      <a:pt x="787" y="11"/>
                    </a:lnTo>
                    <a:lnTo>
                      <a:pt x="788" y="10"/>
                    </a:lnTo>
                    <a:lnTo>
                      <a:pt x="788" y="8"/>
                    </a:lnTo>
                    <a:lnTo>
                      <a:pt x="790" y="7"/>
                    </a:lnTo>
                    <a:lnTo>
                      <a:pt x="791" y="6"/>
                    </a:lnTo>
                    <a:lnTo>
                      <a:pt x="791" y="4"/>
                    </a:lnTo>
                    <a:lnTo>
                      <a:pt x="792" y="2"/>
                    </a:lnTo>
                    <a:lnTo>
                      <a:pt x="794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9152" name="Freeform 88">
                <a:extLst>
                  <a:ext uri="{FF2B5EF4-FFF2-40B4-BE49-F238E27FC236}">
                    <a16:creationId xmlns:a16="http://schemas.microsoft.com/office/drawing/2014/main" id="{80624732-261D-4AF1-B8B7-DB37E05D3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505902"/>
                <a:ext cx="74612" cy="252412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0"/>
                    </a:moveTo>
                    <a:lnTo>
                      <a:pt x="3" y="4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7" y="13"/>
                    </a:lnTo>
                    <a:lnTo>
                      <a:pt x="9" y="16"/>
                    </a:lnTo>
                    <a:lnTo>
                      <a:pt x="11" y="19"/>
                    </a:lnTo>
                    <a:lnTo>
                      <a:pt x="12" y="20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9" y="33"/>
                    </a:lnTo>
                    <a:lnTo>
                      <a:pt x="20" y="35"/>
                    </a:lnTo>
                    <a:lnTo>
                      <a:pt x="20" y="36"/>
                    </a:lnTo>
                    <a:lnTo>
                      <a:pt x="21" y="37"/>
                    </a:lnTo>
                    <a:lnTo>
                      <a:pt x="21" y="39"/>
                    </a:lnTo>
                    <a:lnTo>
                      <a:pt x="23" y="40"/>
                    </a:lnTo>
                    <a:lnTo>
                      <a:pt x="23" y="41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4" y="45"/>
                    </a:lnTo>
                    <a:lnTo>
                      <a:pt x="25" y="47"/>
                    </a:lnTo>
                    <a:lnTo>
                      <a:pt x="25" y="48"/>
                    </a:lnTo>
                    <a:lnTo>
                      <a:pt x="27" y="49"/>
                    </a:lnTo>
                    <a:lnTo>
                      <a:pt x="27" y="51"/>
                    </a:lnTo>
                    <a:lnTo>
                      <a:pt x="28" y="52"/>
                    </a:lnTo>
                    <a:lnTo>
                      <a:pt x="28" y="53"/>
                    </a:lnTo>
                    <a:lnTo>
                      <a:pt x="29" y="55"/>
                    </a:lnTo>
                    <a:lnTo>
                      <a:pt x="29" y="57"/>
                    </a:lnTo>
                    <a:lnTo>
                      <a:pt x="31" y="58"/>
                    </a:lnTo>
                    <a:lnTo>
                      <a:pt x="31" y="60"/>
                    </a:lnTo>
                    <a:lnTo>
                      <a:pt x="32" y="62"/>
                    </a:lnTo>
                    <a:lnTo>
                      <a:pt x="32" y="64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5" y="70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7" y="74"/>
                    </a:lnTo>
                    <a:lnTo>
                      <a:pt x="37" y="76"/>
                    </a:lnTo>
                    <a:lnTo>
                      <a:pt x="37" y="77"/>
                    </a:lnTo>
                    <a:lnTo>
                      <a:pt x="39" y="78"/>
                    </a:lnTo>
                    <a:lnTo>
                      <a:pt x="39" y="80"/>
                    </a:lnTo>
                    <a:lnTo>
                      <a:pt x="40" y="81"/>
                    </a:lnTo>
                    <a:lnTo>
                      <a:pt x="40" y="82"/>
                    </a:lnTo>
                    <a:lnTo>
                      <a:pt x="41" y="84"/>
                    </a:lnTo>
                    <a:lnTo>
                      <a:pt x="41" y="85"/>
                    </a:lnTo>
                    <a:lnTo>
                      <a:pt x="41" y="86"/>
                    </a:lnTo>
                    <a:lnTo>
                      <a:pt x="42" y="88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4" y="93"/>
                    </a:lnTo>
                    <a:lnTo>
                      <a:pt x="44" y="94"/>
                    </a:lnTo>
                    <a:lnTo>
                      <a:pt x="45" y="96"/>
                    </a:lnTo>
                    <a:lnTo>
                      <a:pt x="45" y="98"/>
                    </a:lnTo>
                    <a:lnTo>
                      <a:pt x="46" y="100"/>
                    </a:lnTo>
                    <a:lnTo>
                      <a:pt x="48" y="102"/>
                    </a:lnTo>
                    <a:lnTo>
                      <a:pt x="48" y="105"/>
                    </a:lnTo>
                    <a:lnTo>
                      <a:pt x="49" y="106"/>
                    </a:lnTo>
                    <a:lnTo>
                      <a:pt x="49" y="109"/>
                    </a:lnTo>
                    <a:lnTo>
                      <a:pt x="50" y="110"/>
                    </a:lnTo>
                    <a:lnTo>
                      <a:pt x="52" y="112"/>
                    </a:lnTo>
                    <a:lnTo>
                      <a:pt x="52" y="113"/>
                    </a:lnTo>
                    <a:lnTo>
                      <a:pt x="52" y="116"/>
                    </a:lnTo>
                    <a:lnTo>
                      <a:pt x="53" y="117"/>
                    </a:lnTo>
                    <a:lnTo>
                      <a:pt x="53" y="118"/>
                    </a:lnTo>
                    <a:lnTo>
                      <a:pt x="54" y="120"/>
                    </a:lnTo>
                    <a:lnTo>
                      <a:pt x="54" y="121"/>
                    </a:lnTo>
                    <a:lnTo>
                      <a:pt x="54" y="122"/>
                    </a:lnTo>
                    <a:lnTo>
                      <a:pt x="56" y="122"/>
                    </a:lnTo>
                    <a:lnTo>
                      <a:pt x="56" y="124"/>
                    </a:lnTo>
                    <a:lnTo>
                      <a:pt x="56" y="125"/>
                    </a:lnTo>
                    <a:lnTo>
                      <a:pt x="57" y="126"/>
                    </a:lnTo>
                    <a:lnTo>
                      <a:pt x="57" y="128"/>
                    </a:lnTo>
                    <a:lnTo>
                      <a:pt x="57" y="129"/>
                    </a:lnTo>
                    <a:lnTo>
                      <a:pt x="57" y="130"/>
                    </a:lnTo>
                    <a:lnTo>
                      <a:pt x="58" y="131"/>
                    </a:lnTo>
                    <a:lnTo>
                      <a:pt x="58" y="133"/>
                    </a:lnTo>
                    <a:lnTo>
                      <a:pt x="60" y="134"/>
                    </a:lnTo>
                    <a:lnTo>
                      <a:pt x="60" y="135"/>
                    </a:lnTo>
                    <a:lnTo>
                      <a:pt x="60" y="137"/>
                    </a:lnTo>
                    <a:lnTo>
                      <a:pt x="61" y="139"/>
                    </a:lnTo>
                    <a:lnTo>
                      <a:pt x="61" y="141"/>
                    </a:lnTo>
                    <a:lnTo>
                      <a:pt x="61" y="142"/>
                    </a:lnTo>
                    <a:lnTo>
                      <a:pt x="62" y="143"/>
                    </a:lnTo>
                    <a:lnTo>
                      <a:pt x="62" y="146"/>
                    </a:lnTo>
                    <a:lnTo>
                      <a:pt x="64" y="147"/>
                    </a:lnTo>
                    <a:lnTo>
                      <a:pt x="64" y="150"/>
                    </a:lnTo>
                    <a:lnTo>
                      <a:pt x="65" y="153"/>
                    </a:lnTo>
                    <a:lnTo>
                      <a:pt x="65" y="154"/>
                    </a:lnTo>
                    <a:lnTo>
                      <a:pt x="66" y="157"/>
                    </a:lnTo>
                    <a:lnTo>
                      <a:pt x="66" y="158"/>
                    </a:lnTo>
                    <a:lnTo>
                      <a:pt x="68" y="159"/>
                    </a:lnTo>
                    <a:lnTo>
                      <a:pt x="68" y="162"/>
                    </a:lnTo>
                    <a:lnTo>
                      <a:pt x="68" y="163"/>
                    </a:lnTo>
                    <a:lnTo>
                      <a:pt x="69" y="165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0" y="170"/>
                    </a:lnTo>
                    <a:lnTo>
                      <a:pt x="70" y="171"/>
                    </a:lnTo>
                    <a:lnTo>
                      <a:pt x="70" y="173"/>
                    </a:lnTo>
                    <a:lnTo>
                      <a:pt x="72" y="173"/>
                    </a:lnTo>
                    <a:lnTo>
                      <a:pt x="72" y="174"/>
                    </a:lnTo>
                    <a:lnTo>
                      <a:pt x="72" y="175"/>
                    </a:lnTo>
                    <a:lnTo>
                      <a:pt x="72" y="177"/>
                    </a:lnTo>
                    <a:lnTo>
                      <a:pt x="73" y="178"/>
                    </a:lnTo>
                    <a:lnTo>
                      <a:pt x="73" y="179"/>
                    </a:lnTo>
                    <a:lnTo>
                      <a:pt x="73" y="181"/>
                    </a:lnTo>
                    <a:lnTo>
                      <a:pt x="74" y="182"/>
                    </a:lnTo>
                    <a:lnTo>
                      <a:pt x="74" y="183"/>
                    </a:lnTo>
                    <a:lnTo>
                      <a:pt x="74" y="185"/>
                    </a:lnTo>
                    <a:lnTo>
                      <a:pt x="76" y="186"/>
                    </a:lnTo>
                    <a:lnTo>
                      <a:pt x="76" y="187"/>
                    </a:lnTo>
                    <a:lnTo>
                      <a:pt x="76" y="189"/>
                    </a:lnTo>
                    <a:lnTo>
                      <a:pt x="77" y="190"/>
                    </a:lnTo>
                    <a:lnTo>
                      <a:pt x="77" y="193"/>
                    </a:lnTo>
                    <a:lnTo>
                      <a:pt x="78" y="194"/>
                    </a:lnTo>
                    <a:lnTo>
                      <a:pt x="78" y="197"/>
                    </a:lnTo>
                    <a:lnTo>
                      <a:pt x="78" y="198"/>
                    </a:lnTo>
                    <a:lnTo>
                      <a:pt x="80" y="201"/>
                    </a:lnTo>
                    <a:lnTo>
                      <a:pt x="80" y="203"/>
                    </a:lnTo>
                    <a:lnTo>
                      <a:pt x="81" y="205"/>
                    </a:lnTo>
                    <a:lnTo>
                      <a:pt x="81" y="206"/>
                    </a:lnTo>
                    <a:lnTo>
                      <a:pt x="82" y="208"/>
                    </a:lnTo>
                    <a:lnTo>
                      <a:pt x="82" y="210"/>
                    </a:lnTo>
                    <a:lnTo>
                      <a:pt x="82" y="211"/>
                    </a:lnTo>
                    <a:lnTo>
                      <a:pt x="84" y="212"/>
                    </a:lnTo>
                    <a:lnTo>
                      <a:pt x="84" y="214"/>
                    </a:lnTo>
                    <a:lnTo>
                      <a:pt x="84" y="215"/>
                    </a:lnTo>
                    <a:lnTo>
                      <a:pt x="85" y="216"/>
                    </a:lnTo>
                    <a:lnTo>
                      <a:pt x="85" y="218"/>
                    </a:lnTo>
                    <a:lnTo>
                      <a:pt x="85" y="219"/>
                    </a:lnTo>
                    <a:lnTo>
                      <a:pt x="85" y="220"/>
                    </a:lnTo>
                    <a:lnTo>
                      <a:pt x="86" y="222"/>
                    </a:lnTo>
                    <a:lnTo>
                      <a:pt x="86" y="223"/>
                    </a:lnTo>
                    <a:lnTo>
                      <a:pt x="86" y="224"/>
                    </a:lnTo>
                    <a:lnTo>
                      <a:pt x="86" y="226"/>
                    </a:lnTo>
                    <a:lnTo>
                      <a:pt x="86" y="227"/>
                    </a:lnTo>
                    <a:lnTo>
                      <a:pt x="86" y="228"/>
                    </a:lnTo>
                    <a:lnTo>
                      <a:pt x="86" y="230"/>
                    </a:lnTo>
                    <a:lnTo>
                      <a:pt x="88" y="231"/>
                    </a:lnTo>
                    <a:lnTo>
                      <a:pt x="88" y="232"/>
                    </a:lnTo>
                    <a:lnTo>
                      <a:pt x="88" y="234"/>
                    </a:lnTo>
                    <a:lnTo>
                      <a:pt x="88" y="235"/>
                    </a:lnTo>
                    <a:lnTo>
                      <a:pt x="88" y="236"/>
                    </a:lnTo>
                    <a:lnTo>
                      <a:pt x="88" y="238"/>
                    </a:lnTo>
                    <a:lnTo>
                      <a:pt x="88" y="239"/>
                    </a:lnTo>
                    <a:lnTo>
                      <a:pt x="88" y="242"/>
                    </a:lnTo>
                    <a:lnTo>
                      <a:pt x="88" y="243"/>
                    </a:lnTo>
                    <a:lnTo>
                      <a:pt x="88" y="246"/>
                    </a:lnTo>
                    <a:lnTo>
                      <a:pt x="89" y="247"/>
                    </a:lnTo>
                    <a:lnTo>
                      <a:pt x="89" y="248"/>
                    </a:lnTo>
                    <a:lnTo>
                      <a:pt x="89" y="250"/>
                    </a:lnTo>
                    <a:lnTo>
                      <a:pt x="89" y="251"/>
                    </a:lnTo>
                    <a:lnTo>
                      <a:pt x="89" y="252"/>
                    </a:lnTo>
                    <a:lnTo>
                      <a:pt x="89" y="254"/>
                    </a:lnTo>
                    <a:lnTo>
                      <a:pt x="89" y="255"/>
                    </a:lnTo>
                    <a:lnTo>
                      <a:pt x="89" y="256"/>
                    </a:lnTo>
                    <a:lnTo>
                      <a:pt x="89" y="258"/>
                    </a:lnTo>
                    <a:lnTo>
                      <a:pt x="89" y="259"/>
                    </a:lnTo>
                    <a:lnTo>
                      <a:pt x="89" y="260"/>
                    </a:lnTo>
                    <a:lnTo>
                      <a:pt x="90" y="260"/>
                    </a:lnTo>
                    <a:lnTo>
                      <a:pt x="90" y="262"/>
                    </a:lnTo>
                    <a:lnTo>
                      <a:pt x="90" y="263"/>
                    </a:lnTo>
                    <a:lnTo>
                      <a:pt x="90" y="264"/>
                    </a:lnTo>
                    <a:lnTo>
                      <a:pt x="90" y="266"/>
                    </a:lnTo>
                    <a:lnTo>
                      <a:pt x="90" y="267"/>
                    </a:lnTo>
                    <a:lnTo>
                      <a:pt x="90" y="268"/>
                    </a:lnTo>
                    <a:lnTo>
                      <a:pt x="90" y="270"/>
                    </a:lnTo>
                    <a:lnTo>
                      <a:pt x="92" y="270"/>
                    </a:lnTo>
                    <a:lnTo>
                      <a:pt x="92" y="271"/>
                    </a:lnTo>
                    <a:lnTo>
                      <a:pt x="92" y="272"/>
                    </a:lnTo>
                    <a:lnTo>
                      <a:pt x="92" y="274"/>
                    </a:lnTo>
                    <a:lnTo>
                      <a:pt x="92" y="275"/>
                    </a:lnTo>
                    <a:lnTo>
                      <a:pt x="92" y="276"/>
                    </a:lnTo>
                    <a:lnTo>
                      <a:pt x="93" y="278"/>
                    </a:lnTo>
                    <a:lnTo>
                      <a:pt x="93" y="279"/>
                    </a:lnTo>
                    <a:lnTo>
                      <a:pt x="93" y="280"/>
                    </a:lnTo>
                    <a:lnTo>
                      <a:pt x="93" y="281"/>
                    </a:lnTo>
                    <a:lnTo>
                      <a:pt x="93" y="283"/>
                    </a:lnTo>
                    <a:lnTo>
                      <a:pt x="94" y="284"/>
                    </a:lnTo>
                    <a:lnTo>
                      <a:pt x="94" y="285"/>
                    </a:lnTo>
                    <a:lnTo>
                      <a:pt x="94" y="287"/>
                    </a:lnTo>
                    <a:lnTo>
                      <a:pt x="94" y="288"/>
                    </a:lnTo>
                    <a:lnTo>
                      <a:pt x="94" y="289"/>
                    </a:lnTo>
                    <a:lnTo>
                      <a:pt x="94" y="291"/>
                    </a:lnTo>
                    <a:lnTo>
                      <a:pt x="94" y="292"/>
                    </a:lnTo>
                    <a:lnTo>
                      <a:pt x="94" y="293"/>
                    </a:lnTo>
                    <a:lnTo>
                      <a:pt x="94" y="295"/>
                    </a:lnTo>
                    <a:lnTo>
                      <a:pt x="94" y="296"/>
                    </a:lnTo>
                    <a:lnTo>
                      <a:pt x="94" y="297"/>
                    </a:lnTo>
                    <a:lnTo>
                      <a:pt x="94" y="299"/>
                    </a:lnTo>
                    <a:lnTo>
                      <a:pt x="94" y="300"/>
                    </a:lnTo>
                    <a:lnTo>
                      <a:pt x="94" y="303"/>
                    </a:lnTo>
                    <a:lnTo>
                      <a:pt x="94" y="304"/>
                    </a:lnTo>
                    <a:lnTo>
                      <a:pt x="94" y="305"/>
                    </a:lnTo>
                    <a:lnTo>
                      <a:pt x="93" y="308"/>
                    </a:lnTo>
                    <a:lnTo>
                      <a:pt x="93" y="309"/>
                    </a:lnTo>
                    <a:lnTo>
                      <a:pt x="93" y="312"/>
                    </a:lnTo>
                    <a:lnTo>
                      <a:pt x="93" y="315"/>
                    </a:lnTo>
                    <a:lnTo>
                      <a:pt x="93" y="317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9153" name="Freeform 89">
                <a:extLst>
                  <a:ext uri="{FF2B5EF4-FFF2-40B4-BE49-F238E27FC236}">
                    <a16:creationId xmlns:a16="http://schemas.microsoft.com/office/drawing/2014/main" id="{8C49C5DA-2C71-4343-94BB-FC836DC7A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755138"/>
                <a:ext cx="74612" cy="252413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317"/>
                    </a:moveTo>
                    <a:lnTo>
                      <a:pt x="3" y="314"/>
                    </a:lnTo>
                    <a:lnTo>
                      <a:pt x="4" y="310"/>
                    </a:lnTo>
                    <a:lnTo>
                      <a:pt x="5" y="308"/>
                    </a:lnTo>
                    <a:lnTo>
                      <a:pt x="7" y="305"/>
                    </a:lnTo>
                    <a:lnTo>
                      <a:pt x="9" y="302"/>
                    </a:lnTo>
                    <a:lnTo>
                      <a:pt x="11" y="300"/>
                    </a:lnTo>
                    <a:lnTo>
                      <a:pt x="12" y="297"/>
                    </a:lnTo>
                    <a:lnTo>
                      <a:pt x="13" y="294"/>
                    </a:lnTo>
                    <a:lnTo>
                      <a:pt x="13" y="293"/>
                    </a:lnTo>
                    <a:lnTo>
                      <a:pt x="15" y="290"/>
                    </a:lnTo>
                    <a:lnTo>
                      <a:pt x="16" y="289"/>
                    </a:lnTo>
                    <a:lnTo>
                      <a:pt x="17" y="288"/>
                    </a:lnTo>
                    <a:lnTo>
                      <a:pt x="17" y="286"/>
                    </a:lnTo>
                    <a:lnTo>
                      <a:pt x="19" y="284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21" y="280"/>
                    </a:lnTo>
                    <a:lnTo>
                      <a:pt x="21" y="278"/>
                    </a:lnTo>
                    <a:lnTo>
                      <a:pt x="23" y="277"/>
                    </a:lnTo>
                    <a:lnTo>
                      <a:pt x="23" y="276"/>
                    </a:lnTo>
                    <a:lnTo>
                      <a:pt x="23" y="274"/>
                    </a:lnTo>
                    <a:lnTo>
                      <a:pt x="24" y="274"/>
                    </a:lnTo>
                    <a:lnTo>
                      <a:pt x="24" y="273"/>
                    </a:lnTo>
                    <a:lnTo>
                      <a:pt x="25" y="272"/>
                    </a:lnTo>
                    <a:lnTo>
                      <a:pt x="25" y="270"/>
                    </a:lnTo>
                    <a:lnTo>
                      <a:pt x="27" y="269"/>
                    </a:lnTo>
                    <a:lnTo>
                      <a:pt x="27" y="268"/>
                    </a:lnTo>
                    <a:lnTo>
                      <a:pt x="28" y="266"/>
                    </a:lnTo>
                    <a:lnTo>
                      <a:pt x="28" y="264"/>
                    </a:lnTo>
                    <a:lnTo>
                      <a:pt x="29" y="263"/>
                    </a:lnTo>
                    <a:lnTo>
                      <a:pt x="29" y="261"/>
                    </a:lnTo>
                    <a:lnTo>
                      <a:pt x="31" y="259"/>
                    </a:lnTo>
                    <a:lnTo>
                      <a:pt x="31" y="257"/>
                    </a:lnTo>
                    <a:lnTo>
                      <a:pt x="32" y="256"/>
                    </a:lnTo>
                    <a:lnTo>
                      <a:pt x="32" y="255"/>
                    </a:lnTo>
                    <a:lnTo>
                      <a:pt x="33" y="253"/>
                    </a:lnTo>
                    <a:lnTo>
                      <a:pt x="33" y="251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6" y="247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7" y="243"/>
                    </a:lnTo>
                    <a:lnTo>
                      <a:pt x="37" y="241"/>
                    </a:lnTo>
                    <a:lnTo>
                      <a:pt x="39" y="240"/>
                    </a:lnTo>
                    <a:lnTo>
                      <a:pt x="39" y="239"/>
                    </a:lnTo>
                    <a:lnTo>
                      <a:pt x="39" y="237"/>
                    </a:lnTo>
                    <a:lnTo>
                      <a:pt x="40" y="237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2" y="229"/>
                    </a:lnTo>
                    <a:lnTo>
                      <a:pt x="42" y="228"/>
                    </a:lnTo>
                    <a:lnTo>
                      <a:pt x="42" y="227"/>
                    </a:lnTo>
                    <a:lnTo>
                      <a:pt x="44" y="225"/>
                    </a:lnTo>
                    <a:lnTo>
                      <a:pt x="44" y="223"/>
                    </a:lnTo>
                    <a:lnTo>
                      <a:pt x="45" y="221"/>
                    </a:lnTo>
                    <a:lnTo>
                      <a:pt x="45" y="220"/>
                    </a:lnTo>
                    <a:lnTo>
                      <a:pt x="46" y="217"/>
                    </a:lnTo>
                    <a:lnTo>
                      <a:pt x="48" y="215"/>
                    </a:lnTo>
                    <a:lnTo>
                      <a:pt x="48" y="213"/>
                    </a:lnTo>
                    <a:lnTo>
                      <a:pt x="49" y="211"/>
                    </a:lnTo>
                    <a:lnTo>
                      <a:pt x="49" y="209"/>
                    </a:lnTo>
                    <a:lnTo>
                      <a:pt x="50" y="207"/>
                    </a:lnTo>
                    <a:lnTo>
                      <a:pt x="52" y="205"/>
                    </a:lnTo>
                    <a:lnTo>
                      <a:pt x="52" y="204"/>
                    </a:lnTo>
                    <a:lnTo>
                      <a:pt x="52" y="203"/>
                    </a:lnTo>
                    <a:lnTo>
                      <a:pt x="53" y="201"/>
                    </a:lnTo>
                    <a:lnTo>
                      <a:pt x="53" y="200"/>
                    </a:lnTo>
                    <a:lnTo>
                      <a:pt x="54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6" y="195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7" y="191"/>
                    </a:lnTo>
                    <a:lnTo>
                      <a:pt x="57" y="190"/>
                    </a:lnTo>
                    <a:lnTo>
                      <a:pt x="57" y="188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4"/>
                    </a:lnTo>
                    <a:lnTo>
                      <a:pt x="60" y="183"/>
                    </a:lnTo>
                    <a:lnTo>
                      <a:pt x="60" y="182"/>
                    </a:lnTo>
                    <a:lnTo>
                      <a:pt x="60" y="180"/>
                    </a:lnTo>
                    <a:lnTo>
                      <a:pt x="61" y="179"/>
                    </a:lnTo>
                    <a:lnTo>
                      <a:pt x="61" y="176"/>
                    </a:lnTo>
                    <a:lnTo>
                      <a:pt x="61" y="175"/>
                    </a:lnTo>
                    <a:lnTo>
                      <a:pt x="62" y="174"/>
                    </a:lnTo>
                    <a:lnTo>
                      <a:pt x="62" y="171"/>
                    </a:lnTo>
                    <a:lnTo>
                      <a:pt x="64" y="170"/>
                    </a:lnTo>
                    <a:lnTo>
                      <a:pt x="64" y="167"/>
                    </a:lnTo>
                    <a:lnTo>
                      <a:pt x="65" y="164"/>
                    </a:lnTo>
                    <a:lnTo>
                      <a:pt x="65" y="163"/>
                    </a:lnTo>
                    <a:lnTo>
                      <a:pt x="66" y="160"/>
                    </a:lnTo>
                    <a:lnTo>
                      <a:pt x="66" y="159"/>
                    </a:lnTo>
                    <a:lnTo>
                      <a:pt x="68" y="158"/>
                    </a:lnTo>
                    <a:lnTo>
                      <a:pt x="68" y="156"/>
                    </a:lnTo>
                    <a:lnTo>
                      <a:pt x="68" y="154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0" y="148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72" y="144"/>
                    </a:lnTo>
                    <a:lnTo>
                      <a:pt x="72" y="143"/>
                    </a:lnTo>
                    <a:lnTo>
                      <a:pt x="72" y="142"/>
                    </a:lnTo>
                    <a:lnTo>
                      <a:pt x="72" y="140"/>
                    </a:lnTo>
                    <a:lnTo>
                      <a:pt x="73" y="139"/>
                    </a:lnTo>
                    <a:lnTo>
                      <a:pt x="73" y="138"/>
                    </a:lnTo>
                    <a:lnTo>
                      <a:pt x="74" y="136"/>
                    </a:lnTo>
                    <a:lnTo>
                      <a:pt x="74" y="135"/>
                    </a:lnTo>
                    <a:lnTo>
                      <a:pt x="74" y="134"/>
                    </a:lnTo>
                    <a:lnTo>
                      <a:pt x="76" y="132"/>
                    </a:lnTo>
                    <a:lnTo>
                      <a:pt x="76" y="130"/>
                    </a:lnTo>
                    <a:lnTo>
                      <a:pt x="76" y="128"/>
                    </a:lnTo>
                    <a:lnTo>
                      <a:pt x="77" y="127"/>
                    </a:lnTo>
                    <a:lnTo>
                      <a:pt x="77" y="126"/>
                    </a:lnTo>
                    <a:lnTo>
                      <a:pt x="78" y="123"/>
                    </a:lnTo>
                    <a:lnTo>
                      <a:pt x="78" y="122"/>
                    </a:lnTo>
                    <a:lnTo>
                      <a:pt x="78" y="119"/>
                    </a:lnTo>
                    <a:lnTo>
                      <a:pt x="80" y="116"/>
                    </a:lnTo>
                    <a:lnTo>
                      <a:pt x="80" y="115"/>
                    </a:lnTo>
                    <a:lnTo>
                      <a:pt x="81" y="113"/>
                    </a:lnTo>
                    <a:lnTo>
                      <a:pt x="81" y="111"/>
                    </a:lnTo>
                    <a:lnTo>
                      <a:pt x="82" y="110"/>
                    </a:lnTo>
                    <a:lnTo>
                      <a:pt x="82" y="107"/>
                    </a:lnTo>
                    <a:lnTo>
                      <a:pt x="82" y="106"/>
                    </a:lnTo>
                    <a:lnTo>
                      <a:pt x="84" y="105"/>
                    </a:lnTo>
                    <a:lnTo>
                      <a:pt x="84" y="103"/>
                    </a:lnTo>
                    <a:lnTo>
                      <a:pt x="84" y="102"/>
                    </a:lnTo>
                    <a:lnTo>
                      <a:pt x="85" y="101"/>
                    </a:lnTo>
                    <a:lnTo>
                      <a:pt x="85" y="99"/>
                    </a:lnTo>
                    <a:lnTo>
                      <a:pt x="85" y="98"/>
                    </a:lnTo>
                    <a:lnTo>
                      <a:pt x="85" y="97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3"/>
                    </a:lnTo>
                    <a:lnTo>
                      <a:pt x="86" y="91"/>
                    </a:lnTo>
                    <a:lnTo>
                      <a:pt x="86" y="90"/>
                    </a:lnTo>
                    <a:lnTo>
                      <a:pt x="86" y="89"/>
                    </a:lnTo>
                    <a:lnTo>
                      <a:pt x="86" y="87"/>
                    </a:lnTo>
                    <a:lnTo>
                      <a:pt x="88" y="87"/>
                    </a:lnTo>
                    <a:lnTo>
                      <a:pt x="88" y="86"/>
                    </a:lnTo>
                    <a:lnTo>
                      <a:pt x="88" y="85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8" y="79"/>
                    </a:lnTo>
                    <a:lnTo>
                      <a:pt x="88" y="78"/>
                    </a:lnTo>
                    <a:lnTo>
                      <a:pt x="88" y="77"/>
                    </a:lnTo>
                    <a:lnTo>
                      <a:pt x="88" y="74"/>
                    </a:lnTo>
                    <a:lnTo>
                      <a:pt x="88" y="73"/>
                    </a:lnTo>
                    <a:lnTo>
                      <a:pt x="89" y="70"/>
                    </a:lnTo>
                    <a:lnTo>
                      <a:pt x="89" y="69"/>
                    </a:lnTo>
                    <a:lnTo>
                      <a:pt x="89" y="67"/>
                    </a:lnTo>
                    <a:lnTo>
                      <a:pt x="89" y="66"/>
                    </a:lnTo>
                    <a:lnTo>
                      <a:pt x="89" y="65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89" y="61"/>
                    </a:lnTo>
                    <a:lnTo>
                      <a:pt x="89" y="59"/>
                    </a:lnTo>
                    <a:lnTo>
                      <a:pt x="89" y="58"/>
                    </a:lnTo>
                    <a:lnTo>
                      <a:pt x="90" y="57"/>
                    </a:lnTo>
                    <a:lnTo>
                      <a:pt x="90" y="55"/>
                    </a:lnTo>
                    <a:lnTo>
                      <a:pt x="90" y="54"/>
                    </a:lnTo>
                    <a:lnTo>
                      <a:pt x="90" y="53"/>
                    </a:lnTo>
                    <a:lnTo>
                      <a:pt x="90" y="51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2" y="47"/>
                    </a:lnTo>
                    <a:lnTo>
                      <a:pt x="92" y="46"/>
                    </a:lnTo>
                    <a:lnTo>
                      <a:pt x="92" y="45"/>
                    </a:lnTo>
                    <a:lnTo>
                      <a:pt x="92" y="43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3" y="40"/>
                    </a:lnTo>
                    <a:lnTo>
                      <a:pt x="93" y="38"/>
                    </a:lnTo>
                    <a:lnTo>
                      <a:pt x="93" y="37"/>
                    </a:lnTo>
                    <a:lnTo>
                      <a:pt x="93" y="36"/>
                    </a:lnTo>
                    <a:lnTo>
                      <a:pt x="93" y="34"/>
                    </a:lnTo>
                    <a:lnTo>
                      <a:pt x="94" y="33"/>
                    </a:lnTo>
                    <a:lnTo>
                      <a:pt x="94" y="32"/>
                    </a:lnTo>
                    <a:lnTo>
                      <a:pt x="94" y="30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4" y="24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0"/>
                    </a:lnTo>
                    <a:lnTo>
                      <a:pt x="94" y="18"/>
                    </a:lnTo>
                    <a:lnTo>
                      <a:pt x="94" y="17"/>
                    </a:lnTo>
                    <a:lnTo>
                      <a:pt x="94" y="16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3" y="10"/>
                    </a:lnTo>
                    <a:lnTo>
                      <a:pt x="93" y="8"/>
                    </a:lnTo>
                    <a:lnTo>
                      <a:pt x="93" y="5"/>
                    </a:lnTo>
                    <a:lnTo>
                      <a:pt x="93" y="2"/>
                    </a:lnTo>
                    <a:lnTo>
                      <a:pt x="93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29106" name="Freeform 45">
              <a:extLst>
                <a:ext uri="{FF2B5EF4-FFF2-40B4-BE49-F238E27FC236}">
                  <a16:creationId xmlns:a16="http://schemas.microsoft.com/office/drawing/2014/main" id="{0DCC4148-BB73-4E98-9B1C-080808080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674" y="2957298"/>
              <a:ext cx="3699109" cy="2735272"/>
            </a:xfrm>
            <a:custGeom>
              <a:avLst/>
              <a:gdLst>
                <a:gd name="T0" fmla="*/ 1278345235 w 10704"/>
                <a:gd name="T1" fmla="*/ 0 h 21003"/>
                <a:gd name="T2" fmla="*/ 2388662 w 10704"/>
                <a:gd name="T3" fmla="*/ 1102418 h 21003"/>
                <a:gd name="T4" fmla="*/ 0 w 10704"/>
                <a:gd name="T5" fmla="*/ 356221155 h 21003"/>
                <a:gd name="T6" fmla="*/ 135430103 w 10704"/>
                <a:gd name="T7" fmla="*/ 356102383 h 210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04" h="21003">
                  <a:moveTo>
                    <a:pt x="10704" y="0"/>
                  </a:move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1134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9107" name="Line 14">
              <a:extLst>
                <a:ext uri="{FF2B5EF4-FFF2-40B4-BE49-F238E27FC236}">
                  <a16:creationId xmlns:a16="http://schemas.microsoft.com/office/drawing/2014/main" id="{0B298369-1CA6-4EEC-867B-D535E2D619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07413" y="5790467"/>
              <a:ext cx="580100" cy="31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9108" name="TextBox 51">
              <a:extLst>
                <a:ext uri="{FF2B5EF4-FFF2-40B4-BE49-F238E27FC236}">
                  <a16:creationId xmlns:a16="http://schemas.microsoft.com/office/drawing/2014/main" id="{344478F7-E3E4-4C49-9359-35BA1055B9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75820" y="599816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9109" name="TextBox 51">
              <a:extLst>
                <a:ext uri="{FF2B5EF4-FFF2-40B4-BE49-F238E27FC236}">
                  <a16:creationId xmlns:a16="http://schemas.microsoft.com/office/drawing/2014/main" id="{F494DBE6-FA0D-4CAA-85CC-88A887E793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9" y="588809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9110" name="TextBox 51">
              <a:extLst>
                <a:ext uri="{FF2B5EF4-FFF2-40B4-BE49-F238E27FC236}">
                  <a16:creationId xmlns:a16="http://schemas.microsoft.com/office/drawing/2014/main" id="{C0BBF17E-689D-4CE2-98C0-E4D1D094B8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3622" y="588809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29111" name="TextBox 51">
              <a:extLst>
                <a:ext uri="{FF2B5EF4-FFF2-40B4-BE49-F238E27FC236}">
                  <a16:creationId xmlns:a16="http://schemas.microsoft.com/office/drawing/2014/main" id="{12C5BC9F-E380-4428-BEBC-A222ED30D2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353" y="530726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29112" name="TextBox 51">
              <a:extLst>
                <a:ext uri="{FF2B5EF4-FFF2-40B4-BE49-F238E27FC236}">
                  <a16:creationId xmlns:a16="http://schemas.microsoft.com/office/drawing/2014/main" id="{F7EA7A87-81D7-4715-8298-A7EC830828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9" y="4990627"/>
              <a:ext cx="77457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Wingdings" panose="05000000000000000000" pitchFamily="2" charset="2"/>
                  <a:ea typeface="ＭＳ Ｐゴシック" panose="020B0600070205080204" pitchFamily="34" charset="-128"/>
                  <a:cs typeface="Arial" panose="020B0604020202020204" pitchFamily="34" charset="0"/>
                  <a:sym typeface="Wingdings" panose="05000000000000000000" pitchFamily="2" charset="2"/>
                </a:rPr>
                <a:t>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29113" name="Freeform 48">
              <a:extLst>
                <a:ext uri="{FF2B5EF4-FFF2-40B4-BE49-F238E27FC236}">
                  <a16:creationId xmlns:a16="http://schemas.microsoft.com/office/drawing/2014/main" id="{59A1F0B4-3FF3-4C57-AA8A-405934378DE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594887" y="2914643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9114" name="Freeform 48">
              <a:extLst>
                <a:ext uri="{FF2B5EF4-FFF2-40B4-BE49-F238E27FC236}">
                  <a16:creationId xmlns:a16="http://schemas.microsoft.com/office/drawing/2014/main" id="{7E74CC53-04E5-46C2-A69E-E02FFAEA7CC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434954" y="2931576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9115" name="Freeform 5">
              <a:extLst>
                <a:ext uri="{FF2B5EF4-FFF2-40B4-BE49-F238E27FC236}">
                  <a16:creationId xmlns:a16="http://schemas.microsoft.com/office/drawing/2014/main" id="{88458803-2BF6-476D-A043-90096245E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272" y="5755462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9116" name="Freeform 7">
              <a:extLst>
                <a:ext uri="{FF2B5EF4-FFF2-40B4-BE49-F238E27FC236}">
                  <a16:creationId xmlns:a16="http://schemas.microsoft.com/office/drawing/2014/main" id="{ED88853C-1633-4A4F-8E72-141006DF3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167" y="5867731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9117" name="TextBox 51">
              <a:extLst>
                <a:ext uri="{FF2B5EF4-FFF2-40B4-BE49-F238E27FC236}">
                  <a16:creationId xmlns:a16="http://schemas.microsoft.com/office/drawing/2014/main" id="{D6F99768-A305-4ED2-A575-A4D15CCC38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9028" y="5486655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grpSp>
          <p:nvGrpSpPr>
            <p:cNvPr id="429118" name="Group 4">
              <a:extLst>
                <a:ext uri="{FF2B5EF4-FFF2-40B4-BE49-F238E27FC236}">
                  <a16:creationId xmlns:a16="http://schemas.microsoft.com/office/drawing/2014/main" id="{DE3A7D4F-0BD7-43AE-8089-4B6850CF59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62243" y="1638205"/>
              <a:ext cx="3228751" cy="750888"/>
              <a:chOff x="5768352" y="3768775"/>
              <a:chExt cx="3229577" cy="750332"/>
            </a:xfrm>
          </p:grpSpPr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CC51C451-CE9C-B544-9896-A6EE4C145CD4}"/>
                  </a:ext>
                </a:extLst>
              </p:cNvPr>
              <p:cNvCxnSpPr/>
              <p:nvPr/>
            </p:nvCxnSpPr>
            <p:spPr>
              <a:xfrm flipV="1">
                <a:off x="5768098" y="4206085"/>
                <a:ext cx="1980137" cy="15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72CED51D-E542-6347-8289-CEAAC9C4CEF0}"/>
                  </a:ext>
                </a:extLst>
              </p:cNvPr>
              <p:cNvCxnSpPr/>
              <p:nvPr/>
            </p:nvCxnSpPr>
            <p:spPr>
              <a:xfrm>
                <a:off x="7749823" y="4064873"/>
                <a:ext cx="565300" cy="1586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E18F0716-2A56-DF42-8AE9-972225252454}"/>
                  </a:ext>
                </a:extLst>
              </p:cNvPr>
              <p:cNvCxnSpPr/>
              <p:nvPr/>
            </p:nvCxnSpPr>
            <p:spPr>
              <a:xfrm>
                <a:off x="7745059" y="4345710"/>
                <a:ext cx="565300" cy="15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4CD275CF-57C3-0C48-9653-6DB195449CEA}"/>
                  </a:ext>
                </a:extLst>
              </p:cNvPr>
              <p:cNvCxnSpPr/>
              <p:nvPr/>
            </p:nvCxnSpPr>
            <p:spPr>
              <a:xfrm flipH="1" flipV="1">
                <a:off x="7749823" y="4061700"/>
                <a:ext cx="3176" cy="28401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9147" name="TextBox 93">
                <a:extLst>
                  <a:ext uri="{FF2B5EF4-FFF2-40B4-BE49-F238E27FC236}">
                    <a16:creationId xmlns:a16="http://schemas.microsoft.com/office/drawing/2014/main" id="{BAF05BAE-56EA-47E3-8437-1A57E1EB69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76877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29148" name="TextBox 6">
                <a:extLst>
                  <a:ext uri="{FF2B5EF4-FFF2-40B4-BE49-F238E27FC236}">
                    <a16:creationId xmlns:a16="http://schemas.microsoft.com/office/drawing/2014/main" id="{00FCCBFE-9FAC-44EC-99F5-9D0E8F703E9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149775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9149" name="Freeform 48">
                <a:extLst>
                  <a:ext uri="{FF2B5EF4-FFF2-40B4-BE49-F238E27FC236}">
                    <a16:creationId xmlns:a16="http://schemas.microsoft.com/office/drawing/2014/main" id="{5FDAE288-83AB-4CA9-8096-E8B4D9D427D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08850" y="4183965"/>
                <a:ext cx="77241" cy="73098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29119" name="Group 88">
              <a:extLst>
                <a:ext uri="{FF2B5EF4-FFF2-40B4-BE49-F238E27FC236}">
                  <a16:creationId xmlns:a16="http://schemas.microsoft.com/office/drawing/2014/main" id="{04FBC6DB-032A-4CA0-9D3E-D63B32D1FC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53438" y="2428748"/>
              <a:ext cx="2803076" cy="749300"/>
              <a:chOff x="6194136" y="3853561"/>
              <a:chExt cx="2803793" cy="750332"/>
            </a:xfrm>
          </p:grpSpPr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F4FD6AF2-DC90-974B-9049-5CF673200FA7}"/>
                  </a:ext>
                </a:extLst>
              </p:cNvPr>
              <p:cNvCxnSpPr/>
              <p:nvPr/>
            </p:nvCxnSpPr>
            <p:spPr>
              <a:xfrm>
                <a:off x="6194803" y="4204544"/>
                <a:ext cx="1565690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4C164C43-6562-8842-85F3-3AC7832D75F8}"/>
                  </a:ext>
                </a:extLst>
              </p:cNvPr>
              <p:cNvCxnSpPr/>
              <p:nvPr/>
            </p:nvCxnSpPr>
            <p:spPr>
              <a:xfrm>
                <a:off x="7744614" y="4064622"/>
                <a:ext cx="565300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Straight Connector 99">
                <a:extLst>
                  <a:ext uri="{FF2B5EF4-FFF2-40B4-BE49-F238E27FC236}">
                    <a16:creationId xmlns:a16="http://schemas.microsoft.com/office/drawing/2014/main" id="{87EB6F6E-5F85-3F48-9406-BCC596A4D88C}"/>
                  </a:ext>
                </a:extLst>
              </p:cNvPr>
              <p:cNvCxnSpPr/>
              <p:nvPr/>
            </p:nvCxnSpPr>
            <p:spPr>
              <a:xfrm>
                <a:off x="7739851" y="4339695"/>
                <a:ext cx="565300" cy="15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4855FCBA-8478-8E4F-AC7B-7158A6C33173}"/>
                  </a:ext>
                </a:extLst>
              </p:cNvPr>
              <p:cNvCxnSpPr/>
              <p:nvPr/>
            </p:nvCxnSpPr>
            <p:spPr>
              <a:xfrm flipH="1" flipV="1">
                <a:off x="7749378" y="4056672"/>
                <a:ext cx="3176" cy="284614"/>
              </a:xfrm>
              <a:prstGeom prst="line">
                <a:avLst/>
              </a:prstGeom>
              <a:solidFill>
                <a:srgbClr val="00B050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9140" name="TextBox 93">
                <a:extLst>
                  <a:ext uri="{FF2B5EF4-FFF2-40B4-BE49-F238E27FC236}">
                    <a16:creationId xmlns:a16="http://schemas.microsoft.com/office/drawing/2014/main" id="{E6093412-B421-47DB-95E0-7019A0A830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853561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29141" name="TextBox 6">
                <a:extLst>
                  <a:ext uri="{FF2B5EF4-FFF2-40B4-BE49-F238E27FC236}">
                    <a16:creationId xmlns:a16="http://schemas.microsoft.com/office/drawing/2014/main" id="{73EFCA3F-2388-467E-8E13-98E93BE4CA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234561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9142" name="Freeform 48">
                <a:extLst>
                  <a:ext uri="{FF2B5EF4-FFF2-40B4-BE49-F238E27FC236}">
                    <a16:creationId xmlns:a16="http://schemas.microsoft.com/office/drawing/2014/main" id="{33B4A558-69BC-48AC-818E-A6FB92B2758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08850" y="4178383"/>
                <a:ext cx="77241" cy="73253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29120" name="Group 8">
              <a:extLst>
                <a:ext uri="{FF2B5EF4-FFF2-40B4-BE49-F238E27FC236}">
                  <a16:creationId xmlns:a16="http://schemas.microsoft.com/office/drawing/2014/main" id="{4D2206CD-18AE-49AA-AD08-6C33B0A573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8227" y="3282987"/>
              <a:ext cx="1863862" cy="914400"/>
              <a:chOff x="7168853" y="823310"/>
              <a:chExt cx="1863684" cy="915796"/>
            </a:xfrm>
          </p:grpSpPr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138F3445-9530-5D4C-A1B2-527D7BD10AAF}"/>
                  </a:ext>
                </a:extLst>
              </p:cNvPr>
              <p:cNvCxnSpPr/>
              <p:nvPr/>
            </p:nvCxnSpPr>
            <p:spPr>
              <a:xfrm flipV="1">
                <a:off x="7169302" y="1288857"/>
                <a:ext cx="1122265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3E4F0B43-E452-174E-ACFD-4B73AB795AE7}"/>
                  </a:ext>
                </a:extLst>
              </p:cNvPr>
              <p:cNvCxnSpPr/>
              <p:nvPr/>
            </p:nvCxnSpPr>
            <p:spPr>
              <a:xfrm>
                <a:off x="7750277" y="1024875"/>
                <a:ext cx="565101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6D3A3B2F-3FBC-1E4A-9703-0739E79C798F}"/>
                  </a:ext>
                </a:extLst>
              </p:cNvPr>
              <p:cNvCxnSpPr/>
              <p:nvPr/>
            </p:nvCxnSpPr>
            <p:spPr>
              <a:xfrm>
                <a:off x="7745514" y="1521034"/>
                <a:ext cx="565101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Straight Connector 108">
                <a:extLst>
                  <a:ext uri="{FF2B5EF4-FFF2-40B4-BE49-F238E27FC236}">
                    <a16:creationId xmlns:a16="http://schemas.microsoft.com/office/drawing/2014/main" id="{3AE1681B-D66D-6342-BB32-74D8C8A005B4}"/>
                  </a:ext>
                </a:extLst>
              </p:cNvPr>
              <p:cNvCxnSpPr/>
              <p:nvPr/>
            </p:nvCxnSpPr>
            <p:spPr>
              <a:xfrm flipH="1" flipV="1">
                <a:off x="7745514" y="1018514"/>
                <a:ext cx="3175" cy="505701"/>
              </a:xfrm>
              <a:prstGeom prst="line">
                <a:avLst/>
              </a:prstGeom>
              <a:solidFill>
                <a:srgbClr val="00B050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9132" name="TextBox 101">
                <a:extLst>
                  <a:ext uri="{FF2B5EF4-FFF2-40B4-BE49-F238E27FC236}">
                    <a16:creationId xmlns:a16="http://schemas.microsoft.com/office/drawing/2014/main" id="{2EAA2F5E-3D46-4625-AE86-2FA5383313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0792" y="108674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29133" name="TextBox 6">
                <a:extLst>
                  <a:ext uri="{FF2B5EF4-FFF2-40B4-BE49-F238E27FC236}">
                    <a16:creationId xmlns:a16="http://schemas.microsoft.com/office/drawing/2014/main" id="{355E3F2C-D988-494F-8532-B3120206843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16032" y="823310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9134" name="Freeform 48">
                <a:extLst>
                  <a:ext uri="{FF2B5EF4-FFF2-40B4-BE49-F238E27FC236}">
                    <a16:creationId xmlns:a16="http://schemas.microsoft.com/office/drawing/2014/main" id="{3F3F15DC-5438-4359-8065-DD24464B496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10106" y="1261218"/>
                <a:ext cx="73145" cy="73264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29135" name="TextBox 107">
                <a:extLst>
                  <a:ext uri="{FF2B5EF4-FFF2-40B4-BE49-F238E27FC236}">
                    <a16:creationId xmlns:a16="http://schemas.microsoft.com/office/drawing/2014/main" id="{638F70AF-F453-42BA-9496-DD4BA3B23C1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96438" y="1369774"/>
                <a:ext cx="736099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Done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sp>
          <p:nvSpPr>
            <p:cNvPr id="429121" name="Freeform 48">
              <a:extLst>
                <a:ext uri="{FF2B5EF4-FFF2-40B4-BE49-F238E27FC236}">
                  <a16:creationId xmlns:a16="http://schemas.microsoft.com/office/drawing/2014/main" id="{B0434390-8741-4726-9172-A670232C30E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232937" y="2733668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9122" name="Freeform 48">
              <a:extLst>
                <a:ext uri="{FF2B5EF4-FFF2-40B4-BE49-F238E27FC236}">
                  <a16:creationId xmlns:a16="http://schemas.microsoft.com/office/drawing/2014/main" id="{DB9927EE-4D87-446A-9EE6-7B0A04E5DED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823362" y="2047868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9123" name="TextBox 51">
              <a:extLst>
                <a:ext uri="{FF2B5EF4-FFF2-40B4-BE49-F238E27FC236}">
                  <a16:creationId xmlns:a16="http://schemas.microsoft.com/office/drawing/2014/main" id="{5FC3DC32-FA6B-40E6-9175-6DC0A214A8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4300" y="162108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9124" name="TextBox 51">
              <a:extLst>
                <a:ext uri="{FF2B5EF4-FFF2-40B4-BE49-F238E27FC236}">
                  <a16:creationId xmlns:a16="http://schemas.microsoft.com/office/drawing/2014/main" id="{39C1D672-70B5-40A0-87DD-98344CD15D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2587" y="238993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9125" name="TextBox 51">
              <a:extLst>
                <a:ext uri="{FF2B5EF4-FFF2-40B4-BE49-F238E27FC236}">
                  <a16:creationId xmlns:a16="http://schemas.microsoft.com/office/drawing/2014/main" id="{343C67D7-91D3-45F8-B4F5-70F39AFADF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0875" y="333344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29126" name="Freeform 45">
              <a:extLst>
                <a:ext uri="{FF2B5EF4-FFF2-40B4-BE49-F238E27FC236}">
                  <a16:creationId xmlns:a16="http://schemas.microsoft.com/office/drawing/2014/main" id="{F1F9B39C-DEA2-4A14-A88D-D48CC329D40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852089" y="2959411"/>
              <a:ext cx="4372447" cy="3609986"/>
            </a:xfrm>
            <a:custGeom>
              <a:avLst/>
              <a:gdLst>
                <a:gd name="T0" fmla="*/ 1541469344 w 10704"/>
                <a:gd name="T1" fmla="*/ 86678321 h 150349"/>
                <a:gd name="T2" fmla="*/ 1782751296 w 10704"/>
                <a:gd name="T3" fmla="*/ 86601655 h 150349"/>
                <a:gd name="T4" fmla="*/ 1786088637 w 10704"/>
                <a:gd name="T5" fmla="*/ 0 h 150349"/>
                <a:gd name="T6" fmla="*/ 3337340 w 10704"/>
                <a:gd name="T7" fmla="*/ 37481 h 150349"/>
                <a:gd name="T8" fmla="*/ 0 w 10704"/>
                <a:gd name="T9" fmla="*/ 12108528 h 150349"/>
                <a:gd name="T10" fmla="*/ 164025176 w 10704"/>
                <a:gd name="T11" fmla="*/ 12104494 h 1503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04" h="150349">
                  <a:moveTo>
                    <a:pt x="9238" y="150349"/>
                  </a:moveTo>
                  <a:lnTo>
                    <a:pt x="10684" y="150216"/>
                  </a:lnTo>
                  <a:cubicBezTo>
                    <a:pt x="10716" y="100026"/>
                    <a:pt x="10672" y="50190"/>
                    <a:pt x="10704" y="0"/>
                  </a:cubicBez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983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9127" name="Freeform 48">
              <a:extLst>
                <a:ext uri="{FF2B5EF4-FFF2-40B4-BE49-F238E27FC236}">
                  <a16:creationId xmlns:a16="http://schemas.microsoft.com/office/drawing/2014/main" id="{E00BE97E-E2CD-46A1-88C3-5E179B23080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186470" y="3716834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429059" name="Group 115">
            <a:extLst>
              <a:ext uri="{FF2B5EF4-FFF2-40B4-BE49-F238E27FC236}">
                <a16:creationId xmlns:a16="http://schemas.microsoft.com/office/drawing/2014/main" id="{4AD86E86-89D1-41CC-B09C-62C0D6CD2270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58763" y="1071563"/>
            <a:ext cx="3546475" cy="1455737"/>
            <a:chOff x="27330" y="2051709"/>
            <a:chExt cx="2697218" cy="1108075"/>
          </a:xfrm>
        </p:grpSpPr>
        <p:pic>
          <p:nvPicPr>
            <p:cNvPr id="429060" name="Picture 119">
              <a:extLst>
                <a:ext uri="{FF2B5EF4-FFF2-40B4-BE49-F238E27FC236}">
                  <a16:creationId xmlns:a16="http://schemas.microsoft.com/office/drawing/2014/main" id="{BD3F6EF3-DF57-405A-A1F2-2F79BE02370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330" y="2145256"/>
              <a:ext cx="2697218" cy="92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429061" name="Straight Connector 120">
              <a:extLst>
                <a:ext uri="{FF2B5EF4-FFF2-40B4-BE49-F238E27FC236}">
                  <a16:creationId xmlns:a16="http://schemas.microsoft.com/office/drawing/2014/main" id="{73B1519A-28F7-4744-9D5E-0726430E443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404518" y="2051709"/>
              <a:ext cx="7937" cy="1108075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081" name="Title 1">
            <a:extLst>
              <a:ext uri="{FF2B5EF4-FFF2-40B4-BE49-F238E27FC236}">
                <a16:creationId xmlns:a16="http://schemas.microsoft.com/office/drawing/2014/main" id="{BAB27A6E-E7EA-4B5A-8A14-9C17BE3DCEB4}"/>
              </a:ext>
            </a:extLst>
          </p:cNvPr>
          <p:cNvSpPr txBox="1">
            <a:spLocks/>
          </p:cNvSpPr>
          <p:nvPr/>
        </p:nvSpPr>
        <p:spPr bwMode="auto">
          <a:xfrm>
            <a:off x="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How Does It Work?</a:t>
            </a:r>
          </a:p>
        </p:txBody>
      </p:sp>
      <p:grpSp>
        <p:nvGrpSpPr>
          <p:cNvPr id="430082" name="Group 3">
            <a:extLst>
              <a:ext uri="{FF2B5EF4-FFF2-40B4-BE49-F238E27FC236}">
                <a16:creationId xmlns:a16="http://schemas.microsoft.com/office/drawing/2014/main" id="{899CBF5D-EF86-40E6-804E-E89C90A9A584}"/>
              </a:ext>
            </a:extLst>
          </p:cNvPr>
          <p:cNvGrpSpPr>
            <a:grpSpLocks/>
          </p:cNvGrpSpPr>
          <p:nvPr/>
        </p:nvGrpSpPr>
        <p:grpSpPr bwMode="auto">
          <a:xfrm>
            <a:off x="93663" y="1319213"/>
            <a:ext cx="8997950" cy="5249862"/>
            <a:chOff x="92960" y="1318445"/>
            <a:chExt cx="8998034" cy="5250952"/>
          </a:xfrm>
        </p:grpSpPr>
        <p:sp>
          <p:nvSpPr>
            <p:cNvPr id="430086" name="TextBox 51">
              <a:extLst>
                <a:ext uri="{FF2B5EF4-FFF2-40B4-BE49-F238E27FC236}">
                  <a16:creationId xmlns:a16="http://schemas.microsoft.com/office/drawing/2014/main" id="{4908DB28-6445-4AF5-8AE4-AF35589C73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3160" y="5486655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30087" name="Line 14">
              <a:extLst>
                <a:ext uri="{FF2B5EF4-FFF2-40B4-BE49-F238E27FC236}">
                  <a16:creationId xmlns:a16="http://schemas.microsoft.com/office/drawing/2014/main" id="{9BA30827-46CF-4246-AB54-18B0A31CDF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9416" y="5920630"/>
              <a:ext cx="10703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088" name="Line 14">
              <a:extLst>
                <a:ext uri="{FF2B5EF4-FFF2-40B4-BE49-F238E27FC236}">
                  <a16:creationId xmlns:a16="http://schemas.microsoft.com/office/drawing/2014/main" id="{883A9399-7A9E-4DE5-B91F-5861194E75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50" y="5937564"/>
              <a:ext cx="14246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089" name="Rectangle 7">
              <a:extLst>
                <a:ext uri="{FF2B5EF4-FFF2-40B4-BE49-F238E27FC236}">
                  <a16:creationId xmlns:a16="http://schemas.microsoft.com/office/drawing/2014/main" id="{6186AB5B-FFBF-4EB3-9E7F-0A467710E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7960" y="5073446"/>
              <a:ext cx="1806575" cy="10302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090" name="Freeform 8">
              <a:extLst>
                <a:ext uri="{FF2B5EF4-FFF2-40B4-BE49-F238E27FC236}">
                  <a16:creationId xmlns:a16="http://schemas.microsoft.com/office/drawing/2014/main" id="{CEB867EE-EC78-4EAE-8A8E-E8CCDD2B3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960" y="5302046"/>
              <a:ext cx="158750" cy="160338"/>
            </a:xfrm>
            <a:custGeom>
              <a:avLst/>
              <a:gdLst>
                <a:gd name="T0" fmla="*/ 0 w 202"/>
                <a:gd name="T1" fmla="*/ 630239 h 202"/>
                <a:gd name="T2" fmla="*/ 0 w 202"/>
                <a:gd name="T3" fmla="*/ 630239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202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091" name="Rectangle 10">
              <a:extLst>
                <a:ext uri="{FF2B5EF4-FFF2-40B4-BE49-F238E27FC236}">
                  <a16:creationId xmlns:a16="http://schemas.microsoft.com/office/drawing/2014/main" id="{13C0210C-CA9D-4FCA-96B2-C2DF8FC189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4323" y="5765596"/>
              <a:ext cx="65723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clear_n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092" name="Rectangle 11">
              <a:extLst>
                <a:ext uri="{FF2B5EF4-FFF2-40B4-BE49-F238E27FC236}">
                  <a16:creationId xmlns:a16="http://schemas.microsoft.com/office/drawing/2014/main" id="{C644B9C9-2780-4B76-B529-AB70158A6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1010" y="5465559"/>
              <a:ext cx="1331912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2-bit up-counter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093" name="Line 14">
              <a:extLst>
                <a:ext uri="{FF2B5EF4-FFF2-40B4-BE49-F238E27FC236}">
                  <a16:creationId xmlns:a16="http://schemas.microsoft.com/office/drawing/2014/main" id="{48CF2A59-8B83-4B73-9CED-E269902B48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48" y="5396934"/>
              <a:ext cx="4202381" cy="39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094" name="Rectangle 17">
              <a:extLst>
                <a:ext uri="{FF2B5EF4-FFF2-40B4-BE49-F238E27FC236}">
                  <a16:creationId xmlns:a16="http://schemas.microsoft.com/office/drawing/2014/main" id="{B77431F7-6542-4C00-AA84-5254D0DA95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895" y="5791514"/>
              <a:ext cx="166712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</a:t>
              </a:r>
              <a:endPara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095" name="Rectangle 18">
              <a:extLst>
                <a:ext uri="{FF2B5EF4-FFF2-40B4-BE49-F238E27FC236}">
                  <a16:creationId xmlns:a16="http://schemas.microsoft.com/office/drawing/2014/main" id="{49013774-B790-44E3-B4D8-DB7256B889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7935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096" name="Rectangle 19">
              <a:extLst>
                <a:ext uri="{FF2B5EF4-FFF2-40B4-BE49-F238E27FC236}">
                  <a16:creationId xmlns:a16="http://schemas.microsoft.com/office/drawing/2014/main" id="{69296B56-B78A-471F-9C6C-E37D52A56A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6560" y="3084309"/>
              <a:ext cx="1806575" cy="107473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097" name="Rectangle 20">
              <a:extLst>
                <a:ext uri="{FF2B5EF4-FFF2-40B4-BE49-F238E27FC236}">
                  <a16:creationId xmlns:a16="http://schemas.microsoft.com/office/drawing/2014/main" id="{78627B4C-08E6-44DB-A237-F6367AB4E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2398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098" name="Line 21">
              <a:extLst>
                <a:ext uri="{FF2B5EF4-FFF2-40B4-BE49-F238E27FC236}">
                  <a16:creationId xmlns:a16="http://schemas.microsoft.com/office/drawing/2014/main" id="{7848ED4F-0330-4AFE-A686-1847A13BF7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473545" y="1898087"/>
              <a:ext cx="2103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099" name="Line 22">
              <a:extLst>
                <a:ext uri="{FF2B5EF4-FFF2-40B4-BE49-F238E27FC236}">
                  <a16:creationId xmlns:a16="http://schemas.microsoft.com/office/drawing/2014/main" id="{EB17B143-1E6C-4C40-B90F-861CBF2E3B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20235" y="1895799"/>
              <a:ext cx="3168" cy="11885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100" name="Rectangle 23">
              <a:extLst>
                <a:ext uri="{FF2B5EF4-FFF2-40B4-BE49-F238E27FC236}">
                  <a16:creationId xmlns:a16="http://schemas.microsoft.com/office/drawing/2014/main" id="{E5787BF0-B770-4DF7-B861-0ADCAC8B5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9598" y="3843134"/>
              <a:ext cx="2276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En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101" name="Rectangle 24">
              <a:extLst>
                <a:ext uri="{FF2B5EF4-FFF2-40B4-BE49-F238E27FC236}">
                  <a16:creationId xmlns:a16="http://schemas.microsoft.com/office/drawing/2014/main" id="{CC4A245A-F744-469B-869B-2FBB1ADD99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7860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102" name="Rectangle 25">
              <a:extLst>
                <a:ext uri="{FF2B5EF4-FFF2-40B4-BE49-F238E27FC236}">
                  <a16:creationId xmlns:a16="http://schemas.microsoft.com/office/drawing/2014/main" id="{65CDA52B-6C41-410A-A174-2C591D1E9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6285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103" name="Rectangle 26">
              <a:extLst>
                <a:ext uri="{FF2B5EF4-FFF2-40B4-BE49-F238E27FC236}">
                  <a16:creationId xmlns:a16="http://schemas.microsoft.com/office/drawing/2014/main" id="{40D97523-BFDA-477E-93C3-47630CCDB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2148" y="381773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104" name="Rectangle 27">
              <a:extLst>
                <a:ext uri="{FF2B5EF4-FFF2-40B4-BE49-F238E27FC236}">
                  <a16:creationId xmlns:a16="http://schemas.microsoft.com/office/drawing/2014/main" id="{6B4EADFE-F74F-4C22-92F3-3345040AD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6610" y="3920921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105" name="Rectangle 28">
              <a:extLst>
                <a:ext uri="{FF2B5EF4-FFF2-40B4-BE49-F238E27FC236}">
                  <a16:creationId xmlns:a16="http://schemas.microsoft.com/office/drawing/2014/main" id="{FA0544B5-054B-4F61-A02A-5C85B1095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679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106" name="Rectangle 29">
              <a:extLst>
                <a:ext uri="{FF2B5EF4-FFF2-40B4-BE49-F238E27FC236}">
                  <a16:creationId xmlns:a16="http://schemas.microsoft.com/office/drawing/2014/main" id="{F266DEF1-0D4A-4644-9575-B5B4F8677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522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107" name="Rectangle 30">
              <a:extLst>
                <a:ext uri="{FF2B5EF4-FFF2-40B4-BE49-F238E27FC236}">
                  <a16:creationId xmlns:a16="http://schemas.microsoft.com/office/drawing/2014/main" id="{9630ECCF-E77E-492A-8307-DE1D115C1D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3035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108" name="Rectangle 31">
              <a:extLst>
                <a:ext uri="{FF2B5EF4-FFF2-40B4-BE49-F238E27FC236}">
                  <a16:creationId xmlns:a16="http://schemas.microsoft.com/office/drawing/2014/main" id="{C3AACF7E-169A-4CC8-ACFD-E792362422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3048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3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109" name="Rectangle 32">
              <a:extLst>
                <a:ext uri="{FF2B5EF4-FFF2-40B4-BE49-F238E27FC236}">
                  <a16:creationId xmlns:a16="http://schemas.microsoft.com/office/drawing/2014/main" id="{AC2B4F18-2070-48EA-8FA9-3C9175F69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9748" y="3114471"/>
              <a:ext cx="1538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110" name="Line 33">
              <a:extLst>
                <a:ext uri="{FF2B5EF4-FFF2-40B4-BE49-F238E27FC236}">
                  <a16:creationId xmlns:a16="http://schemas.microsoft.com/office/drawing/2014/main" id="{37BE6ED8-31E2-446C-9F30-00C8031DB0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66219" y="1895799"/>
              <a:ext cx="1583" cy="11885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111" name="Line 34">
              <a:extLst>
                <a:ext uri="{FF2B5EF4-FFF2-40B4-BE49-F238E27FC236}">
                  <a16:creationId xmlns:a16="http://schemas.microsoft.com/office/drawing/2014/main" id="{6BFFEACC-A6AC-4A1E-9EC1-9764686E5C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862119" y="1898087"/>
              <a:ext cx="2465" cy="1186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112" name="Rectangle 37">
              <a:extLst>
                <a:ext uri="{FF2B5EF4-FFF2-40B4-BE49-F238E27FC236}">
                  <a16:creationId xmlns:a16="http://schemas.microsoft.com/office/drawing/2014/main" id="{4AFE6C3A-BD9D-4A64-B075-7C446061F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8173" y="3217659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4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113" name="Rectangle 38">
              <a:extLst>
                <a:ext uri="{FF2B5EF4-FFF2-40B4-BE49-F238E27FC236}">
                  <a16:creationId xmlns:a16="http://schemas.microsoft.com/office/drawing/2014/main" id="{74B64493-F3C7-4765-B872-B126D66DF8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1510" y="4657521"/>
              <a:ext cx="1524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114" name="Rectangle 45">
              <a:extLst>
                <a:ext uri="{FF2B5EF4-FFF2-40B4-BE49-F238E27FC236}">
                  <a16:creationId xmlns:a16="http://schemas.microsoft.com/office/drawing/2014/main" id="{8447B033-36A0-4480-89A1-C708605FC8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6123" y="3519284"/>
              <a:ext cx="11938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2-to-4 decoder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115" name="Rectangle 46">
              <a:extLst>
                <a:ext uri="{FF2B5EF4-FFF2-40B4-BE49-F238E27FC236}">
                  <a16:creationId xmlns:a16="http://schemas.microsoft.com/office/drawing/2014/main" id="{E9DC63CF-F7FE-4983-B3C0-53C7C33BD9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3735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116" name="Rectangle 47">
              <a:extLst>
                <a:ext uri="{FF2B5EF4-FFF2-40B4-BE49-F238E27FC236}">
                  <a16:creationId xmlns:a16="http://schemas.microsoft.com/office/drawing/2014/main" id="{337F3202-833C-46AD-96B7-692DCA362F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0898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117" name="Rectangle 48">
              <a:extLst>
                <a:ext uri="{FF2B5EF4-FFF2-40B4-BE49-F238E27FC236}">
                  <a16:creationId xmlns:a16="http://schemas.microsoft.com/office/drawing/2014/main" id="{ECD66E61-1414-41A1-8EE5-7D519715F2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8410" y="5135359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118" name="Rectangle 49">
              <a:extLst>
                <a:ext uri="{FF2B5EF4-FFF2-40B4-BE49-F238E27FC236}">
                  <a16:creationId xmlns:a16="http://schemas.microsoft.com/office/drawing/2014/main" id="{33C14C60-0601-4275-99CD-F61C61292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5573" y="5238546"/>
              <a:ext cx="12503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1700FF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 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17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119" name="Rectangle 50">
              <a:extLst>
                <a:ext uri="{FF2B5EF4-FFF2-40B4-BE49-F238E27FC236}">
                  <a16:creationId xmlns:a16="http://schemas.microsoft.com/office/drawing/2014/main" id="{990996A0-0522-4C71-A42B-5275AFC81C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60" y="5214195"/>
              <a:ext cx="55143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Clock</a:t>
              </a: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cxnSp>
          <p:nvCxnSpPr>
            <p:cNvPr id="430120" name="Straight Arrow Connector 2">
              <a:extLst>
                <a:ext uri="{FF2B5EF4-FFF2-40B4-BE49-F238E27FC236}">
                  <a16:creationId xmlns:a16="http://schemas.microsoft.com/office/drawing/2014/main" id="{46DF9C78-819D-455E-9C38-8F3D3153AEE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109145" y="4165226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30121" name="Straight Arrow Connector 52">
              <a:extLst>
                <a:ext uri="{FF2B5EF4-FFF2-40B4-BE49-F238E27FC236}">
                  <a16:creationId xmlns:a16="http://schemas.microsoft.com/office/drawing/2014/main" id="{D75FED86-F20F-4805-809F-DD89A251B33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38675" y="4169345"/>
              <a:ext cx="0" cy="914399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30122" name="Straight Arrow Connector 53">
              <a:extLst>
                <a:ext uri="{FF2B5EF4-FFF2-40B4-BE49-F238E27FC236}">
                  <a16:creationId xmlns:a16="http://schemas.microsoft.com/office/drawing/2014/main" id="{BAB7405B-6203-47D8-8105-52B046203BC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706475" y="4171404"/>
              <a:ext cx="0" cy="423475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30123" name="Freeform 5">
              <a:extLst>
                <a:ext uri="{FF2B5EF4-FFF2-40B4-BE49-F238E27FC236}">
                  <a16:creationId xmlns:a16="http://schemas.microsoft.com/office/drawing/2014/main" id="{61D332C8-6970-40C2-9645-C388D5591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005" y="5772396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124" name="Freeform 7">
              <a:extLst>
                <a:ext uri="{FF2B5EF4-FFF2-40B4-BE49-F238E27FC236}">
                  <a16:creationId xmlns:a16="http://schemas.microsoft.com/office/drawing/2014/main" id="{FE91C907-2BCA-4D5E-A93B-5DECCC08D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900" y="5884665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125" name="TextBox 7">
              <a:extLst>
                <a:ext uri="{FF2B5EF4-FFF2-40B4-BE49-F238E27FC236}">
                  <a16:creationId xmlns:a16="http://schemas.microsoft.com/office/drawing/2014/main" id="{9BDA7D23-4F62-41D8-B2E6-EE13133B98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8312" y="4594022"/>
              <a:ext cx="874713" cy="461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30126" name="TextBox 7">
              <a:extLst>
                <a:ext uri="{FF2B5EF4-FFF2-40B4-BE49-F238E27FC236}">
                  <a16:creationId xmlns:a16="http://schemas.microsoft.com/office/drawing/2014/main" id="{C66C4EB3-9C65-4F6E-AE98-111832C4AA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8566" y="1318445"/>
              <a:ext cx="199797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  <a:r>
                <a:rPr kumimoji="0" lang="en-US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  </a:t>
              </a: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30127" name="TextBox 51">
              <a:extLst>
                <a:ext uri="{FF2B5EF4-FFF2-40B4-BE49-F238E27FC236}">
                  <a16:creationId xmlns:a16="http://schemas.microsoft.com/office/drawing/2014/main" id="{A9352652-F1B0-4CA6-A903-3C5F097CF1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4287" y="541396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30128" name="AutoShape 57">
              <a:extLst>
                <a:ext uri="{FF2B5EF4-FFF2-40B4-BE49-F238E27FC236}">
                  <a16:creationId xmlns:a16="http://schemas.microsoft.com/office/drawing/2014/main" id="{CA6F825C-8AFD-454F-8189-FBFCF340A6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501" y="5556352"/>
              <a:ext cx="554038" cy="47148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grpSp>
          <p:nvGrpSpPr>
            <p:cNvPr id="430129" name="Group 66">
              <a:extLst>
                <a:ext uri="{FF2B5EF4-FFF2-40B4-BE49-F238E27FC236}">
                  <a16:creationId xmlns:a16="http://schemas.microsoft.com/office/drawing/2014/main" id="{B2E86F5E-9C6D-4282-8EF5-8943DA610A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24676" y="5661598"/>
              <a:ext cx="636587" cy="501650"/>
              <a:chOff x="4164013" y="5505902"/>
              <a:chExt cx="636587" cy="501650"/>
            </a:xfrm>
          </p:grpSpPr>
          <p:sp>
            <p:nvSpPr>
              <p:cNvPr id="430174" name="Freeform 86">
                <a:extLst>
                  <a:ext uri="{FF2B5EF4-FFF2-40B4-BE49-F238E27FC236}">
                    <a16:creationId xmlns:a16="http://schemas.microsoft.com/office/drawing/2014/main" id="{4D373730-30ED-4BC4-BEF1-FEC61FC85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505902"/>
                <a:ext cx="630237" cy="249237"/>
              </a:xfrm>
              <a:custGeom>
                <a:avLst/>
                <a:gdLst>
                  <a:gd name="T0" fmla="*/ 2147483646 w 794"/>
                  <a:gd name="T1" fmla="*/ 0 h 315"/>
                  <a:gd name="T2" fmla="*/ 2147483646 w 794"/>
                  <a:gd name="T3" fmla="*/ 0 h 315"/>
                  <a:gd name="T4" fmla="*/ 2147483646 w 794"/>
                  <a:gd name="T5" fmla="*/ 0 h 315"/>
                  <a:gd name="T6" fmla="*/ 2147483646 w 794"/>
                  <a:gd name="T7" fmla="*/ 0 h 315"/>
                  <a:gd name="T8" fmla="*/ 2147483646 w 794"/>
                  <a:gd name="T9" fmla="*/ 0 h 315"/>
                  <a:gd name="T10" fmla="*/ 2147483646 w 794"/>
                  <a:gd name="T11" fmla="*/ 0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0"/>
                    </a:moveTo>
                    <a:lnTo>
                      <a:pt x="31" y="0"/>
                    </a:lnTo>
                    <a:lnTo>
                      <a:pt x="60" y="0"/>
                    </a:lnTo>
                    <a:lnTo>
                      <a:pt x="86" y="0"/>
                    </a:lnTo>
                    <a:lnTo>
                      <a:pt x="110" y="0"/>
                    </a:lnTo>
                    <a:lnTo>
                      <a:pt x="134" y="0"/>
                    </a:lnTo>
                    <a:lnTo>
                      <a:pt x="155" y="0"/>
                    </a:lnTo>
                    <a:lnTo>
                      <a:pt x="175" y="0"/>
                    </a:lnTo>
                    <a:lnTo>
                      <a:pt x="194" y="0"/>
                    </a:lnTo>
                    <a:lnTo>
                      <a:pt x="211" y="0"/>
                    </a:lnTo>
                    <a:lnTo>
                      <a:pt x="227" y="0"/>
                    </a:lnTo>
                    <a:lnTo>
                      <a:pt x="240" y="0"/>
                    </a:lnTo>
                    <a:lnTo>
                      <a:pt x="254" y="0"/>
                    </a:lnTo>
                    <a:lnTo>
                      <a:pt x="265" y="0"/>
                    </a:lnTo>
                    <a:lnTo>
                      <a:pt x="276" y="0"/>
                    </a:lnTo>
                    <a:lnTo>
                      <a:pt x="287" y="0"/>
                    </a:lnTo>
                    <a:lnTo>
                      <a:pt x="296" y="0"/>
                    </a:lnTo>
                    <a:lnTo>
                      <a:pt x="303" y="0"/>
                    </a:lnTo>
                    <a:lnTo>
                      <a:pt x="311" y="0"/>
                    </a:lnTo>
                    <a:lnTo>
                      <a:pt x="317" y="0"/>
                    </a:lnTo>
                    <a:lnTo>
                      <a:pt x="323" y="0"/>
                    </a:lnTo>
                    <a:lnTo>
                      <a:pt x="328" y="0"/>
                    </a:lnTo>
                    <a:lnTo>
                      <a:pt x="332" y="0"/>
                    </a:lnTo>
                    <a:lnTo>
                      <a:pt x="336" y="1"/>
                    </a:lnTo>
                    <a:lnTo>
                      <a:pt x="338" y="1"/>
                    </a:lnTo>
                    <a:lnTo>
                      <a:pt x="342" y="1"/>
                    </a:lnTo>
                    <a:lnTo>
                      <a:pt x="345" y="1"/>
                    </a:lnTo>
                    <a:lnTo>
                      <a:pt x="348" y="1"/>
                    </a:lnTo>
                    <a:lnTo>
                      <a:pt x="349" y="1"/>
                    </a:lnTo>
                    <a:lnTo>
                      <a:pt x="352" y="1"/>
                    </a:lnTo>
                    <a:lnTo>
                      <a:pt x="353" y="1"/>
                    </a:lnTo>
                    <a:lnTo>
                      <a:pt x="356" y="1"/>
                    </a:lnTo>
                    <a:lnTo>
                      <a:pt x="358" y="1"/>
                    </a:lnTo>
                    <a:lnTo>
                      <a:pt x="360" y="1"/>
                    </a:lnTo>
                    <a:lnTo>
                      <a:pt x="362" y="3"/>
                    </a:lnTo>
                    <a:lnTo>
                      <a:pt x="364" y="3"/>
                    </a:lnTo>
                    <a:lnTo>
                      <a:pt x="366" y="3"/>
                    </a:lnTo>
                    <a:lnTo>
                      <a:pt x="368" y="3"/>
                    </a:lnTo>
                    <a:lnTo>
                      <a:pt x="369" y="3"/>
                    </a:lnTo>
                    <a:lnTo>
                      <a:pt x="370" y="3"/>
                    </a:lnTo>
                    <a:lnTo>
                      <a:pt x="372" y="3"/>
                    </a:lnTo>
                    <a:lnTo>
                      <a:pt x="374" y="3"/>
                    </a:lnTo>
                    <a:lnTo>
                      <a:pt x="376" y="3"/>
                    </a:lnTo>
                    <a:lnTo>
                      <a:pt x="377" y="3"/>
                    </a:lnTo>
                    <a:lnTo>
                      <a:pt x="378" y="3"/>
                    </a:lnTo>
                    <a:lnTo>
                      <a:pt x="380" y="4"/>
                    </a:lnTo>
                    <a:lnTo>
                      <a:pt x="381" y="4"/>
                    </a:lnTo>
                    <a:lnTo>
                      <a:pt x="382" y="4"/>
                    </a:lnTo>
                    <a:lnTo>
                      <a:pt x="384" y="4"/>
                    </a:lnTo>
                    <a:lnTo>
                      <a:pt x="385" y="4"/>
                    </a:lnTo>
                    <a:lnTo>
                      <a:pt x="386" y="4"/>
                    </a:lnTo>
                    <a:lnTo>
                      <a:pt x="388" y="4"/>
                    </a:lnTo>
                    <a:lnTo>
                      <a:pt x="389" y="4"/>
                    </a:lnTo>
                    <a:lnTo>
                      <a:pt x="390" y="4"/>
                    </a:lnTo>
                    <a:lnTo>
                      <a:pt x="392" y="5"/>
                    </a:lnTo>
                    <a:lnTo>
                      <a:pt x="393" y="5"/>
                    </a:lnTo>
                    <a:lnTo>
                      <a:pt x="394" y="5"/>
                    </a:lnTo>
                    <a:lnTo>
                      <a:pt x="396" y="5"/>
                    </a:lnTo>
                    <a:lnTo>
                      <a:pt x="398" y="5"/>
                    </a:lnTo>
                    <a:lnTo>
                      <a:pt x="400" y="5"/>
                    </a:lnTo>
                    <a:lnTo>
                      <a:pt x="401" y="7"/>
                    </a:lnTo>
                    <a:lnTo>
                      <a:pt x="403" y="7"/>
                    </a:lnTo>
                    <a:lnTo>
                      <a:pt x="405" y="7"/>
                    </a:lnTo>
                    <a:lnTo>
                      <a:pt x="407" y="7"/>
                    </a:lnTo>
                    <a:lnTo>
                      <a:pt x="409" y="8"/>
                    </a:lnTo>
                    <a:lnTo>
                      <a:pt x="411" y="8"/>
                    </a:lnTo>
                    <a:lnTo>
                      <a:pt x="413" y="8"/>
                    </a:lnTo>
                    <a:lnTo>
                      <a:pt x="414" y="8"/>
                    </a:lnTo>
                    <a:lnTo>
                      <a:pt x="417" y="8"/>
                    </a:lnTo>
                    <a:lnTo>
                      <a:pt x="418" y="8"/>
                    </a:lnTo>
                    <a:lnTo>
                      <a:pt x="419" y="9"/>
                    </a:lnTo>
                    <a:lnTo>
                      <a:pt x="421" y="9"/>
                    </a:lnTo>
                    <a:lnTo>
                      <a:pt x="422" y="9"/>
                    </a:lnTo>
                    <a:lnTo>
                      <a:pt x="423" y="9"/>
                    </a:lnTo>
                    <a:lnTo>
                      <a:pt x="425" y="9"/>
                    </a:lnTo>
                    <a:lnTo>
                      <a:pt x="426" y="9"/>
                    </a:lnTo>
                    <a:lnTo>
                      <a:pt x="426" y="11"/>
                    </a:lnTo>
                    <a:lnTo>
                      <a:pt x="427" y="11"/>
                    </a:lnTo>
                    <a:lnTo>
                      <a:pt x="429" y="11"/>
                    </a:lnTo>
                    <a:lnTo>
                      <a:pt x="430" y="11"/>
                    </a:lnTo>
                    <a:lnTo>
                      <a:pt x="431" y="11"/>
                    </a:lnTo>
                    <a:lnTo>
                      <a:pt x="433" y="12"/>
                    </a:lnTo>
                    <a:lnTo>
                      <a:pt x="434" y="12"/>
                    </a:lnTo>
                    <a:lnTo>
                      <a:pt x="435" y="12"/>
                    </a:lnTo>
                    <a:lnTo>
                      <a:pt x="437" y="13"/>
                    </a:lnTo>
                    <a:lnTo>
                      <a:pt x="438" y="13"/>
                    </a:lnTo>
                    <a:lnTo>
                      <a:pt x="439" y="13"/>
                    </a:lnTo>
                    <a:lnTo>
                      <a:pt x="441" y="15"/>
                    </a:lnTo>
                    <a:lnTo>
                      <a:pt x="443" y="15"/>
                    </a:lnTo>
                    <a:lnTo>
                      <a:pt x="445" y="15"/>
                    </a:lnTo>
                    <a:lnTo>
                      <a:pt x="446" y="16"/>
                    </a:lnTo>
                    <a:lnTo>
                      <a:pt x="449" y="16"/>
                    </a:lnTo>
                    <a:lnTo>
                      <a:pt x="450" y="17"/>
                    </a:lnTo>
                    <a:lnTo>
                      <a:pt x="453" y="17"/>
                    </a:lnTo>
                    <a:lnTo>
                      <a:pt x="455" y="19"/>
                    </a:lnTo>
                    <a:lnTo>
                      <a:pt x="458" y="19"/>
                    </a:lnTo>
                    <a:lnTo>
                      <a:pt x="459" y="20"/>
                    </a:lnTo>
                    <a:lnTo>
                      <a:pt x="462" y="20"/>
                    </a:lnTo>
                    <a:lnTo>
                      <a:pt x="465" y="21"/>
                    </a:lnTo>
                    <a:lnTo>
                      <a:pt x="466" y="21"/>
                    </a:lnTo>
                    <a:lnTo>
                      <a:pt x="467" y="23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4"/>
                    </a:lnTo>
                    <a:lnTo>
                      <a:pt x="474" y="24"/>
                    </a:lnTo>
                    <a:lnTo>
                      <a:pt x="475" y="25"/>
                    </a:lnTo>
                    <a:lnTo>
                      <a:pt x="476" y="25"/>
                    </a:lnTo>
                    <a:lnTo>
                      <a:pt x="478" y="25"/>
                    </a:lnTo>
                    <a:lnTo>
                      <a:pt x="479" y="27"/>
                    </a:lnTo>
                    <a:lnTo>
                      <a:pt x="480" y="27"/>
                    </a:lnTo>
                    <a:lnTo>
                      <a:pt x="482" y="27"/>
                    </a:lnTo>
                    <a:lnTo>
                      <a:pt x="482" y="28"/>
                    </a:lnTo>
                    <a:lnTo>
                      <a:pt x="483" y="28"/>
                    </a:lnTo>
                    <a:lnTo>
                      <a:pt x="484" y="29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31"/>
                    </a:lnTo>
                    <a:lnTo>
                      <a:pt x="490" y="31"/>
                    </a:lnTo>
                    <a:lnTo>
                      <a:pt x="491" y="32"/>
                    </a:lnTo>
                    <a:lnTo>
                      <a:pt x="492" y="32"/>
                    </a:lnTo>
                    <a:lnTo>
                      <a:pt x="494" y="33"/>
                    </a:lnTo>
                    <a:lnTo>
                      <a:pt x="495" y="33"/>
                    </a:lnTo>
                    <a:lnTo>
                      <a:pt x="498" y="35"/>
                    </a:lnTo>
                    <a:lnTo>
                      <a:pt x="499" y="36"/>
                    </a:lnTo>
                    <a:lnTo>
                      <a:pt x="500" y="36"/>
                    </a:lnTo>
                    <a:lnTo>
                      <a:pt x="503" y="37"/>
                    </a:lnTo>
                    <a:lnTo>
                      <a:pt x="504" y="39"/>
                    </a:lnTo>
                    <a:lnTo>
                      <a:pt x="507" y="40"/>
                    </a:lnTo>
                    <a:lnTo>
                      <a:pt x="508" y="40"/>
                    </a:lnTo>
                    <a:lnTo>
                      <a:pt x="511" y="41"/>
                    </a:lnTo>
                    <a:lnTo>
                      <a:pt x="512" y="43"/>
                    </a:lnTo>
                    <a:lnTo>
                      <a:pt x="514" y="43"/>
                    </a:lnTo>
                    <a:lnTo>
                      <a:pt x="516" y="44"/>
                    </a:lnTo>
                    <a:lnTo>
                      <a:pt x="518" y="44"/>
                    </a:lnTo>
                    <a:lnTo>
                      <a:pt x="519" y="45"/>
                    </a:lnTo>
                    <a:lnTo>
                      <a:pt x="520" y="45"/>
                    </a:lnTo>
                    <a:lnTo>
                      <a:pt x="522" y="47"/>
                    </a:lnTo>
                    <a:lnTo>
                      <a:pt x="523" y="47"/>
                    </a:lnTo>
                    <a:lnTo>
                      <a:pt x="523" y="48"/>
                    </a:lnTo>
                    <a:lnTo>
                      <a:pt x="524" y="48"/>
                    </a:lnTo>
                    <a:lnTo>
                      <a:pt x="526" y="49"/>
                    </a:lnTo>
                    <a:lnTo>
                      <a:pt x="527" y="49"/>
                    </a:lnTo>
                    <a:lnTo>
                      <a:pt x="528" y="51"/>
                    </a:lnTo>
                    <a:lnTo>
                      <a:pt x="530" y="51"/>
                    </a:lnTo>
                    <a:lnTo>
                      <a:pt x="531" y="52"/>
                    </a:lnTo>
                    <a:lnTo>
                      <a:pt x="532" y="52"/>
                    </a:lnTo>
                    <a:lnTo>
                      <a:pt x="534" y="53"/>
                    </a:lnTo>
                    <a:lnTo>
                      <a:pt x="535" y="55"/>
                    </a:lnTo>
                    <a:lnTo>
                      <a:pt x="536" y="55"/>
                    </a:lnTo>
                    <a:lnTo>
                      <a:pt x="538" y="56"/>
                    </a:lnTo>
                    <a:lnTo>
                      <a:pt x="539" y="56"/>
                    </a:lnTo>
                    <a:lnTo>
                      <a:pt x="540" y="57"/>
                    </a:lnTo>
                    <a:lnTo>
                      <a:pt x="542" y="57"/>
                    </a:lnTo>
                    <a:lnTo>
                      <a:pt x="543" y="58"/>
                    </a:lnTo>
                    <a:lnTo>
                      <a:pt x="546" y="60"/>
                    </a:lnTo>
                    <a:lnTo>
                      <a:pt x="547" y="60"/>
                    </a:lnTo>
                    <a:lnTo>
                      <a:pt x="548" y="61"/>
                    </a:lnTo>
                    <a:lnTo>
                      <a:pt x="551" y="62"/>
                    </a:lnTo>
                    <a:lnTo>
                      <a:pt x="552" y="64"/>
                    </a:lnTo>
                    <a:lnTo>
                      <a:pt x="553" y="65"/>
                    </a:lnTo>
                    <a:lnTo>
                      <a:pt x="556" y="65"/>
                    </a:lnTo>
                    <a:lnTo>
                      <a:pt x="557" y="66"/>
                    </a:lnTo>
                    <a:lnTo>
                      <a:pt x="559" y="66"/>
                    </a:lnTo>
                    <a:lnTo>
                      <a:pt x="560" y="68"/>
                    </a:lnTo>
                    <a:lnTo>
                      <a:pt x="561" y="69"/>
                    </a:lnTo>
                    <a:lnTo>
                      <a:pt x="563" y="69"/>
                    </a:lnTo>
                    <a:lnTo>
                      <a:pt x="564" y="70"/>
                    </a:lnTo>
                    <a:lnTo>
                      <a:pt x="565" y="70"/>
                    </a:lnTo>
                    <a:lnTo>
                      <a:pt x="567" y="72"/>
                    </a:lnTo>
                    <a:lnTo>
                      <a:pt x="568" y="73"/>
                    </a:lnTo>
                    <a:lnTo>
                      <a:pt x="569" y="73"/>
                    </a:lnTo>
                    <a:lnTo>
                      <a:pt x="571" y="74"/>
                    </a:lnTo>
                    <a:lnTo>
                      <a:pt x="572" y="74"/>
                    </a:lnTo>
                    <a:lnTo>
                      <a:pt x="572" y="76"/>
                    </a:lnTo>
                    <a:lnTo>
                      <a:pt x="573" y="76"/>
                    </a:lnTo>
                    <a:lnTo>
                      <a:pt x="575" y="76"/>
                    </a:lnTo>
                    <a:lnTo>
                      <a:pt x="575" y="77"/>
                    </a:lnTo>
                    <a:lnTo>
                      <a:pt x="576" y="77"/>
                    </a:lnTo>
                    <a:lnTo>
                      <a:pt x="577" y="78"/>
                    </a:lnTo>
                    <a:lnTo>
                      <a:pt x="579" y="78"/>
                    </a:lnTo>
                    <a:lnTo>
                      <a:pt x="580" y="80"/>
                    </a:lnTo>
                    <a:lnTo>
                      <a:pt x="581" y="80"/>
                    </a:lnTo>
                    <a:lnTo>
                      <a:pt x="581" y="81"/>
                    </a:lnTo>
                    <a:lnTo>
                      <a:pt x="583" y="82"/>
                    </a:lnTo>
                    <a:lnTo>
                      <a:pt x="585" y="82"/>
                    </a:lnTo>
                    <a:lnTo>
                      <a:pt x="587" y="84"/>
                    </a:lnTo>
                    <a:lnTo>
                      <a:pt x="588" y="85"/>
                    </a:lnTo>
                    <a:lnTo>
                      <a:pt x="589" y="86"/>
                    </a:lnTo>
                    <a:lnTo>
                      <a:pt x="591" y="86"/>
                    </a:lnTo>
                    <a:lnTo>
                      <a:pt x="592" y="88"/>
                    </a:lnTo>
                    <a:lnTo>
                      <a:pt x="593" y="88"/>
                    </a:lnTo>
                    <a:lnTo>
                      <a:pt x="593" y="89"/>
                    </a:lnTo>
                    <a:lnTo>
                      <a:pt x="595" y="89"/>
                    </a:lnTo>
                    <a:lnTo>
                      <a:pt x="596" y="90"/>
                    </a:lnTo>
                    <a:lnTo>
                      <a:pt x="597" y="90"/>
                    </a:lnTo>
                    <a:lnTo>
                      <a:pt x="597" y="92"/>
                    </a:lnTo>
                    <a:lnTo>
                      <a:pt x="599" y="92"/>
                    </a:lnTo>
                    <a:lnTo>
                      <a:pt x="600" y="93"/>
                    </a:lnTo>
                    <a:lnTo>
                      <a:pt x="601" y="93"/>
                    </a:lnTo>
                    <a:lnTo>
                      <a:pt x="601" y="94"/>
                    </a:lnTo>
                    <a:lnTo>
                      <a:pt x="603" y="94"/>
                    </a:lnTo>
                    <a:lnTo>
                      <a:pt x="604" y="96"/>
                    </a:lnTo>
                    <a:lnTo>
                      <a:pt x="605" y="97"/>
                    </a:lnTo>
                    <a:lnTo>
                      <a:pt x="607" y="97"/>
                    </a:lnTo>
                    <a:lnTo>
                      <a:pt x="607" y="98"/>
                    </a:lnTo>
                    <a:lnTo>
                      <a:pt x="608" y="98"/>
                    </a:lnTo>
                    <a:lnTo>
                      <a:pt x="609" y="100"/>
                    </a:lnTo>
                    <a:lnTo>
                      <a:pt x="611" y="101"/>
                    </a:lnTo>
                    <a:lnTo>
                      <a:pt x="612" y="101"/>
                    </a:lnTo>
                    <a:lnTo>
                      <a:pt x="612" y="102"/>
                    </a:lnTo>
                    <a:lnTo>
                      <a:pt x="613" y="102"/>
                    </a:lnTo>
                    <a:lnTo>
                      <a:pt x="615" y="104"/>
                    </a:lnTo>
                    <a:lnTo>
                      <a:pt x="616" y="105"/>
                    </a:lnTo>
                    <a:lnTo>
                      <a:pt x="617" y="106"/>
                    </a:lnTo>
                    <a:lnTo>
                      <a:pt x="619" y="106"/>
                    </a:lnTo>
                    <a:lnTo>
                      <a:pt x="619" y="108"/>
                    </a:lnTo>
                    <a:lnTo>
                      <a:pt x="620" y="108"/>
                    </a:lnTo>
                    <a:lnTo>
                      <a:pt x="621" y="109"/>
                    </a:lnTo>
                    <a:lnTo>
                      <a:pt x="622" y="110"/>
                    </a:lnTo>
                    <a:lnTo>
                      <a:pt x="624" y="110"/>
                    </a:lnTo>
                    <a:lnTo>
                      <a:pt x="624" y="112"/>
                    </a:lnTo>
                    <a:lnTo>
                      <a:pt x="625" y="112"/>
                    </a:lnTo>
                    <a:lnTo>
                      <a:pt x="625" y="113"/>
                    </a:lnTo>
                    <a:lnTo>
                      <a:pt x="626" y="113"/>
                    </a:lnTo>
                    <a:lnTo>
                      <a:pt x="628" y="114"/>
                    </a:lnTo>
                    <a:lnTo>
                      <a:pt x="629" y="114"/>
                    </a:lnTo>
                    <a:lnTo>
                      <a:pt x="629" y="116"/>
                    </a:lnTo>
                    <a:lnTo>
                      <a:pt x="630" y="116"/>
                    </a:lnTo>
                    <a:lnTo>
                      <a:pt x="632" y="117"/>
                    </a:lnTo>
                    <a:lnTo>
                      <a:pt x="633" y="118"/>
                    </a:lnTo>
                    <a:lnTo>
                      <a:pt x="634" y="118"/>
                    </a:lnTo>
                    <a:lnTo>
                      <a:pt x="634" y="120"/>
                    </a:lnTo>
                    <a:lnTo>
                      <a:pt x="636" y="120"/>
                    </a:lnTo>
                    <a:lnTo>
                      <a:pt x="637" y="121"/>
                    </a:lnTo>
                    <a:lnTo>
                      <a:pt x="638" y="121"/>
                    </a:lnTo>
                    <a:lnTo>
                      <a:pt x="640" y="122"/>
                    </a:lnTo>
                    <a:lnTo>
                      <a:pt x="641" y="124"/>
                    </a:lnTo>
                    <a:lnTo>
                      <a:pt x="642" y="125"/>
                    </a:lnTo>
                    <a:lnTo>
                      <a:pt x="644" y="125"/>
                    </a:lnTo>
                    <a:lnTo>
                      <a:pt x="645" y="126"/>
                    </a:lnTo>
                    <a:lnTo>
                      <a:pt x="646" y="128"/>
                    </a:lnTo>
                    <a:lnTo>
                      <a:pt x="648" y="128"/>
                    </a:lnTo>
                    <a:lnTo>
                      <a:pt x="648" y="129"/>
                    </a:lnTo>
                    <a:lnTo>
                      <a:pt x="649" y="129"/>
                    </a:lnTo>
                    <a:lnTo>
                      <a:pt x="650" y="130"/>
                    </a:lnTo>
                    <a:lnTo>
                      <a:pt x="652" y="131"/>
                    </a:lnTo>
                    <a:lnTo>
                      <a:pt x="653" y="131"/>
                    </a:lnTo>
                    <a:lnTo>
                      <a:pt x="653" y="133"/>
                    </a:lnTo>
                    <a:lnTo>
                      <a:pt x="654" y="133"/>
                    </a:lnTo>
                    <a:lnTo>
                      <a:pt x="654" y="134"/>
                    </a:lnTo>
                    <a:lnTo>
                      <a:pt x="656" y="134"/>
                    </a:lnTo>
                    <a:lnTo>
                      <a:pt x="656" y="135"/>
                    </a:lnTo>
                    <a:lnTo>
                      <a:pt x="657" y="135"/>
                    </a:lnTo>
                    <a:lnTo>
                      <a:pt x="657" y="137"/>
                    </a:lnTo>
                    <a:lnTo>
                      <a:pt x="658" y="138"/>
                    </a:lnTo>
                    <a:lnTo>
                      <a:pt x="660" y="138"/>
                    </a:lnTo>
                    <a:lnTo>
                      <a:pt x="660" y="139"/>
                    </a:lnTo>
                    <a:lnTo>
                      <a:pt x="661" y="141"/>
                    </a:lnTo>
                    <a:lnTo>
                      <a:pt x="662" y="141"/>
                    </a:lnTo>
                    <a:lnTo>
                      <a:pt x="664" y="142"/>
                    </a:lnTo>
                    <a:lnTo>
                      <a:pt x="664" y="143"/>
                    </a:lnTo>
                    <a:lnTo>
                      <a:pt x="665" y="145"/>
                    </a:lnTo>
                    <a:lnTo>
                      <a:pt x="666" y="146"/>
                    </a:lnTo>
                    <a:lnTo>
                      <a:pt x="668" y="147"/>
                    </a:lnTo>
                    <a:lnTo>
                      <a:pt x="669" y="149"/>
                    </a:lnTo>
                    <a:lnTo>
                      <a:pt x="670" y="150"/>
                    </a:lnTo>
                    <a:lnTo>
                      <a:pt x="672" y="151"/>
                    </a:lnTo>
                    <a:lnTo>
                      <a:pt x="673" y="153"/>
                    </a:lnTo>
                    <a:lnTo>
                      <a:pt x="674" y="154"/>
                    </a:lnTo>
                    <a:lnTo>
                      <a:pt x="676" y="155"/>
                    </a:lnTo>
                    <a:lnTo>
                      <a:pt x="677" y="157"/>
                    </a:lnTo>
                    <a:lnTo>
                      <a:pt x="677" y="158"/>
                    </a:lnTo>
                    <a:lnTo>
                      <a:pt x="678" y="158"/>
                    </a:lnTo>
                    <a:lnTo>
                      <a:pt x="680" y="159"/>
                    </a:lnTo>
                    <a:lnTo>
                      <a:pt x="680" y="161"/>
                    </a:lnTo>
                    <a:lnTo>
                      <a:pt x="681" y="161"/>
                    </a:lnTo>
                    <a:lnTo>
                      <a:pt x="681" y="162"/>
                    </a:lnTo>
                    <a:lnTo>
                      <a:pt x="682" y="162"/>
                    </a:lnTo>
                    <a:lnTo>
                      <a:pt x="682" y="163"/>
                    </a:lnTo>
                    <a:lnTo>
                      <a:pt x="684" y="165"/>
                    </a:lnTo>
                    <a:lnTo>
                      <a:pt x="685" y="166"/>
                    </a:lnTo>
                    <a:lnTo>
                      <a:pt x="686" y="167"/>
                    </a:lnTo>
                    <a:lnTo>
                      <a:pt x="686" y="169"/>
                    </a:lnTo>
                    <a:lnTo>
                      <a:pt x="688" y="169"/>
                    </a:lnTo>
                    <a:lnTo>
                      <a:pt x="689" y="170"/>
                    </a:lnTo>
                    <a:lnTo>
                      <a:pt x="689" y="171"/>
                    </a:lnTo>
                    <a:lnTo>
                      <a:pt x="690" y="173"/>
                    </a:lnTo>
                    <a:lnTo>
                      <a:pt x="692" y="174"/>
                    </a:lnTo>
                    <a:lnTo>
                      <a:pt x="693" y="175"/>
                    </a:lnTo>
                    <a:lnTo>
                      <a:pt x="694" y="178"/>
                    </a:lnTo>
                    <a:lnTo>
                      <a:pt x="695" y="179"/>
                    </a:lnTo>
                    <a:lnTo>
                      <a:pt x="697" y="181"/>
                    </a:lnTo>
                    <a:lnTo>
                      <a:pt x="698" y="183"/>
                    </a:lnTo>
                    <a:lnTo>
                      <a:pt x="701" y="185"/>
                    </a:lnTo>
                    <a:lnTo>
                      <a:pt x="702" y="186"/>
                    </a:lnTo>
                    <a:lnTo>
                      <a:pt x="702" y="187"/>
                    </a:lnTo>
                    <a:lnTo>
                      <a:pt x="703" y="189"/>
                    </a:lnTo>
                    <a:lnTo>
                      <a:pt x="705" y="190"/>
                    </a:lnTo>
                    <a:lnTo>
                      <a:pt x="706" y="191"/>
                    </a:lnTo>
                    <a:lnTo>
                      <a:pt x="707" y="193"/>
                    </a:lnTo>
                    <a:lnTo>
                      <a:pt x="707" y="194"/>
                    </a:lnTo>
                    <a:lnTo>
                      <a:pt x="709" y="195"/>
                    </a:lnTo>
                    <a:lnTo>
                      <a:pt x="710" y="197"/>
                    </a:lnTo>
                    <a:lnTo>
                      <a:pt x="710" y="198"/>
                    </a:lnTo>
                    <a:lnTo>
                      <a:pt x="711" y="198"/>
                    </a:lnTo>
                    <a:lnTo>
                      <a:pt x="713" y="199"/>
                    </a:lnTo>
                    <a:lnTo>
                      <a:pt x="713" y="201"/>
                    </a:lnTo>
                    <a:lnTo>
                      <a:pt x="714" y="202"/>
                    </a:lnTo>
                    <a:lnTo>
                      <a:pt x="715" y="203"/>
                    </a:lnTo>
                    <a:lnTo>
                      <a:pt x="717" y="205"/>
                    </a:lnTo>
                    <a:lnTo>
                      <a:pt x="717" y="206"/>
                    </a:lnTo>
                    <a:lnTo>
                      <a:pt x="718" y="207"/>
                    </a:lnTo>
                    <a:lnTo>
                      <a:pt x="719" y="208"/>
                    </a:lnTo>
                    <a:lnTo>
                      <a:pt x="721" y="210"/>
                    </a:lnTo>
                    <a:lnTo>
                      <a:pt x="722" y="212"/>
                    </a:lnTo>
                    <a:lnTo>
                      <a:pt x="722" y="214"/>
                    </a:lnTo>
                    <a:lnTo>
                      <a:pt x="723" y="215"/>
                    </a:lnTo>
                    <a:lnTo>
                      <a:pt x="725" y="216"/>
                    </a:lnTo>
                    <a:lnTo>
                      <a:pt x="726" y="218"/>
                    </a:lnTo>
                    <a:lnTo>
                      <a:pt x="727" y="220"/>
                    </a:lnTo>
                    <a:lnTo>
                      <a:pt x="729" y="222"/>
                    </a:lnTo>
                    <a:lnTo>
                      <a:pt x="730" y="224"/>
                    </a:lnTo>
                    <a:lnTo>
                      <a:pt x="731" y="226"/>
                    </a:lnTo>
                    <a:lnTo>
                      <a:pt x="734" y="228"/>
                    </a:lnTo>
                    <a:lnTo>
                      <a:pt x="735" y="230"/>
                    </a:lnTo>
                    <a:lnTo>
                      <a:pt x="735" y="232"/>
                    </a:lnTo>
                    <a:lnTo>
                      <a:pt x="737" y="234"/>
                    </a:lnTo>
                    <a:lnTo>
                      <a:pt x="738" y="235"/>
                    </a:lnTo>
                    <a:lnTo>
                      <a:pt x="739" y="236"/>
                    </a:lnTo>
                    <a:lnTo>
                      <a:pt x="741" y="238"/>
                    </a:lnTo>
                    <a:lnTo>
                      <a:pt x="742" y="239"/>
                    </a:lnTo>
                    <a:lnTo>
                      <a:pt x="742" y="240"/>
                    </a:lnTo>
                    <a:lnTo>
                      <a:pt x="743" y="242"/>
                    </a:lnTo>
                    <a:lnTo>
                      <a:pt x="745" y="243"/>
                    </a:lnTo>
                    <a:lnTo>
                      <a:pt x="745" y="244"/>
                    </a:lnTo>
                    <a:lnTo>
                      <a:pt x="746" y="246"/>
                    </a:lnTo>
                    <a:lnTo>
                      <a:pt x="746" y="247"/>
                    </a:lnTo>
                    <a:lnTo>
                      <a:pt x="747" y="247"/>
                    </a:lnTo>
                    <a:lnTo>
                      <a:pt x="749" y="248"/>
                    </a:lnTo>
                    <a:lnTo>
                      <a:pt x="749" y="250"/>
                    </a:lnTo>
                    <a:lnTo>
                      <a:pt x="750" y="251"/>
                    </a:lnTo>
                    <a:lnTo>
                      <a:pt x="750" y="252"/>
                    </a:lnTo>
                    <a:lnTo>
                      <a:pt x="751" y="254"/>
                    </a:lnTo>
                    <a:lnTo>
                      <a:pt x="753" y="255"/>
                    </a:lnTo>
                    <a:lnTo>
                      <a:pt x="754" y="256"/>
                    </a:lnTo>
                    <a:lnTo>
                      <a:pt x="754" y="258"/>
                    </a:lnTo>
                    <a:lnTo>
                      <a:pt x="755" y="259"/>
                    </a:lnTo>
                    <a:lnTo>
                      <a:pt x="757" y="260"/>
                    </a:lnTo>
                    <a:lnTo>
                      <a:pt x="758" y="262"/>
                    </a:lnTo>
                    <a:lnTo>
                      <a:pt x="759" y="263"/>
                    </a:lnTo>
                    <a:lnTo>
                      <a:pt x="761" y="266"/>
                    </a:lnTo>
                    <a:lnTo>
                      <a:pt x="762" y="267"/>
                    </a:lnTo>
                    <a:lnTo>
                      <a:pt x="763" y="270"/>
                    </a:lnTo>
                    <a:lnTo>
                      <a:pt x="765" y="271"/>
                    </a:lnTo>
                    <a:lnTo>
                      <a:pt x="766" y="274"/>
                    </a:lnTo>
                    <a:lnTo>
                      <a:pt x="767" y="276"/>
                    </a:lnTo>
                    <a:lnTo>
                      <a:pt x="769" y="278"/>
                    </a:lnTo>
                    <a:lnTo>
                      <a:pt x="770" y="279"/>
                    </a:lnTo>
                    <a:lnTo>
                      <a:pt x="771" y="281"/>
                    </a:lnTo>
                    <a:lnTo>
                      <a:pt x="772" y="283"/>
                    </a:lnTo>
                    <a:lnTo>
                      <a:pt x="774" y="284"/>
                    </a:lnTo>
                    <a:lnTo>
                      <a:pt x="775" y="285"/>
                    </a:lnTo>
                    <a:lnTo>
                      <a:pt x="775" y="287"/>
                    </a:lnTo>
                    <a:lnTo>
                      <a:pt x="776" y="288"/>
                    </a:lnTo>
                    <a:lnTo>
                      <a:pt x="778" y="289"/>
                    </a:lnTo>
                    <a:lnTo>
                      <a:pt x="778" y="291"/>
                    </a:lnTo>
                    <a:lnTo>
                      <a:pt x="779" y="292"/>
                    </a:lnTo>
                    <a:lnTo>
                      <a:pt x="780" y="293"/>
                    </a:lnTo>
                    <a:lnTo>
                      <a:pt x="782" y="295"/>
                    </a:lnTo>
                    <a:lnTo>
                      <a:pt x="782" y="296"/>
                    </a:lnTo>
                    <a:lnTo>
                      <a:pt x="783" y="297"/>
                    </a:lnTo>
                    <a:lnTo>
                      <a:pt x="784" y="299"/>
                    </a:lnTo>
                    <a:lnTo>
                      <a:pt x="784" y="300"/>
                    </a:lnTo>
                    <a:lnTo>
                      <a:pt x="786" y="301"/>
                    </a:lnTo>
                    <a:lnTo>
                      <a:pt x="786" y="303"/>
                    </a:lnTo>
                    <a:lnTo>
                      <a:pt x="787" y="304"/>
                    </a:lnTo>
                    <a:lnTo>
                      <a:pt x="788" y="305"/>
                    </a:lnTo>
                    <a:lnTo>
                      <a:pt x="788" y="307"/>
                    </a:lnTo>
                    <a:lnTo>
                      <a:pt x="790" y="309"/>
                    </a:lnTo>
                    <a:lnTo>
                      <a:pt x="791" y="311"/>
                    </a:lnTo>
                    <a:lnTo>
                      <a:pt x="791" y="312"/>
                    </a:lnTo>
                    <a:lnTo>
                      <a:pt x="792" y="313"/>
                    </a:lnTo>
                    <a:lnTo>
                      <a:pt x="794" y="315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30175" name="Freeform 87">
                <a:extLst>
                  <a:ext uri="{FF2B5EF4-FFF2-40B4-BE49-F238E27FC236}">
                    <a16:creationId xmlns:a16="http://schemas.microsoft.com/office/drawing/2014/main" id="{DDDD7C63-B3F5-434C-B5E8-B30BF95C4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363" y="5758314"/>
                <a:ext cx="630237" cy="249238"/>
              </a:xfrm>
              <a:custGeom>
                <a:avLst/>
                <a:gdLst>
                  <a:gd name="T0" fmla="*/ 2147483646 w 794"/>
                  <a:gd name="T1" fmla="*/ 2147483646 h 315"/>
                  <a:gd name="T2" fmla="*/ 2147483646 w 794"/>
                  <a:gd name="T3" fmla="*/ 2147483646 h 315"/>
                  <a:gd name="T4" fmla="*/ 2147483646 w 794"/>
                  <a:gd name="T5" fmla="*/ 2147483646 h 315"/>
                  <a:gd name="T6" fmla="*/ 2147483646 w 794"/>
                  <a:gd name="T7" fmla="*/ 2147483646 h 315"/>
                  <a:gd name="T8" fmla="*/ 2147483646 w 794"/>
                  <a:gd name="T9" fmla="*/ 2147483646 h 315"/>
                  <a:gd name="T10" fmla="*/ 2147483646 w 794"/>
                  <a:gd name="T11" fmla="*/ 2147483646 h 315"/>
                  <a:gd name="T12" fmla="*/ 2147483646 w 794"/>
                  <a:gd name="T13" fmla="*/ 2147483646 h 315"/>
                  <a:gd name="T14" fmla="*/ 2147483646 w 794"/>
                  <a:gd name="T15" fmla="*/ 2147483646 h 315"/>
                  <a:gd name="T16" fmla="*/ 2147483646 w 794"/>
                  <a:gd name="T17" fmla="*/ 2147483646 h 315"/>
                  <a:gd name="T18" fmla="*/ 2147483646 w 794"/>
                  <a:gd name="T19" fmla="*/ 2147483646 h 315"/>
                  <a:gd name="T20" fmla="*/ 2147483646 w 794"/>
                  <a:gd name="T21" fmla="*/ 2147483646 h 315"/>
                  <a:gd name="T22" fmla="*/ 2147483646 w 794"/>
                  <a:gd name="T23" fmla="*/ 2147483646 h 315"/>
                  <a:gd name="T24" fmla="*/ 2147483646 w 794"/>
                  <a:gd name="T25" fmla="*/ 2147483646 h 315"/>
                  <a:gd name="T26" fmla="*/ 2147483646 w 794"/>
                  <a:gd name="T27" fmla="*/ 2147483646 h 315"/>
                  <a:gd name="T28" fmla="*/ 2147483646 w 794"/>
                  <a:gd name="T29" fmla="*/ 2147483646 h 315"/>
                  <a:gd name="T30" fmla="*/ 2147483646 w 794"/>
                  <a:gd name="T31" fmla="*/ 2147483646 h 315"/>
                  <a:gd name="T32" fmla="*/ 2147483646 w 794"/>
                  <a:gd name="T33" fmla="*/ 2147483646 h 315"/>
                  <a:gd name="T34" fmla="*/ 2147483646 w 794"/>
                  <a:gd name="T35" fmla="*/ 2147483646 h 315"/>
                  <a:gd name="T36" fmla="*/ 2147483646 w 794"/>
                  <a:gd name="T37" fmla="*/ 2147483646 h 315"/>
                  <a:gd name="T38" fmla="*/ 2147483646 w 794"/>
                  <a:gd name="T39" fmla="*/ 2147483646 h 315"/>
                  <a:gd name="T40" fmla="*/ 2147483646 w 794"/>
                  <a:gd name="T41" fmla="*/ 2147483646 h 315"/>
                  <a:gd name="T42" fmla="*/ 2147483646 w 794"/>
                  <a:gd name="T43" fmla="*/ 2147483646 h 315"/>
                  <a:gd name="T44" fmla="*/ 2147483646 w 794"/>
                  <a:gd name="T45" fmla="*/ 2147483646 h 315"/>
                  <a:gd name="T46" fmla="*/ 2147483646 w 794"/>
                  <a:gd name="T47" fmla="*/ 2147483646 h 315"/>
                  <a:gd name="T48" fmla="*/ 2147483646 w 794"/>
                  <a:gd name="T49" fmla="*/ 2147483646 h 315"/>
                  <a:gd name="T50" fmla="*/ 2147483646 w 794"/>
                  <a:gd name="T51" fmla="*/ 2147483646 h 315"/>
                  <a:gd name="T52" fmla="*/ 2147483646 w 794"/>
                  <a:gd name="T53" fmla="*/ 2147483646 h 315"/>
                  <a:gd name="T54" fmla="*/ 2147483646 w 794"/>
                  <a:gd name="T55" fmla="*/ 2147483646 h 315"/>
                  <a:gd name="T56" fmla="*/ 2147483646 w 794"/>
                  <a:gd name="T57" fmla="*/ 2147483646 h 315"/>
                  <a:gd name="T58" fmla="*/ 2147483646 w 794"/>
                  <a:gd name="T59" fmla="*/ 2147483646 h 315"/>
                  <a:gd name="T60" fmla="*/ 2147483646 w 794"/>
                  <a:gd name="T61" fmla="*/ 2147483646 h 315"/>
                  <a:gd name="T62" fmla="*/ 2147483646 w 794"/>
                  <a:gd name="T63" fmla="*/ 2147483646 h 315"/>
                  <a:gd name="T64" fmla="*/ 2147483646 w 794"/>
                  <a:gd name="T65" fmla="*/ 2147483646 h 315"/>
                  <a:gd name="T66" fmla="*/ 2147483646 w 794"/>
                  <a:gd name="T67" fmla="*/ 2147483646 h 315"/>
                  <a:gd name="T68" fmla="*/ 2147483646 w 794"/>
                  <a:gd name="T69" fmla="*/ 2147483646 h 315"/>
                  <a:gd name="T70" fmla="*/ 2147483646 w 794"/>
                  <a:gd name="T71" fmla="*/ 2147483646 h 315"/>
                  <a:gd name="T72" fmla="*/ 2147483646 w 794"/>
                  <a:gd name="T73" fmla="*/ 2147483646 h 315"/>
                  <a:gd name="T74" fmla="*/ 2147483646 w 794"/>
                  <a:gd name="T75" fmla="*/ 2147483646 h 315"/>
                  <a:gd name="T76" fmla="*/ 2147483646 w 794"/>
                  <a:gd name="T77" fmla="*/ 2147483646 h 315"/>
                  <a:gd name="T78" fmla="*/ 2147483646 w 794"/>
                  <a:gd name="T79" fmla="*/ 2147483646 h 315"/>
                  <a:gd name="T80" fmla="*/ 2147483646 w 794"/>
                  <a:gd name="T81" fmla="*/ 2147483646 h 315"/>
                  <a:gd name="T82" fmla="*/ 2147483646 w 794"/>
                  <a:gd name="T83" fmla="*/ 2147483646 h 315"/>
                  <a:gd name="T84" fmla="*/ 2147483646 w 794"/>
                  <a:gd name="T85" fmla="*/ 2147483646 h 315"/>
                  <a:gd name="T86" fmla="*/ 2147483646 w 794"/>
                  <a:gd name="T87" fmla="*/ 2147483646 h 315"/>
                  <a:gd name="T88" fmla="*/ 2147483646 w 794"/>
                  <a:gd name="T89" fmla="*/ 2147483646 h 315"/>
                  <a:gd name="T90" fmla="*/ 2147483646 w 794"/>
                  <a:gd name="T91" fmla="*/ 2147483646 h 315"/>
                  <a:gd name="T92" fmla="*/ 2147483646 w 794"/>
                  <a:gd name="T93" fmla="*/ 2147483646 h 315"/>
                  <a:gd name="T94" fmla="*/ 2147483646 w 794"/>
                  <a:gd name="T95" fmla="*/ 2147483646 h 315"/>
                  <a:gd name="T96" fmla="*/ 2147483646 w 794"/>
                  <a:gd name="T97" fmla="*/ 2147483646 h 315"/>
                  <a:gd name="T98" fmla="*/ 2147483646 w 794"/>
                  <a:gd name="T99" fmla="*/ 2147483646 h 315"/>
                  <a:gd name="T100" fmla="*/ 2147483646 w 794"/>
                  <a:gd name="T101" fmla="*/ 2147483646 h 315"/>
                  <a:gd name="T102" fmla="*/ 2147483646 w 794"/>
                  <a:gd name="T103" fmla="*/ 2147483646 h 315"/>
                  <a:gd name="T104" fmla="*/ 2147483646 w 794"/>
                  <a:gd name="T105" fmla="*/ 2147483646 h 315"/>
                  <a:gd name="T106" fmla="*/ 2147483646 w 794"/>
                  <a:gd name="T107" fmla="*/ 2147483646 h 315"/>
                  <a:gd name="T108" fmla="*/ 2147483646 w 794"/>
                  <a:gd name="T109" fmla="*/ 2147483646 h 315"/>
                  <a:gd name="T110" fmla="*/ 2147483646 w 794"/>
                  <a:gd name="T111" fmla="*/ 2147483646 h 315"/>
                  <a:gd name="T112" fmla="*/ 2147483646 w 794"/>
                  <a:gd name="T113" fmla="*/ 2147483646 h 315"/>
                  <a:gd name="T114" fmla="*/ 2147483646 w 794"/>
                  <a:gd name="T115" fmla="*/ 2147483646 h 315"/>
                  <a:gd name="T116" fmla="*/ 2147483646 w 794"/>
                  <a:gd name="T117" fmla="*/ 2147483646 h 315"/>
                  <a:gd name="T118" fmla="*/ 2147483646 w 794"/>
                  <a:gd name="T119" fmla="*/ 2147483646 h 315"/>
                  <a:gd name="T120" fmla="*/ 2147483646 w 794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4" h="315">
                    <a:moveTo>
                      <a:pt x="0" y="315"/>
                    </a:moveTo>
                    <a:lnTo>
                      <a:pt x="31" y="315"/>
                    </a:lnTo>
                    <a:lnTo>
                      <a:pt x="60" y="315"/>
                    </a:lnTo>
                    <a:lnTo>
                      <a:pt x="86" y="315"/>
                    </a:lnTo>
                    <a:lnTo>
                      <a:pt x="110" y="315"/>
                    </a:lnTo>
                    <a:lnTo>
                      <a:pt x="134" y="315"/>
                    </a:lnTo>
                    <a:lnTo>
                      <a:pt x="155" y="315"/>
                    </a:lnTo>
                    <a:lnTo>
                      <a:pt x="175" y="315"/>
                    </a:lnTo>
                    <a:lnTo>
                      <a:pt x="194" y="315"/>
                    </a:lnTo>
                    <a:lnTo>
                      <a:pt x="211" y="315"/>
                    </a:lnTo>
                    <a:lnTo>
                      <a:pt x="227" y="315"/>
                    </a:lnTo>
                    <a:lnTo>
                      <a:pt x="240" y="315"/>
                    </a:lnTo>
                    <a:lnTo>
                      <a:pt x="254" y="315"/>
                    </a:lnTo>
                    <a:lnTo>
                      <a:pt x="265" y="315"/>
                    </a:lnTo>
                    <a:lnTo>
                      <a:pt x="276" y="315"/>
                    </a:lnTo>
                    <a:lnTo>
                      <a:pt x="287" y="315"/>
                    </a:lnTo>
                    <a:lnTo>
                      <a:pt x="296" y="315"/>
                    </a:lnTo>
                    <a:lnTo>
                      <a:pt x="303" y="315"/>
                    </a:lnTo>
                    <a:lnTo>
                      <a:pt x="311" y="315"/>
                    </a:lnTo>
                    <a:lnTo>
                      <a:pt x="317" y="315"/>
                    </a:lnTo>
                    <a:lnTo>
                      <a:pt x="323" y="315"/>
                    </a:lnTo>
                    <a:lnTo>
                      <a:pt x="328" y="315"/>
                    </a:lnTo>
                    <a:lnTo>
                      <a:pt x="332" y="315"/>
                    </a:lnTo>
                    <a:lnTo>
                      <a:pt x="336" y="315"/>
                    </a:lnTo>
                    <a:lnTo>
                      <a:pt x="338" y="315"/>
                    </a:lnTo>
                    <a:lnTo>
                      <a:pt x="342" y="315"/>
                    </a:lnTo>
                    <a:lnTo>
                      <a:pt x="345" y="315"/>
                    </a:lnTo>
                    <a:lnTo>
                      <a:pt x="348" y="315"/>
                    </a:lnTo>
                    <a:lnTo>
                      <a:pt x="349" y="314"/>
                    </a:lnTo>
                    <a:lnTo>
                      <a:pt x="352" y="314"/>
                    </a:lnTo>
                    <a:lnTo>
                      <a:pt x="353" y="314"/>
                    </a:lnTo>
                    <a:lnTo>
                      <a:pt x="356" y="314"/>
                    </a:lnTo>
                    <a:lnTo>
                      <a:pt x="358" y="314"/>
                    </a:lnTo>
                    <a:lnTo>
                      <a:pt x="360" y="314"/>
                    </a:lnTo>
                    <a:lnTo>
                      <a:pt x="362" y="314"/>
                    </a:lnTo>
                    <a:lnTo>
                      <a:pt x="364" y="314"/>
                    </a:lnTo>
                    <a:lnTo>
                      <a:pt x="366" y="314"/>
                    </a:lnTo>
                    <a:lnTo>
                      <a:pt x="368" y="314"/>
                    </a:lnTo>
                    <a:lnTo>
                      <a:pt x="369" y="314"/>
                    </a:lnTo>
                    <a:lnTo>
                      <a:pt x="370" y="312"/>
                    </a:lnTo>
                    <a:lnTo>
                      <a:pt x="372" y="312"/>
                    </a:lnTo>
                    <a:lnTo>
                      <a:pt x="374" y="312"/>
                    </a:lnTo>
                    <a:lnTo>
                      <a:pt x="376" y="312"/>
                    </a:lnTo>
                    <a:lnTo>
                      <a:pt x="377" y="312"/>
                    </a:lnTo>
                    <a:lnTo>
                      <a:pt x="378" y="312"/>
                    </a:lnTo>
                    <a:lnTo>
                      <a:pt x="380" y="312"/>
                    </a:lnTo>
                    <a:lnTo>
                      <a:pt x="381" y="312"/>
                    </a:lnTo>
                    <a:lnTo>
                      <a:pt x="382" y="312"/>
                    </a:lnTo>
                    <a:lnTo>
                      <a:pt x="384" y="312"/>
                    </a:lnTo>
                    <a:lnTo>
                      <a:pt x="385" y="311"/>
                    </a:lnTo>
                    <a:lnTo>
                      <a:pt x="386" y="311"/>
                    </a:lnTo>
                    <a:lnTo>
                      <a:pt x="388" y="311"/>
                    </a:lnTo>
                    <a:lnTo>
                      <a:pt x="389" y="311"/>
                    </a:lnTo>
                    <a:lnTo>
                      <a:pt x="390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4" y="311"/>
                    </a:lnTo>
                    <a:lnTo>
                      <a:pt x="396" y="310"/>
                    </a:lnTo>
                    <a:lnTo>
                      <a:pt x="398" y="310"/>
                    </a:lnTo>
                    <a:lnTo>
                      <a:pt x="400" y="310"/>
                    </a:lnTo>
                    <a:lnTo>
                      <a:pt x="401" y="310"/>
                    </a:lnTo>
                    <a:lnTo>
                      <a:pt x="403" y="310"/>
                    </a:lnTo>
                    <a:lnTo>
                      <a:pt x="405" y="308"/>
                    </a:lnTo>
                    <a:lnTo>
                      <a:pt x="407" y="308"/>
                    </a:lnTo>
                    <a:lnTo>
                      <a:pt x="409" y="308"/>
                    </a:lnTo>
                    <a:lnTo>
                      <a:pt x="411" y="308"/>
                    </a:lnTo>
                    <a:lnTo>
                      <a:pt x="413" y="307"/>
                    </a:lnTo>
                    <a:lnTo>
                      <a:pt x="414" y="307"/>
                    </a:lnTo>
                    <a:lnTo>
                      <a:pt x="417" y="307"/>
                    </a:lnTo>
                    <a:lnTo>
                      <a:pt x="418" y="307"/>
                    </a:lnTo>
                    <a:lnTo>
                      <a:pt x="419" y="307"/>
                    </a:lnTo>
                    <a:lnTo>
                      <a:pt x="421" y="307"/>
                    </a:lnTo>
                    <a:lnTo>
                      <a:pt x="422" y="306"/>
                    </a:lnTo>
                    <a:lnTo>
                      <a:pt x="423" y="306"/>
                    </a:lnTo>
                    <a:lnTo>
                      <a:pt x="425" y="306"/>
                    </a:lnTo>
                    <a:lnTo>
                      <a:pt x="426" y="306"/>
                    </a:lnTo>
                    <a:lnTo>
                      <a:pt x="427" y="306"/>
                    </a:lnTo>
                    <a:lnTo>
                      <a:pt x="429" y="304"/>
                    </a:lnTo>
                    <a:lnTo>
                      <a:pt x="430" y="304"/>
                    </a:lnTo>
                    <a:lnTo>
                      <a:pt x="431" y="304"/>
                    </a:lnTo>
                    <a:lnTo>
                      <a:pt x="433" y="304"/>
                    </a:lnTo>
                    <a:lnTo>
                      <a:pt x="434" y="303"/>
                    </a:lnTo>
                    <a:lnTo>
                      <a:pt x="435" y="303"/>
                    </a:lnTo>
                    <a:lnTo>
                      <a:pt x="437" y="303"/>
                    </a:lnTo>
                    <a:lnTo>
                      <a:pt x="438" y="303"/>
                    </a:lnTo>
                    <a:lnTo>
                      <a:pt x="439" y="302"/>
                    </a:lnTo>
                    <a:lnTo>
                      <a:pt x="441" y="302"/>
                    </a:lnTo>
                    <a:lnTo>
                      <a:pt x="443" y="300"/>
                    </a:lnTo>
                    <a:lnTo>
                      <a:pt x="445" y="300"/>
                    </a:lnTo>
                    <a:lnTo>
                      <a:pt x="446" y="300"/>
                    </a:lnTo>
                    <a:lnTo>
                      <a:pt x="449" y="299"/>
                    </a:lnTo>
                    <a:lnTo>
                      <a:pt x="450" y="299"/>
                    </a:lnTo>
                    <a:lnTo>
                      <a:pt x="453" y="298"/>
                    </a:lnTo>
                    <a:lnTo>
                      <a:pt x="455" y="296"/>
                    </a:lnTo>
                    <a:lnTo>
                      <a:pt x="458" y="296"/>
                    </a:lnTo>
                    <a:lnTo>
                      <a:pt x="459" y="295"/>
                    </a:lnTo>
                    <a:lnTo>
                      <a:pt x="462" y="295"/>
                    </a:lnTo>
                    <a:lnTo>
                      <a:pt x="465" y="294"/>
                    </a:lnTo>
                    <a:lnTo>
                      <a:pt x="466" y="294"/>
                    </a:lnTo>
                    <a:lnTo>
                      <a:pt x="467" y="294"/>
                    </a:lnTo>
                    <a:lnTo>
                      <a:pt x="470" y="292"/>
                    </a:lnTo>
                    <a:lnTo>
                      <a:pt x="471" y="292"/>
                    </a:lnTo>
                    <a:lnTo>
                      <a:pt x="473" y="291"/>
                    </a:lnTo>
                    <a:lnTo>
                      <a:pt x="474" y="291"/>
                    </a:lnTo>
                    <a:lnTo>
                      <a:pt x="475" y="291"/>
                    </a:lnTo>
                    <a:lnTo>
                      <a:pt x="476" y="290"/>
                    </a:lnTo>
                    <a:lnTo>
                      <a:pt x="478" y="290"/>
                    </a:lnTo>
                    <a:lnTo>
                      <a:pt x="479" y="290"/>
                    </a:lnTo>
                    <a:lnTo>
                      <a:pt x="480" y="288"/>
                    </a:lnTo>
                    <a:lnTo>
                      <a:pt x="482" y="288"/>
                    </a:lnTo>
                    <a:lnTo>
                      <a:pt x="483" y="287"/>
                    </a:lnTo>
                    <a:lnTo>
                      <a:pt x="484" y="287"/>
                    </a:lnTo>
                    <a:lnTo>
                      <a:pt x="486" y="286"/>
                    </a:lnTo>
                    <a:lnTo>
                      <a:pt x="487" y="286"/>
                    </a:lnTo>
                    <a:lnTo>
                      <a:pt x="488" y="286"/>
                    </a:lnTo>
                    <a:lnTo>
                      <a:pt x="490" y="284"/>
                    </a:lnTo>
                    <a:lnTo>
                      <a:pt x="491" y="284"/>
                    </a:lnTo>
                    <a:lnTo>
                      <a:pt x="492" y="283"/>
                    </a:lnTo>
                    <a:lnTo>
                      <a:pt x="494" y="283"/>
                    </a:lnTo>
                    <a:lnTo>
                      <a:pt x="495" y="282"/>
                    </a:lnTo>
                    <a:lnTo>
                      <a:pt x="498" y="280"/>
                    </a:lnTo>
                    <a:lnTo>
                      <a:pt x="499" y="280"/>
                    </a:lnTo>
                    <a:lnTo>
                      <a:pt x="500" y="279"/>
                    </a:lnTo>
                    <a:lnTo>
                      <a:pt x="503" y="278"/>
                    </a:lnTo>
                    <a:lnTo>
                      <a:pt x="504" y="276"/>
                    </a:lnTo>
                    <a:lnTo>
                      <a:pt x="507" y="276"/>
                    </a:lnTo>
                    <a:lnTo>
                      <a:pt x="508" y="275"/>
                    </a:lnTo>
                    <a:lnTo>
                      <a:pt x="511" y="274"/>
                    </a:lnTo>
                    <a:lnTo>
                      <a:pt x="512" y="274"/>
                    </a:lnTo>
                    <a:lnTo>
                      <a:pt x="514" y="272"/>
                    </a:lnTo>
                    <a:lnTo>
                      <a:pt x="516" y="271"/>
                    </a:lnTo>
                    <a:lnTo>
                      <a:pt x="518" y="271"/>
                    </a:lnTo>
                    <a:lnTo>
                      <a:pt x="519" y="270"/>
                    </a:lnTo>
                    <a:lnTo>
                      <a:pt x="520" y="270"/>
                    </a:lnTo>
                    <a:lnTo>
                      <a:pt x="522" y="268"/>
                    </a:lnTo>
                    <a:lnTo>
                      <a:pt x="523" y="268"/>
                    </a:lnTo>
                    <a:lnTo>
                      <a:pt x="524" y="267"/>
                    </a:lnTo>
                    <a:lnTo>
                      <a:pt x="526" y="267"/>
                    </a:lnTo>
                    <a:lnTo>
                      <a:pt x="527" y="266"/>
                    </a:lnTo>
                    <a:lnTo>
                      <a:pt x="528" y="266"/>
                    </a:lnTo>
                    <a:lnTo>
                      <a:pt x="528" y="264"/>
                    </a:lnTo>
                    <a:lnTo>
                      <a:pt x="530" y="264"/>
                    </a:lnTo>
                    <a:lnTo>
                      <a:pt x="531" y="264"/>
                    </a:lnTo>
                    <a:lnTo>
                      <a:pt x="532" y="263"/>
                    </a:lnTo>
                    <a:lnTo>
                      <a:pt x="534" y="263"/>
                    </a:lnTo>
                    <a:lnTo>
                      <a:pt x="534" y="262"/>
                    </a:lnTo>
                    <a:lnTo>
                      <a:pt x="535" y="262"/>
                    </a:lnTo>
                    <a:lnTo>
                      <a:pt x="536" y="261"/>
                    </a:lnTo>
                    <a:lnTo>
                      <a:pt x="538" y="261"/>
                    </a:lnTo>
                    <a:lnTo>
                      <a:pt x="539" y="259"/>
                    </a:lnTo>
                    <a:lnTo>
                      <a:pt x="540" y="259"/>
                    </a:lnTo>
                    <a:lnTo>
                      <a:pt x="542" y="258"/>
                    </a:lnTo>
                    <a:lnTo>
                      <a:pt x="543" y="257"/>
                    </a:lnTo>
                    <a:lnTo>
                      <a:pt x="546" y="257"/>
                    </a:lnTo>
                    <a:lnTo>
                      <a:pt x="547" y="255"/>
                    </a:lnTo>
                    <a:lnTo>
                      <a:pt x="548" y="254"/>
                    </a:lnTo>
                    <a:lnTo>
                      <a:pt x="551" y="253"/>
                    </a:lnTo>
                    <a:lnTo>
                      <a:pt x="552" y="253"/>
                    </a:lnTo>
                    <a:lnTo>
                      <a:pt x="553" y="251"/>
                    </a:lnTo>
                    <a:lnTo>
                      <a:pt x="556" y="250"/>
                    </a:lnTo>
                    <a:lnTo>
                      <a:pt x="557" y="250"/>
                    </a:lnTo>
                    <a:lnTo>
                      <a:pt x="559" y="249"/>
                    </a:lnTo>
                    <a:lnTo>
                      <a:pt x="560" y="247"/>
                    </a:lnTo>
                    <a:lnTo>
                      <a:pt x="561" y="247"/>
                    </a:lnTo>
                    <a:lnTo>
                      <a:pt x="563" y="246"/>
                    </a:lnTo>
                    <a:lnTo>
                      <a:pt x="564" y="245"/>
                    </a:lnTo>
                    <a:lnTo>
                      <a:pt x="565" y="245"/>
                    </a:lnTo>
                    <a:lnTo>
                      <a:pt x="567" y="245"/>
                    </a:lnTo>
                    <a:lnTo>
                      <a:pt x="567" y="243"/>
                    </a:lnTo>
                    <a:lnTo>
                      <a:pt x="568" y="243"/>
                    </a:lnTo>
                    <a:lnTo>
                      <a:pt x="569" y="242"/>
                    </a:lnTo>
                    <a:lnTo>
                      <a:pt x="571" y="242"/>
                    </a:lnTo>
                    <a:lnTo>
                      <a:pt x="572" y="241"/>
                    </a:lnTo>
                    <a:lnTo>
                      <a:pt x="573" y="239"/>
                    </a:lnTo>
                    <a:lnTo>
                      <a:pt x="575" y="239"/>
                    </a:lnTo>
                    <a:lnTo>
                      <a:pt x="575" y="238"/>
                    </a:lnTo>
                    <a:lnTo>
                      <a:pt x="576" y="238"/>
                    </a:lnTo>
                    <a:lnTo>
                      <a:pt x="577" y="237"/>
                    </a:lnTo>
                    <a:lnTo>
                      <a:pt x="579" y="237"/>
                    </a:lnTo>
                    <a:lnTo>
                      <a:pt x="580" y="235"/>
                    </a:lnTo>
                    <a:lnTo>
                      <a:pt x="581" y="235"/>
                    </a:lnTo>
                    <a:lnTo>
                      <a:pt x="581" y="234"/>
                    </a:lnTo>
                    <a:lnTo>
                      <a:pt x="583" y="234"/>
                    </a:lnTo>
                    <a:lnTo>
                      <a:pt x="585" y="233"/>
                    </a:lnTo>
                    <a:lnTo>
                      <a:pt x="587" y="231"/>
                    </a:lnTo>
                    <a:lnTo>
                      <a:pt x="588" y="230"/>
                    </a:lnTo>
                    <a:lnTo>
                      <a:pt x="589" y="230"/>
                    </a:lnTo>
                    <a:lnTo>
                      <a:pt x="591" y="229"/>
                    </a:lnTo>
                    <a:lnTo>
                      <a:pt x="592" y="227"/>
                    </a:lnTo>
                    <a:lnTo>
                      <a:pt x="593" y="227"/>
                    </a:lnTo>
                    <a:lnTo>
                      <a:pt x="593" y="226"/>
                    </a:lnTo>
                    <a:lnTo>
                      <a:pt x="595" y="226"/>
                    </a:lnTo>
                    <a:lnTo>
                      <a:pt x="596" y="225"/>
                    </a:lnTo>
                    <a:lnTo>
                      <a:pt x="597" y="225"/>
                    </a:lnTo>
                    <a:lnTo>
                      <a:pt x="597" y="223"/>
                    </a:lnTo>
                    <a:lnTo>
                      <a:pt x="599" y="223"/>
                    </a:lnTo>
                    <a:lnTo>
                      <a:pt x="600" y="223"/>
                    </a:lnTo>
                    <a:lnTo>
                      <a:pt x="600" y="222"/>
                    </a:lnTo>
                    <a:lnTo>
                      <a:pt x="601" y="222"/>
                    </a:lnTo>
                    <a:lnTo>
                      <a:pt x="603" y="221"/>
                    </a:lnTo>
                    <a:lnTo>
                      <a:pt x="604" y="221"/>
                    </a:lnTo>
                    <a:lnTo>
                      <a:pt x="604" y="219"/>
                    </a:lnTo>
                    <a:lnTo>
                      <a:pt x="605" y="219"/>
                    </a:lnTo>
                    <a:lnTo>
                      <a:pt x="605" y="218"/>
                    </a:lnTo>
                    <a:lnTo>
                      <a:pt x="607" y="218"/>
                    </a:lnTo>
                    <a:lnTo>
                      <a:pt x="608" y="217"/>
                    </a:lnTo>
                    <a:lnTo>
                      <a:pt x="609" y="215"/>
                    </a:lnTo>
                    <a:lnTo>
                      <a:pt x="611" y="214"/>
                    </a:lnTo>
                    <a:lnTo>
                      <a:pt x="612" y="214"/>
                    </a:lnTo>
                    <a:lnTo>
                      <a:pt x="612" y="213"/>
                    </a:lnTo>
                    <a:lnTo>
                      <a:pt x="613" y="213"/>
                    </a:lnTo>
                    <a:lnTo>
                      <a:pt x="615" y="211"/>
                    </a:lnTo>
                    <a:lnTo>
                      <a:pt x="616" y="210"/>
                    </a:lnTo>
                    <a:lnTo>
                      <a:pt x="617" y="209"/>
                    </a:lnTo>
                    <a:lnTo>
                      <a:pt x="619" y="209"/>
                    </a:lnTo>
                    <a:lnTo>
                      <a:pt x="619" y="207"/>
                    </a:lnTo>
                    <a:lnTo>
                      <a:pt x="620" y="207"/>
                    </a:lnTo>
                    <a:lnTo>
                      <a:pt x="621" y="206"/>
                    </a:lnTo>
                    <a:lnTo>
                      <a:pt x="622" y="206"/>
                    </a:lnTo>
                    <a:lnTo>
                      <a:pt x="622" y="205"/>
                    </a:lnTo>
                    <a:lnTo>
                      <a:pt x="624" y="205"/>
                    </a:lnTo>
                    <a:lnTo>
                      <a:pt x="625" y="203"/>
                    </a:lnTo>
                    <a:lnTo>
                      <a:pt x="626" y="202"/>
                    </a:lnTo>
                    <a:lnTo>
                      <a:pt x="628" y="202"/>
                    </a:lnTo>
                    <a:lnTo>
                      <a:pt x="628" y="201"/>
                    </a:lnTo>
                    <a:lnTo>
                      <a:pt x="629" y="201"/>
                    </a:lnTo>
                    <a:lnTo>
                      <a:pt x="630" y="199"/>
                    </a:lnTo>
                    <a:lnTo>
                      <a:pt x="632" y="199"/>
                    </a:lnTo>
                    <a:lnTo>
                      <a:pt x="632" y="198"/>
                    </a:lnTo>
                    <a:lnTo>
                      <a:pt x="633" y="198"/>
                    </a:lnTo>
                    <a:lnTo>
                      <a:pt x="634" y="197"/>
                    </a:lnTo>
                    <a:lnTo>
                      <a:pt x="636" y="195"/>
                    </a:lnTo>
                    <a:lnTo>
                      <a:pt x="637" y="195"/>
                    </a:lnTo>
                    <a:lnTo>
                      <a:pt x="638" y="194"/>
                    </a:lnTo>
                    <a:lnTo>
                      <a:pt x="640" y="193"/>
                    </a:lnTo>
                    <a:lnTo>
                      <a:pt x="641" y="193"/>
                    </a:lnTo>
                    <a:lnTo>
                      <a:pt x="641" y="191"/>
                    </a:lnTo>
                    <a:lnTo>
                      <a:pt x="642" y="191"/>
                    </a:lnTo>
                    <a:lnTo>
                      <a:pt x="644" y="190"/>
                    </a:lnTo>
                    <a:lnTo>
                      <a:pt x="645" y="190"/>
                    </a:lnTo>
                    <a:lnTo>
                      <a:pt x="645" y="189"/>
                    </a:lnTo>
                    <a:lnTo>
                      <a:pt x="646" y="189"/>
                    </a:lnTo>
                    <a:lnTo>
                      <a:pt x="648" y="188"/>
                    </a:lnTo>
                    <a:lnTo>
                      <a:pt x="649" y="186"/>
                    </a:lnTo>
                    <a:lnTo>
                      <a:pt x="650" y="186"/>
                    </a:lnTo>
                    <a:lnTo>
                      <a:pt x="650" y="185"/>
                    </a:lnTo>
                    <a:lnTo>
                      <a:pt x="652" y="185"/>
                    </a:lnTo>
                    <a:lnTo>
                      <a:pt x="652" y="184"/>
                    </a:lnTo>
                    <a:lnTo>
                      <a:pt x="653" y="184"/>
                    </a:lnTo>
                    <a:lnTo>
                      <a:pt x="654" y="182"/>
                    </a:lnTo>
                    <a:lnTo>
                      <a:pt x="656" y="181"/>
                    </a:lnTo>
                    <a:lnTo>
                      <a:pt x="657" y="180"/>
                    </a:lnTo>
                    <a:lnTo>
                      <a:pt x="657" y="178"/>
                    </a:lnTo>
                    <a:lnTo>
                      <a:pt x="658" y="178"/>
                    </a:lnTo>
                    <a:lnTo>
                      <a:pt x="660" y="177"/>
                    </a:lnTo>
                    <a:lnTo>
                      <a:pt x="661" y="176"/>
                    </a:lnTo>
                    <a:lnTo>
                      <a:pt x="662" y="174"/>
                    </a:lnTo>
                    <a:lnTo>
                      <a:pt x="664" y="173"/>
                    </a:lnTo>
                    <a:lnTo>
                      <a:pt x="664" y="172"/>
                    </a:lnTo>
                    <a:lnTo>
                      <a:pt x="665" y="170"/>
                    </a:lnTo>
                    <a:lnTo>
                      <a:pt x="666" y="169"/>
                    </a:lnTo>
                    <a:lnTo>
                      <a:pt x="668" y="168"/>
                    </a:lnTo>
                    <a:lnTo>
                      <a:pt x="669" y="166"/>
                    </a:lnTo>
                    <a:lnTo>
                      <a:pt x="670" y="165"/>
                    </a:lnTo>
                    <a:lnTo>
                      <a:pt x="672" y="165"/>
                    </a:lnTo>
                    <a:lnTo>
                      <a:pt x="673" y="164"/>
                    </a:lnTo>
                    <a:lnTo>
                      <a:pt x="673" y="162"/>
                    </a:lnTo>
                    <a:lnTo>
                      <a:pt x="674" y="161"/>
                    </a:lnTo>
                    <a:lnTo>
                      <a:pt x="676" y="161"/>
                    </a:lnTo>
                    <a:lnTo>
                      <a:pt x="676" y="160"/>
                    </a:lnTo>
                    <a:lnTo>
                      <a:pt x="677" y="158"/>
                    </a:lnTo>
                    <a:lnTo>
                      <a:pt x="678" y="157"/>
                    </a:lnTo>
                    <a:lnTo>
                      <a:pt x="680" y="156"/>
                    </a:lnTo>
                    <a:lnTo>
                      <a:pt x="681" y="154"/>
                    </a:lnTo>
                    <a:lnTo>
                      <a:pt x="682" y="153"/>
                    </a:lnTo>
                    <a:lnTo>
                      <a:pt x="682" y="152"/>
                    </a:lnTo>
                    <a:lnTo>
                      <a:pt x="684" y="152"/>
                    </a:lnTo>
                    <a:lnTo>
                      <a:pt x="684" y="150"/>
                    </a:lnTo>
                    <a:lnTo>
                      <a:pt x="685" y="149"/>
                    </a:lnTo>
                    <a:lnTo>
                      <a:pt x="686" y="149"/>
                    </a:lnTo>
                    <a:lnTo>
                      <a:pt x="686" y="148"/>
                    </a:lnTo>
                    <a:lnTo>
                      <a:pt x="688" y="146"/>
                    </a:lnTo>
                    <a:lnTo>
                      <a:pt x="689" y="145"/>
                    </a:lnTo>
                    <a:lnTo>
                      <a:pt x="689" y="144"/>
                    </a:lnTo>
                    <a:lnTo>
                      <a:pt x="690" y="142"/>
                    </a:lnTo>
                    <a:lnTo>
                      <a:pt x="692" y="141"/>
                    </a:lnTo>
                    <a:lnTo>
                      <a:pt x="693" y="140"/>
                    </a:lnTo>
                    <a:lnTo>
                      <a:pt x="694" y="138"/>
                    </a:lnTo>
                    <a:lnTo>
                      <a:pt x="695" y="136"/>
                    </a:lnTo>
                    <a:lnTo>
                      <a:pt x="697" y="134"/>
                    </a:lnTo>
                    <a:lnTo>
                      <a:pt x="698" y="133"/>
                    </a:lnTo>
                    <a:lnTo>
                      <a:pt x="701" y="130"/>
                    </a:lnTo>
                    <a:lnTo>
                      <a:pt x="702" y="129"/>
                    </a:lnTo>
                    <a:lnTo>
                      <a:pt x="702" y="128"/>
                    </a:lnTo>
                    <a:lnTo>
                      <a:pt x="703" y="126"/>
                    </a:lnTo>
                    <a:lnTo>
                      <a:pt x="705" y="125"/>
                    </a:lnTo>
                    <a:lnTo>
                      <a:pt x="706" y="124"/>
                    </a:lnTo>
                    <a:lnTo>
                      <a:pt x="707" y="122"/>
                    </a:lnTo>
                    <a:lnTo>
                      <a:pt x="707" y="121"/>
                    </a:lnTo>
                    <a:lnTo>
                      <a:pt x="709" y="120"/>
                    </a:lnTo>
                    <a:lnTo>
                      <a:pt x="710" y="120"/>
                    </a:lnTo>
                    <a:lnTo>
                      <a:pt x="710" y="118"/>
                    </a:lnTo>
                    <a:lnTo>
                      <a:pt x="711" y="117"/>
                    </a:lnTo>
                    <a:lnTo>
                      <a:pt x="713" y="116"/>
                    </a:lnTo>
                    <a:lnTo>
                      <a:pt x="714" y="114"/>
                    </a:lnTo>
                    <a:lnTo>
                      <a:pt x="714" y="113"/>
                    </a:lnTo>
                    <a:lnTo>
                      <a:pt x="715" y="112"/>
                    </a:lnTo>
                    <a:lnTo>
                      <a:pt x="717" y="111"/>
                    </a:lnTo>
                    <a:lnTo>
                      <a:pt x="718" y="109"/>
                    </a:lnTo>
                    <a:lnTo>
                      <a:pt x="719" y="108"/>
                    </a:lnTo>
                    <a:lnTo>
                      <a:pt x="719" y="107"/>
                    </a:lnTo>
                    <a:lnTo>
                      <a:pt x="721" y="105"/>
                    </a:lnTo>
                    <a:lnTo>
                      <a:pt x="722" y="104"/>
                    </a:lnTo>
                    <a:lnTo>
                      <a:pt x="722" y="103"/>
                    </a:lnTo>
                    <a:lnTo>
                      <a:pt x="723" y="101"/>
                    </a:lnTo>
                    <a:lnTo>
                      <a:pt x="725" y="99"/>
                    </a:lnTo>
                    <a:lnTo>
                      <a:pt x="726" y="97"/>
                    </a:lnTo>
                    <a:lnTo>
                      <a:pt x="727" y="96"/>
                    </a:lnTo>
                    <a:lnTo>
                      <a:pt x="729" y="93"/>
                    </a:lnTo>
                    <a:lnTo>
                      <a:pt x="730" y="91"/>
                    </a:lnTo>
                    <a:lnTo>
                      <a:pt x="731" y="89"/>
                    </a:lnTo>
                    <a:lnTo>
                      <a:pt x="734" y="87"/>
                    </a:lnTo>
                    <a:lnTo>
                      <a:pt x="735" y="85"/>
                    </a:lnTo>
                    <a:lnTo>
                      <a:pt x="735" y="84"/>
                    </a:lnTo>
                    <a:lnTo>
                      <a:pt x="737" y="81"/>
                    </a:lnTo>
                    <a:lnTo>
                      <a:pt x="738" y="80"/>
                    </a:lnTo>
                    <a:lnTo>
                      <a:pt x="739" y="79"/>
                    </a:lnTo>
                    <a:lnTo>
                      <a:pt x="741" y="77"/>
                    </a:lnTo>
                    <a:lnTo>
                      <a:pt x="742" y="76"/>
                    </a:lnTo>
                    <a:lnTo>
                      <a:pt x="742" y="75"/>
                    </a:lnTo>
                    <a:lnTo>
                      <a:pt x="743" y="73"/>
                    </a:lnTo>
                    <a:lnTo>
                      <a:pt x="745" y="72"/>
                    </a:lnTo>
                    <a:lnTo>
                      <a:pt x="746" y="71"/>
                    </a:lnTo>
                    <a:lnTo>
                      <a:pt x="746" y="69"/>
                    </a:lnTo>
                    <a:lnTo>
                      <a:pt x="747" y="68"/>
                    </a:lnTo>
                    <a:lnTo>
                      <a:pt x="749" y="67"/>
                    </a:lnTo>
                    <a:lnTo>
                      <a:pt x="749" y="65"/>
                    </a:lnTo>
                    <a:lnTo>
                      <a:pt x="750" y="64"/>
                    </a:lnTo>
                    <a:lnTo>
                      <a:pt x="751" y="63"/>
                    </a:lnTo>
                    <a:lnTo>
                      <a:pt x="753" y="61"/>
                    </a:lnTo>
                    <a:lnTo>
                      <a:pt x="754" y="60"/>
                    </a:lnTo>
                    <a:lnTo>
                      <a:pt x="754" y="59"/>
                    </a:lnTo>
                    <a:lnTo>
                      <a:pt x="755" y="57"/>
                    </a:lnTo>
                    <a:lnTo>
                      <a:pt x="757" y="55"/>
                    </a:lnTo>
                    <a:lnTo>
                      <a:pt x="758" y="53"/>
                    </a:lnTo>
                    <a:lnTo>
                      <a:pt x="759" y="52"/>
                    </a:lnTo>
                    <a:lnTo>
                      <a:pt x="761" y="51"/>
                    </a:lnTo>
                    <a:lnTo>
                      <a:pt x="762" y="48"/>
                    </a:lnTo>
                    <a:lnTo>
                      <a:pt x="763" y="47"/>
                    </a:lnTo>
                    <a:lnTo>
                      <a:pt x="765" y="44"/>
                    </a:lnTo>
                    <a:lnTo>
                      <a:pt x="766" y="41"/>
                    </a:lnTo>
                    <a:lnTo>
                      <a:pt x="767" y="40"/>
                    </a:lnTo>
                    <a:lnTo>
                      <a:pt x="769" y="38"/>
                    </a:lnTo>
                    <a:lnTo>
                      <a:pt x="770" y="36"/>
                    </a:lnTo>
                    <a:lnTo>
                      <a:pt x="771" y="35"/>
                    </a:lnTo>
                    <a:lnTo>
                      <a:pt x="772" y="32"/>
                    </a:lnTo>
                    <a:lnTo>
                      <a:pt x="774" y="31"/>
                    </a:lnTo>
                    <a:lnTo>
                      <a:pt x="775" y="30"/>
                    </a:lnTo>
                    <a:lnTo>
                      <a:pt x="775" y="28"/>
                    </a:lnTo>
                    <a:lnTo>
                      <a:pt x="776" y="27"/>
                    </a:lnTo>
                    <a:lnTo>
                      <a:pt x="778" y="26"/>
                    </a:lnTo>
                    <a:lnTo>
                      <a:pt x="778" y="24"/>
                    </a:lnTo>
                    <a:lnTo>
                      <a:pt x="779" y="24"/>
                    </a:lnTo>
                    <a:lnTo>
                      <a:pt x="780" y="23"/>
                    </a:lnTo>
                    <a:lnTo>
                      <a:pt x="780" y="22"/>
                    </a:lnTo>
                    <a:lnTo>
                      <a:pt x="782" y="20"/>
                    </a:lnTo>
                    <a:lnTo>
                      <a:pt x="783" y="19"/>
                    </a:lnTo>
                    <a:lnTo>
                      <a:pt x="783" y="18"/>
                    </a:lnTo>
                    <a:lnTo>
                      <a:pt x="784" y="16"/>
                    </a:lnTo>
                    <a:lnTo>
                      <a:pt x="784" y="15"/>
                    </a:lnTo>
                    <a:lnTo>
                      <a:pt x="786" y="15"/>
                    </a:lnTo>
                    <a:lnTo>
                      <a:pt x="786" y="14"/>
                    </a:lnTo>
                    <a:lnTo>
                      <a:pt x="787" y="12"/>
                    </a:lnTo>
                    <a:lnTo>
                      <a:pt x="787" y="11"/>
                    </a:lnTo>
                    <a:lnTo>
                      <a:pt x="788" y="10"/>
                    </a:lnTo>
                    <a:lnTo>
                      <a:pt x="788" y="8"/>
                    </a:lnTo>
                    <a:lnTo>
                      <a:pt x="790" y="7"/>
                    </a:lnTo>
                    <a:lnTo>
                      <a:pt x="791" y="6"/>
                    </a:lnTo>
                    <a:lnTo>
                      <a:pt x="791" y="4"/>
                    </a:lnTo>
                    <a:lnTo>
                      <a:pt x="792" y="2"/>
                    </a:lnTo>
                    <a:lnTo>
                      <a:pt x="794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30176" name="Freeform 88">
                <a:extLst>
                  <a:ext uri="{FF2B5EF4-FFF2-40B4-BE49-F238E27FC236}">
                    <a16:creationId xmlns:a16="http://schemas.microsoft.com/office/drawing/2014/main" id="{90F41644-DD80-42A7-BDBD-F19C128AF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505902"/>
                <a:ext cx="74612" cy="252412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0"/>
                    </a:moveTo>
                    <a:lnTo>
                      <a:pt x="3" y="4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7" y="13"/>
                    </a:lnTo>
                    <a:lnTo>
                      <a:pt x="9" y="16"/>
                    </a:lnTo>
                    <a:lnTo>
                      <a:pt x="11" y="19"/>
                    </a:lnTo>
                    <a:lnTo>
                      <a:pt x="12" y="20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9" y="33"/>
                    </a:lnTo>
                    <a:lnTo>
                      <a:pt x="20" y="35"/>
                    </a:lnTo>
                    <a:lnTo>
                      <a:pt x="20" y="36"/>
                    </a:lnTo>
                    <a:lnTo>
                      <a:pt x="21" y="37"/>
                    </a:lnTo>
                    <a:lnTo>
                      <a:pt x="21" y="39"/>
                    </a:lnTo>
                    <a:lnTo>
                      <a:pt x="23" y="40"/>
                    </a:lnTo>
                    <a:lnTo>
                      <a:pt x="23" y="41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4" y="45"/>
                    </a:lnTo>
                    <a:lnTo>
                      <a:pt x="25" y="47"/>
                    </a:lnTo>
                    <a:lnTo>
                      <a:pt x="25" y="48"/>
                    </a:lnTo>
                    <a:lnTo>
                      <a:pt x="27" y="49"/>
                    </a:lnTo>
                    <a:lnTo>
                      <a:pt x="27" y="51"/>
                    </a:lnTo>
                    <a:lnTo>
                      <a:pt x="28" y="52"/>
                    </a:lnTo>
                    <a:lnTo>
                      <a:pt x="28" y="53"/>
                    </a:lnTo>
                    <a:lnTo>
                      <a:pt x="29" y="55"/>
                    </a:lnTo>
                    <a:lnTo>
                      <a:pt x="29" y="57"/>
                    </a:lnTo>
                    <a:lnTo>
                      <a:pt x="31" y="58"/>
                    </a:lnTo>
                    <a:lnTo>
                      <a:pt x="31" y="60"/>
                    </a:lnTo>
                    <a:lnTo>
                      <a:pt x="32" y="62"/>
                    </a:lnTo>
                    <a:lnTo>
                      <a:pt x="32" y="64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5" y="70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7" y="74"/>
                    </a:lnTo>
                    <a:lnTo>
                      <a:pt x="37" y="76"/>
                    </a:lnTo>
                    <a:lnTo>
                      <a:pt x="37" y="77"/>
                    </a:lnTo>
                    <a:lnTo>
                      <a:pt x="39" y="78"/>
                    </a:lnTo>
                    <a:lnTo>
                      <a:pt x="39" y="80"/>
                    </a:lnTo>
                    <a:lnTo>
                      <a:pt x="40" y="81"/>
                    </a:lnTo>
                    <a:lnTo>
                      <a:pt x="40" y="82"/>
                    </a:lnTo>
                    <a:lnTo>
                      <a:pt x="41" y="84"/>
                    </a:lnTo>
                    <a:lnTo>
                      <a:pt x="41" y="85"/>
                    </a:lnTo>
                    <a:lnTo>
                      <a:pt x="41" y="86"/>
                    </a:lnTo>
                    <a:lnTo>
                      <a:pt x="42" y="88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4" y="93"/>
                    </a:lnTo>
                    <a:lnTo>
                      <a:pt x="44" y="94"/>
                    </a:lnTo>
                    <a:lnTo>
                      <a:pt x="45" y="96"/>
                    </a:lnTo>
                    <a:lnTo>
                      <a:pt x="45" y="98"/>
                    </a:lnTo>
                    <a:lnTo>
                      <a:pt x="46" y="100"/>
                    </a:lnTo>
                    <a:lnTo>
                      <a:pt x="48" y="102"/>
                    </a:lnTo>
                    <a:lnTo>
                      <a:pt x="48" y="105"/>
                    </a:lnTo>
                    <a:lnTo>
                      <a:pt x="49" y="106"/>
                    </a:lnTo>
                    <a:lnTo>
                      <a:pt x="49" y="109"/>
                    </a:lnTo>
                    <a:lnTo>
                      <a:pt x="50" y="110"/>
                    </a:lnTo>
                    <a:lnTo>
                      <a:pt x="52" y="112"/>
                    </a:lnTo>
                    <a:lnTo>
                      <a:pt x="52" y="113"/>
                    </a:lnTo>
                    <a:lnTo>
                      <a:pt x="52" y="116"/>
                    </a:lnTo>
                    <a:lnTo>
                      <a:pt x="53" y="117"/>
                    </a:lnTo>
                    <a:lnTo>
                      <a:pt x="53" y="118"/>
                    </a:lnTo>
                    <a:lnTo>
                      <a:pt x="54" y="120"/>
                    </a:lnTo>
                    <a:lnTo>
                      <a:pt x="54" y="121"/>
                    </a:lnTo>
                    <a:lnTo>
                      <a:pt x="54" y="122"/>
                    </a:lnTo>
                    <a:lnTo>
                      <a:pt x="56" y="122"/>
                    </a:lnTo>
                    <a:lnTo>
                      <a:pt x="56" y="124"/>
                    </a:lnTo>
                    <a:lnTo>
                      <a:pt x="56" y="125"/>
                    </a:lnTo>
                    <a:lnTo>
                      <a:pt x="57" y="126"/>
                    </a:lnTo>
                    <a:lnTo>
                      <a:pt x="57" y="128"/>
                    </a:lnTo>
                    <a:lnTo>
                      <a:pt x="57" y="129"/>
                    </a:lnTo>
                    <a:lnTo>
                      <a:pt x="57" y="130"/>
                    </a:lnTo>
                    <a:lnTo>
                      <a:pt x="58" y="131"/>
                    </a:lnTo>
                    <a:lnTo>
                      <a:pt x="58" y="133"/>
                    </a:lnTo>
                    <a:lnTo>
                      <a:pt x="60" y="134"/>
                    </a:lnTo>
                    <a:lnTo>
                      <a:pt x="60" y="135"/>
                    </a:lnTo>
                    <a:lnTo>
                      <a:pt x="60" y="137"/>
                    </a:lnTo>
                    <a:lnTo>
                      <a:pt x="61" y="139"/>
                    </a:lnTo>
                    <a:lnTo>
                      <a:pt x="61" y="141"/>
                    </a:lnTo>
                    <a:lnTo>
                      <a:pt x="61" y="142"/>
                    </a:lnTo>
                    <a:lnTo>
                      <a:pt x="62" y="143"/>
                    </a:lnTo>
                    <a:lnTo>
                      <a:pt x="62" y="146"/>
                    </a:lnTo>
                    <a:lnTo>
                      <a:pt x="64" y="147"/>
                    </a:lnTo>
                    <a:lnTo>
                      <a:pt x="64" y="150"/>
                    </a:lnTo>
                    <a:lnTo>
                      <a:pt x="65" y="153"/>
                    </a:lnTo>
                    <a:lnTo>
                      <a:pt x="65" y="154"/>
                    </a:lnTo>
                    <a:lnTo>
                      <a:pt x="66" y="157"/>
                    </a:lnTo>
                    <a:lnTo>
                      <a:pt x="66" y="158"/>
                    </a:lnTo>
                    <a:lnTo>
                      <a:pt x="68" y="159"/>
                    </a:lnTo>
                    <a:lnTo>
                      <a:pt x="68" y="162"/>
                    </a:lnTo>
                    <a:lnTo>
                      <a:pt x="68" y="163"/>
                    </a:lnTo>
                    <a:lnTo>
                      <a:pt x="69" y="165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0" y="170"/>
                    </a:lnTo>
                    <a:lnTo>
                      <a:pt x="70" y="171"/>
                    </a:lnTo>
                    <a:lnTo>
                      <a:pt x="70" y="173"/>
                    </a:lnTo>
                    <a:lnTo>
                      <a:pt x="72" y="173"/>
                    </a:lnTo>
                    <a:lnTo>
                      <a:pt x="72" y="174"/>
                    </a:lnTo>
                    <a:lnTo>
                      <a:pt x="72" y="175"/>
                    </a:lnTo>
                    <a:lnTo>
                      <a:pt x="72" y="177"/>
                    </a:lnTo>
                    <a:lnTo>
                      <a:pt x="73" y="178"/>
                    </a:lnTo>
                    <a:lnTo>
                      <a:pt x="73" y="179"/>
                    </a:lnTo>
                    <a:lnTo>
                      <a:pt x="73" y="181"/>
                    </a:lnTo>
                    <a:lnTo>
                      <a:pt x="74" y="182"/>
                    </a:lnTo>
                    <a:lnTo>
                      <a:pt x="74" y="183"/>
                    </a:lnTo>
                    <a:lnTo>
                      <a:pt x="74" y="185"/>
                    </a:lnTo>
                    <a:lnTo>
                      <a:pt x="76" y="186"/>
                    </a:lnTo>
                    <a:lnTo>
                      <a:pt x="76" y="187"/>
                    </a:lnTo>
                    <a:lnTo>
                      <a:pt x="76" y="189"/>
                    </a:lnTo>
                    <a:lnTo>
                      <a:pt x="77" y="190"/>
                    </a:lnTo>
                    <a:lnTo>
                      <a:pt x="77" y="193"/>
                    </a:lnTo>
                    <a:lnTo>
                      <a:pt x="78" y="194"/>
                    </a:lnTo>
                    <a:lnTo>
                      <a:pt x="78" y="197"/>
                    </a:lnTo>
                    <a:lnTo>
                      <a:pt x="78" y="198"/>
                    </a:lnTo>
                    <a:lnTo>
                      <a:pt x="80" y="201"/>
                    </a:lnTo>
                    <a:lnTo>
                      <a:pt x="80" y="203"/>
                    </a:lnTo>
                    <a:lnTo>
                      <a:pt x="81" y="205"/>
                    </a:lnTo>
                    <a:lnTo>
                      <a:pt x="81" y="206"/>
                    </a:lnTo>
                    <a:lnTo>
                      <a:pt x="82" y="208"/>
                    </a:lnTo>
                    <a:lnTo>
                      <a:pt x="82" y="210"/>
                    </a:lnTo>
                    <a:lnTo>
                      <a:pt x="82" y="211"/>
                    </a:lnTo>
                    <a:lnTo>
                      <a:pt x="84" y="212"/>
                    </a:lnTo>
                    <a:lnTo>
                      <a:pt x="84" y="214"/>
                    </a:lnTo>
                    <a:lnTo>
                      <a:pt x="84" y="215"/>
                    </a:lnTo>
                    <a:lnTo>
                      <a:pt x="85" y="216"/>
                    </a:lnTo>
                    <a:lnTo>
                      <a:pt x="85" y="218"/>
                    </a:lnTo>
                    <a:lnTo>
                      <a:pt x="85" y="219"/>
                    </a:lnTo>
                    <a:lnTo>
                      <a:pt x="85" y="220"/>
                    </a:lnTo>
                    <a:lnTo>
                      <a:pt x="86" y="222"/>
                    </a:lnTo>
                    <a:lnTo>
                      <a:pt x="86" y="223"/>
                    </a:lnTo>
                    <a:lnTo>
                      <a:pt x="86" y="224"/>
                    </a:lnTo>
                    <a:lnTo>
                      <a:pt x="86" y="226"/>
                    </a:lnTo>
                    <a:lnTo>
                      <a:pt x="86" y="227"/>
                    </a:lnTo>
                    <a:lnTo>
                      <a:pt x="86" y="228"/>
                    </a:lnTo>
                    <a:lnTo>
                      <a:pt x="86" y="230"/>
                    </a:lnTo>
                    <a:lnTo>
                      <a:pt x="88" y="231"/>
                    </a:lnTo>
                    <a:lnTo>
                      <a:pt x="88" y="232"/>
                    </a:lnTo>
                    <a:lnTo>
                      <a:pt x="88" y="234"/>
                    </a:lnTo>
                    <a:lnTo>
                      <a:pt x="88" y="235"/>
                    </a:lnTo>
                    <a:lnTo>
                      <a:pt x="88" y="236"/>
                    </a:lnTo>
                    <a:lnTo>
                      <a:pt x="88" y="238"/>
                    </a:lnTo>
                    <a:lnTo>
                      <a:pt x="88" y="239"/>
                    </a:lnTo>
                    <a:lnTo>
                      <a:pt x="88" y="242"/>
                    </a:lnTo>
                    <a:lnTo>
                      <a:pt x="88" y="243"/>
                    </a:lnTo>
                    <a:lnTo>
                      <a:pt x="88" y="246"/>
                    </a:lnTo>
                    <a:lnTo>
                      <a:pt x="89" y="247"/>
                    </a:lnTo>
                    <a:lnTo>
                      <a:pt x="89" y="248"/>
                    </a:lnTo>
                    <a:lnTo>
                      <a:pt x="89" y="250"/>
                    </a:lnTo>
                    <a:lnTo>
                      <a:pt x="89" y="251"/>
                    </a:lnTo>
                    <a:lnTo>
                      <a:pt x="89" y="252"/>
                    </a:lnTo>
                    <a:lnTo>
                      <a:pt x="89" y="254"/>
                    </a:lnTo>
                    <a:lnTo>
                      <a:pt x="89" y="255"/>
                    </a:lnTo>
                    <a:lnTo>
                      <a:pt x="89" y="256"/>
                    </a:lnTo>
                    <a:lnTo>
                      <a:pt x="89" y="258"/>
                    </a:lnTo>
                    <a:lnTo>
                      <a:pt x="89" y="259"/>
                    </a:lnTo>
                    <a:lnTo>
                      <a:pt x="89" y="260"/>
                    </a:lnTo>
                    <a:lnTo>
                      <a:pt x="90" y="260"/>
                    </a:lnTo>
                    <a:lnTo>
                      <a:pt x="90" y="262"/>
                    </a:lnTo>
                    <a:lnTo>
                      <a:pt x="90" y="263"/>
                    </a:lnTo>
                    <a:lnTo>
                      <a:pt x="90" y="264"/>
                    </a:lnTo>
                    <a:lnTo>
                      <a:pt x="90" y="266"/>
                    </a:lnTo>
                    <a:lnTo>
                      <a:pt x="90" y="267"/>
                    </a:lnTo>
                    <a:lnTo>
                      <a:pt x="90" y="268"/>
                    </a:lnTo>
                    <a:lnTo>
                      <a:pt x="90" y="270"/>
                    </a:lnTo>
                    <a:lnTo>
                      <a:pt x="92" y="270"/>
                    </a:lnTo>
                    <a:lnTo>
                      <a:pt x="92" y="271"/>
                    </a:lnTo>
                    <a:lnTo>
                      <a:pt x="92" y="272"/>
                    </a:lnTo>
                    <a:lnTo>
                      <a:pt x="92" y="274"/>
                    </a:lnTo>
                    <a:lnTo>
                      <a:pt x="92" y="275"/>
                    </a:lnTo>
                    <a:lnTo>
                      <a:pt x="92" y="276"/>
                    </a:lnTo>
                    <a:lnTo>
                      <a:pt x="93" y="278"/>
                    </a:lnTo>
                    <a:lnTo>
                      <a:pt x="93" y="279"/>
                    </a:lnTo>
                    <a:lnTo>
                      <a:pt x="93" y="280"/>
                    </a:lnTo>
                    <a:lnTo>
                      <a:pt x="93" y="281"/>
                    </a:lnTo>
                    <a:lnTo>
                      <a:pt x="93" y="283"/>
                    </a:lnTo>
                    <a:lnTo>
                      <a:pt x="94" y="284"/>
                    </a:lnTo>
                    <a:lnTo>
                      <a:pt x="94" y="285"/>
                    </a:lnTo>
                    <a:lnTo>
                      <a:pt x="94" y="287"/>
                    </a:lnTo>
                    <a:lnTo>
                      <a:pt x="94" y="288"/>
                    </a:lnTo>
                    <a:lnTo>
                      <a:pt x="94" y="289"/>
                    </a:lnTo>
                    <a:lnTo>
                      <a:pt x="94" y="291"/>
                    </a:lnTo>
                    <a:lnTo>
                      <a:pt x="94" y="292"/>
                    </a:lnTo>
                    <a:lnTo>
                      <a:pt x="94" y="293"/>
                    </a:lnTo>
                    <a:lnTo>
                      <a:pt x="94" y="295"/>
                    </a:lnTo>
                    <a:lnTo>
                      <a:pt x="94" y="296"/>
                    </a:lnTo>
                    <a:lnTo>
                      <a:pt x="94" y="297"/>
                    </a:lnTo>
                    <a:lnTo>
                      <a:pt x="94" y="299"/>
                    </a:lnTo>
                    <a:lnTo>
                      <a:pt x="94" y="300"/>
                    </a:lnTo>
                    <a:lnTo>
                      <a:pt x="94" y="303"/>
                    </a:lnTo>
                    <a:lnTo>
                      <a:pt x="94" y="304"/>
                    </a:lnTo>
                    <a:lnTo>
                      <a:pt x="94" y="305"/>
                    </a:lnTo>
                    <a:lnTo>
                      <a:pt x="93" y="308"/>
                    </a:lnTo>
                    <a:lnTo>
                      <a:pt x="93" y="309"/>
                    </a:lnTo>
                    <a:lnTo>
                      <a:pt x="93" y="312"/>
                    </a:lnTo>
                    <a:lnTo>
                      <a:pt x="93" y="315"/>
                    </a:lnTo>
                    <a:lnTo>
                      <a:pt x="93" y="317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30177" name="Freeform 89">
                <a:extLst>
                  <a:ext uri="{FF2B5EF4-FFF2-40B4-BE49-F238E27FC236}">
                    <a16:creationId xmlns:a16="http://schemas.microsoft.com/office/drawing/2014/main" id="{A4894030-40BE-4168-84CC-6996C37E4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5755138"/>
                <a:ext cx="74612" cy="252413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317"/>
                    </a:moveTo>
                    <a:lnTo>
                      <a:pt x="3" y="314"/>
                    </a:lnTo>
                    <a:lnTo>
                      <a:pt x="4" y="310"/>
                    </a:lnTo>
                    <a:lnTo>
                      <a:pt x="5" y="308"/>
                    </a:lnTo>
                    <a:lnTo>
                      <a:pt x="7" y="305"/>
                    </a:lnTo>
                    <a:lnTo>
                      <a:pt x="9" y="302"/>
                    </a:lnTo>
                    <a:lnTo>
                      <a:pt x="11" y="300"/>
                    </a:lnTo>
                    <a:lnTo>
                      <a:pt x="12" y="297"/>
                    </a:lnTo>
                    <a:lnTo>
                      <a:pt x="13" y="294"/>
                    </a:lnTo>
                    <a:lnTo>
                      <a:pt x="13" y="293"/>
                    </a:lnTo>
                    <a:lnTo>
                      <a:pt x="15" y="290"/>
                    </a:lnTo>
                    <a:lnTo>
                      <a:pt x="16" y="289"/>
                    </a:lnTo>
                    <a:lnTo>
                      <a:pt x="17" y="288"/>
                    </a:lnTo>
                    <a:lnTo>
                      <a:pt x="17" y="286"/>
                    </a:lnTo>
                    <a:lnTo>
                      <a:pt x="19" y="284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21" y="280"/>
                    </a:lnTo>
                    <a:lnTo>
                      <a:pt x="21" y="278"/>
                    </a:lnTo>
                    <a:lnTo>
                      <a:pt x="23" y="277"/>
                    </a:lnTo>
                    <a:lnTo>
                      <a:pt x="23" y="276"/>
                    </a:lnTo>
                    <a:lnTo>
                      <a:pt x="23" y="274"/>
                    </a:lnTo>
                    <a:lnTo>
                      <a:pt x="24" y="274"/>
                    </a:lnTo>
                    <a:lnTo>
                      <a:pt x="24" y="273"/>
                    </a:lnTo>
                    <a:lnTo>
                      <a:pt x="25" y="272"/>
                    </a:lnTo>
                    <a:lnTo>
                      <a:pt x="25" y="270"/>
                    </a:lnTo>
                    <a:lnTo>
                      <a:pt x="27" y="269"/>
                    </a:lnTo>
                    <a:lnTo>
                      <a:pt x="27" y="268"/>
                    </a:lnTo>
                    <a:lnTo>
                      <a:pt x="28" y="266"/>
                    </a:lnTo>
                    <a:lnTo>
                      <a:pt x="28" y="264"/>
                    </a:lnTo>
                    <a:lnTo>
                      <a:pt x="29" y="263"/>
                    </a:lnTo>
                    <a:lnTo>
                      <a:pt x="29" y="261"/>
                    </a:lnTo>
                    <a:lnTo>
                      <a:pt x="31" y="259"/>
                    </a:lnTo>
                    <a:lnTo>
                      <a:pt x="31" y="257"/>
                    </a:lnTo>
                    <a:lnTo>
                      <a:pt x="32" y="256"/>
                    </a:lnTo>
                    <a:lnTo>
                      <a:pt x="32" y="255"/>
                    </a:lnTo>
                    <a:lnTo>
                      <a:pt x="33" y="253"/>
                    </a:lnTo>
                    <a:lnTo>
                      <a:pt x="33" y="251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6" y="247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7" y="243"/>
                    </a:lnTo>
                    <a:lnTo>
                      <a:pt x="37" y="241"/>
                    </a:lnTo>
                    <a:lnTo>
                      <a:pt x="39" y="240"/>
                    </a:lnTo>
                    <a:lnTo>
                      <a:pt x="39" y="239"/>
                    </a:lnTo>
                    <a:lnTo>
                      <a:pt x="39" y="237"/>
                    </a:lnTo>
                    <a:lnTo>
                      <a:pt x="40" y="237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2" y="229"/>
                    </a:lnTo>
                    <a:lnTo>
                      <a:pt x="42" y="228"/>
                    </a:lnTo>
                    <a:lnTo>
                      <a:pt x="42" y="227"/>
                    </a:lnTo>
                    <a:lnTo>
                      <a:pt x="44" y="225"/>
                    </a:lnTo>
                    <a:lnTo>
                      <a:pt x="44" y="223"/>
                    </a:lnTo>
                    <a:lnTo>
                      <a:pt x="45" y="221"/>
                    </a:lnTo>
                    <a:lnTo>
                      <a:pt x="45" y="220"/>
                    </a:lnTo>
                    <a:lnTo>
                      <a:pt x="46" y="217"/>
                    </a:lnTo>
                    <a:lnTo>
                      <a:pt x="48" y="215"/>
                    </a:lnTo>
                    <a:lnTo>
                      <a:pt x="48" y="213"/>
                    </a:lnTo>
                    <a:lnTo>
                      <a:pt x="49" y="211"/>
                    </a:lnTo>
                    <a:lnTo>
                      <a:pt x="49" y="209"/>
                    </a:lnTo>
                    <a:lnTo>
                      <a:pt x="50" y="207"/>
                    </a:lnTo>
                    <a:lnTo>
                      <a:pt x="52" y="205"/>
                    </a:lnTo>
                    <a:lnTo>
                      <a:pt x="52" y="204"/>
                    </a:lnTo>
                    <a:lnTo>
                      <a:pt x="52" y="203"/>
                    </a:lnTo>
                    <a:lnTo>
                      <a:pt x="53" y="201"/>
                    </a:lnTo>
                    <a:lnTo>
                      <a:pt x="53" y="200"/>
                    </a:lnTo>
                    <a:lnTo>
                      <a:pt x="54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6" y="195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7" y="191"/>
                    </a:lnTo>
                    <a:lnTo>
                      <a:pt x="57" y="190"/>
                    </a:lnTo>
                    <a:lnTo>
                      <a:pt x="57" y="188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4"/>
                    </a:lnTo>
                    <a:lnTo>
                      <a:pt x="60" y="183"/>
                    </a:lnTo>
                    <a:lnTo>
                      <a:pt x="60" y="182"/>
                    </a:lnTo>
                    <a:lnTo>
                      <a:pt x="60" y="180"/>
                    </a:lnTo>
                    <a:lnTo>
                      <a:pt x="61" y="179"/>
                    </a:lnTo>
                    <a:lnTo>
                      <a:pt x="61" y="176"/>
                    </a:lnTo>
                    <a:lnTo>
                      <a:pt x="61" y="175"/>
                    </a:lnTo>
                    <a:lnTo>
                      <a:pt x="62" y="174"/>
                    </a:lnTo>
                    <a:lnTo>
                      <a:pt x="62" y="171"/>
                    </a:lnTo>
                    <a:lnTo>
                      <a:pt x="64" y="170"/>
                    </a:lnTo>
                    <a:lnTo>
                      <a:pt x="64" y="167"/>
                    </a:lnTo>
                    <a:lnTo>
                      <a:pt x="65" y="164"/>
                    </a:lnTo>
                    <a:lnTo>
                      <a:pt x="65" y="163"/>
                    </a:lnTo>
                    <a:lnTo>
                      <a:pt x="66" y="160"/>
                    </a:lnTo>
                    <a:lnTo>
                      <a:pt x="66" y="159"/>
                    </a:lnTo>
                    <a:lnTo>
                      <a:pt x="68" y="158"/>
                    </a:lnTo>
                    <a:lnTo>
                      <a:pt x="68" y="156"/>
                    </a:lnTo>
                    <a:lnTo>
                      <a:pt x="68" y="154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0" y="148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72" y="144"/>
                    </a:lnTo>
                    <a:lnTo>
                      <a:pt x="72" y="143"/>
                    </a:lnTo>
                    <a:lnTo>
                      <a:pt x="72" y="142"/>
                    </a:lnTo>
                    <a:lnTo>
                      <a:pt x="72" y="140"/>
                    </a:lnTo>
                    <a:lnTo>
                      <a:pt x="73" y="139"/>
                    </a:lnTo>
                    <a:lnTo>
                      <a:pt x="73" y="138"/>
                    </a:lnTo>
                    <a:lnTo>
                      <a:pt x="74" y="136"/>
                    </a:lnTo>
                    <a:lnTo>
                      <a:pt x="74" y="135"/>
                    </a:lnTo>
                    <a:lnTo>
                      <a:pt x="74" y="134"/>
                    </a:lnTo>
                    <a:lnTo>
                      <a:pt x="76" y="132"/>
                    </a:lnTo>
                    <a:lnTo>
                      <a:pt x="76" y="130"/>
                    </a:lnTo>
                    <a:lnTo>
                      <a:pt x="76" y="128"/>
                    </a:lnTo>
                    <a:lnTo>
                      <a:pt x="77" y="127"/>
                    </a:lnTo>
                    <a:lnTo>
                      <a:pt x="77" y="126"/>
                    </a:lnTo>
                    <a:lnTo>
                      <a:pt x="78" y="123"/>
                    </a:lnTo>
                    <a:lnTo>
                      <a:pt x="78" y="122"/>
                    </a:lnTo>
                    <a:lnTo>
                      <a:pt x="78" y="119"/>
                    </a:lnTo>
                    <a:lnTo>
                      <a:pt x="80" y="116"/>
                    </a:lnTo>
                    <a:lnTo>
                      <a:pt x="80" y="115"/>
                    </a:lnTo>
                    <a:lnTo>
                      <a:pt x="81" y="113"/>
                    </a:lnTo>
                    <a:lnTo>
                      <a:pt x="81" y="111"/>
                    </a:lnTo>
                    <a:lnTo>
                      <a:pt x="82" y="110"/>
                    </a:lnTo>
                    <a:lnTo>
                      <a:pt x="82" y="107"/>
                    </a:lnTo>
                    <a:lnTo>
                      <a:pt x="82" y="106"/>
                    </a:lnTo>
                    <a:lnTo>
                      <a:pt x="84" y="105"/>
                    </a:lnTo>
                    <a:lnTo>
                      <a:pt x="84" y="103"/>
                    </a:lnTo>
                    <a:lnTo>
                      <a:pt x="84" y="102"/>
                    </a:lnTo>
                    <a:lnTo>
                      <a:pt x="85" y="101"/>
                    </a:lnTo>
                    <a:lnTo>
                      <a:pt x="85" y="99"/>
                    </a:lnTo>
                    <a:lnTo>
                      <a:pt x="85" y="98"/>
                    </a:lnTo>
                    <a:lnTo>
                      <a:pt x="85" y="97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3"/>
                    </a:lnTo>
                    <a:lnTo>
                      <a:pt x="86" y="91"/>
                    </a:lnTo>
                    <a:lnTo>
                      <a:pt x="86" y="90"/>
                    </a:lnTo>
                    <a:lnTo>
                      <a:pt x="86" y="89"/>
                    </a:lnTo>
                    <a:lnTo>
                      <a:pt x="86" y="87"/>
                    </a:lnTo>
                    <a:lnTo>
                      <a:pt x="88" y="87"/>
                    </a:lnTo>
                    <a:lnTo>
                      <a:pt x="88" y="86"/>
                    </a:lnTo>
                    <a:lnTo>
                      <a:pt x="88" y="85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8" y="79"/>
                    </a:lnTo>
                    <a:lnTo>
                      <a:pt x="88" y="78"/>
                    </a:lnTo>
                    <a:lnTo>
                      <a:pt x="88" y="77"/>
                    </a:lnTo>
                    <a:lnTo>
                      <a:pt x="88" y="74"/>
                    </a:lnTo>
                    <a:lnTo>
                      <a:pt x="88" y="73"/>
                    </a:lnTo>
                    <a:lnTo>
                      <a:pt x="89" y="70"/>
                    </a:lnTo>
                    <a:lnTo>
                      <a:pt x="89" y="69"/>
                    </a:lnTo>
                    <a:lnTo>
                      <a:pt x="89" y="67"/>
                    </a:lnTo>
                    <a:lnTo>
                      <a:pt x="89" y="66"/>
                    </a:lnTo>
                    <a:lnTo>
                      <a:pt x="89" y="65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89" y="61"/>
                    </a:lnTo>
                    <a:lnTo>
                      <a:pt x="89" y="59"/>
                    </a:lnTo>
                    <a:lnTo>
                      <a:pt x="89" y="58"/>
                    </a:lnTo>
                    <a:lnTo>
                      <a:pt x="90" y="57"/>
                    </a:lnTo>
                    <a:lnTo>
                      <a:pt x="90" y="55"/>
                    </a:lnTo>
                    <a:lnTo>
                      <a:pt x="90" y="54"/>
                    </a:lnTo>
                    <a:lnTo>
                      <a:pt x="90" y="53"/>
                    </a:lnTo>
                    <a:lnTo>
                      <a:pt x="90" y="51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2" y="47"/>
                    </a:lnTo>
                    <a:lnTo>
                      <a:pt x="92" y="46"/>
                    </a:lnTo>
                    <a:lnTo>
                      <a:pt x="92" y="45"/>
                    </a:lnTo>
                    <a:lnTo>
                      <a:pt x="92" y="43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3" y="40"/>
                    </a:lnTo>
                    <a:lnTo>
                      <a:pt x="93" y="38"/>
                    </a:lnTo>
                    <a:lnTo>
                      <a:pt x="93" y="37"/>
                    </a:lnTo>
                    <a:lnTo>
                      <a:pt x="93" y="36"/>
                    </a:lnTo>
                    <a:lnTo>
                      <a:pt x="93" y="34"/>
                    </a:lnTo>
                    <a:lnTo>
                      <a:pt x="94" y="33"/>
                    </a:lnTo>
                    <a:lnTo>
                      <a:pt x="94" y="32"/>
                    </a:lnTo>
                    <a:lnTo>
                      <a:pt x="94" y="30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4" y="24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0"/>
                    </a:lnTo>
                    <a:lnTo>
                      <a:pt x="94" y="18"/>
                    </a:lnTo>
                    <a:lnTo>
                      <a:pt x="94" y="17"/>
                    </a:lnTo>
                    <a:lnTo>
                      <a:pt x="94" y="16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3" y="10"/>
                    </a:lnTo>
                    <a:lnTo>
                      <a:pt x="93" y="8"/>
                    </a:lnTo>
                    <a:lnTo>
                      <a:pt x="93" y="5"/>
                    </a:lnTo>
                    <a:lnTo>
                      <a:pt x="93" y="2"/>
                    </a:lnTo>
                    <a:lnTo>
                      <a:pt x="93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30130" name="Freeform 45">
              <a:extLst>
                <a:ext uri="{FF2B5EF4-FFF2-40B4-BE49-F238E27FC236}">
                  <a16:creationId xmlns:a16="http://schemas.microsoft.com/office/drawing/2014/main" id="{E8C67B55-CD8F-490C-B953-A01593EEE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674" y="2957298"/>
              <a:ext cx="3699109" cy="2735272"/>
            </a:xfrm>
            <a:custGeom>
              <a:avLst/>
              <a:gdLst>
                <a:gd name="T0" fmla="*/ 1278345235 w 10704"/>
                <a:gd name="T1" fmla="*/ 0 h 21003"/>
                <a:gd name="T2" fmla="*/ 2388662 w 10704"/>
                <a:gd name="T3" fmla="*/ 1102418 h 21003"/>
                <a:gd name="T4" fmla="*/ 0 w 10704"/>
                <a:gd name="T5" fmla="*/ 356221155 h 21003"/>
                <a:gd name="T6" fmla="*/ 135430103 w 10704"/>
                <a:gd name="T7" fmla="*/ 356102383 h 210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04" h="21003">
                  <a:moveTo>
                    <a:pt x="10704" y="0"/>
                  </a:move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1134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131" name="Line 14">
              <a:extLst>
                <a:ext uri="{FF2B5EF4-FFF2-40B4-BE49-F238E27FC236}">
                  <a16:creationId xmlns:a16="http://schemas.microsoft.com/office/drawing/2014/main" id="{FB91E1BB-30F3-429B-A3AB-62BD4084E8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07413" y="5790467"/>
              <a:ext cx="580100" cy="31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132" name="TextBox 51">
              <a:extLst>
                <a:ext uri="{FF2B5EF4-FFF2-40B4-BE49-F238E27FC236}">
                  <a16:creationId xmlns:a16="http://schemas.microsoft.com/office/drawing/2014/main" id="{2FE0AC03-012F-4A09-9E96-4D7011F238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75820" y="5998160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30133" name="TextBox 51">
              <a:extLst>
                <a:ext uri="{FF2B5EF4-FFF2-40B4-BE49-F238E27FC236}">
                  <a16:creationId xmlns:a16="http://schemas.microsoft.com/office/drawing/2014/main" id="{34480D48-7B7B-4F29-93C6-781F584704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9" y="588809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30134" name="TextBox 51">
              <a:extLst>
                <a:ext uri="{FF2B5EF4-FFF2-40B4-BE49-F238E27FC236}">
                  <a16:creationId xmlns:a16="http://schemas.microsoft.com/office/drawing/2014/main" id="{411EEF81-47E8-44C8-B76A-0A947FAA39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3622" y="588809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30135" name="TextBox 51">
              <a:extLst>
                <a:ext uri="{FF2B5EF4-FFF2-40B4-BE49-F238E27FC236}">
                  <a16:creationId xmlns:a16="http://schemas.microsoft.com/office/drawing/2014/main" id="{EC5AD65C-7CC3-465A-9850-8A230BDC87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353" y="5307263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30136" name="TextBox 51">
              <a:extLst>
                <a:ext uri="{FF2B5EF4-FFF2-40B4-BE49-F238E27FC236}">
                  <a16:creationId xmlns:a16="http://schemas.microsoft.com/office/drawing/2014/main" id="{CD3CA87D-0645-4C84-BA39-F6411804CE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9" y="4990627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30137" name="Freeform 48">
              <a:extLst>
                <a:ext uri="{FF2B5EF4-FFF2-40B4-BE49-F238E27FC236}">
                  <a16:creationId xmlns:a16="http://schemas.microsoft.com/office/drawing/2014/main" id="{D6C9A593-3B74-488F-BB2A-A36C5CC7C48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594887" y="2914643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138" name="Freeform 48">
              <a:extLst>
                <a:ext uri="{FF2B5EF4-FFF2-40B4-BE49-F238E27FC236}">
                  <a16:creationId xmlns:a16="http://schemas.microsoft.com/office/drawing/2014/main" id="{162A9CFB-8C18-4319-9DA8-8CA22C3BAFB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434954" y="2931576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139" name="Freeform 5">
              <a:extLst>
                <a:ext uri="{FF2B5EF4-FFF2-40B4-BE49-F238E27FC236}">
                  <a16:creationId xmlns:a16="http://schemas.microsoft.com/office/drawing/2014/main" id="{1FB23291-E2C2-4455-B56A-078AAF425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272" y="5755462"/>
              <a:ext cx="319088" cy="320675"/>
            </a:xfrm>
            <a:custGeom>
              <a:avLst/>
              <a:gdLst>
                <a:gd name="T0" fmla="*/ 2147483646 w 403"/>
                <a:gd name="T1" fmla="*/ 2147483646 h 402"/>
                <a:gd name="T2" fmla="*/ 0 w 403"/>
                <a:gd name="T3" fmla="*/ 2147483646 h 402"/>
                <a:gd name="T4" fmla="*/ 0 w 403"/>
                <a:gd name="T5" fmla="*/ 0 h 402"/>
                <a:gd name="T6" fmla="*/ 2147483646 w 403"/>
                <a:gd name="T7" fmla="*/ 2147483646 h 40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3"/>
                <a:gd name="T13" fmla="*/ 0 h 402"/>
                <a:gd name="T14" fmla="*/ 403 w 403"/>
                <a:gd name="T15" fmla="*/ 402 h 40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3" h="402">
                  <a:moveTo>
                    <a:pt x="403" y="201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403" y="201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140" name="Freeform 7">
              <a:extLst>
                <a:ext uri="{FF2B5EF4-FFF2-40B4-BE49-F238E27FC236}">
                  <a16:creationId xmlns:a16="http://schemas.microsoft.com/office/drawing/2014/main" id="{C920B7BA-3402-44AD-BB25-7AFDD5FA4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167" y="5867731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141" name="TextBox 51">
              <a:extLst>
                <a:ext uri="{FF2B5EF4-FFF2-40B4-BE49-F238E27FC236}">
                  <a16:creationId xmlns:a16="http://schemas.microsoft.com/office/drawing/2014/main" id="{69F9898B-F367-4FA7-96AC-D91993353A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9028" y="5486655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grpSp>
          <p:nvGrpSpPr>
            <p:cNvPr id="430142" name="Group 4">
              <a:extLst>
                <a:ext uri="{FF2B5EF4-FFF2-40B4-BE49-F238E27FC236}">
                  <a16:creationId xmlns:a16="http://schemas.microsoft.com/office/drawing/2014/main" id="{AFC005B6-7A3E-4217-9DD9-E0D11F1745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62243" y="1638205"/>
              <a:ext cx="3228751" cy="750888"/>
              <a:chOff x="5768352" y="3768775"/>
              <a:chExt cx="3229577" cy="750332"/>
            </a:xfrm>
          </p:grpSpPr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E5E91594-F66B-A14D-86F9-6B164EC74B0D}"/>
                  </a:ext>
                </a:extLst>
              </p:cNvPr>
              <p:cNvCxnSpPr/>
              <p:nvPr/>
            </p:nvCxnSpPr>
            <p:spPr>
              <a:xfrm flipV="1">
                <a:off x="5768098" y="4206085"/>
                <a:ext cx="1980137" cy="15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2887D6F8-C130-F842-87F3-8FA6EF65EA03}"/>
                  </a:ext>
                </a:extLst>
              </p:cNvPr>
              <p:cNvCxnSpPr/>
              <p:nvPr/>
            </p:nvCxnSpPr>
            <p:spPr>
              <a:xfrm>
                <a:off x="7749823" y="4064873"/>
                <a:ext cx="565300" cy="1586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5988DDC3-AB5F-2A47-91AB-80B374A43114}"/>
                  </a:ext>
                </a:extLst>
              </p:cNvPr>
              <p:cNvCxnSpPr/>
              <p:nvPr/>
            </p:nvCxnSpPr>
            <p:spPr>
              <a:xfrm>
                <a:off x="7745059" y="4345710"/>
                <a:ext cx="565300" cy="15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660D97BF-29E7-5749-B5BA-07EE900709C8}"/>
                  </a:ext>
                </a:extLst>
              </p:cNvPr>
              <p:cNvCxnSpPr/>
              <p:nvPr/>
            </p:nvCxnSpPr>
            <p:spPr>
              <a:xfrm flipH="1" flipV="1">
                <a:off x="7749823" y="4061700"/>
                <a:ext cx="3176" cy="28401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0171" name="TextBox 93">
                <a:extLst>
                  <a:ext uri="{FF2B5EF4-FFF2-40B4-BE49-F238E27FC236}">
                    <a16:creationId xmlns:a16="http://schemas.microsoft.com/office/drawing/2014/main" id="{ECF049E3-76E5-4166-9FFC-4AC3E0D070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76877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30172" name="TextBox 6">
                <a:extLst>
                  <a:ext uri="{FF2B5EF4-FFF2-40B4-BE49-F238E27FC236}">
                    <a16:creationId xmlns:a16="http://schemas.microsoft.com/office/drawing/2014/main" id="{FDD77616-EFE4-401A-B5C5-829B93C5792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149775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0173" name="Freeform 48">
                <a:extLst>
                  <a:ext uri="{FF2B5EF4-FFF2-40B4-BE49-F238E27FC236}">
                    <a16:creationId xmlns:a16="http://schemas.microsoft.com/office/drawing/2014/main" id="{82A61898-304B-4962-BE5F-D632AFA58C8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08850" y="4183965"/>
                <a:ext cx="77241" cy="73098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30143" name="Group 88">
              <a:extLst>
                <a:ext uri="{FF2B5EF4-FFF2-40B4-BE49-F238E27FC236}">
                  <a16:creationId xmlns:a16="http://schemas.microsoft.com/office/drawing/2014/main" id="{5065C5AA-48AE-41AF-8DEA-81DE64EB99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53438" y="2428748"/>
              <a:ext cx="2803076" cy="749300"/>
              <a:chOff x="6194136" y="3853561"/>
              <a:chExt cx="2803793" cy="750332"/>
            </a:xfrm>
          </p:grpSpPr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2CC73967-4F48-A645-ABEB-544AC28CDB81}"/>
                  </a:ext>
                </a:extLst>
              </p:cNvPr>
              <p:cNvCxnSpPr/>
              <p:nvPr/>
            </p:nvCxnSpPr>
            <p:spPr>
              <a:xfrm>
                <a:off x="6194803" y="4204544"/>
                <a:ext cx="1565690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047C6198-7904-1945-9D7D-F0C73E785323}"/>
                  </a:ext>
                </a:extLst>
              </p:cNvPr>
              <p:cNvCxnSpPr/>
              <p:nvPr/>
            </p:nvCxnSpPr>
            <p:spPr>
              <a:xfrm>
                <a:off x="7744614" y="4064622"/>
                <a:ext cx="565300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Straight Connector 99">
                <a:extLst>
                  <a:ext uri="{FF2B5EF4-FFF2-40B4-BE49-F238E27FC236}">
                    <a16:creationId xmlns:a16="http://schemas.microsoft.com/office/drawing/2014/main" id="{6CD3B7A3-FE8E-5E48-A8BA-E5CFCB4C7901}"/>
                  </a:ext>
                </a:extLst>
              </p:cNvPr>
              <p:cNvCxnSpPr/>
              <p:nvPr/>
            </p:nvCxnSpPr>
            <p:spPr>
              <a:xfrm>
                <a:off x="7739851" y="4339695"/>
                <a:ext cx="565300" cy="15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BC0F64A2-76BB-C541-B151-0001F285C816}"/>
                  </a:ext>
                </a:extLst>
              </p:cNvPr>
              <p:cNvCxnSpPr/>
              <p:nvPr/>
            </p:nvCxnSpPr>
            <p:spPr>
              <a:xfrm flipH="1" flipV="1">
                <a:off x="7749378" y="4056672"/>
                <a:ext cx="3176" cy="284614"/>
              </a:xfrm>
              <a:prstGeom prst="line">
                <a:avLst/>
              </a:prstGeom>
              <a:solidFill>
                <a:srgbClr val="00B050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0164" name="TextBox 93">
                <a:extLst>
                  <a:ext uri="{FF2B5EF4-FFF2-40B4-BE49-F238E27FC236}">
                    <a16:creationId xmlns:a16="http://schemas.microsoft.com/office/drawing/2014/main" id="{F596A3AF-AD1D-4B9D-BEE6-14744AD1061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5111" y="3853561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30165" name="TextBox 6">
                <a:extLst>
                  <a:ext uri="{FF2B5EF4-FFF2-40B4-BE49-F238E27FC236}">
                    <a16:creationId xmlns:a16="http://schemas.microsoft.com/office/drawing/2014/main" id="{591A2A32-012D-4418-A58D-5D879F4927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20351" y="4234561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R2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0166" name="Freeform 48">
                <a:extLst>
                  <a:ext uri="{FF2B5EF4-FFF2-40B4-BE49-F238E27FC236}">
                    <a16:creationId xmlns:a16="http://schemas.microsoft.com/office/drawing/2014/main" id="{3C932DB3-7C99-4A24-95D1-744FF8B7EFE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08850" y="4178383"/>
                <a:ext cx="77241" cy="73253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30144" name="Group 8">
              <a:extLst>
                <a:ext uri="{FF2B5EF4-FFF2-40B4-BE49-F238E27FC236}">
                  <a16:creationId xmlns:a16="http://schemas.microsoft.com/office/drawing/2014/main" id="{9BEDE140-A096-41D3-998D-D097AD0015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8227" y="3282987"/>
              <a:ext cx="1863862" cy="914400"/>
              <a:chOff x="7168853" y="823310"/>
              <a:chExt cx="1863684" cy="915796"/>
            </a:xfrm>
          </p:grpSpPr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4E37D62E-48A7-BE46-9D05-155D1831CBAA}"/>
                  </a:ext>
                </a:extLst>
              </p:cNvPr>
              <p:cNvCxnSpPr/>
              <p:nvPr/>
            </p:nvCxnSpPr>
            <p:spPr>
              <a:xfrm flipV="1">
                <a:off x="7169302" y="1288857"/>
                <a:ext cx="1122265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60DE3FE8-E489-1548-BE70-579BD1097B69}"/>
                  </a:ext>
                </a:extLst>
              </p:cNvPr>
              <p:cNvCxnSpPr/>
              <p:nvPr/>
            </p:nvCxnSpPr>
            <p:spPr>
              <a:xfrm>
                <a:off x="7750277" y="1024875"/>
                <a:ext cx="565101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5B41041C-C88D-4B4C-9EE4-49A4391FFB9B}"/>
                  </a:ext>
                </a:extLst>
              </p:cNvPr>
              <p:cNvCxnSpPr/>
              <p:nvPr/>
            </p:nvCxnSpPr>
            <p:spPr>
              <a:xfrm>
                <a:off x="7745514" y="1521034"/>
                <a:ext cx="565101" cy="159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Straight Connector 108">
                <a:extLst>
                  <a:ext uri="{FF2B5EF4-FFF2-40B4-BE49-F238E27FC236}">
                    <a16:creationId xmlns:a16="http://schemas.microsoft.com/office/drawing/2014/main" id="{851A71CE-7F05-F842-8DD8-0CF17ED750CB}"/>
                  </a:ext>
                </a:extLst>
              </p:cNvPr>
              <p:cNvCxnSpPr/>
              <p:nvPr/>
            </p:nvCxnSpPr>
            <p:spPr>
              <a:xfrm flipH="1" flipV="1">
                <a:off x="7745514" y="1018514"/>
                <a:ext cx="3175" cy="505701"/>
              </a:xfrm>
              <a:prstGeom prst="line">
                <a:avLst/>
              </a:prstGeom>
              <a:solidFill>
                <a:srgbClr val="00B050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0156" name="TextBox 101">
                <a:extLst>
                  <a:ext uri="{FF2B5EF4-FFF2-40B4-BE49-F238E27FC236}">
                    <a16:creationId xmlns:a16="http://schemas.microsoft.com/office/drawing/2014/main" id="{8091041C-3EDD-4864-B48F-62ED541326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00792" y="1086745"/>
                <a:ext cx="69281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R3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out</a:t>
                </a:r>
              </a:p>
            </p:txBody>
          </p:sp>
          <p:sp>
            <p:nvSpPr>
              <p:cNvPr id="430157" name="TextBox 6">
                <a:extLst>
                  <a:ext uri="{FF2B5EF4-FFF2-40B4-BE49-F238E27FC236}">
                    <a16:creationId xmlns:a16="http://schemas.microsoft.com/office/drawing/2014/main" id="{C63D6C01-2853-4E54-912F-3F74DC8933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16032" y="823310"/>
                <a:ext cx="66236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R1</a:t>
                </a:r>
                <a:r>
                  <a:rPr kumimoji="0" lang="en-US" altLang="en-US" sz="18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in</a:t>
                </a: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 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0158" name="Freeform 48">
                <a:extLst>
                  <a:ext uri="{FF2B5EF4-FFF2-40B4-BE49-F238E27FC236}">
                    <a16:creationId xmlns:a16="http://schemas.microsoft.com/office/drawing/2014/main" id="{9FCD2A50-F433-4D53-9CC1-53D97D481E1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10106" y="1261218"/>
                <a:ext cx="73145" cy="73264"/>
              </a:xfrm>
              <a:custGeom>
                <a:avLst/>
                <a:gdLst>
                  <a:gd name="T0" fmla="*/ 0 w 87"/>
                  <a:gd name="T1" fmla="*/ 2147483646 h 58"/>
                  <a:gd name="T2" fmla="*/ 0 w 87"/>
                  <a:gd name="T3" fmla="*/ 2147483646 h 58"/>
                  <a:gd name="T4" fmla="*/ 2147483646 w 87"/>
                  <a:gd name="T5" fmla="*/ 2147483646 h 58"/>
                  <a:gd name="T6" fmla="*/ 2147483646 w 87"/>
                  <a:gd name="T7" fmla="*/ 2147483646 h 58"/>
                  <a:gd name="T8" fmla="*/ 2147483646 w 87"/>
                  <a:gd name="T9" fmla="*/ 2147483646 h 58"/>
                  <a:gd name="T10" fmla="*/ 2147483646 w 87"/>
                  <a:gd name="T11" fmla="*/ 2147483646 h 58"/>
                  <a:gd name="T12" fmla="*/ 2147483646 w 87"/>
                  <a:gd name="T13" fmla="*/ 2147483646 h 58"/>
                  <a:gd name="T14" fmla="*/ 2147483646 w 87"/>
                  <a:gd name="T15" fmla="*/ 2147483646 h 58"/>
                  <a:gd name="T16" fmla="*/ 2147483646 w 87"/>
                  <a:gd name="T17" fmla="*/ 2147483646 h 58"/>
                  <a:gd name="T18" fmla="*/ 2147483646 w 87"/>
                  <a:gd name="T19" fmla="*/ 2147483646 h 58"/>
                  <a:gd name="T20" fmla="*/ 2147483646 w 87"/>
                  <a:gd name="T21" fmla="*/ 0 h 58"/>
                  <a:gd name="T22" fmla="*/ 2147483646 w 87"/>
                  <a:gd name="T23" fmla="*/ 0 h 58"/>
                  <a:gd name="T24" fmla="*/ 2147483646 w 87"/>
                  <a:gd name="T25" fmla="*/ 0 h 58"/>
                  <a:gd name="T26" fmla="*/ 2147483646 w 87"/>
                  <a:gd name="T27" fmla="*/ 2147483646 h 58"/>
                  <a:gd name="T28" fmla="*/ 2147483646 w 87"/>
                  <a:gd name="T29" fmla="*/ 2147483646 h 58"/>
                  <a:gd name="T30" fmla="*/ 2147483646 w 87"/>
                  <a:gd name="T31" fmla="*/ 2147483646 h 58"/>
                  <a:gd name="T32" fmla="*/ 2147483646 w 87"/>
                  <a:gd name="T33" fmla="*/ 2147483646 h 58"/>
                  <a:gd name="T34" fmla="*/ 2147483646 w 87"/>
                  <a:gd name="T35" fmla="*/ 2147483646 h 58"/>
                  <a:gd name="T36" fmla="*/ 2147483646 w 87"/>
                  <a:gd name="T37" fmla="*/ 2147483646 h 58"/>
                  <a:gd name="T38" fmla="*/ 2147483646 w 87"/>
                  <a:gd name="T39" fmla="*/ 2147483646 h 58"/>
                  <a:gd name="T40" fmla="*/ 2147483646 w 87"/>
                  <a:gd name="T41" fmla="*/ 2147483646 h 58"/>
                  <a:gd name="T42" fmla="*/ 2147483646 w 87"/>
                  <a:gd name="T43" fmla="*/ 2147483646 h 58"/>
                  <a:gd name="T44" fmla="*/ 2147483646 w 87"/>
                  <a:gd name="T45" fmla="*/ 2147483646 h 58"/>
                  <a:gd name="T46" fmla="*/ 2147483646 w 87"/>
                  <a:gd name="T47" fmla="*/ 2147483646 h 58"/>
                  <a:gd name="T48" fmla="*/ 2147483646 w 87"/>
                  <a:gd name="T49" fmla="*/ 2147483646 h 58"/>
                  <a:gd name="T50" fmla="*/ 2147483646 w 87"/>
                  <a:gd name="T51" fmla="*/ 2147483646 h 58"/>
                  <a:gd name="T52" fmla="*/ 2147483646 w 87"/>
                  <a:gd name="T53" fmla="*/ 2147483646 h 58"/>
                  <a:gd name="T54" fmla="*/ 2147483646 w 87"/>
                  <a:gd name="T55" fmla="*/ 2147483646 h 58"/>
                  <a:gd name="T56" fmla="*/ 2147483646 w 87"/>
                  <a:gd name="T57" fmla="*/ 2147483646 h 58"/>
                  <a:gd name="T58" fmla="*/ 2147483646 w 87"/>
                  <a:gd name="T59" fmla="*/ 2147483646 h 58"/>
                  <a:gd name="T60" fmla="*/ 2147483646 w 87"/>
                  <a:gd name="T61" fmla="*/ 2147483646 h 58"/>
                  <a:gd name="T62" fmla="*/ 2147483646 w 87"/>
                  <a:gd name="T63" fmla="*/ 2147483646 h 58"/>
                  <a:gd name="T64" fmla="*/ 2147483646 w 87"/>
                  <a:gd name="T65" fmla="*/ 2147483646 h 58"/>
                  <a:gd name="T66" fmla="*/ 2147483646 w 87"/>
                  <a:gd name="T67" fmla="*/ 2147483646 h 58"/>
                  <a:gd name="T68" fmla="*/ 2147483646 w 87"/>
                  <a:gd name="T69" fmla="*/ 2147483646 h 58"/>
                  <a:gd name="T70" fmla="*/ 2147483646 w 87"/>
                  <a:gd name="T71" fmla="*/ 2147483646 h 58"/>
                  <a:gd name="T72" fmla="*/ 2147483646 w 87"/>
                  <a:gd name="T73" fmla="*/ 2147483646 h 58"/>
                  <a:gd name="T74" fmla="*/ 2147483646 w 87"/>
                  <a:gd name="T75" fmla="*/ 2147483646 h 58"/>
                  <a:gd name="T76" fmla="*/ 2147483646 w 87"/>
                  <a:gd name="T77" fmla="*/ 2147483646 h 58"/>
                  <a:gd name="T78" fmla="*/ 2147483646 w 87"/>
                  <a:gd name="T79" fmla="*/ 2147483646 h 58"/>
                  <a:gd name="T80" fmla="*/ 2147483646 w 87"/>
                  <a:gd name="T81" fmla="*/ 2147483646 h 58"/>
                  <a:gd name="T82" fmla="*/ 2147483646 w 87"/>
                  <a:gd name="T83" fmla="*/ 2147483646 h 58"/>
                  <a:gd name="T84" fmla="*/ 2147483646 w 87"/>
                  <a:gd name="T85" fmla="*/ 2147483646 h 58"/>
                  <a:gd name="T86" fmla="*/ 2147483646 w 87"/>
                  <a:gd name="T87" fmla="*/ 2147483646 h 58"/>
                  <a:gd name="T88" fmla="*/ 2147483646 w 87"/>
                  <a:gd name="T89" fmla="*/ 2147483646 h 58"/>
                  <a:gd name="T90" fmla="*/ 2147483646 w 87"/>
                  <a:gd name="T91" fmla="*/ 2147483646 h 58"/>
                  <a:gd name="T92" fmla="*/ 2147483646 w 87"/>
                  <a:gd name="T93" fmla="*/ 2147483646 h 58"/>
                  <a:gd name="T94" fmla="*/ 2147483646 w 87"/>
                  <a:gd name="T95" fmla="*/ 2147483646 h 58"/>
                  <a:gd name="T96" fmla="*/ 2147483646 w 87"/>
                  <a:gd name="T97" fmla="*/ 2147483646 h 58"/>
                  <a:gd name="T98" fmla="*/ 2147483646 w 87"/>
                  <a:gd name="T99" fmla="*/ 2147483646 h 58"/>
                  <a:gd name="T100" fmla="*/ 2147483646 w 87"/>
                  <a:gd name="T101" fmla="*/ 2147483646 h 58"/>
                  <a:gd name="T102" fmla="*/ 2147483646 w 87"/>
                  <a:gd name="T103" fmla="*/ 2147483646 h 58"/>
                  <a:gd name="T104" fmla="*/ 2147483646 w 87"/>
                  <a:gd name="T105" fmla="*/ 2147483646 h 58"/>
                  <a:gd name="T106" fmla="*/ 2147483646 w 87"/>
                  <a:gd name="T107" fmla="*/ 2147483646 h 58"/>
                  <a:gd name="T108" fmla="*/ 0 w 87"/>
                  <a:gd name="T109" fmla="*/ 2147483646 h 58"/>
                  <a:gd name="T110" fmla="*/ 0 w 87"/>
                  <a:gd name="T111" fmla="*/ 2147483646 h 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7"/>
                  <a:gd name="T169" fmla="*/ 0 h 58"/>
                  <a:gd name="T170" fmla="*/ 87 w 87"/>
                  <a:gd name="T171" fmla="*/ 58 h 5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7" h="58">
                    <a:moveTo>
                      <a:pt x="0" y="23"/>
                    </a:moveTo>
                    <a:lnTo>
                      <a:pt x="0" y="35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8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2" y="19"/>
                    </a:lnTo>
                    <a:lnTo>
                      <a:pt x="82" y="20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5" y="30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7" y="23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1" y="40"/>
                    </a:lnTo>
                    <a:lnTo>
                      <a:pt x="81" y="42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5" y="49"/>
                    </a:lnTo>
                    <a:lnTo>
                      <a:pt x="74" y="50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4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1" y="58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8" y="45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30159" name="TextBox 107">
                <a:extLst>
                  <a:ext uri="{FF2B5EF4-FFF2-40B4-BE49-F238E27FC236}">
                    <a16:creationId xmlns:a16="http://schemas.microsoft.com/office/drawing/2014/main" id="{1F28B085-B4BB-41A9-935A-97357621848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96438" y="1369774"/>
                <a:ext cx="736099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rPr>
                  <a:t>Done</a:t>
                </a:r>
                <a:endParaRPr kumimoji="0" lang="en-US" altLang="en-US" sz="18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sp>
          <p:nvSpPr>
            <p:cNvPr id="430145" name="Freeform 48">
              <a:extLst>
                <a:ext uri="{FF2B5EF4-FFF2-40B4-BE49-F238E27FC236}">
                  <a16:creationId xmlns:a16="http://schemas.microsoft.com/office/drawing/2014/main" id="{E2641529-5D3D-4B88-95BA-9092FE88875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232937" y="2733668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146" name="Freeform 48">
              <a:extLst>
                <a:ext uri="{FF2B5EF4-FFF2-40B4-BE49-F238E27FC236}">
                  <a16:creationId xmlns:a16="http://schemas.microsoft.com/office/drawing/2014/main" id="{D7D818E9-0CD8-4084-8CE6-05593230EF9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823362" y="2047868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147" name="TextBox 51">
              <a:extLst>
                <a:ext uri="{FF2B5EF4-FFF2-40B4-BE49-F238E27FC236}">
                  <a16:creationId xmlns:a16="http://schemas.microsoft.com/office/drawing/2014/main" id="{8EA12691-E1F6-48AE-A37A-E84E599F5D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4300" y="162108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30148" name="TextBox 51">
              <a:extLst>
                <a:ext uri="{FF2B5EF4-FFF2-40B4-BE49-F238E27FC236}">
                  <a16:creationId xmlns:a16="http://schemas.microsoft.com/office/drawing/2014/main" id="{D29E86AC-890E-495B-9DF3-97452E5991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2587" y="238993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30149" name="TextBox 51">
              <a:extLst>
                <a:ext uri="{FF2B5EF4-FFF2-40B4-BE49-F238E27FC236}">
                  <a16:creationId xmlns:a16="http://schemas.microsoft.com/office/drawing/2014/main" id="{2AC2B127-EE42-40D8-9134-2B7C9AFE40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0875" y="3333444"/>
              <a:ext cx="3561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430150" name="Freeform 45">
              <a:extLst>
                <a:ext uri="{FF2B5EF4-FFF2-40B4-BE49-F238E27FC236}">
                  <a16:creationId xmlns:a16="http://schemas.microsoft.com/office/drawing/2014/main" id="{6DE00F6E-C64C-4220-8794-DD15AE22782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852089" y="2959411"/>
              <a:ext cx="4372447" cy="3609986"/>
            </a:xfrm>
            <a:custGeom>
              <a:avLst/>
              <a:gdLst>
                <a:gd name="T0" fmla="*/ 1541469344 w 10704"/>
                <a:gd name="T1" fmla="*/ 86678321 h 150349"/>
                <a:gd name="T2" fmla="*/ 1782751296 w 10704"/>
                <a:gd name="T3" fmla="*/ 86601655 h 150349"/>
                <a:gd name="T4" fmla="*/ 1786088637 w 10704"/>
                <a:gd name="T5" fmla="*/ 0 h 150349"/>
                <a:gd name="T6" fmla="*/ 3337340 w 10704"/>
                <a:gd name="T7" fmla="*/ 37481 h 150349"/>
                <a:gd name="T8" fmla="*/ 0 w 10704"/>
                <a:gd name="T9" fmla="*/ 12108528 h 150349"/>
                <a:gd name="T10" fmla="*/ 164025176 w 10704"/>
                <a:gd name="T11" fmla="*/ 12104494 h 1503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04" h="150349">
                  <a:moveTo>
                    <a:pt x="9238" y="150349"/>
                  </a:moveTo>
                  <a:lnTo>
                    <a:pt x="10684" y="150216"/>
                  </a:lnTo>
                  <a:cubicBezTo>
                    <a:pt x="10716" y="100026"/>
                    <a:pt x="10672" y="50190"/>
                    <a:pt x="10704" y="0"/>
                  </a:cubicBezTo>
                  <a:lnTo>
                    <a:pt x="20" y="65"/>
                  </a:lnTo>
                  <a:cubicBezTo>
                    <a:pt x="13" y="7044"/>
                    <a:pt x="7" y="14024"/>
                    <a:pt x="0" y="21003"/>
                  </a:cubicBezTo>
                  <a:lnTo>
                    <a:pt x="983" y="2099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0151" name="Freeform 48">
              <a:extLst>
                <a:ext uri="{FF2B5EF4-FFF2-40B4-BE49-F238E27FC236}">
                  <a16:creationId xmlns:a16="http://schemas.microsoft.com/office/drawing/2014/main" id="{BFAE11F6-78BA-4D29-969D-3FE9307E5B0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186470" y="3716834"/>
              <a:ext cx="73152" cy="73152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2147483646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0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2147483646 w 87"/>
                <a:gd name="T85" fmla="*/ 2147483646 h 58"/>
                <a:gd name="T86" fmla="*/ 2147483646 w 87"/>
                <a:gd name="T87" fmla="*/ 2147483646 h 58"/>
                <a:gd name="T88" fmla="*/ 2147483646 w 87"/>
                <a:gd name="T89" fmla="*/ 2147483646 h 58"/>
                <a:gd name="T90" fmla="*/ 2147483646 w 87"/>
                <a:gd name="T91" fmla="*/ 2147483646 h 58"/>
                <a:gd name="T92" fmla="*/ 2147483646 w 87"/>
                <a:gd name="T93" fmla="*/ 2147483646 h 58"/>
                <a:gd name="T94" fmla="*/ 2147483646 w 87"/>
                <a:gd name="T95" fmla="*/ 2147483646 h 58"/>
                <a:gd name="T96" fmla="*/ 2147483646 w 87"/>
                <a:gd name="T97" fmla="*/ 2147483646 h 58"/>
                <a:gd name="T98" fmla="*/ 2147483646 w 87"/>
                <a:gd name="T99" fmla="*/ 2147483646 h 58"/>
                <a:gd name="T100" fmla="*/ 2147483646 w 87"/>
                <a:gd name="T101" fmla="*/ 2147483646 h 58"/>
                <a:gd name="T102" fmla="*/ 2147483646 w 87"/>
                <a:gd name="T103" fmla="*/ 2147483646 h 58"/>
                <a:gd name="T104" fmla="*/ 2147483646 w 87"/>
                <a:gd name="T105" fmla="*/ 2147483646 h 58"/>
                <a:gd name="T106" fmla="*/ 2147483646 w 87"/>
                <a:gd name="T107" fmla="*/ 2147483646 h 58"/>
                <a:gd name="T108" fmla="*/ 0 w 87"/>
                <a:gd name="T109" fmla="*/ 2147483646 h 58"/>
                <a:gd name="T110" fmla="*/ 0 w 8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"/>
                <a:gd name="T169" fmla="*/ 0 h 58"/>
                <a:gd name="T170" fmla="*/ 87 w 8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" h="58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430083" name="Group 115">
            <a:extLst>
              <a:ext uri="{FF2B5EF4-FFF2-40B4-BE49-F238E27FC236}">
                <a16:creationId xmlns:a16="http://schemas.microsoft.com/office/drawing/2014/main" id="{3DAA368C-5D81-4C84-8977-B4E54308AF5C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58763" y="1071563"/>
            <a:ext cx="3546475" cy="1455737"/>
            <a:chOff x="27330" y="2051709"/>
            <a:chExt cx="2697218" cy="1108075"/>
          </a:xfrm>
        </p:grpSpPr>
        <p:pic>
          <p:nvPicPr>
            <p:cNvPr id="430084" name="Picture 119">
              <a:extLst>
                <a:ext uri="{FF2B5EF4-FFF2-40B4-BE49-F238E27FC236}">
                  <a16:creationId xmlns:a16="http://schemas.microsoft.com/office/drawing/2014/main" id="{C1C2F259-AAC9-4176-B91B-5A90C79FB3D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330" y="2145256"/>
              <a:ext cx="2697218" cy="92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430085" name="Straight Connector 120">
              <a:extLst>
                <a:ext uri="{FF2B5EF4-FFF2-40B4-BE49-F238E27FC236}">
                  <a16:creationId xmlns:a16="http://schemas.microsoft.com/office/drawing/2014/main" id="{59B6968B-A016-40CE-ACF6-3E507F2C7D6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482678" y="2051709"/>
              <a:ext cx="7937" cy="1108075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61F0B336-7746-427E-A58B-3809A8A9226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5182C1FB-A275-4CBE-B85C-63204551E734}" type="slidenum">
              <a:rPr lang="en-US" altLang="zh-CN" smtClean="0"/>
              <a:pPr>
                <a:defRPr/>
              </a:pPr>
              <a:t>101</a:t>
            </a:fld>
            <a:endParaRPr lang="en-US" altLang="zh-CN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8C2E00B8-C4C4-49FE-B289-9BE6D7993676}"/>
              </a:ext>
            </a:extLst>
          </p:cNvPr>
          <p:cNvSpPr/>
          <p:nvPr/>
        </p:nvSpPr>
        <p:spPr>
          <a:xfrm>
            <a:off x="152400" y="304800"/>
            <a:ext cx="8915400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latin typeface="Bookman Old Style" panose="02050604050505020204" pitchFamily="18" charset="0"/>
                <a:ea typeface="SimSun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lang="en-US" b="1" u="sng" dirty="0">
                <a:latin typeface="Bookman Old Style" panose="02050604050505020204" pitchFamily="18" charset="0"/>
                <a:ea typeface="SimSun" panose="02010600030101010101" pitchFamily="2" charset="-122"/>
                <a:cs typeface="Times New Roman" panose="02020603050405020304" pitchFamily="18" charset="0"/>
              </a:rPr>
              <a:t>Example 3: </a:t>
            </a:r>
            <a:r>
              <a:rPr lang="en-US" dirty="0">
                <a:latin typeface="Bookman Old Style" panose="02050604050505020204" pitchFamily="18" charset="0"/>
                <a:ea typeface="SimSun" panose="02010600030101010101" pitchFamily="2" charset="-122"/>
                <a:cs typeface="Times New Roman" panose="02020603050405020304" pitchFamily="18" charset="0"/>
              </a:rPr>
              <a:t>Design a Moore FSM that has one-bit input A and </a:t>
            </a:r>
            <a:r>
              <a:rPr lang="en-US" b="1" dirty="0">
                <a:solidFill>
                  <a:srgbClr val="0000FF"/>
                </a:solidFill>
                <a:latin typeface="Bookman Old Style" panose="02050604050505020204" pitchFamily="18" charset="0"/>
                <a:ea typeface="SimSun" panose="02010600030101010101" pitchFamily="2" charset="-122"/>
                <a:cs typeface="Times New Roman" panose="02020603050405020304" pitchFamily="18" charset="0"/>
              </a:rPr>
              <a:t>one-bit output B</a:t>
            </a:r>
            <a:r>
              <a:rPr lang="en-US" dirty="0">
                <a:latin typeface="Bookman Old Style" panose="02050604050505020204" pitchFamily="18" charset="0"/>
                <a:ea typeface="SimSun" panose="02010600030101010101" pitchFamily="2" charset="-122"/>
                <a:cs typeface="Times New Roman" panose="02020603050405020304" pitchFamily="18" charset="0"/>
              </a:rPr>
              <a:t>, where B=1 if the last three bits of </a:t>
            </a:r>
            <a:r>
              <a:rPr lang="en-US" b="1" u="sng" dirty="0">
                <a:solidFill>
                  <a:srgbClr val="FF0000"/>
                </a:solidFill>
                <a:latin typeface="Bookman Old Style" panose="02050604050505020204" pitchFamily="18" charset="0"/>
                <a:ea typeface="SimSun" panose="02010600030101010101" pitchFamily="2" charset="-122"/>
                <a:cs typeface="Times New Roman" panose="02020603050405020304" pitchFamily="18" charset="0"/>
              </a:rPr>
              <a:t>A are 101 </a:t>
            </a:r>
            <a:r>
              <a:rPr lang="en-US" dirty="0">
                <a:latin typeface="Bookman Old Style" panose="02050604050505020204" pitchFamily="18" charset="0"/>
                <a:ea typeface="SimSun" panose="02010600030101010101" pitchFamily="2" charset="-122"/>
                <a:cs typeface="Times New Roman" panose="02020603050405020304" pitchFamily="18" charset="0"/>
              </a:rPr>
              <a:t>(from earliest to latest).  Draw the state diagram for this FSM.</a:t>
            </a:r>
            <a:endParaRPr lang="en-US" dirty="0"/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5D6C39D0-81CA-4113-8CB0-935A1C6E0C6F}"/>
                  </a:ext>
                </a:extLst>
              </p14:cNvPr>
              <p14:cNvContentPartPr/>
              <p14:nvPr/>
            </p14:nvContentPartPr>
            <p14:xfrm>
              <a:off x="2049840" y="104760"/>
              <a:ext cx="6903360" cy="4624200"/>
            </p14:xfrm>
          </p:contentPart>
        </mc:Choice>
        <mc:Fallback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5D6C39D0-81CA-4113-8CB0-935A1C6E0C6F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040480" y="95400"/>
                <a:ext cx="6922080" cy="46429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067744010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A6A6597-0E44-4F9E-9167-9A8E3C2141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8600" y="228600"/>
            <a:ext cx="8686800" cy="609600"/>
          </a:xfrm>
        </p:spPr>
        <p:txBody>
          <a:bodyPr/>
          <a:lstStyle/>
          <a:p>
            <a:r>
              <a:rPr lang="en-US" sz="4800" dirty="0"/>
              <a:t>END Slide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890BAC1C-2592-44F2-852C-C27A9C18F2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97966BF-D65F-4E28-A407-653B2DF03F01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102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pic>
        <p:nvPicPr>
          <p:cNvPr id="5" name="Picture 2" descr="Q &amp; A – Mechatronics World">
            <a:extLst>
              <a:ext uri="{FF2B5EF4-FFF2-40B4-BE49-F238E27FC236}">
                <a16:creationId xmlns:a16="http://schemas.microsoft.com/office/drawing/2014/main" id="{B84F8481-55AC-4F48-B0CC-DA3B1C727772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8934" y="1295400"/>
            <a:ext cx="7971420" cy="478285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773982849"/>
      </p:ext>
    </p:extLst>
  </p:cSld>
  <p:clrMapOvr>
    <a:masterClrMapping/>
  </p:clrMapOvr>
</p:sld>
</file>

<file path=ppt/theme/theme1.xml><?xml version="1.0" encoding="utf-8"?>
<a:theme xmlns:a="http://schemas.openxmlformats.org/drawingml/2006/main" name="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3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D927F5C48263E44CA0E4BF48DA5842DF" ma:contentTypeVersion="10" ma:contentTypeDescription="Create a new document." ma:contentTypeScope="" ma:versionID="cc6a9fdc59c3920af0e32ab9cc6bc759">
  <xsd:schema xmlns:xsd="http://www.w3.org/2001/XMLSchema" xmlns:xs="http://www.w3.org/2001/XMLSchema" xmlns:p="http://schemas.microsoft.com/office/2006/metadata/properties" xmlns:ns3="2545ccdc-34fc-4cec-a48d-ba29d7877a97" targetNamespace="http://schemas.microsoft.com/office/2006/metadata/properties" ma:root="true" ma:fieldsID="7474bca7c2d6847eb37e3847f5421f7f" ns3:_="">
    <xsd:import namespace="2545ccdc-34fc-4cec-a48d-ba29d7877a97"/>
    <xsd:element name="properties">
      <xsd:complexType>
        <xsd:sequence>
          <xsd:element name="documentManagement">
            <xsd:complexType>
              <xsd:all>
                <xsd:element ref="ns3:MediaServiceMetadata" minOccurs="0"/>
                <xsd:element ref="ns3:MediaServiceFastMetadata" minOccurs="0"/>
                <xsd:element ref="ns3:MediaServiceDateTaken" minOccurs="0"/>
                <xsd:element ref="ns3:MediaServiceAutoTags" minOccurs="0"/>
                <xsd:element ref="ns3:MediaServiceGenerationTime" minOccurs="0"/>
                <xsd:element ref="ns3:MediaServiceEventHashCode" minOccurs="0"/>
                <xsd:element ref="ns3:MediaServiceOCR" minOccurs="0"/>
                <xsd:element ref="ns3:MediaServiceAutoKeyPoints" minOccurs="0"/>
                <xsd:element ref="ns3:MediaServiceKeyPoints" minOccurs="0"/>
                <xsd:element ref="ns3:MediaServiceLocatio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545ccdc-34fc-4cec-a48d-ba29d7877a97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DateTaken" ma:index="10" nillable="true" ma:displayName="MediaServiceDateTaken" ma:hidden="true" ma:internalName="MediaServiceDateTaken" ma:readOnly="true">
      <xsd:simpleType>
        <xsd:restriction base="dms:Text"/>
      </xsd:simpleType>
    </xsd:element>
    <xsd:element name="MediaServiceAutoTags" ma:index="11" nillable="true" ma:displayName="Tags" ma:internalName="MediaServiceAutoTags" ma:readOnly="true">
      <xsd:simpleType>
        <xsd:restriction base="dms:Text"/>
      </xsd:simpleType>
    </xsd:element>
    <xsd:element name="MediaServiceGenerationTime" ma:index="12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3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89D90360-3B21-4048-9E84-CD66033C6025}">
  <ds:schemaRefs>
    <ds:schemaRef ds:uri="http://schemas.microsoft.com/office/2006/metadata/properties"/>
    <ds:schemaRef ds:uri="http://purl.org/dc/dcmitype/"/>
    <ds:schemaRef ds:uri="http://purl.org/dc/elements/1.1/"/>
    <ds:schemaRef ds:uri="http://schemas.microsoft.com/office/infopath/2007/PartnerControls"/>
    <ds:schemaRef ds:uri="2545ccdc-34fc-4cec-a48d-ba29d7877a97"/>
    <ds:schemaRef ds:uri="http://purl.org/dc/terms/"/>
    <ds:schemaRef ds:uri="http://schemas.microsoft.com/office/2006/documentManagement/types"/>
    <ds:schemaRef ds:uri="http://schemas.openxmlformats.org/package/2006/metadata/core-properties"/>
    <ds:schemaRef ds:uri="http://www.w3.org/XML/1998/namespace"/>
  </ds:schemaRefs>
</ds:datastoreItem>
</file>

<file path=customXml/itemProps2.xml><?xml version="1.0" encoding="utf-8"?>
<ds:datastoreItem xmlns:ds="http://schemas.openxmlformats.org/officeDocument/2006/customXml" ds:itemID="{2C638D98-A44F-4A29-B2B9-D9FD8ACC44EE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E956FE2E-B4F1-4025-B184-05238CA68BDC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2545ccdc-34fc-4cec-a48d-ba29d7877a97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11701</TotalTime>
  <Words>8266</Words>
  <Application>Microsoft Office PowerPoint</Application>
  <PresentationFormat>On-screen Show (4:3)</PresentationFormat>
  <Paragraphs>6057</Paragraphs>
  <Slides>102</Slides>
  <Notes>54</Notes>
  <HiddenSlides>0</HiddenSlides>
  <MMClips>0</MMClips>
  <ScaleCrop>false</ScaleCrop>
  <HeadingPairs>
    <vt:vector size="6" baseType="variant">
      <vt:variant>
        <vt:lpstr>Fonts Used</vt:lpstr>
      </vt:variant>
      <vt:variant>
        <vt:i4>11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102</vt:i4>
      </vt:variant>
    </vt:vector>
  </HeadingPairs>
  <TitlesOfParts>
    <vt:vector size="114" baseType="lpstr">
      <vt:lpstr>ＭＳ Ｐゴシック</vt:lpstr>
      <vt:lpstr>ＭＳ Ｐゴシック</vt:lpstr>
      <vt:lpstr>SimSun</vt:lpstr>
      <vt:lpstr>Arial</vt:lpstr>
      <vt:lpstr>Bookman Old Style</vt:lpstr>
      <vt:lpstr>Calibri</vt:lpstr>
      <vt:lpstr>Noto Symbol</vt:lpstr>
      <vt:lpstr>Times</vt:lpstr>
      <vt:lpstr>Times New Roman</vt:lpstr>
      <vt:lpstr>Times-Roman</vt:lpstr>
      <vt:lpstr>Wingdings</vt:lpstr>
      <vt:lpstr>Default Design</vt:lpstr>
      <vt:lpstr>PowerPoint Presentation</vt:lpstr>
      <vt:lpstr>28-State Assignment Problem</vt:lpstr>
      <vt:lpstr>Administrative Stuff</vt:lpstr>
      <vt:lpstr>Synchronous Sequential Circuits Basic Design Steps Readings 6.1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Some Questions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Encoding #1: A=00, B=01, C=10, D=11  Encoding #2: A=00, B=01, C=11, D=10  Encoding #3: One-Hot Encoding  A=0001, B=0010, C=0100, D=1000  </vt:lpstr>
      <vt:lpstr>Encoding #1: A=00, B=01, C=10, D=11  (Uses Two Flip-Flops)</vt:lpstr>
      <vt:lpstr>State Table</vt:lpstr>
      <vt:lpstr>State Table</vt:lpstr>
      <vt:lpstr>State Table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Encoding #2: A=00, B=01, C=11, D=10  (Also Uses Two Flip-Flops)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Let's Complete the Circuit Diagram</vt:lpstr>
      <vt:lpstr>Let's Complete the Circuit Diagram</vt:lpstr>
      <vt:lpstr>Encoding #3: A=0001, B=0010, C=0100, D=1000  </vt:lpstr>
      <vt:lpstr>Encoding #3: A=0001, B=0010, C=0100, D=1000  (One-Hot Encoding – Uses Four Flip-Flops)</vt:lpstr>
      <vt:lpstr>One-Hot State Encoding</vt:lpstr>
      <vt:lpstr>Encoding for State A</vt:lpstr>
      <vt:lpstr>Encoding for State B</vt:lpstr>
      <vt:lpstr>Encoding for State C</vt:lpstr>
      <vt:lpstr>Encoding for State D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Let's Complete the Circuit Diagram</vt:lpstr>
      <vt:lpstr>Let's Complete the Circuit Diagram</vt:lpstr>
      <vt:lpstr>Let's Complete the Circuit Diagram</vt:lpstr>
      <vt:lpstr>Why one-hot encoding?</vt:lpstr>
      <vt:lpstr>Encoding #3 : Alternate implementation A=0001, B=0010, C=0100, D=1000  (same as before, but shows an alternative implementation with a 4-bit ring counter)</vt:lpstr>
      <vt:lpstr>PowerPoint Presentation</vt:lpstr>
      <vt:lpstr>PowerPoint Presentation</vt:lpstr>
      <vt:lpstr>Let's Complete the Circuit Diagram</vt:lpstr>
      <vt:lpstr>Let's Complete the Circuit Diagram</vt:lpstr>
      <vt:lpstr>Let's Complete the Circuit Diagram</vt:lpstr>
      <vt:lpstr>Let's Complete the Circuit Diagram</vt:lpstr>
      <vt:lpstr>The Solution for Encoding # 3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END Slide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Copyright 2004 Pearson Addison-Wesley</dc:creator>
  <cp:lastModifiedBy>Ahamed, Md Maruf [E CPE]</cp:lastModifiedBy>
  <cp:revision>240</cp:revision>
  <dcterms:created xsi:type="dcterms:W3CDTF">2003-05-23T15:49:24Z</dcterms:created>
  <dcterms:modified xsi:type="dcterms:W3CDTF">2022-04-08T22:26:55Z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0x010100D927F5C48263E44CA0E4BF48DA5842DF</vt:lpwstr>
  </property>
</Properties>
</file>